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</p:sldMasterIdLst>
  <p:notesMasterIdLst>
    <p:notesMasterId r:id="rId55"/>
  </p:notesMasterIdLst>
  <p:sldIdLst>
    <p:sldId id="256" r:id="rId3"/>
    <p:sldId id="302" r:id="rId4"/>
    <p:sldId id="305" r:id="rId5"/>
    <p:sldId id="306" r:id="rId6"/>
    <p:sldId id="262" r:id="rId7"/>
    <p:sldId id="308" r:id="rId8"/>
    <p:sldId id="309" r:id="rId9"/>
    <p:sldId id="310" r:id="rId10"/>
    <p:sldId id="311" r:id="rId11"/>
    <p:sldId id="260" r:id="rId12"/>
    <p:sldId id="263" r:id="rId13"/>
    <p:sldId id="258" r:id="rId14"/>
    <p:sldId id="259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4" r:id="rId32"/>
    <p:sldId id="280" r:id="rId33"/>
    <p:sldId id="281" r:id="rId34"/>
    <p:sldId id="312" r:id="rId35"/>
    <p:sldId id="313" r:id="rId36"/>
    <p:sldId id="285" r:id="rId37"/>
    <p:sldId id="286" r:id="rId38"/>
    <p:sldId id="287" r:id="rId39"/>
    <p:sldId id="291" r:id="rId40"/>
    <p:sldId id="288" r:id="rId41"/>
    <p:sldId id="289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4" r:id="rId53"/>
    <p:sldId id="303" r:id="rId54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A0B7EA-756C-49E6-9B9C-8454EC0B481E}" v="409" dt="2025-09-12T12:39:08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microsoft.com/office/2015/10/relationships/revisionInfo" Target="revisionInfo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jeel Khilji" userId="d7c9e5d0-931d-429e-91f4-ab214ce9376a" providerId="ADAL" clId="{42A0B7EA-756C-49E6-9B9C-8454EC0B481E}"/>
    <pc:docChg chg="undo redo custSel addSld delSld modSld sldOrd">
      <pc:chgData name="Sharjeel Khilji" userId="d7c9e5d0-931d-429e-91f4-ab214ce9376a" providerId="ADAL" clId="{42A0B7EA-756C-49E6-9B9C-8454EC0B481E}" dt="2025-09-05T06:37:08.295" v="928" actId="1035"/>
      <pc:docMkLst>
        <pc:docMk/>
      </pc:docMkLst>
      <pc:sldChg chg="addSp delSp modSp mod modClrScheme chgLayout">
        <pc:chgData name="Sharjeel Khilji" userId="d7c9e5d0-931d-429e-91f4-ab214ce9376a" providerId="ADAL" clId="{42A0B7EA-756C-49E6-9B9C-8454EC0B481E}" dt="2025-08-27T09:36:31.933" v="34" actId="122"/>
        <pc:sldMkLst>
          <pc:docMk/>
          <pc:sldMk cId="750474842" sldId="256"/>
        </pc:sldMkLst>
        <pc:spChg chg="mod ord">
          <ac:chgData name="Sharjeel Khilji" userId="d7c9e5d0-931d-429e-91f4-ab214ce9376a" providerId="ADAL" clId="{42A0B7EA-756C-49E6-9B9C-8454EC0B481E}" dt="2025-08-27T09:36:31.933" v="34" actId="122"/>
          <ac:spMkLst>
            <pc:docMk/>
            <pc:sldMk cId="750474842" sldId="256"/>
            <ac:spMk id="2" creationId="{00000000-0000-0000-0000-000000000000}"/>
          </ac:spMkLst>
        </pc:spChg>
        <pc:spChg chg="mod ord">
          <ac:chgData name="Sharjeel Khilji" userId="d7c9e5d0-931d-429e-91f4-ab214ce9376a" providerId="ADAL" clId="{42A0B7EA-756C-49E6-9B9C-8454EC0B481E}" dt="2025-08-27T09:36:28.376" v="33" actId="122"/>
          <ac:spMkLst>
            <pc:docMk/>
            <pc:sldMk cId="750474842" sldId="256"/>
            <ac:spMk id="3" creationId="{00000000-0000-0000-0000-000000000000}"/>
          </ac:spMkLst>
        </pc:spChg>
      </pc:sldChg>
      <pc:sldChg chg="addSp delSp modSp mod">
        <pc:chgData name="Sharjeel Khilji" userId="d7c9e5d0-931d-429e-91f4-ab214ce9376a" providerId="ADAL" clId="{42A0B7EA-756C-49E6-9B9C-8454EC0B481E}" dt="2025-09-02T06:39:29.285" v="84" actId="14100"/>
        <pc:sldMkLst>
          <pc:docMk/>
          <pc:sldMk cId="1452500784" sldId="258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1452500784" sldId="258"/>
            <ac:spMk id="2" creationId="{00000000-0000-0000-0000-000000000000}"/>
          </ac:spMkLst>
        </pc:spChg>
        <pc:picChg chg="add mod">
          <ac:chgData name="Sharjeel Khilji" userId="d7c9e5d0-931d-429e-91f4-ab214ce9376a" providerId="ADAL" clId="{42A0B7EA-756C-49E6-9B9C-8454EC0B481E}" dt="2025-09-02T06:39:29.285" v="84" actId="14100"/>
          <ac:picMkLst>
            <pc:docMk/>
            <pc:sldMk cId="1452500784" sldId="258"/>
            <ac:picMk id="5" creationId="{A6D5CDFD-06E3-6308-DB9B-9D946947003C}"/>
          </ac:picMkLst>
        </pc:picChg>
      </pc:sldChg>
      <pc:sldChg chg="modSp mod">
        <pc:chgData name="Sharjeel Khilji" userId="d7c9e5d0-931d-429e-91f4-ab214ce9376a" providerId="ADAL" clId="{42A0B7EA-756C-49E6-9B9C-8454EC0B481E}" dt="2025-08-27T09:39:03.235" v="63" actId="14100"/>
        <pc:sldMkLst>
          <pc:docMk/>
          <pc:sldMk cId="652961894" sldId="259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652961894" sldId="259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9:03.235" v="63" actId="14100"/>
          <ac:spMkLst>
            <pc:docMk/>
            <pc:sldMk cId="652961894" sldId="259"/>
            <ac:spMk id="3" creationId="{00000000-0000-0000-0000-000000000000}"/>
          </ac:spMkLst>
        </pc:spChg>
      </pc:sldChg>
      <pc:sldChg chg="modSp">
        <pc:chgData name="Sharjeel Khilji" userId="d7c9e5d0-931d-429e-91f4-ab214ce9376a" providerId="ADAL" clId="{42A0B7EA-756C-49E6-9B9C-8454EC0B481E}" dt="2025-08-27T09:33:12.674" v="10"/>
        <pc:sldMkLst>
          <pc:docMk/>
          <pc:sldMk cId="3988547148" sldId="260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3988547148" sldId="260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3988547148" sldId="260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6:39:51.474" v="86" actId="1076"/>
        <pc:sldMkLst>
          <pc:docMk/>
          <pc:sldMk cId="1130654452" sldId="262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1130654452" sldId="262"/>
            <ac:spMk id="35844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39:39.477" v="85" actId="1076"/>
          <ac:spMkLst>
            <pc:docMk/>
            <pc:sldMk cId="1130654452" sldId="262"/>
            <ac:spMk id="35845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39:51.474" v="86" actId="1076"/>
          <ac:spMkLst>
            <pc:docMk/>
            <pc:sldMk cId="1130654452" sldId="262"/>
            <ac:spMk id="35846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7:02.109" v="39" actId="404"/>
          <ac:spMkLst>
            <pc:docMk/>
            <pc:sldMk cId="1130654452" sldId="262"/>
            <ac:spMk id="35848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8:05.804" v="51" actId="404"/>
          <ac:spMkLst>
            <pc:docMk/>
            <pc:sldMk cId="1130654452" sldId="262"/>
            <ac:spMk id="35858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8:14.566" v="54" actId="404"/>
          <ac:spMkLst>
            <pc:docMk/>
            <pc:sldMk cId="1130654452" sldId="262"/>
            <ac:spMk id="35861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7:54.238" v="50" actId="404"/>
          <ac:spMkLst>
            <pc:docMk/>
            <pc:sldMk cId="1130654452" sldId="262"/>
            <ac:spMk id="35866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8:24.202" v="56" actId="404"/>
          <ac:spMkLst>
            <pc:docMk/>
            <pc:sldMk cId="1130654452" sldId="262"/>
            <ac:spMk id="35869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8:28.707" v="58" actId="404"/>
          <ac:spMkLst>
            <pc:docMk/>
            <pc:sldMk cId="1130654452" sldId="262"/>
            <ac:spMk id="35879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7:44.270" v="44" actId="1076"/>
          <ac:spMkLst>
            <pc:docMk/>
            <pc:sldMk cId="1130654452" sldId="262"/>
            <ac:spMk id="35897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7:22.547" v="43" actId="20577"/>
          <ac:spMkLst>
            <pc:docMk/>
            <pc:sldMk cId="1130654452" sldId="262"/>
            <ac:spMk id="35898" creationId="{00000000-0000-0000-0000-000000000000}"/>
          </ac:spMkLst>
        </pc:spChg>
        <pc:grpChg chg="mod">
          <ac:chgData name="Sharjeel Khilji" userId="d7c9e5d0-931d-429e-91f4-ab214ce9376a" providerId="ADAL" clId="{42A0B7EA-756C-49E6-9B9C-8454EC0B481E}" dt="2025-08-27T09:36:54.893" v="37" actId="14100"/>
          <ac:grpSpMkLst>
            <pc:docMk/>
            <pc:sldMk cId="1130654452" sldId="262"/>
            <ac:grpSpMk id="2" creationId="{00000000-0000-0000-0000-000000000000}"/>
          </ac:grpSpMkLst>
        </pc:grpChg>
      </pc:sldChg>
      <pc:sldChg chg="modSp">
        <pc:chgData name="Sharjeel Khilji" userId="d7c9e5d0-931d-429e-91f4-ab214ce9376a" providerId="ADAL" clId="{42A0B7EA-756C-49E6-9B9C-8454EC0B481E}" dt="2025-08-27T09:33:12.674" v="10"/>
        <pc:sldMkLst>
          <pc:docMk/>
          <pc:sldMk cId="2291704814" sldId="263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2291704814" sldId="263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2291704814" sldId="263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8-27T09:39:23.682" v="66" actId="14100"/>
        <pc:sldMkLst>
          <pc:docMk/>
          <pc:sldMk cId="724367387" sldId="264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724367387" sldId="264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9:23.682" v="66" actId="14100"/>
          <ac:spMkLst>
            <pc:docMk/>
            <pc:sldMk cId="724367387" sldId="264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8-27T09:40:09.925" v="71" actId="404"/>
        <pc:sldMkLst>
          <pc:docMk/>
          <pc:sldMk cId="737762441" sldId="265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737762441" sldId="265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40:09.925" v="71" actId="404"/>
          <ac:spMkLst>
            <pc:docMk/>
            <pc:sldMk cId="737762441" sldId="265"/>
            <ac:spMk id="3" creationId="{00000000-0000-0000-0000-000000000000}"/>
          </ac:spMkLst>
        </pc:spChg>
      </pc:sldChg>
      <pc:sldChg chg="modSp">
        <pc:chgData name="Sharjeel Khilji" userId="d7c9e5d0-931d-429e-91f4-ab214ce9376a" providerId="ADAL" clId="{42A0B7EA-756C-49E6-9B9C-8454EC0B481E}" dt="2025-08-27T09:33:12.674" v="10"/>
        <pc:sldMkLst>
          <pc:docMk/>
          <pc:sldMk cId="2654518175" sldId="266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2654518175" sldId="266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2654518175" sldId="266"/>
            <ac:spMk id="3" creationId="{00000000-0000-0000-0000-000000000000}"/>
          </ac:spMkLst>
        </pc:spChg>
      </pc:sldChg>
      <pc:sldChg chg="addSp delSp modSp mod">
        <pc:chgData name="Sharjeel Khilji" userId="d7c9e5d0-931d-429e-91f4-ab214ce9376a" providerId="ADAL" clId="{42A0B7EA-756C-49E6-9B9C-8454EC0B481E}" dt="2025-09-02T06:39:23.783" v="83" actId="14100"/>
        <pc:sldMkLst>
          <pc:docMk/>
          <pc:sldMk cId="3954683122" sldId="267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3954683122" sldId="267"/>
            <ac:spMk id="2" creationId="{00000000-0000-0000-0000-000000000000}"/>
          </ac:spMkLst>
        </pc:spChg>
        <pc:picChg chg="add mod">
          <ac:chgData name="Sharjeel Khilji" userId="d7c9e5d0-931d-429e-91f4-ab214ce9376a" providerId="ADAL" clId="{42A0B7EA-756C-49E6-9B9C-8454EC0B481E}" dt="2025-09-02T06:39:23.783" v="83" actId="14100"/>
          <ac:picMkLst>
            <pc:docMk/>
            <pc:sldMk cId="3954683122" sldId="267"/>
            <ac:picMk id="3" creationId="{E32DE880-A9EF-DCFA-B6EA-5DB420BE6526}"/>
          </ac:picMkLst>
        </pc:picChg>
      </pc:sldChg>
      <pc:sldChg chg="modSp mod">
        <pc:chgData name="Sharjeel Khilji" userId="d7c9e5d0-931d-429e-91f4-ab214ce9376a" providerId="ADAL" clId="{42A0B7EA-756C-49E6-9B9C-8454EC0B481E}" dt="2025-09-02T06:43:16.543" v="200" actId="20577"/>
        <pc:sldMkLst>
          <pc:docMk/>
          <pc:sldMk cId="2279821569" sldId="268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2279821569" sldId="268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43:16.543" v="200" actId="20577"/>
          <ac:spMkLst>
            <pc:docMk/>
            <pc:sldMk cId="2279821569" sldId="268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6:43:55.164" v="211" actId="1076"/>
        <pc:sldMkLst>
          <pc:docMk/>
          <pc:sldMk cId="2480555200" sldId="269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2480555200" sldId="269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43:55.164" v="211" actId="1076"/>
          <ac:spMkLst>
            <pc:docMk/>
            <pc:sldMk cId="2480555200" sldId="269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6:46:09.739" v="238" actId="1076"/>
        <pc:sldMkLst>
          <pc:docMk/>
          <pc:sldMk cId="884956841" sldId="270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884956841" sldId="270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46:09.739" v="238" actId="1076"/>
          <ac:spMkLst>
            <pc:docMk/>
            <pc:sldMk cId="884956841" sldId="270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6:45:27.644" v="231" actId="1076"/>
        <pc:sldMkLst>
          <pc:docMk/>
          <pc:sldMk cId="744841414" sldId="271"/>
        </pc:sldMkLst>
        <pc:spChg chg="mod">
          <ac:chgData name="Sharjeel Khilji" userId="d7c9e5d0-931d-429e-91f4-ab214ce9376a" providerId="ADAL" clId="{42A0B7EA-756C-49E6-9B9C-8454EC0B481E}" dt="2025-09-02T06:45:27.644" v="231" actId="1076"/>
          <ac:spMkLst>
            <pc:docMk/>
            <pc:sldMk cId="744841414" sldId="271"/>
            <ac:spMk id="88066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45:19.136" v="230" actId="20577"/>
          <ac:spMkLst>
            <pc:docMk/>
            <pc:sldMk cId="744841414" sldId="271"/>
            <ac:spMk id="88067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6:46:34.481" v="246" actId="1076"/>
        <pc:sldMkLst>
          <pc:docMk/>
          <pc:sldMk cId="323898704" sldId="272"/>
        </pc:sldMkLst>
        <pc:spChg chg="mod">
          <ac:chgData name="Sharjeel Khilji" userId="d7c9e5d0-931d-429e-91f4-ab214ce9376a" providerId="ADAL" clId="{42A0B7EA-756C-49E6-9B9C-8454EC0B481E}" dt="2025-09-02T06:45:59.971" v="237" actId="20577"/>
          <ac:spMkLst>
            <pc:docMk/>
            <pc:sldMk cId="323898704" sldId="272"/>
            <ac:spMk id="9216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46:34.481" v="246" actId="1076"/>
          <ac:spMkLst>
            <pc:docMk/>
            <pc:sldMk cId="323898704" sldId="272"/>
            <ac:spMk id="9216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6:47:06.665" v="251" actId="1076"/>
        <pc:sldMkLst>
          <pc:docMk/>
          <pc:sldMk cId="3833741545" sldId="273"/>
        </pc:sldMkLst>
        <pc:spChg chg="mod">
          <ac:chgData name="Sharjeel Khilji" userId="d7c9e5d0-931d-429e-91f4-ab214ce9376a" providerId="ADAL" clId="{42A0B7EA-756C-49E6-9B9C-8454EC0B481E}" dt="2025-09-02T06:46:55.668" v="249" actId="1076"/>
          <ac:spMkLst>
            <pc:docMk/>
            <pc:sldMk cId="3833741545" sldId="273"/>
            <ac:spMk id="94210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47:06.665" v="251" actId="1076"/>
          <ac:spMkLst>
            <pc:docMk/>
            <pc:sldMk cId="3833741545" sldId="273"/>
            <ac:spMk id="94237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3833741545" sldId="273"/>
            <ac:spMk id="94238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5T06:37:08.295" v="928" actId="1035"/>
        <pc:sldMkLst>
          <pc:docMk/>
          <pc:sldMk cId="3585429370" sldId="275"/>
        </pc:sldMkLst>
        <pc:spChg chg="mod">
          <ac:chgData name="Sharjeel Khilji" userId="d7c9e5d0-931d-429e-91f4-ab214ce9376a" providerId="ADAL" clId="{42A0B7EA-756C-49E6-9B9C-8454EC0B481E}" dt="2025-09-05T06:37:08.295" v="928" actId="1035"/>
          <ac:spMkLst>
            <pc:docMk/>
            <pc:sldMk cId="3585429370" sldId="275"/>
            <ac:spMk id="100354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5T06:37:08.295" v="928" actId="1035"/>
          <ac:spMkLst>
            <pc:docMk/>
            <pc:sldMk cId="3585429370" sldId="275"/>
            <ac:spMk id="100355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5T06:37:08.295" v="928" actId="1035"/>
          <ac:spMkLst>
            <pc:docMk/>
            <pc:sldMk cId="3585429370" sldId="275"/>
            <ac:spMk id="10043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5T06:37:08.295" v="928" actId="1035"/>
          <ac:spMkLst>
            <pc:docMk/>
            <pc:sldMk cId="3585429370" sldId="275"/>
            <ac:spMk id="100446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5T06:37:08.295" v="928" actId="1035"/>
          <ac:spMkLst>
            <pc:docMk/>
            <pc:sldMk cId="3585429370" sldId="275"/>
            <ac:spMk id="100447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5T06:37:08.295" v="928" actId="1035"/>
          <ac:spMkLst>
            <pc:docMk/>
            <pc:sldMk cId="3585429370" sldId="275"/>
            <ac:spMk id="100450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5T06:37:08.295" v="928" actId="1035"/>
          <ac:spMkLst>
            <pc:docMk/>
            <pc:sldMk cId="3585429370" sldId="275"/>
            <ac:spMk id="100451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5T06:37:08.295" v="928" actId="1035"/>
          <ac:spMkLst>
            <pc:docMk/>
            <pc:sldMk cId="3585429370" sldId="275"/>
            <ac:spMk id="10045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5T06:37:08.295" v="928" actId="1035"/>
          <ac:spMkLst>
            <pc:docMk/>
            <pc:sldMk cId="3585429370" sldId="275"/>
            <ac:spMk id="100453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5T06:37:08.295" v="928" actId="1035"/>
          <ac:spMkLst>
            <pc:docMk/>
            <pc:sldMk cId="3585429370" sldId="275"/>
            <ac:spMk id="100455" creationId="{00000000-0000-0000-0000-000000000000}"/>
          </ac:spMkLst>
        </pc:spChg>
        <pc:grpChg chg="mod">
          <ac:chgData name="Sharjeel Khilji" userId="d7c9e5d0-931d-429e-91f4-ab214ce9376a" providerId="ADAL" clId="{42A0B7EA-756C-49E6-9B9C-8454EC0B481E}" dt="2025-09-05T06:37:02.420" v="909" actId="1076"/>
          <ac:grpSpMkLst>
            <pc:docMk/>
            <pc:sldMk cId="3585429370" sldId="275"/>
            <ac:grpSpMk id="100433" creationId="{00000000-0000-0000-0000-000000000000}"/>
          </ac:grpSpMkLst>
        </pc:grpChg>
      </pc:sldChg>
      <pc:sldChg chg="modSp mod">
        <pc:chgData name="Sharjeel Khilji" userId="d7c9e5d0-931d-429e-91f4-ab214ce9376a" providerId="ADAL" clId="{42A0B7EA-756C-49E6-9B9C-8454EC0B481E}" dt="2025-09-02T06:47:34.848" v="255" actId="1076"/>
        <pc:sldMkLst>
          <pc:docMk/>
          <pc:sldMk cId="319971726" sldId="276"/>
        </pc:sldMkLst>
        <pc:spChg chg="mod">
          <ac:chgData name="Sharjeel Khilji" userId="d7c9e5d0-931d-429e-91f4-ab214ce9376a" providerId="ADAL" clId="{42A0B7EA-756C-49E6-9B9C-8454EC0B481E}" dt="2025-09-02T06:47:34.848" v="255" actId="1076"/>
          <ac:spMkLst>
            <pc:docMk/>
            <pc:sldMk cId="319971726" sldId="276"/>
            <ac:spMk id="104451" creationId="{00000000-0000-0000-0000-000000000000}"/>
          </ac:spMkLst>
        </pc:spChg>
      </pc:sldChg>
      <pc:sldChg chg="addSp delSp modSp mod">
        <pc:chgData name="Sharjeel Khilji" userId="d7c9e5d0-931d-429e-91f4-ab214ce9376a" providerId="ADAL" clId="{42A0B7EA-756C-49E6-9B9C-8454EC0B481E}" dt="2025-09-02T06:39:18.814" v="82" actId="14100"/>
        <pc:sldMkLst>
          <pc:docMk/>
          <pc:sldMk cId="2884948670" sldId="277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2884948670" sldId="277"/>
            <ac:spMk id="2" creationId="{00000000-0000-0000-0000-000000000000}"/>
          </ac:spMkLst>
        </pc:spChg>
        <pc:picChg chg="add mod">
          <ac:chgData name="Sharjeel Khilji" userId="d7c9e5d0-931d-429e-91f4-ab214ce9376a" providerId="ADAL" clId="{42A0B7EA-756C-49E6-9B9C-8454EC0B481E}" dt="2025-09-02T06:39:18.814" v="82" actId="14100"/>
          <ac:picMkLst>
            <pc:docMk/>
            <pc:sldMk cId="2884948670" sldId="277"/>
            <ac:picMk id="3" creationId="{A53B783E-3757-F33E-F10C-7F3FFC94F9C5}"/>
          </ac:picMkLst>
        </pc:picChg>
      </pc:sldChg>
      <pc:sldChg chg="modSp mod">
        <pc:chgData name="Sharjeel Khilji" userId="d7c9e5d0-931d-429e-91f4-ab214ce9376a" providerId="ADAL" clId="{42A0B7EA-756C-49E6-9B9C-8454EC0B481E}" dt="2025-09-02T06:48:06.822" v="257" actId="20577"/>
        <pc:sldMkLst>
          <pc:docMk/>
          <pc:sldMk cId="3358601306" sldId="278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3358601306" sldId="278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48:06.822" v="257" actId="20577"/>
          <ac:spMkLst>
            <pc:docMk/>
            <pc:sldMk cId="3358601306" sldId="278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6:49:10.716" v="276" actId="403"/>
        <pc:sldMkLst>
          <pc:docMk/>
          <pc:sldMk cId="3598258779" sldId="279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3598258779" sldId="279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49:10.716" v="276" actId="403"/>
          <ac:spMkLst>
            <pc:docMk/>
            <pc:sldMk cId="3598258779" sldId="279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6:52:04.664" v="316" actId="20577"/>
        <pc:sldMkLst>
          <pc:docMk/>
          <pc:sldMk cId="323729441" sldId="280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323729441" sldId="280"/>
            <ac:spMk id="55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1:07.349" v="301" actId="1076"/>
          <ac:spMkLst>
            <pc:docMk/>
            <pc:sldMk cId="323729441" sldId="280"/>
            <ac:spMk id="1824770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0:58.224" v="300" actId="1076"/>
          <ac:spMkLst>
            <pc:docMk/>
            <pc:sldMk cId="323729441" sldId="280"/>
            <ac:spMk id="1824771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1:18.906" v="302" actId="1076"/>
          <ac:spMkLst>
            <pc:docMk/>
            <pc:sldMk cId="323729441" sldId="280"/>
            <ac:spMk id="182477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0:34.903" v="297" actId="404"/>
          <ac:spMkLst>
            <pc:docMk/>
            <pc:sldMk cId="323729441" sldId="280"/>
            <ac:spMk id="1824775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0:34.903" v="297" actId="404"/>
          <ac:spMkLst>
            <pc:docMk/>
            <pc:sldMk cId="323729441" sldId="280"/>
            <ac:spMk id="1824776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0:34.903" v="297" actId="404"/>
          <ac:spMkLst>
            <pc:docMk/>
            <pc:sldMk cId="323729441" sldId="280"/>
            <ac:spMk id="1824777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0:34.903" v="297" actId="404"/>
          <ac:spMkLst>
            <pc:docMk/>
            <pc:sldMk cId="323729441" sldId="280"/>
            <ac:spMk id="1824781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0:34.903" v="297" actId="404"/>
          <ac:spMkLst>
            <pc:docMk/>
            <pc:sldMk cId="323729441" sldId="280"/>
            <ac:spMk id="1824784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0:34.903" v="297" actId="404"/>
          <ac:spMkLst>
            <pc:docMk/>
            <pc:sldMk cId="323729441" sldId="280"/>
            <ac:spMk id="1824785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0:34.903" v="297" actId="404"/>
          <ac:spMkLst>
            <pc:docMk/>
            <pc:sldMk cId="323729441" sldId="280"/>
            <ac:spMk id="1824788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0:34.903" v="297" actId="404"/>
          <ac:spMkLst>
            <pc:docMk/>
            <pc:sldMk cId="323729441" sldId="280"/>
            <ac:spMk id="1824801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2:04.664" v="316" actId="20577"/>
          <ac:spMkLst>
            <pc:docMk/>
            <pc:sldMk cId="323729441" sldId="280"/>
            <ac:spMk id="1824805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0:34.903" v="297" actId="404"/>
          <ac:spMkLst>
            <pc:docMk/>
            <pc:sldMk cId="323729441" sldId="280"/>
            <ac:spMk id="1824806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1:28.751" v="304" actId="1076"/>
          <ac:spMkLst>
            <pc:docMk/>
            <pc:sldMk cId="323729441" sldId="280"/>
            <ac:spMk id="1824819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1:21.566" v="303" actId="1076"/>
          <ac:spMkLst>
            <pc:docMk/>
            <pc:sldMk cId="323729441" sldId="280"/>
            <ac:spMk id="1824820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6:54:23.325" v="342" actId="1076"/>
        <pc:sldMkLst>
          <pc:docMk/>
          <pc:sldMk cId="2835515906" sldId="281"/>
        </pc:sldMkLst>
        <pc:spChg chg="mod">
          <ac:chgData name="Sharjeel Khilji" userId="d7c9e5d0-931d-429e-91f4-ab214ce9376a" providerId="ADAL" clId="{42A0B7EA-756C-49E6-9B9C-8454EC0B481E}" dt="2025-09-02T06:53:14.521" v="325" actId="1076"/>
          <ac:spMkLst>
            <pc:docMk/>
            <pc:sldMk cId="2835515906" sldId="281"/>
            <ac:spMk id="3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2835515906" sldId="281"/>
            <ac:spMk id="33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2:52.731" v="320" actId="404"/>
          <ac:spMkLst>
            <pc:docMk/>
            <pc:sldMk cId="2835515906" sldId="281"/>
            <ac:spMk id="37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4:23.325" v="342" actId="1076"/>
          <ac:spMkLst>
            <pc:docMk/>
            <pc:sldMk cId="2835515906" sldId="281"/>
            <ac:spMk id="1915906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4:15.910" v="341" actId="1076"/>
          <ac:spMkLst>
            <pc:docMk/>
            <pc:sldMk cId="2835515906" sldId="281"/>
            <ac:spMk id="1915907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3:59.071" v="338" actId="404"/>
          <ac:spMkLst>
            <pc:docMk/>
            <pc:sldMk cId="2835515906" sldId="281"/>
            <ac:spMk id="1915914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4:02.829" v="339" actId="404"/>
          <ac:spMkLst>
            <pc:docMk/>
            <pc:sldMk cId="2835515906" sldId="281"/>
            <ac:spMk id="1915915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3:45.388" v="337" actId="20577"/>
          <ac:spMkLst>
            <pc:docMk/>
            <pc:sldMk cId="2835515906" sldId="281"/>
            <ac:spMk id="1915916" creationId="{00000000-0000-0000-0000-000000000000}"/>
          </ac:spMkLst>
        </pc:spChg>
        <pc:grpChg chg="mod">
          <ac:chgData name="Sharjeel Khilji" userId="d7c9e5d0-931d-429e-91f4-ab214ce9376a" providerId="ADAL" clId="{42A0B7EA-756C-49E6-9B9C-8454EC0B481E}" dt="2025-09-02T06:53:08.428" v="324" actId="14100"/>
          <ac:grpSpMkLst>
            <pc:docMk/>
            <pc:sldMk cId="2835515906" sldId="281"/>
            <ac:grpSpMk id="2" creationId="{00000000-0000-0000-0000-000000000000}"/>
          </ac:grpSpMkLst>
        </pc:grpChg>
        <pc:cxnChg chg="mod">
          <ac:chgData name="Sharjeel Khilji" userId="d7c9e5d0-931d-429e-91f4-ab214ce9376a" providerId="ADAL" clId="{42A0B7EA-756C-49E6-9B9C-8454EC0B481E}" dt="2025-09-02T06:53:21.775" v="326" actId="1076"/>
          <ac:cxnSpMkLst>
            <pc:docMk/>
            <pc:sldMk cId="2835515906" sldId="281"/>
            <ac:cxnSpMk id="35" creationId="{00000000-0000-0000-0000-000000000000}"/>
          </ac:cxnSpMkLst>
        </pc:cxnChg>
      </pc:sldChg>
      <pc:sldChg chg="addSp delSp modSp mod">
        <pc:chgData name="Sharjeel Khilji" userId="d7c9e5d0-931d-429e-91f4-ab214ce9376a" providerId="ADAL" clId="{42A0B7EA-756C-49E6-9B9C-8454EC0B481E}" dt="2025-09-02T07:18:08.306" v="795" actId="20577"/>
        <pc:sldMkLst>
          <pc:docMk/>
          <pc:sldMk cId="1077011952" sldId="282"/>
        </pc:sldMkLst>
        <pc:spChg chg="mod">
          <ac:chgData name="Sharjeel Khilji" userId="d7c9e5d0-931d-429e-91f4-ab214ce9376a" providerId="ADAL" clId="{42A0B7EA-756C-49E6-9B9C-8454EC0B481E}" dt="2025-09-02T07:09:45.436" v="758" actId="1036"/>
          <ac:spMkLst>
            <pc:docMk/>
            <pc:sldMk cId="1077011952" sldId="282"/>
            <ac:spMk id="68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9:31.011" v="751" actId="1076"/>
          <ac:spMkLst>
            <pc:docMk/>
            <pc:sldMk cId="1077011952" sldId="282"/>
            <ac:spMk id="1917954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12:32.099" v="780" actId="114"/>
          <ac:spMkLst>
            <pc:docMk/>
            <pc:sldMk cId="1077011952" sldId="282"/>
            <ac:spMk id="1917955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16:41.306" v="784" actId="1076"/>
          <ac:spMkLst>
            <pc:docMk/>
            <pc:sldMk cId="1077011952" sldId="282"/>
            <ac:spMk id="1917958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11:18.611" v="778" actId="114"/>
          <ac:spMkLst>
            <pc:docMk/>
            <pc:sldMk cId="1077011952" sldId="282"/>
            <ac:spMk id="1917959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17:31.184" v="792" actId="1076"/>
          <ac:spMkLst>
            <pc:docMk/>
            <pc:sldMk cId="1077011952" sldId="282"/>
            <ac:spMk id="1917978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12:37.512" v="781" actId="114"/>
          <ac:spMkLst>
            <pc:docMk/>
            <pc:sldMk cId="1077011952" sldId="282"/>
            <ac:spMk id="1917995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12:40.690" v="782" actId="114"/>
          <ac:spMkLst>
            <pc:docMk/>
            <pc:sldMk cId="1077011952" sldId="282"/>
            <ac:spMk id="1917996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6:11.290" v="746" actId="6549"/>
          <ac:spMkLst>
            <pc:docMk/>
            <pc:sldMk cId="1077011952" sldId="282"/>
            <ac:spMk id="1917998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0:23.714" v="506" actId="6549"/>
          <ac:spMkLst>
            <pc:docMk/>
            <pc:sldMk cId="1077011952" sldId="282"/>
            <ac:spMk id="1918000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4:28.634" v="688" actId="6549"/>
          <ac:spMkLst>
            <pc:docMk/>
            <pc:sldMk cId="1077011952" sldId="282"/>
            <ac:spMk id="1918001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1:43.619" v="559" actId="20577"/>
          <ac:spMkLst>
            <pc:docMk/>
            <pc:sldMk cId="1077011952" sldId="282"/>
            <ac:spMk id="191800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9:45.436" v="758" actId="1036"/>
          <ac:spMkLst>
            <pc:docMk/>
            <pc:sldMk cId="1077011952" sldId="282"/>
            <ac:spMk id="1918004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9:45.436" v="758" actId="1036"/>
          <ac:spMkLst>
            <pc:docMk/>
            <pc:sldMk cId="1077011952" sldId="282"/>
            <ac:spMk id="1918007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6:23.102" v="747" actId="1076"/>
          <ac:spMkLst>
            <pc:docMk/>
            <pc:sldMk cId="1077011952" sldId="282"/>
            <ac:spMk id="1918009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9:45.436" v="758" actId="1036"/>
          <ac:spMkLst>
            <pc:docMk/>
            <pc:sldMk cId="1077011952" sldId="282"/>
            <ac:spMk id="1918010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3:07.209" v="620" actId="1038"/>
          <ac:spMkLst>
            <pc:docMk/>
            <pc:sldMk cId="1077011952" sldId="282"/>
            <ac:spMk id="1918011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3:22.243" v="622" actId="1076"/>
          <ac:spMkLst>
            <pc:docMk/>
            <pc:sldMk cId="1077011952" sldId="282"/>
            <ac:spMk id="191801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9:45.436" v="758" actId="1036"/>
          <ac:spMkLst>
            <pc:docMk/>
            <pc:sldMk cId="1077011952" sldId="282"/>
            <ac:spMk id="1918013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9:45.436" v="758" actId="1036"/>
          <ac:spMkLst>
            <pc:docMk/>
            <pc:sldMk cId="1077011952" sldId="282"/>
            <ac:spMk id="1918014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9:45.436" v="758" actId="1036"/>
          <ac:spMkLst>
            <pc:docMk/>
            <pc:sldMk cId="1077011952" sldId="282"/>
            <ac:spMk id="1918015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09:45.436" v="758" actId="1036"/>
          <ac:spMkLst>
            <pc:docMk/>
            <pc:sldMk cId="1077011952" sldId="282"/>
            <ac:spMk id="1918016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18:08.306" v="795" actId="20577"/>
          <ac:spMkLst>
            <pc:docMk/>
            <pc:sldMk cId="1077011952" sldId="282"/>
            <ac:spMk id="1918017" creationId="{00000000-0000-0000-0000-000000000000}"/>
          </ac:spMkLst>
        </pc:spChg>
        <pc:cxnChg chg="add mod">
          <ac:chgData name="Sharjeel Khilji" userId="d7c9e5d0-931d-429e-91f4-ab214ce9376a" providerId="ADAL" clId="{42A0B7EA-756C-49E6-9B9C-8454EC0B481E}" dt="2025-09-02T07:17:34.188" v="793" actId="14100"/>
          <ac:cxnSpMkLst>
            <pc:docMk/>
            <pc:sldMk cId="1077011952" sldId="282"/>
            <ac:cxnSpMk id="9" creationId="{8567CE8C-AAF0-FF00-8EAB-1CBA6CABD081}"/>
          </ac:cxnSpMkLst>
        </pc:cxnChg>
        <pc:cxnChg chg="add">
          <ac:chgData name="Sharjeel Khilji" userId="d7c9e5d0-931d-429e-91f4-ab214ce9376a" providerId="ADAL" clId="{42A0B7EA-756C-49E6-9B9C-8454EC0B481E}" dt="2025-09-02T07:17:16.152" v="790" actId="11529"/>
          <ac:cxnSpMkLst>
            <pc:docMk/>
            <pc:sldMk cId="1077011952" sldId="282"/>
            <ac:cxnSpMk id="11" creationId="{169B6BDB-4B6E-317E-A908-0C04F7C0A136}"/>
          </ac:cxnSpMkLst>
        </pc:cxnChg>
      </pc:sldChg>
      <pc:sldChg chg="modSp mod">
        <pc:chgData name="Sharjeel Khilji" userId="d7c9e5d0-931d-429e-91f4-ab214ce9376a" providerId="ADAL" clId="{42A0B7EA-756C-49E6-9B9C-8454EC0B481E}" dt="2025-09-02T07:19:36.696" v="802" actId="404"/>
        <pc:sldMkLst>
          <pc:docMk/>
          <pc:sldMk cId="4205118777" sldId="283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4205118777" sldId="283"/>
            <ac:spMk id="124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19:36.696" v="802" actId="404"/>
          <ac:spMkLst>
            <pc:docMk/>
            <pc:sldMk cId="4205118777" sldId="283"/>
            <ac:spMk id="1828929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19:04.693" v="799" actId="12"/>
          <ac:spMkLst>
            <pc:docMk/>
            <pc:sldMk cId="4205118777" sldId="283"/>
            <ac:spMk id="182895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19:28.172" v="801" actId="404"/>
          <ac:spMkLst>
            <pc:docMk/>
            <pc:sldMk cId="4205118777" sldId="283"/>
            <ac:spMk id="182895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6:50:03.417" v="285" actId="20577"/>
        <pc:sldMkLst>
          <pc:docMk/>
          <pc:sldMk cId="382609265" sldId="284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382609265" sldId="284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6:50:03.417" v="285" actId="20577"/>
          <ac:spMkLst>
            <pc:docMk/>
            <pc:sldMk cId="382609265" sldId="284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7:24:10.726" v="873" actId="1076"/>
        <pc:sldMkLst>
          <pc:docMk/>
          <pc:sldMk cId="3737438395" sldId="285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3737438395" sldId="285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24:10.726" v="873" actId="1076"/>
          <ac:spMkLst>
            <pc:docMk/>
            <pc:sldMk cId="3737438395" sldId="285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7:21:07.235" v="817" actId="27636"/>
        <pc:sldMkLst>
          <pc:docMk/>
          <pc:sldMk cId="3337246115" sldId="286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3337246115" sldId="286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21:07.235" v="817" actId="27636"/>
          <ac:spMkLst>
            <pc:docMk/>
            <pc:sldMk cId="3337246115" sldId="286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7:21:24.670" v="821" actId="20577"/>
        <pc:sldMkLst>
          <pc:docMk/>
          <pc:sldMk cId="1941354107" sldId="287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1941354107" sldId="287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21:24.670" v="821" actId="20577"/>
          <ac:spMkLst>
            <pc:docMk/>
            <pc:sldMk cId="1941354107" sldId="287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7:24:04.652" v="872" actId="1076"/>
        <pc:sldMkLst>
          <pc:docMk/>
          <pc:sldMk cId="1914012254" sldId="288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1914012254" sldId="288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24:04.652" v="872" actId="1076"/>
          <ac:spMkLst>
            <pc:docMk/>
            <pc:sldMk cId="1914012254" sldId="288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7:22:28.441" v="833" actId="1076"/>
        <pc:sldMkLst>
          <pc:docMk/>
          <pc:sldMk cId="3485090754" sldId="289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3485090754" sldId="289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22:28.441" v="833" actId="1076"/>
          <ac:spMkLst>
            <pc:docMk/>
            <pc:sldMk cId="3485090754" sldId="289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42A0B7EA-756C-49E6-9B9C-8454EC0B481E}" dt="2025-09-02T07:23:02.337" v="835" actId="20577"/>
        <pc:sldMkLst>
          <pc:docMk/>
          <pc:sldMk cId="1736932103" sldId="290"/>
        </pc:sldMkLst>
      </pc:sldChg>
      <pc:sldChg chg="modSp mod">
        <pc:chgData name="Sharjeel Khilji" userId="d7c9e5d0-931d-429e-91f4-ab214ce9376a" providerId="ADAL" clId="{42A0B7EA-756C-49E6-9B9C-8454EC0B481E}" dt="2025-09-02T07:21:49.743" v="825" actId="404"/>
        <pc:sldMkLst>
          <pc:docMk/>
          <pc:sldMk cId="2466784299" sldId="291"/>
        </pc:sldMkLst>
        <pc:spChg chg="mod">
          <ac:chgData name="Sharjeel Khilji" userId="d7c9e5d0-931d-429e-91f4-ab214ce9376a" providerId="ADAL" clId="{42A0B7EA-756C-49E6-9B9C-8454EC0B481E}" dt="2025-08-27T09:33:12.674" v="10"/>
          <ac:spMkLst>
            <pc:docMk/>
            <pc:sldMk cId="2466784299" sldId="291"/>
            <ac:spMk id="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21:45.064" v="824" actId="1076"/>
          <ac:spMkLst>
            <pc:docMk/>
            <pc:sldMk cId="2466784299" sldId="291"/>
            <ac:spMk id="12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21:35.962" v="822" actId="404"/>
          <ac:spMkLst>
            <pc:docMk/>
            <pc:sldMk cId="2466784299" sldId="291"/>
            <ac:spMk id="13" creationId="{00000000-0000-0000-0000-000000000000}"/>
          </ac:spMkLst>
        </pc:spChg>
        <pc:spChg chg="mod">
          <ac:chgData name="Sharjeel Khilji" userId="d7c9e5d0-931d-429e-91f4-ab214ce9376a" providerId="ADAL" clId="{42A0B7EA-756C-49E6-9B9C-8454EC0B481E}" dt="2025-09-02T07:21:49.743" v="825" actId="404"/>
          <ac:spMkLst>
            <pc:docMk/>
            <pc:sldMk cId="2466784299" sldId="291"/>
            <ac:spMk id="18" creationId="{00000000-0000-0000-0000-000000000000}"/>
          </ac:spMkLst>
        </pc:spChg>
      </pc:sldChg>
      <pc:sldChg chg="addSp delSp mod">
        <pc:chgData name="Sharjeel Khilji" userId="d7c9e5d0-931d-429e-91f4-ab214ce9376a" providerId="ADAL" clId="{42A0B7EA-756C-49E6-9B9C-8454EC0B481E}" dt="2025-08-21T13:56:08.280" v="1" actId="22"/>
        <pc:sldMkLst>
          <pc:docMk/>
          <pc:sldMk cId="974230111" sldId="294"/>
        </pc:sldMkLst>
      </pc:sldChg>
      <pc:sldChg chg="modSp mod">
        <pc:chgData name="Sharjeel Khilji" userId="d7c9e5d0-931d-429e-91f4-ab214ce9376a" providerId="ADAL" clId="{42A0B7EA-756C-49E6-9B9C-8454EC0B481E}" dt="2025-08-27T09:33:12.911" v="23" actId="27636"/>
        <pc:sldMkLst>
          <pc:docMk/>
          <pc:sldMk cId="2568598999" sldId="301"/>
        </pc:sldMkLst>
        <pc:spChg chg="mod">
          <ac:chgData name="Sharjeel Khilji" userId="d7c9e5d0-931d-429e-91f4-ab214ce9376a" providerId="ADAL" clId="{42A0B7EA-756C-49E6-9B9C-8454EC0B481E}" dt="2025-08-27T09:33:12.911" v="23" actId="27636"/>
          <ac:spMkLst>
            <pc:docMk/>
            <pc:sldMk cId="2568598999" sldId="301"/>
            <ac:spMk id="127009" creationId="{00000000-0000-0000-0000-000000000000}"/>
          </ac:spMkLst>
        </pc:spChg>
      </pc:sldChg>
      <pc:sldChg chg="new add del">
        <pc:chgData name="Sharjeel Khilji" userId="d7c9e5d0-931d-429e-91f4-ab214ce9376a" providerId="ADAL" clId="{42A0B7EA-756C-49E6-9B9C-8454EC0B481E}" dt="2025-08-21T13:56:32.739" v="9" actId="680"/>
        <pc:sldMkLst>
          <pc:docMk/>
          <pc:sldMk cId="1925803885" sldId="302"/>
        </pc:sldMkLst>
      </pc:sldChg>
      <pc:sldChg chg="modSp new mod ord">
        <pc:chgData name="Sharjeel Khilji" userId="d7c9e5d0-931d-429e-91f4-ab214ce9376a" providerId="ADAL" clId="{42A0B7EA-756C-49E6-9B9C-8454EC0B481E}" dt="2025-09-02T07:24:43.527" v="908" actId="20577"/>
        <pc:sldMkLst>
          <pc:docMk/>
          <pc:sldMk cId="3860859308" sldId="302"/>
        </pc:sldMkLst>
        <pc:spChg chg="mod">
          <ac:chgData name="Sharjeel Khilji" userId="d7c9e5d0-931d-429e-91f4-ab214ce9376a" providerId="ADAL" clId="{42A0B7EA-756C-49E6-9B9C-8454EC0B481E}" dt="2025-09-02T06:40:14.597" v="99" actId="20577"/>
          <ac:spMkLst>
            <pc:docMk/>
            <pc:sldMk cId="3860859308" sldId="302"/>
            <ac:spMk id="2" creationId="{3ECA7B53-55A0-4E9F-C812-BA9B884DC2FC}"/>
          </ac:spMkLst>
        </pc:spChg>
        <pc:spChg chg="mod">
          <ac:chgData name="Sharjeel Khilji" userId="d7c9e5d0-931d-429e-91f4-ab214ce9376a" providerId="ADAL" clId="{42A0B7EA-756C-49E6-9B9C-8454EC0B481E}" dt="2025-09-02T07:24:43.527" v="908" actId="20577"/>
          <ac:spMkLst>
            <pc:docMk/>
            <pc:sldMk cId="3860859308" sldId="302"/>
            <ac:spMk id="3" creationId="{CC16E8BE-A2E8-320D-EB75-1322C10B3B2F}"/>
          </ac:spMkLst>
        </pc:spChg>
      </pc:sldChg>
      <pc:sldChg chg="new del">
        <pc:chgData name="Sharjeel Khilji" userId="d7c9e5d0-931d-429e-91f4-ab214ce9376a" providerId="ADAL" clId="{42A0B7EA-756C-49E6-9B9C-8454EC0B481E}" dt="2025-09-02T06:40:01.331" v="88" actId="680"/>
        <pc:sldMkLst>
          <pc:docMk/>
          <pc:sldMk cId="4270463772" sldId="302"/>
        </pc:sldMkLst>
      </pc:sldChg>
      <pc:sldChg chg="addSp delSp modSp new mod modClrScheme chgLayout">
        <pc:chgData name="Sharjeel Khilji" userId="d7c9e5d0-931d-429e-91f4-ab214ce9376a" providerId="ADAL" clId="{42A0B7EA-756C-49E6-9B9C-8454EC0B481E}" dt="2025-09-02T07:23:28.783" v="839" actId="700"/>
        <pc:sldMkLst>
          <pc:docMk/>
          <pc:sldMk cId="2653790264" sldId="303"/>
        </pc:sldMkLst>
      </pc:sldChg>
      <pc:sldChg chg="modSp new mod">
        <pc:chgData name="Sharjeel Khilji" userId="d7c9e5d0-931d-429e-91f4-ab214ce9376a" providerId="ADAL" clId="{42A0B7EA-756C-49E6-9B9C-8454EC0B481E}" dt="2025-09-02T07:23:56.233" v="871" actId="20577"/>
        <pc:sldMkLst>
          <pc:docMk/>
          <pc:sldMk cId="3880107691" sldId="304"/>
        </pc:sldMkLst>
        <pc:spChg chg="mod">
          <ac:chgData name="Sharjeel Khilji" userId="d7c9e5d0-931d-429e-91f4-ab214ce9376a" providerId="ADAL" clId="{42A0B7EA-756C-49E6-9B9C-8454EC0B481E}" dt="2025-09-02T07:23:48.961" v="852" actId="20577"/>
          <ac:spMkLst>
            <pc:docMk/>
            <pc:sldMk cId="3880107691" sldId="304"/>
            <ac:spMk id="2" creationId="{67F8593A-50FE-21BB-D99E-DE16B0A62A6A}"/>
          </ac:spMkLst>
        </pc:spChg>
        <pc:spChg chg="mod">
          <ac:chgData name="Sharjeel Khilji" userId="d7c9e5d0-931d-429e-91f4-ab214ce9376a" providerId="ADAL" clId="{42A0B7EA-756C-49E6-9B9C-8454EC0B481E}" dt="2025-09-02T07:23:56.233" v="871" actId="20577"/>
          <ac:spMkLst>
            <pc:docMk/>
            <pc:sldMk cId="3880107691" sldId="304"/>
            <ac:spMk id="3" creationId="{C07CE6F9-E77E-0ED2-15DF-D6E0F2277D0D}"/>
          </ac:spMkLst>
        </pc:spChg>
      </pc:sldChg>
      <pc:sldChg chg="modSp add del mod">
        <pc:chgData name="Sharjeel Khilji" userId="d7c9e5d0-931d-429e-91f4-ab214ce9376a" providerId="ADAL" clId="{42A0B7EA-756C-49E6-9B9C-8454EC0B481E}" dt="2025-08-21T13:56:32.216" v="8"/>
        <pc:sldMkLst>
          <pc:docMk/>
          <pc:sldMk cId="1573829192" sldId="404"/>
        </pc:sldMkLst>
      </pc:sldChg>
    </pc:docChg>
  </pc:docChgLst>
  <pc:docChgLst>
    <pc:chgData name="Sharjeel Khilji" userId="d7c9e5d0-931d-429e-91f4-ab214ce9376a" providerId="ADAL" clId="{A4AE5403-6C46-4B1D-8B41-33DFC0FE06D7}"/>
    <pc:docChg chg="undo custSel addSld delSld modSld sldOrd">
      <pc:chgData name="Sharjeel Khilji" userId="d7c9e5d0-931d-429e-91f4-ab214ce9376a" providerId="ADAL" clId="{A4AE5403-6C46-4B1D-8B41-33DFC0FE06D7}" dt="2025-09-12T13:25:13.403" v="2223" actId="6549"/>
      <pc:docMkLst>
        <pc:docMk/>
      </pc:docMkLst>
      <pc:sldChg chg="modSp mod">
        <pc:chgData name="Sharjeel Khilji" userId="d7c9e5d0-931d-429e-91f4-ab214ce9376a" providerId="ADAL" clId="{A4AE5403-6C46-4B1D-8B41-33DFC0FE06D7}" dt="2025-09-12T13:09:51.632" v="2146" actId="14100"/>
        <pc:sldMkLst>
          <pc:docMk/>
          <pc:sldMk cId="1452500784" sldId="258"/>
        </pc:sldMkLst>
        <pc:picChg chg="mod">
          <ac:chgData name="Sharjeel Khilji" userId="d7c9e5d0-931d-429e-91f4-ab214ce9376a" providerId="ADAL" clId="{A4AE5403-6C46-4B1D-8B41-33DFC0FE06D7}" dt="2025-09-12T13:09:51.632" v="2146" actId="14100"/>
          <ac:picMkLst>
            <pc:docMk/>
            <pc:sldMk cId="1452500784" sldId="258"/>
            <ac:picMk id="5" creationId="{A6D5CDFD-06E3-6308-DB9B-9D946947003C}"/>
          </ac:picMkLst>
        </pc:picChg>
      </pc:sldChg>
      <pc:sldChg chg="modSp mod">
        <pc:chgData name="Sharjeel Khilji" userId="d7c9e5d0-931d-429e-91f4-ab214ce9376a" providerId="ADAL" clId="{A4AE5403-6C46-4B1D-8B41-33DFC0FE06D7}" dt="2025-09-12T12:53:49.238" v="2089" actId="15"/>
        <pc:sldMkLst>
          <pc:docMk/>
          <pc:sldMk cId="3988547148" sldId="260"/>
        </pc:sldMkLst>
        <pc:spChg chg="mod">
          <ac:chgData name="Sharjeel Khilji" userId="d7c9e5d0-931d-429e-91f4-ab214ce9376a" providerId="ADAL" clId="{A4AE5403-6C46-4B1D-8B41-33DFC0FE06D7}" dt="2025-09-12T12:53:49.238" v="2089" actId="15"/>
          <ac:spMkLst>
            <pc:docMk/>
            <pc:sldMk cId="3988547148" sldId="260"/>
            <ac:spMk id="3" creationId="{00000000-0000-0000-0000-000000000000}"/>
          </ac:spMkLst>
        </pc:spChg>
      </pc:sldChg>
      <pc:sldChg chg="modSp mod ord">
        <pc:chgData name="Sharjeel Khilji" userId="d7c9e5d0-931d-429e-91f4-ab214ce9376a" providerId="ADAL" clId="{A4AE5403-6C46-4B1D-8B41-33DFC0FE06D7}" dt="2025-09-12T13:06:51.543" v="2143" actId="20577"/>
        <pc:sldMkLst>
          <pc:docMk/>
          <pc:sldMk cId="1130654452" sldId="262"/>
        </pc:sldMkLst>
        <pc:spChg chg="mod">
          <ac:chgData name="Sharjeel Khilji" userId="d7c9e5d0-931d-429e-91f4-ab214ce9376a" providerId="ADAL" clId="{A4AE5403-6C46-4B1D-8B41-33DFC0FE06D7}" dt="2025-09-12T13:04:31.960" v="2113" actId="1076"/>
          <ac:spMkLst>
            <pc:docMk/>
            <pc:sldMk cId="1130654452" sldId="262"/>
            <ac:spMk id="35845" creationId="{00000000-0000-0000-0000-000000000000}"/>
          </ac:spMkLst>
        </pc:spChg>
        <pc:spChg chg="mod">
          <ac:chgData name="Sharjeel Khilji" userId="d7c9e5d0-931d-429e-91f4-ab214ce9376a" providerId="ADAL" clId="{A4AE5403-6C46-4B1D-8B41-33DFC0FE06D7}" dt="2025-09-12T13:06:51.543" v="2143" actId="20577"/>
          <ac:spMkLst>
            <pc:docMk/>
            <pc:sldMk cId="1130654452" sldId="262"/>
            <ac:spMk id="35846" creationId="{00000000-0000-0000-0000-000000000000}"/>
          </ac:spMkLst>
        </pc:spChg>
      </pc:sldChg>
      <pc:sldChg chg="modSp mod">
        <pc:chgData name="Sharjeel Khilji" userId="d7c9e5d0-931d-429e-91f4-ab214ce9376a" providerId="ADAL" clId="{A4AE5403-6C46-4B1D-8B41-33DFC0FE06D7}" dt="2025-09-12T13:25:13.403" v="2223" actId="6549"/>
        <pc:sldMkLst>
          <pc:docMk/>
          <pc:sldMk cId="2291704814" sldId="263"/>
        </pc:sldMkLst>
        <pc:spChg chg="mod">
          <ac:chgData name="Sharjeel Khilji" userId="d7c9e5d0-931d-429e-91f4-ab214ce9376a" providerId="ADAL" clId="{A4AE5403-6C46-4B1D-8B41-33DFC0FE06D7}" dt="2025-09-12T13:25:13.403" v="2223" actId="6549"/>
          <ac:spMkLst>
            <pc:docMk/>
            <pc:sldMk cId="2291704814" sldId="263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A4AE5403-6C46-4B1D-8B41-33DFC0FE06D7}" dt="2025-09-11T13:55:55.202" v="97" actId="6549"/>
        <pc:sldMkLst>
          <pc:docMk/>
          <pc:sldMk cId="737762441" sldId="265"/>
        </pc:sldMkLst>
        <pc:spChg chg="mod">
          <ac:chgData name="Sharjeel Khilji" userId="d7c9e5d0-931d-429e-91f4-ab214ce9376a" providerId="ADAL" clId="{A4AE5403-6C46-4B1D-8B41-33DFC0FE06D7}" dt="2025-09-11T13:55:55.202" v="97" actId="6549"/>
          <ac:spMkLst>
            <pc:docMk/>
            <pc:sldMk cId="737762441" sldId="265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A4AE5403-6C46-4B1D-8B41-33DFC0FE06D7}" dt="2025-09-11T13:58:41.467" v="127" actId="20577"/>
        <pc:sldMkLst>
          <pc:docMk/>
          <pc:sldMk cId="2654518175" sldId="266"/>
        </pc:sldMkLst>
        <pc:spChg chg="mod">
          <ac:chgData name="Sharjeel Khilji" userId="d7c9e5d0-931d-429e-91f4-ab214ce9376a" providerId="ADAL" clId="{A4AE5403-6C46-4B1D-8B41-33DFC0FE06D7}" dt="2025-09-11T13:58:41.467" v="127" actId="20577"/>
          <ac:spMkLst>
            <pc:docMk/>
            <pc:sldMk cId="2654518175" sldId="266"/>
            <ac:spMk id="3" creationId="{00000000-0000-0000-0000-000000000000}"/>
          </ac:spMkLst>
        </pc:spChg>
      </pc:sldChg>
      <pc:sldChg chg="modSp del mod ord">
        <pc:chgData name="Sharjeel Khilji" userId="d7c9e5d0-931d-429e-91f4-ab214ce9376a" providerId="ADAL" clId="{A4AE5403-6C46-4B1D-8B41-33DFC0FE06D7}" dt="2025-09-12T06:38:37.399" v="178" actId="47"/>
        <pc:sldMkLst>
          <pc:docMk/>
          <pc:sldMk cId="1736932103" sldId="290"/>
        </pc:sldMkLst>
        <pc:spChg chg="mod">
          <ac:chgData name="Sharjeel Khilji" userId="d7c9e5d0-931d-429e-91f4-ab214ce9376a" providerId="ADAL" clId="{A4AE5403-6C46-4B1D-8B41-33DFC0FE06D7}" dt="2025-09-11T09:25:29.020" v="85" actId="21"/>
          <ac:spMkLst>
            <pc:docMk/>
            <pc:sldMk cId="1736932103" sldId="290"/>
            <ac:spMk id="3" creationId="{00000000-0000-0000-0000-000000000000}"/>
          </ac:spMkLst>
        </pc:spChg>
      </pc:sldChg>
      <pc:sldChg chg="modSp mod">
        <pc:chgData name="Sharjeel Khilji" userId="d7c9e5d0-931d-429e-91f4-ab214ce9376a" providerId="ADAL" clId="{A4AE5403-6C46-4B1D-8B41-33DFC0FE06D7}" dt="2025-09-12T06:38:15.418" v="177" actId="20577"/>
        <pc:sldMkLst>
          <pc:docMk/>
          <pc:sldMk cId="3860859308" sldId="302"/>
        </pc:sldMkLst>
        <pc:spChg chg="mod">
          <ac:chgData name="Sharjeel Khilji" userId="d7c9e5d0-931d-429e-91f4-ab214ce9376a" providerId="ADAL" clId="{A4AE5403-6C46-4B1D-8B41-33DFC0FE06D7}" dt="2025-09-12T06:38:15.418" v="177" actId="20577"/>
          <ac:spMkLst>
            <pc:docMk/>
            <pc:sldMk cId="3860859308" sldId="302"/>
            <ac:spMk id="3" creationId="{CC16E8BE-A2E8-320D-EB75-1322C10B3B2F}"/>
          </ac:spMkLst>
        </pc:spChg>
      </pc:sldChg>
      <pc:sldChg chg="addSp delSp modSp new mod">
        <pc:chgData name="Sharjeel Khilji" userId="d7c9e5d0-931d-429e-91f4-ab214ce9376a" providerId="ADAL" clId="{A4AE5403-6C46-4B1D-8B41-33DFC0FE06D7}" dt="2025-09-12T13:05:30.308" v="2135" actId="6549"/>
        <pc:sldMkLst>
          <pc:docMk/>
          <pc:sldMk cId="4243505121" sldId="305"/>
        </pc:sldMkLst>
        <pc:spChg chg="mod">
          <ac:chgData name="Sharjeel Khilji" userId="d7c9e5d0-931d-429e-91f4-ab214ce9376a" providerId="ADAL" clId="{A4AE5403-6C46-4B1D-8B41-33DFC0FE06D7}" dt="2025-09-12T13:05:30.308" v="2135" actId="6549"/>
          <ac:spMkLst>
            <pc:docMk/>
            <pc:sldMk cId="4243505121" sldId="305"/>
            <ac:spMk id="2" creationId="{91F60BB6-A013-BFEC-08AA-D92011FBE8AD}"/>
          </ac:spMkLst>
        </pc:spChg>
        <pc:spChg chg="del">
          <ac:chgData name="Sharjeel Khilji" userId="d7c9e5d0-931d-429e-91f4-ab214ce9376a" providerId="ADAL" clId="{A4AE5403-6C46-4B1D-8B41-33DFC0FE06D7}" dt="2025-09-11T09:21:49.708" v="39" actId="478"/>
          <ac:spMkLst>
            <pc:docMk/>
            <pc:sldMk cId="4243505121" sldId="305"/>
            <ac:spMk id="3" creationId="{9CCD5799-DF94-A387-4F54-4B5C5B29CC02}"/>
          </ac:spMkLst>
        </pc:spChg>
        <pc:spChg chg="add mod">
          <ac:chgData name="Sharjeel Khilji" userId="d7c9e5d0-931d-429e-91f4-ab214ce9376a" providerId="ADAL" clId="{A4AE5403-6C46-4B1D-8B41-33DFC0FE06D7}" dt="2025-09-11T09:26:04.669" v="94" actId="12"/>
          <ac:spMkLst>
            <pc:docMk/>
            <pc:sldMk cId="4243505121" sldId="305"/>
            <ac:spMk id="6" creationId="{056F00A0-E437-03FC-7C3B-4AD675E0DC2A}"/>
          </ac:spMkLst>
        </pc:spChg>
        <pc:picChg chg="add mod">
          <ac:chgData name="Sharjeel Khilji" userId="d7c9e5d0-931d-429e-91f4-ab214ce9376a" providerId="ADAL" clId="{A4AE5403-6C46-4B1D-8B41-33DFC0FE06D7}" dt="2025-09-11T09:24:10.105" v="84" actId="14100"/>
          <ac:picMkLst>
            <pc:docMk/>
            <pc:sldMk cId="4243505121" sldId="305"/>
            <ac:picMk id="5" creationId="{860E577B-46D5-7988-5A53-6530110947CF}"/>
          </ac:picMkLst>
        </pc:picChg>
      </pc:sldChg>
      <pc:sldChg chg="addSp delSp modSp new mod">
        <pc:chgData name="Sharjeel Khilji" userId="d7c9e5d0-931d-429e-91f4-ab214ce9376a" providerId="ADAL" clId="{A4AE5403-6C46-4B1D-8B41-33DFC0FE06D7}" dt="2025-09-12T13:04:40.121" v="2133" actId="6549"/>
        <pc:sldMkLst>
          <pc:docMk/>
          <pc:sldMk cId="3576616361" sldId="306"/>
        </pc:sldMkLst>
        <pc:spChg chg="mod">
          <ac:chgData name="Sharjeel Khilji" userId="d7c9e5d0-931d-429e-91f4-ab214ce9376a" providerId="ADAL" clId="{A4AE5403-6C46-4B1D-8B41-33DFC0FE06D7}" dt="2025-09-12T13:04:40.121" v="2133" actId="6549"/>
          <ac:spMkLst>
            <pc:docMk/>
            <pc:sldMk cId="3576616361" sldId="306"/>
            <ac:spMk id="2" creationId="{20C339D3-0400-4BFC-3C2A-C865DC9D0224}"/>
          </ac:spMkLst>
        </pc:spChg>
        <pc:spChg chg="del">
          <ac:chgData name="Sharjeel Khilji" userId="d7c9e5d0-931d-429e-91f4-ab214ce9376a" providerId="ADAL" clId="{A4AE5403-6C46-4B1D-8B41-33DFC0FE06D7}" dt="2025-09-11T09:22:23.570" v="70" actId="478"/>
          <ac:spMkLst>
            <pc:docMk/>
            <pc:sldMk cId="3576616361" sldId="306"/>
            <ac:spMk id="3" creationId="{EBD5BBD5-4FF7-F44D-32A4-36AD760B2DE0}"/>
          </ac:spMkLst>
        </pc:spChg>
        <pc:spChg chg="add mod">
          <ac:chgData name="Sharjeel Khilji" userId="d7c9e5d0-931d-429e-91f4-ab214ce9376a" providerId="ADAL" clId="{A4AE5403-6C46-4B1D-8B41-33DFC0FE06D7}" dt="2025-09-11T09:26:22.201" v="96" actId="20577"/>
          <ac:spMkLst>
            <pc:docMk/>
            <pc:sldMk cId="3576616361" sldId="306"/>
            <ac:spMk id="6" creationId="{F3E18130-C5DD-ABB5-36D3-0E41A207D1D2}"/>
          </ac:spMkLst>
        </pc:spChg>
        <pc:picChg chg="add mod">
          <ac:chgData name="Sharjeel Khilji" userId="d7c9e5d0-931d-429e-91f4-ab214ce9376a" providerId="ADAL" clId="{A4AE5403-6C46-4B1D-8B41-33DFC0FE06D7}" dt="2025-09-11T09:25:48.278" v="90" actId="1076"/>
          <ac:picMkLst>
            <pc:docMk/>
            <pc:sldMk cId="3576616361" sldId="306"/>
            <ac:picMk id="5" creationId="{D8489D8D-39D3-012D-68B2-D2C3494EA748}"/>
          </ac:picMkLst>
        </pc:picChg>
      </pc:sldChg>
      <pc:sldChg chg="add del">
        <pc:chgData name="Sharjeel Khilji" userId="d7c9e5d0-931d-429e-91f4-ab214ce9376a" providerId="ADAL" clId="{A4AE5403-6C46-4B1D-8B41-33DFC0FE06D7}" dt="2025-09-12T12:55:35.263" v="2090" actId="47"/>
        <pc:sldMkLst>
          <pc:docMk/>
          <pc:sldMk cId="2214830010" sldId="307"/>
        </pc:sldMkLst>
      </pc:sldChg>
      <pc:sldChg chg="modSp new mod">
        <pc:chgData name="Sharjeel Khilji" userId="d7c9e5d0-931d-429e-91f4-ab214ce9376a" providerId="ADAL" clId="{A4AE5403-6C46-4B1D-8B41-33DFC0FE06D7}" dt="2025-09-12T12:38:29.931" v="1921" actId="20577"/>
        <pc:sldMkLst>
          <pc:docMk/>
          <pc:sldMk cId="1843434304" sldId="308"/>
        </pc:sldMkLst>
        <pc:spChg chg="mod">
          <ac:chgData name="Sharjeel Khilji" userId="d7c9e5d0-931d-429e-91f4-ab214ce9376a" providerId="ADAL" clId="{A4AE5403-6C46-4B1D-8B41-33DFC0FE06D7}" dt="2025-09-12T12:38:29.931" v="1921" actId="20577"/>
          <ac:spMkLst>
            <pc:docMk/>
            <pc:sldMk cId="1843434304" sldId="308"/>
            <ac:spMk id="2" creationId="{53F34FE4-8FDD-E4C6-71AF-06E6E76CAD75}"/>
          </ac:spMkLst>
        </pc:spChg>
        <pc:spChg chg="mod">
          <ac:chgData name="Sharjeel Khilji" userId="d7c9e5d0-931d-429e-91f4-ab214ce9376a" providerId="ADAL" clId="{A4AE5403-6C46-4B1D-8B41-33DFC0FE06D7}" dt="2025-09-12T07:54:29.509" v="1182" actId="20577"/>
          <ac:spMkLst>
            <pc:docMk/>
            <pc:sldMk cId="1843434304" sldId="308"/>
            <ac:spMk id="3" creationId="{8C147BD5-D05D-5C18-C767-6CE19B945AAD}"/>
          </ac:spMkLst>
        </pc:spChg>
      </pc:sldChg>
      <pc:sldChg chg="modSp new mod">
        <pc:chgData name="Sharjeel Khilji" userId="d7c9e5d0-931d-429e-91f4-ab214ce9376a" providerId="ADAL" clId="{A4AE5403-6C46-4B1D-8B41-33DFC0FE06D7}" dt="2025-09-12T12:38:42.328" v="1926" actId="20577"/>
        <pc:sldMkLst>
          <pc:docMk/>
          <pc:sldMk cId="220297977" sldId="309"/>
        </pc:sldMkLst>
        <pc:spChg chg="mod">
          <ac:chgData name="Sharjeel Khilji" userId="d7c9e5d0-931d-429e-91f4-ab214ce9376a" providerId="ADAL" clId="{A4AE5403-6C46-4B1D-8B41-33DFC0FE06D7}" dt="2025-09-12T12:38:42.328" v="1926" actId="20577"/>
          <ac:spMkLst>
            <pc:docMk/>
            <pc:sldMk cId="220297977" sldId="309"/>
            <ac:spMk id="2" creationId="{32895C35-A238-D994-3034-098D1E2F37CE}"/>
          </ac:spMkLst>
        </pc:spChg>
        <pc:spChg chg="mod">
          <ac:chgData name="Sharjeel Khilji" userId="d7c9e5d0-931d-429e-91f4-ab214ce9376a" providerId="ADAL" clId="{A4AE5403-6C46-4B1D-8B41-33DFC0FE06D7}" dt="2025-09-12T12:34:20.681" v="1847" actId="21"/>
          <ac:spMkLst>
            <pc:docMk/>
            <pc:sldMk cId="220297977" sldId="309"/>
            <ac:spMk id="3" creationId="{EE2C633B-EFE6-67A3-0659-329E02F1E3F3}"/>
          </ac:spMkLst>
        </pc:spChg>
      </pc:sldChg>
      <pc:sldChg chg="modSp new mod">
        <pc:chgData name="Sharjeel Khilji" userId="d7c9e5d0-931d-429e-91f4-ab214ce9376a" providerId="ADAL" clId="{A4AE5403-6C46-4B1D-8B41-33DFC0FE06D7}" dt="2025-09-12T13:08:20.986" v="2145" actId="20577"/>
        <pc:sldMkLst>
          <pc:docMk/>
          <pc:sldMk cId="2833909233" sldId="310"/>
        </pc:sldMkLst>
        <pc:spChg chg="mod">
          <ac:chgData name="Sharjeel Khilji" userId="d7c9e5d0-931d-429e-91f4-ab214ce9376a" providerId="ADAL" clId="{A4AE5403-6C46-4B1D-8B41-33DFC0FE06D7}" dt="2025-09-12T12:38:53.078" v="1931" actId="20577"/>
          <ac:spMkLst>
            <pc:docMk/>
            <pc:sldMk cId="2833909233" sldId="310"/>
            <ac:spMk id="2" creationId="{DF2F6781-A262-FD7B-C970-83374F1F48B9}"/>
          </ac:spMkLst>
        </pc:spChg>
        <pc:spChg chg="mod">
          <ac:chgData name="Sharjeel Khilji" userId="d7c9e5d0-931d-429e-91f4-ab214ce9376a" providerId="ADAL" clId="{A4AE5403-6C46-4B1D-8B41-33DFC0FE06D7}" dt="2025-09-12T13:08:20.986" v="2145" actId="20577"/>
          <ac:spMkLst>
            <pc:docMk/>
            <pc:sldMk cId="2833909233" sldId="310"/>
            <ac:spMk id="3" creationId="{AB981FD9-F093-F3BE-D6C0-A459C36442EA}"/>
          </ac:spMkLst>
        </pc:spChg>
      </pc:sldChg>
      <pc:sldChg chg="addSp delSp modSp new mod">
        <pc:chgData name="Sharjeel Khilji" userId="d7c9e5d0-931d-429e-91f4-ab214ce9376a" providerId="ADAL" clId="{A4AE5403-6C46-4B1D-8B41-33DFC0FE06D7}" dt="2025-09-12T12:41:49.021" v="2028" actId="14100"/>
        <pc:sldMkLst>
          <pc:docMk/>
          <pc:sldMk cId="1038068240" sldId="311"/>
        </pc:sldMkLst>
        <pc:spChg chg="mod">
          <ac:chgData name="Sharjeel Khilji" userId="d7c9e5d0-931d-429e-91f4-ab214ce9376a" providerId="ADAL" clId="{A4AE5403-6C46-4B1D-8B41-33DFC0FE06D7}" dt="2025-09-12T12:39:08.031" v="1932"/>
          <ac:spMkLst>
            <pc:docMk/>
            <pc:sldMk cId="1038068240" sldId="311"/>
            <ac:spMk id="2" creationId="{FC19B2F0-075C-0473-4F76-CF71C41B8164}"/>
          </ac:spMkLst>
        </pc:spChg>
        <pc:spChg chg="mod">
          <ac:chgData name="Sharjeel Khilji" userId="d7c9e5d0-931d-429e-91f4-ab214ce9376a" providerId="ADAL" clId="{A4AE5403-6C46-4B1D-8B41-33DFC0FE06D7}" dt="2025-09-12T12:41:38.930" v="2024" actId="14100"/>
          <ac:spMkLst>
            <pc:docMk/>
            <pc:sldMk cId="1038068240" sldId="311"/>
            <ac:spMk id="3" creationId="{8A1D166E-88D6-EE18-A6AB-CFCD75C14F81}"/>
          </ac:spMkLst>
        </pc:spChg>
        <pc:spChg chg="add del">
          <ac:chgData name="Sharjeel Khilji" userId="d7c9e5d0-931d-429e-91f4-ab214ce9376a" providerId="ADAL" clId="{A4AE5403-6C46-4B1D-8B41-33DFC0FE06D7}" dt="2025-09-12T12:39:44.829" v="1935" actId="22"/>
          <ac:spMkLst>
            <pc:docMk/>
            <pc:sldMk cId="1038068240" sldId="311"/>
            <ac:spMk id="5" creationId="{48F1BFB2-78A0-F452-3AC7-C6B8CA8BD9A0}"/>
          </ac:spMkLst>
        </pc:spChg>
        <pc:picChg chg="add del mod">
          <ac:chgData name="Sharjeel Khilji" userId="d7c9e5d0-931d-429e-91f4-ab214ce9376a" providerId="ADAL" clId="{A4AE5403-6C46-4B1D-8B41-33DFC0FE06D7}" dt="2025-09-12T12:40:04.230" v="1940" actId="478"/>
          <ac:picMkLst>
            <pc:docMk/>
            <pc:sldMk cId="1038068240" sldId="311"/>
            <ac:picMk id="7" creationId="{CFB716F9-7480-DD35-E6FE-37EA1F749A9B}"/>
          </ac:picMkLst>
        </pc:picChg>
        <pc:picChg chg="add mod">
          <ac:chgData name="Sharjeel Khilji" userId="d7c9e5d0-931d-429e-91f4-ab214ce9376a" providerId="ADAL" clId="{A4AE5403-6C46-4B1D-8B41-33DFC0FE06D7}" dt="2025-09-12T12:41:49.021" v="2028" actId="14100"/>
          <ac:picMkLst>
            <pc:docMk/>
            <pc:sldMk cId="1038068240" sldId="311"/>
            <ac:picMk id="9" creationId="{482EA2C6-7274-326D-4A2C-D97D68FA487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BE741-0EE8-49E1-8D33-3BDA1611ADCE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D5713-F74A-4B48-9D59-4FDF9FE4C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52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36867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308B32-C238-5D4C-9B0C-E0ED23537E20}" type="slidenum">
              <a:rPr lang="en-US"/>
              <a:pPr/>
              <a:t>5</a:t>
            </a:fld>
            <a:endParaRPr lang="en-US"/>
          </a:p>
        </p:txBody>
      </p:sp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5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4EE710-3F8E-45F1-994E-ACF5C5F39B25}" type="slidenum">
              <a:rPr lang="en-US"/>
              <a:pPr/>
              <a:t>21</a:t>
            </a:fld>
            <a:endParaRPr lang="en-US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32790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86148C-B269-42C5-B2B9-8EE54C6885CE}" type="slidenum">
              <a:rPr lang="en-US"/>
              <a:pPr/>
              <a:t>22</a:t>
            </a:fld>
            <a:endParaRPr lang="en-US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12461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155934-72A0-41F1-8044-C303DA06242C}" type="slidenum">
              <a:rPr lang="en-US"/>
              <a:pPr/>
              <a:t>23</a:t>
            </a:fld>
            <a:endParaRPr lang="en-US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18131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04E4D7-28E2-4C63-9771-15CE646E58EE}" type="slidenum">
              <a:rPr lang="en-US"/>
              <a:pPr/>
              <a:t>24</a:t>
            </a:fld>
            <a:endParaRPr lang="en-US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67132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C5D167-DF8A-45F8-BCBF-ED8E487F00F5}" type="slidenum">
              <a:rPr lang="en-US"/>
              <a:pPr/>
              <a:t>25</a:t>
            </a:fld>
            <a:endParaRPr lang="en-US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87877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F93BAA-B137-4F44-80B5-F92E094D6D71}" type="slidenum">
              <a:rPr lang="en-US"/>
              <a:pPr/>
              <a:t>26</a:t>
            </a:fld>
            <a:endParaRPr lang="en-US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80200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538E78-6495-3D4F-A87D-E9B9AD8E80DB}" type="slidenum">
              <a:rPr lang="en-US"/>
              <a:pPr/>
              <a:t>31</a:t>
            </a:fld>
            <a:endParaRPr lang="en-US"/>
          </a:p>
        </p:txBody>
      </p:sp>
      <p:sp>
        <p:nvSpPr>
          <p:cNvPr id="18257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88900" y="744538"/>
            <a:ext cx="6616700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25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8293" y="4716990"/>
            <a:ext cx="4977915" cy="446907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285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52FF69-F849-0046-A91D-1E1050443861}" type="slidenum">
              <a:rPr lang="en-US"/>
              <a:pPr/>
              <a:t>32</a:t>
            </a:fld>
            <a:endParaRPr lang="en-US"/>
          </a:p>
        </p:txBody>
      </p:sp>
      <p:sp>
        <p:nvSpPr>
          <p:cNvPr id="19169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88900" y="744538"/>
            <a:ext cx="6616700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169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8293" y="4716990"/>
            <a:ext cx="4977915" cy="446907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57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943811-3E13-9549-A268-5F1581B3C37A}" type="slidenum">
              <a:rPr lang="en-US">
                <a:solidFill>
                  <a:srgbClr val="000000"/>
                </a:solidFill>
              </a:rPr>
              <a:pPr/>
              <a:t>33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1897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88900" y="744538"/>
            <a:ext cx="6616700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189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8293" y="4716990"/>
            <a:ext cx="4977915" cy="446907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69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16153E-8E30-FA4B-A68D-AEEBA27A3E98}" type="slidenum">
              <a:rPr lang="en-US"/>
              <a:pPr/>
              <a:t>34</a:t>
            </a:fld>
            <a:endParaRPr lang="en-US"/>
          </a:p>
        </p:txBody>
      </p:sp>
      <p:sp>
        <p:nvSpPr>
          <p:cNvPr id="182989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88900" y="744538"/>
            <a:ext cx="6616700" cy="37226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298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8293" y="4716990"/>
            <a:ext cx="4977915" cy="446907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41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D5713-F74A-4B48-9D59-4FDF9FE4C00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31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04C38A-92D2-44A5-8E55-43EF67360001}" type="slidenum">
              <a:rPr lang="en-US"/>
              <a:pPr/>
              <a:t>41</a:t>
            </a:fld>
            <a:endParaRPr lang="en-US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76553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AF3634-46C3-4C54-930D-FCD1EDDE165B}" type="slidenum">
              <a:rPr lang="en-US"/>
              <a:pPr/>
              <a:t>42</a:t>
            </a:fld>
            <a:endParaRPr lang="en-US"/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679306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ABBEAD-196E-43A1-94FC-C95E04F1CA34}" type="slidenum">
              <a:rPr lang="en-US"/>
              <a:pPr/>
              <a:t>43</a:t>
            </a:fld>
            <a:endParaRPr lang="en-US"/>
          </a:p>
        </p:txBody>
      </p:sp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91607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4FF1F1-92F0-4678-B8CC-FDBA5CF36042}" type="slidenum">
              <a:rPr lang="en-US"/>
              <a:pPr/>
              <a:t>44</a:t>
            </a:fld>
            <a:endParaRPr lang="en-US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5891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0EE2AD-2ABA-4287-A754-389903F68AD4}" type="slidenum">
              <a:rPr lang="en-US"/>
              <a:pPr/>
              <a:t>45</a:t>
            </a:fld>
            <a:endParaRPr lang="en-US"/>
          </a:p>
        </p:txBody>
      </p:sp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507603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B354CA-1808-474C-A52A-0409B370BD26}" type="slidenum">
              <a:rPr lang="en-US"/>
              <a:pPr/>
              <a:t>46</a:t>
            </a:fld>
            <a:endParaRPr lang="en-US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385085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832095-6ED9-4299-AD4A-E1B974372361}" type="slidenum">
              <a:rPr lang="en-US"/>
              <a:pPr/>
              <a:t>47</a:t>
            </a:fld>
            <a:endParaRPr lang="en-US"/>
          </a:p>
        </p:txBody>
      </p:sp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899489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5E3222-126E-4E5F-B001-895F173BF0D9}" type="slidenum">
              <a:rPr lang="en-US"/>
              <a:pPr/>
              <a:t>48</a:t>
            </a:fld>
            <a:endParaRPr lang="en-US"/>
          </a:p>
        </p:txBody>
      </p:sp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30046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AC7675-E225-47F2-B4E6-2FA51181FF1F}" type="slidenum">
              <a:rPr lang="en-US"/>
              <a:pPr/>
              <a:t>49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263598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CC963F-2C21-4719-8181-8291C0A35611}" type="slidenum">
              <a:rPr lang="en-US"/>
              <a:pPr/>
              <a:t>50</a:t>
            </a:fld>
            <a:endParaRPr lang="en-US"/>
          </a:p>
        </p:txBody>
      </p:sp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955675"/>
            <a:ext cx="5870575" cy="3303588"/>
          </a:xfrm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934" y="4714342"/>
            <a:ext cx="4982633" cy="4470737"/>
          </a:xfrm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18365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computer chip">
            <a:extLst>
              <a:ext uri="{FF2B5EF4-FFF2-40B4-BE49-F238E27FC236}">
                <a16:creationId xmlns:a16="http://schemas.microsoft.com/office/drawing/2014/main" xmlns="" id="{97D54D63-20ED-EA94-6947-0829287B3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F60D4021-EF28-3132-3C42-F67F87304B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94563" y="371475"/>
            <a:ext cx="4043362" cy="479425"/>
          </a:xfrm>
        </p:spPr>
        <p:txBody>
          <a:bodyPr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2B61A60-8F96-D128-5496-76B97D6A4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7054" y="4860925"/>
            <a:ext cx="5977890" cy="16557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x-none" sz="2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subtitle style</a:t>
            </a:r>
            <a:endParaRPr lang="x-none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08E06193-8F11-9AB3-2EC6-B6E2D4D70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2" name="Picture 1" descr="A close up of a computer chip">
            <a:extLst>
              <a:ext uri="{FF2B5EF4-FFF2-40B4-BE49-F238E27FC236}">
                <a16:creationId xmlns:a16="http://schemas.microsoft.com/office/drawing/2014/main" xmlns="" id="{D448333C-E500-A7CD-70E5-EFDD4D765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71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rectangles with lines&#10;&#10;Description automatically generated">
            <a:extLst>
              <a:ext uri="{FF2B5EF4-FFF2-40B4-BE49-F238E27FC236}">
                <a16:creationId xmlns:a16="http://schemas.microsoft.com/office/drawing/2014/main" xmlns="" id="{DD488B95-72F4-76CE-3189-8A9477FCF1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657"/>
          </a:xfrm>
          <a:prstGeom prst="rect">
            <a:avLst/>
          </a:prstGeom>
          <a:noFill/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xmlns="" id="{FCD1A66F-3283-7E05-8732-91592E85486C}"/>
              </a:ext>
            </a:extLst>
          </p:cNvPr>
          <p:cNvSpPr txBox="1">
            <a:spLocks/>
          </p:cNvSpPr>
          <p:nvPr/>
        </p:nvSpPr>
        <p:spPr>
          <a:xfrm>
            <a:off x="8978333" y="63304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EBC3B51-DE6F-4918-BB1B-21BDA37DE1D0}" type="slidenum">
              <a:rPr lang="x-none" sz="1600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x-none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xmlns="" id="{5137CCCC-AE7A-D9C8-B595-9AE7D951D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55" y="553443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x-none" sz="4000" b="1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C1196ACF-4A4C-5467-D407-39EC6C05C9A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175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>
              <a:buFont typeface="Arial" panose="020B0604020202020204" pitchFamily="34" charset="0"/>
              <a:buChar char="•"/>
              <a:defRPr lang="en-US"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lang="en-US" sz="18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lang="en-US" sz="18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lang="en-US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lang="x-none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marL="228600" lvl="0" indent="-228600" algn="just">
              <a:lnSpc>
                <a:spcPct val="110000"/>
              </a:lnSpc>
            </a:pPr>
            <a:r>
              <a:rPr lang="en-US" dirty="0"/>
              <a:t>Click to edit Master text styles</a:t>
            </a:r>
          </a:p>
          <a:p>
            <a:pPr marL="457200" lvl="1"/>
            <a:r>
              <a:rPr lang="en-US" dirty="0"/>
              <a:t>Second level</a:t>
            </a:r>
          </a:p>
          <a:p>
            <a:pPr marL="914400" lvl="2"/>
            <a:r>
              <a:rPr lang="en-US" dirty="0"/>
              <a:t>Third level</a:t>
            </a:r>
          </a:p>
          <a:p>
            <a:pPr marL="1371600" lvl="3"/>
            <a:r>
              <a:rPr lang="en-US" dirty="0"/>
              <a:t>Fourth level</a:t>
            </a:r>
          </a:p>
          <a:p>
            <a:pPr marL="1828800"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BFC2DBD4-B64D-3704-0D29-DF0035995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3" name="Picture 2" descr="A colorful rectangles with lines&#10;&#10;Description automatically generated">
            <a:extLst>
              <a:ext uri="{FF2B5EF4-FFF2-40B4-BE49-F238E27FC236}">
                <a16:creationId xmlns:a16="http://schemas.microsoft.com/office/drawing/2014/main" xmlns="" id="{013B6E1F-0537-52AD-6739-2D72391644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657"/>
          </a:xfrm>
          <a:prstGeom prst="rect">
            <a:avLst/>
          </a:prstGeom>
          <a:noFill/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9A68B3A8-FD0C-D6BA-6F42-FCB9DBF696A6}"/>
              </a:ext>
            </a:extLst>
          </p:cNvPr>
          <p:cNvSpPr txBox="1">
            <a:spLocks/>
          </p:cNvSpPr>
          <p:nvPr/>
        </p:nvSpPr>
        <p:spPr>
          <a:xfrm>
            <a:off x="8978333" y="63304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EBC3B51-DE6F-4918-BB1B-21BDA37DE1D0}" type="slidenum">
              <a:rPr lang="x-none" sz="1600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x-none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10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object with blue and red lines&#10;&#10;Description automatically generated">
            <a:extLst>
              <a:ext uri="{FF2B5EF4-FFF2-40B4-BE49-F238E27FC236}">
                <a16:creationId xmlns:a16="http://schemas.microsoft.com/office/drawing/2014/main" xmlns="" id="{523AA178-0CC2-6955-92C1-EEEC77DB2A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DC8C6F0-9856-21DD-5B6A-5192C90A6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55" y="553168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x-none" sz="4000" b="1" dirty="0">
                <a:solidFill>
                  <a:srgbClr val="0A48E9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F962EE15-365C-6396-4A05-BFF702AAE2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400" dirty="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  <a:lvl2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2pPr>
            <a:lvl3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3pPr>
            <a:lvl4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4pPr>
            <a:lvl5pPr>
              <a:defRPr lang="x-none" dirty="0">
                <a:solidFill>
                  <a:srgbClr val="0A48E9"/>
                </a:solidFill>
                <a:latin typeface="Century Gothic" panose="020B0502020202020204" pitchFamily="34" charset="0"/>
              </a:defRPr>
            </a:lvl5pPr>
          </a:lstStyle>
          <a:p>
            <a:pPr lvl="0" indent="0" algn="just">
              <a:lnSpc>
                <a:spcPct val="110000"/>
              </a:lnSpc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A39BA0-E34C-3234-EC78-24CD25A44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8C0ADD25-4A02-AF4A-DA30-F4367BF6E2EB}"/>
              </a:ext>
            </a:extLst>
          </p:cNvPr>
          <p:cNvSpPr txBox="1">
            <a:spLocks/>
          </p:cNvSpPr>
          <p:nvPr/>
        </p:nvSpPr>
        <p:spPr>
          <a:xfrm>
            <a:off x="899240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 descr="A white rectangular object with blue and red lines&#10;&#10;Description automatically generated">
            <a:extLst>
              <a:ext uri="{FF2B5EF4-FFF2-40B4-BE49-F238E27FC236}">
                <a16:creationId xmlns:a16="http://schemas.microsoft.com/office/drawing/2014/main" xmlns="" id="{AB4C0190-C680-3261-6462-650AA8940E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222EE017-2E75-FBBE-DABE-94DE4A457F04}"/>
              </a:ext>
            </a:extLst>
          </p:cNvPr>
          <p:cNvSpPr txBox="1">
            <a:spLocks/>
          </p:cNvSpPr>
          <p:nvPr/>
        </p:nvSpPr>
        <p:spPr>
          <a:xfrm>
            <a:off x="899240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446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omputer screen&#10;&#10;Description automatically generated">
            <a:extLst>
              <a:ext uri="{FF2B5EF4-FFF2-40B4-BE49-F238E27FC236}">
                <a16:creationId xmlns:a16="http://schemas.microsoft.com/office/drawing/2014/main" xmlns="" id="{3B2167B4-EDB8-B40B-E472-47EB16BC38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xmlns="" id="{500AD306-3CCE-E70B-5BEC-179E5307A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833" y="651576"/>
            <a:ext cx="8571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x-none" sz="4000" b="1" dirty="0">
                <a:solidFill>
                  <a:srgbClr val="0A48E9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9202E4B7-96EF-6D59-2E7B-9D1DCFA57C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8029353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400" dirty="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  <a:lvl2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2pPr>
            <a:lvl3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3pPr>
            <a:lvl4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4pPr>
            <a:lvl5pPr>
              <a:defRPr lang="x-none" dirty="0">
                <a:solidFill>
                  <a:srgbClr val="0A48E9"/>
                </a:solidFill>
                <a:latin typeface="Century Gothic" panose="020B0502020202020204" pitchFamily="34" charset="0"/>
              </a:defRPr>
            </a:lvl5pPr>
          </a:lstStyle>
          <a:p>
            <a:pPr lvl="0" indent="0" algn="just">
              <a:lnSpc>
                <a:spcPct val="110000"/>
              </a:lnSpc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58BF779C-F538-A32B-2CD5-47E6088C7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389C4580-27BA-D8CE-688E-442E89BB2907}"/>
              </a:ext>
            </a:extLst>
          </p:cNvPr>
          <p:cNvSpPr txBox="1">
            <a:spLocks/>
          </p:cNvSpPr>
          <p:nvPr/>
        </p:nvSpPr>
        <p:spPr>
          <a:xfrm>
            <a:off x="20023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Picture 1" descr="A close-up of a computer screen&#10;&#10;Description automatically generated">
            <a:extLst>
              <a:ext uri="{FF2B5EF4-FFF2-40B4-BE49-F238E27FC236}">
                <a16:creationId xmlns:a16="http://schemas.microsoft.com/office/drawing/2014/main" xmlns="" id="{19845C0C-054B-B7D2-2F25-A07C2511BB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272CF326-31BC-CB36-728F-5B1D73A12EEC}"/>
              </a:ext>
            </a:extLst>
          </p:cNvPr>
          <p:cNvSpPr txBox="1">
            <a:spLocks/>
          </p:cNvSpPr>
          <p:nvPr/>
        </p:nvSpPr>
        <p:spPr>
          <a:xfrm>
            <a:off x="20023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091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ircuit board">
            <a:extLst>
              <a:ext uri="{FF2B5EF4-FFF2-40B4-BE49-F238E27FC236}">
                <a16:creationId xmlns:a16="http://schemas.microsoft.com/office/drawing/2014/main" xmlns="" id="{580311C9-E88C-0D0D-C7A0-DE329F5F5D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xmlns="" id="{583B53C9-CEA9-1B5A-2E5D-EF5201AF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1576"/>
            <a:ext cx="7242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x-none" sz="4000" b="1" dirty="0">
                <a:solidFill>
                  <a:srgbClr val="0A48E9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BB626A81-EAB1-4344-27E5-A54F08B1792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7242544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400" dirty="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  <a:lvl2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2pPr>
            <a:lvl3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3pPr>
            <a:lvl4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4pPr>
            <a:lvl5pPr>
              <a:defRPr lang="x-none" dirty="0">
                <a:solidFill>
                  <a:srgbClr val="0A48E9"/>
                </a:solidFill>
                <a:latin typeface="Century Gothic" panose="020B0502020202020204" pitchFamily="34" charset="0"/>
              </a:defRPr>
            </a:lvl5pPr>
          </a:lstStyle>
          <a:p>
            <a:pPr lvl="0" indent="0" algn="just">
              <a:lnSpc>
                <a:spcPct val="110000"/>
              </a:lnSpc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BE28E423-995D-CCC0-E9BA-A88D7FFAD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4523793C-2B8F-53F6-7ECB-2CAFBA53B330}"/>
              </a:ext>
            </a:extLst>
          </p:cNvPr>
          <p:cNvSpPr txBox="1">
            <a:spLocks/>
          </p:cNvSpPr>
          <p:nvPr/>
        </p:nvSpPr>
        <p:spPr>
          <a:xfrm>
            <a:off x="20023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" name="Picture 1" descr="A close up of a circuit board">
            <a:extLst>
              <a:ext uri="{FF2B5EF4-FFF2-40B4-BE49-F238E27FC236}">
                <a16:creationId xmlns:a16="http://schemas.microsoft.com/office/drawing/2014/main" xmlns="" id="{E5DC8FC4-7E10-CDC5-E7C4-06E97744FC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626C373A-033B-84A0-374D-E3DCF1D6B197}"/>
              </a:ext>
            </a:extLst>
          </p:cNvPr>
          <p:cNvSpPr txBox="1">
            <a:spLocks/>
          </p:cNvSpPr>
          <p:nvPr/>
        </p:nvSpPr>
        <p:spPr>
          <a:xfrm>
            <a:off x="20023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396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rectangle with red lines&#10;&#10;Description automatically generated">
            <a:extLst>
              <a:ext uri="{FF2B5EF4-FFF2-40B4-BE49-F238E27FC236}">
                <a16:creationId xmlns:a16="http://schemas.microsoft.com/office/drawing/2014/main" xmlns="" id="{3784EB11-51CF-FB6D-529D-780173816C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1EE0E0A-7E8B-A109-E642-558157543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1576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x-none" sz="4000" b="1" dirty="0">
                <a:solidFill>
                  <a:srgbClr val="0A48E9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BEC391C-E2F8-A632-4632-7C6F741D8B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46028" y="1623599"/>
            <a:ext cx="9314121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400" dirty="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  <a:lvl2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2pPr>
            <a:lvl3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3pPr>
            <a:lvl4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4pPr>
            <a:lvl5pPr>
              <a:defRPr lang="x-none" dirty="0">
                <a:solidFill>
                  <a:srgbClr val="0A48E9"/>
                </a:solidFill>
                <a:latin typeface="Century Gothic" panose="020B0502020202020204" pitchFamily="34" charset="0"/>
              </a:defRPr>
            </a:lvl5pPr>
          </a:lstStyle>
          <a:p>
            <a:pPr lvl="0" indent="0" algn="just">
              <a:lnSpc>
                <a:spcPct val="110000"/>
              </a:lnSpc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5AAB887-DD93-105F-5C37-BAA98AC87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39EAA42-623F-1E73-03DB-E3CFA5678BBE}"/>
              </a:ext>
            </a:extLst>
          </p:cNvPr>
          <p:cNvSpPr txBox="1">
            <a:spLocks/>
          </p:cNvSpPr>
          <p:nvPr/>
        </p:nvSpPr>
        <p:spPr>
          <a:xfrm>
            <a:off x="74428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6" descr="A blue and white rectangle with red lines&#10;&#10;Description automatically generated">
            <a:extLst>
              <a:ext uri="{FF2B5EF4-FFF2-40B4-BE49-F238E27FC236}">
                <a16:creationId xmlns:a16="http://schemas.microsoft.com/office/drawing/2014/main" xmlns="" id="{85CC208E-763D-3740-A108-40BD488AFD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AB996661-D48E-4693-D56C-10696E552446}"/>
              </a:ext>
            </a:extLst>
          </p:cNvPr>
          <p:cNvSpPr txBox="1">
            <a:spLocks/>
          </p:cNvSpPr>
          <p:nvPr/>
        </p:nvSpPr>
        <p:spPr>
          <a:xfrm>
            <a:off x="74428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5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rectangle with red and white stripes&#10;&#10;Description automatically generated">
            <a:extLst>
              <a:ext uri="{FF2B5EF4-FFF2-40B4-BE49-F238E27FC236}">
                <a16:creationId xmlns:a16="http://schemas.microsoft.com/office/drawing/2014/main" xmlns="" id="{B1EC7180-B643-D62A-51DD-6CC7365EDA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94BA536B-7461-699D-4C60-F287BEE211A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46028" y="1623599"/>
            <a:ext cx="9314121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400" dirty="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  <a:lvl2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2pPr>
            <a:lvl3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3pPr>
            <a:lvl4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4pPr>
            <a:lvl5pPr>
              <a:defRPr lang="x-none" dirty="0">
                <a:solidFill>
                  <a:srgbClr val="0A48E9"/>
                </a:solidFill>
                <a:latin typeface="Century Gothic" panose="020B0502020202020204" pitchFamily="34" charset="0"/>
              </a:defRPr>
            </a:lvl5pPr>
          </a:lstStyle>
          <a:p>
            <a:pPr lvl="0" indent="0" algn="just">
              <a:lnSpc>
                <a:spcPct val="110000"/>
              </a:lnSpc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AA699FEE-2808-93CF-E5DF-2D39AE2FF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773C99AA-AFFF-4170-E2F6-B3AEEAC6E6D6}"/>
              </a:ext>
            </a:extLst>
          </p:cNvPr>
          <p:cNvSpPr txBox="1">
            <a:spLocks/>
          </p:cNvSpPr>
          <p:nvPr/>
        </p:nvSpPr>
        <p:spPr>
          <a:xfrm>
            <a:off x="74428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3B054A4B-ABE5-06D0-9F66-F1C233EE2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934" y="66220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x-none" sz="4000" b="1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x-none" dirty="0"/>
          </a:p>
        </p:txBody>
      </p:sp>
      <p:pic>
        <p:nvPicPr>
          <p:cNvPr id="2" name="Picture 1" descr="A blue and white rectangle with red and white stripes&#10;&#10;Description automatically generated">
            <a:extLst>
              <a:ext uri="{FF2B5EF4-FFF2-40B4-BE49-F238E27FC236}">
                <a16:creationId xmlns:a16="http://schemas.microsoft.com/office/drawing/2014/main" xmlns="" id="{BCFA53E5-627D-AE58-48C3-1796502537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CD2C712F-7E6C-E74C-F05A-499B4F20A883}"/>
              </a:ext>
            </a:extLst>
          </p:cNvPr>
          <p:cNvSpPr txBox="1">
            <a:spLocks/>
          </p:cNvSpPr>
          <p:nvPr/>
        </p:nvSpPr>
        <p:spPr>
          <a:xfrm>
            <a:off x="74428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342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triangle&#10;&#10;Description automatically generated">
            <a:extLst>
              <a:ext uri="{FF2B5EF4-FFF2-40B4-BE49-F238E27FC236}">
                <a16:creationId xmlns:a16="http://schemas.microsoft.com/office/drawing/2014/main" xmlns="" id="{1FD40875-6D60-5165-F803-06366A368D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C0AC7C8-C4A4-D28F-B379-78F1DBB33C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400" dirty="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  <a:lvl2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2pPr>
            <a:lvl3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3pPr>
            <a:lvl4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4pPr>
            <a:lvl5pPr>
              <a:defRPr lang="x-none" dirty="0">
                <a:solidFill>
                  <a:srgbClr val="0A48E9"/>
                </a:solidFill>
                <a:latin typeface="Century Gothic" panose="020B0502020202020204" pitchFamily="34" charset="0"/>
              </a:defRPr>
            </a:lvl5pPr>
          </a:lstStyle>
          <a:p>
            <a:pPr lvl="0" indent="0" algn="just">
              <a:lnSpc>
                <a:spcPct val="110000"/>
              </a:lnSpc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5BF894CF-1393-FD73-C2C0-C65D10E177D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67152" y="3636704"/>
            <a:ext cx="5686647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2400" dirty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algn="r">
              <a:defRPr lang="en-US" dirty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algn="r">
              <a:defRPr lang="en-US" dirty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algn="r">
              <a:defRPr lang="en-US" dirty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algn="r">
              <a:defRPr lang="x-none" dirty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 indent="0" algn="just">
              <a:lnSpc>
                <a:spcPct val="110000"/>
              </a:lnSpc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30F9F91D-1523-5CB3-1DDD-DAE8A1023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DA1E28B5-6341-78C9-04EC-EA23E4F7077E}"/>
              </a:ext>
            </a:extLst>
          </p:cNvPr>
          <p:cNvSpPr txBox="1">
            <a:spLocks/>
          </p:cNvSpPr>
          <p:nvPr/>
        </p:nvSpPr>
        <p:spPr>
          <a:xfrm>
            <a:off x="92612" y="63400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xmlns="" id="{A66D0344-8B51-3264-03EB-2BC514A27A74}"/>
              </a:ext>
            </a:extLst>
          </p:cNvPr>
          <p:cNvSpPr txBox="1">
            <a:spLocks/>
          </p:cNvSpPr>
          <p:nvPr/>
        </p:nvSpPr>
        <p:spPr>
          <a:xfrm>
            <a:off x="838200" y="651576"/>
            <a:ext cx="10515600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x-none" sz="4000" b="1" kern="1200" dirty="0">
                <a:solidFill>
                  <a:srgbClr val="0A48E9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pic>
        <p:nvPicPr>
          <p:cNvPr id="2" name="Picture 1" descr="A blue and white triangle&#10;&#10;Description automatically generated">
            <a:extLst>
              <a:ext uri="{FF2B5EF4-FFF2-40B4-BE49-F238E27FC236}">
                <a16:creationId xmlns:a16="http://schemas.microsoft.com/office/drawing/2014/main" xmlns="" id="{918DB7DA-9569-C2FF-3F30-D365B97B13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FFB0323D-1EF4-97B6-8652-E8D678A7D2D6}"/>
              </a:ext>
            </a:extLst>
          </p:cNvPr>
          <p:cNvSpPr txBox="1">
            <a:spLocks/>
          </p:cNvSpPr>
          <p:nvPr/>
        </p:nvSpPr>
        <p:spPr>
          <a:xfrm>
            <a:off x="92612" y="63400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xmlns="" id="{722F6BB3-00D0-AE32-B988-3A9E52BB2B84}"/>
              </a:ext>
            </a:extLst>
          </p:cNvPr>
          <p:cNvSpPr txBox="1">
            <a:spLocks/>
          </p:cNvSpPr>
          <p:nvPr/>
        </p:nvSpPr>
        <p:spPr>
          <a:xfrm>
            <a:off x="838200" y="651576"/>
            <a:ext cx="10515600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x-none" sz="4000" b="1" kern="1200" dirty="0">
                <a:solidFill>
                  <a:srgbClr val="0A48E9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9035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xmlns="" id="{D0408C96-E84D-AB1B-B308-EC10B9ED8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5" name="Picture 4" descr="A close up of a computer chip">
            <a:extLst>
              <a:ext uri="{FF2B5EF4-FFF2-40B4-BE49-F238E27FC236}">
                <a16:creationId xmlns:a16="http://schemas.microsoft.com/office/drawing/2014/main" xmlns="" id="{22CBAB73-EE78-C9BC-93DD-CBFFB0B8C7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pic>
        <p:nvPicPr>
          <p:cNvPr id="3" name="Picture 2" descr="A close up of a computer chip">
            <a:extLst>
              <a:ext uri="{FF2B5EF4-FFF2-40B4-BE49-F238E27FC236}">
                <a16:creationId xmlns:a16="http://schemas.microsoft.com/office/drawing/2014/main" xmlns="" id="{5312F961-C3D4-5EE3-8A87-B245978FEE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7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computer chip">
            <a:extLst>
              <a:ext uri="{FF2B5EF4-FFF2-40B4-BE49-F238E27FC236}">
                <a16:creationId xmlns:a16="http://schemas.microsoft.com/office/drawing/2014/main" xmlns="" id="{97D54D63-20ED-EA94-6947-0829287B3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xmlns="" id="{F60D4021-EF28-3132-3C42-F67F87304B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94563" y="371475"/>
            <a:ext cx="4043362" cy="479425"/>
          </a:xfrm>
        </p:spPr>
        <p:txBody>
          <a:bodyPr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2B61A60-8F96-D128-5496-76B97D6A4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7054" y="4860925"/>
            <a:ext cx="5977890" cy="16557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x-none" sz="2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subtitle style</a:t>
            </a:r>
            <a:endParaRPr lang="x-none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08E06193-8F11-9AB3-2EC6-B6E2D4D70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63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rectangles with lines&#10;&#10;Description automatically generated">
            <a:extLst>
              <a:ext uri="{FF2B5EF4-FFF2-40B4-BE49-F238E27FC236}">
                <a16:creationId xmlns:a16="http://schemas.microsoft.com/office/drawing/2014/main" xmlns="" id="{DD488B95-72F4-76CE-3189-8A9477FCF1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657"/>
          </a:xfrm>
          <a:prstGeom prst="rect">
            <a:avLst/>
          </a:prstGeom>
          <a:noFill/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xmlns="" id="{FCD1A66F-3283-7E05-8732-91592E85486C}"/>
              </a:ext>
            </a:extLst>
          </p:cNvPr>
          <p:cNvSpPr txBox="1">
            <a:spLocks/>
          </p:cNvSpPr>
          <p:nvPr/>
        </p:nvSpPr>
        <p:spPr>
          <a:xfrm>
            <a:off x="8978333" y="63304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EBC3B51-DE6F-4918-BB1B-21BDA37DE1D0}" type="slidenum">
              <a:rPr lang="x-none" sz="1600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x-none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xmlns="" id="{5137CCCC-AE7A-D9C8-B595-9AE7D951D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55" y="553443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x-none" sz="4000" b="1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C1196ACF-4A4C-5467-D407-39EC6C05C9A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175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>
              <a:buFont typeface="Arial" panose="020B0604020202020204" pitchFamily="34" charset="0"/>
              <a:buChar char="•"/>
              <a:defRPr lang="en-US"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 lang="en-US" sz="180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>
              <a:defRPr lang="en-US" sz="180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>
              <a:defRPr lang="en-US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>
              <a:defRPr lang="x-none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marL="228600" lvl="0" indent="-228600" algn="just">
              <a:lnSpc>
                <a:spcPct val="110000"/>
              </a:lnSpc>
            </a:pPr>
            <a:r>
              <a:rPr lang="en-US" dirty="0"/>
              <a:t>Click to edit Master text styles</a:t>
            </a:r>
          </a:p>
          <a:p>
            <a:pPr marL="457200" lvl="1"/>
            <a:r>
              <a:rPr lang="en-US" dirty="0"/>
              <a:t>Second level</a:t>
            </a:r>
          </a:p>
          <a:p>
            <a:pPr marL="914400" lvl="2"/>
            <a:r>
              <a:rPr lang="en-US" dirty="0"/>
              <a:t>Third level</a:t>
            </a:r>
          </a:p>
          <a:p>
            <a:pPr marL="1371600" lvl="3"/>
            <a:r>
              <a:rPr lang="en-US" dirty="0"/>
              <a:t>Fourth level</a:t>
            </a:r>
          </a:p>
          <a:p>
            <a:pPr marL="1828800"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BFC2DBD4-B64D-3704-0D29-DF0035995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7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object with blue and red lines&#10;&#10;Description automatically generated">
            <a:extLst>
              <a:ext uri="{FF2B5EF4-FFF2-40B4-BE49-F238E27FC236}">
                <a16:creationId xmlns:a16="http://schemas.microsoft.com/office/drawing/2014/main" xmlns="" id="{523AA178-0CC2-6955-92C1-EEEC77DB2A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DC8C6F0-9856-21DD-5B6A-5192C90A6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55" y="553168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x-none" sz="4000" b="1" dirty="0">
                <a:solidFill>
                  <a:srgbClr val="0A48E9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F962EE15-365C-6396-4A05-BFF702AAE2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400" dirty="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  <a:lvl2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2pPr>
            <a:lvl3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3pPr>
            <a:lvl4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4pPr>
            <a:lvl5pPr>
              <a:defRPr lang="x-none" dirty="0">
                <a:solidFill>
                  <a:srgbClr val="0A48E9"/>
                </a:solidFill>
                <a:latin typeface="Century Gothic" panose="020B0502020202020204" pitchFamily="34" charset="0"/>
              </a:defRPr>
            </a:lvl5pPr>
          </a:lstStyle>
          <a:p>
            <a:pPr lvl="0" indent="0" algn="just">
              <a:lnSpc>
                <a:spcPct val="110000"/>
              </a:lnSpc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A39BA0-E34C-3234-EC78-24CD25A440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8C0ADD25-4A02-AF4A-DA30-F4367BF6E2EB}"/>
              </a:ext>
            </a:extLst>
          </p:cNvPr>
          <p:cNvSpPr txBox="1">
            <a:spLocks/>
          </p:cNvSpPr>
          <p:nvPr/>
        </p:nvSpPr>
        <p:spPr>
          <a:xfrm>
            <a:off x="899240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769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omputer screen&#10;&#10;Description automatically generated">
            <a:extLst>
              <a:ext uri="{FF2B5EF4-FFF2-40B4-BE49-F238E27FC236}">
                <a16:creationId xmlns:a16="http://schemas.microsoft.com/office/drawing/2014/main" xmlns="" id="{3B2167B4-EDB8-B40B-E472-47EB16BC38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xmlns="" id="{500AD306-3CCE-E70B-5BEC-179E5307A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833" y="651576"/>
            <a:ext cx="8571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x-none" sz="4000" b="1" dirty="0">
                <a:solidFill>
                  <a:srgbClr val="0A48E9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9202E4B7-96EF-6D59-2E7B-9D1DCFA57C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8029353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400" dirty="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  <a:lvl2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2pPr>
            <a:lvl3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3pPr>
            <a:lvl4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4pPr>
            <a:lvl5pPr>
              <a:defRPr lang="x-none" dirty="0">
                <a:solidFill>
                  <a:srgbClr val="0A48E9"/>
                </a:solidFill>
                <a:latin typeface="Century Gothic" panose="020B0502020202020204" pitchFamily="34" charset="0"/>
              </a:defRPr>
            </a:lvl5pPr>
          </a:lstStyle>
          <a:p>
            <a:pPr lvl="0" indent="0" algn="just">
              <a:lnSpc>
                <a:spcPct val="110000"/>
              </a:lnSpc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58BF779C-F538-A32B-2CD5-47E6088C7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389C4580-27BA-D8CE-688E-442E89BB2907}"/>
              </a:ext>
            </a:extLst>
          </p:cNvPr>
          <p:cNvSpPr txBox="1">
            <a:spLocks/>
          </p:cNvSpPr>
          <p:nvPr/>
        </p:nvSpPr>
        <p:spPr>
          <a:xfrm>
            <a:off x="20023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423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ircuit board">
            <a:extLst>
              <a:ext uri="{FF2B5EF4-FFF2-40B4-BE49-F238E27FC236}">
                <a16:creationId xmlns:a16="http://schemas.microsoft.com/office/drawing/2014/main" xmlns="" id="{580311C9-E88C-0D0D-C7A0-DE329F5F5D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xmlns="" id="{583B53C9-CEA9-1B5A-2E5D-EF5201AF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1576"/>
            <a:ext cx="7242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x-none" sz="4000" b="1" dirty="0">
                <a:solidFill>
                  <a:srgbClr val="0A48E9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BB626A81-EAB1-4344-27E5-A54F08B1792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7242544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400" dirty="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  <a:lvl2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2pPr>
            <a:lvl3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3pPr>
            <a:lvl4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4pPr>
            <a:lvl5pPr>
              <a:defRPr lang="x-none" dirty="0">
                <a:solidFill>
                  <a:srgbClr val="0A48E9"/>
                </a:solidFill>
                <a:latin typeface="Century Gothic" panose="020B0502020202020204" pitchFamily="34" charset="0"/>
              </a:defRPr>
            </a:lvl5pPr>
          </a:lstStyle>
          <a:p>
            <a:pPr lvl="0" indent="0" algn="just">
              <a:lnSpc>
                <a:spcPct val="110000"/>
              </a:lnSpc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BE28E423-995D-CCC0-E9BA-A88D7FFAD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4523793C-2B8F-53F6-7ECB-2CAFBA53B330}"/>
              </a:ext>
            </a:extLst>
          </p:cNvPr>
          <p:cNvSpPr txBox="1">
            <a:spLocks/>
          </p:cNvSpPr>
          <p:nvPr/>
        </p:nvSpPr>
        <p:spPr>
          <a:xfrm>
            <a:off x="20023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650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rectangle with red lines&#10;&#10;Description automatically generated">
            <a:extLst>
              <a:ext uri="{FF2B5EF4-FFF2-40B4-BE49-F238E27FC236}">
                <a16:creationId xmlns:a16="http://schemas.microsoft.com/office/drawing/2014/main" xmlns="" id="{3784EB11-51CF-FB6D-529D-780173816C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1EE0E0A-7E8B-A109-E642-558157543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1576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x-none" sz="4000" b="1" dirty="0">
                <a:solidFill>
                  <a:srgbClr val="0A48E9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x-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BEC391C-E2F8-A632-4632-7C6F741D8B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46028" y="1623599"/>
            <a:ext cx="9314121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400" dirty="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  <a:lvl2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2pPr>
            <a:lvl3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3pPr>
            <a:lvl4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4pPr>
            <a:lvl5pPr>
              <a:defRPr lang="x-none" dirty="0">
                <a:solidFill>
                  <a:srgbClr val="0A48E9"/>
                </a:solidFill>
                <a:latin typeface="Century Gothic" panose="020B0502020202020204" pitchFamily="34" charset="0"/>
              </a:defRPr>
            </a:lvl5pPr>
          </a:lstStyle>
          <a:p>
            <a:pPr lvl="0" indent="0" algn="just">
              <a:lnSpc>
                <a:spcPct val="110000"/>
              </a:lnSpc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5AAB887-DD93-105F-5C37-BAA98AC87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39EAA42-623F-1E73-03DB-E3CFA5678BBE}"/>
              </a:ext>
            </a:extLst>
          </p:cNvPr>
          <p:cNvSpPr txBox="1">
            <a:spLocks/>
          </p:cNvSpPr>
          <p:nvPr/>
        </p:nvSpPr>
        <p:spPr>
          <a:xfrm>
            <a:off x="74428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26196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rectangle with red and white stripes&#10;&#10;Description automatically generated">
            <a:extLst>
              <a:ext uri="{FF2B5EF4-FFF2-40B4-BE49-F238E27FC236}">
                <a16:creationId xmlns:a16="http://schemas.microsoft.com/office/drawing/2014/main" xmlns="" id="{B1EC7180-B643-D62A-51DD-6CC7365EDA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94BA536B-7461-699D-4C60-F287BEE211A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46028" y="1623599"/>
            <a:ext cx="9314121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400" dirty="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  <a:lvl2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2pPr>
            <a:lvl3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3pPr>
            <a:lvl4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4pPr>
            <a:lvl5pPr>
              <a:defRPr lang="x-none" dirty="0">
                <a:solidFill>
                  <a:srgbClr val="0A48E9"/>
                </a:solidFill>
                <a:latin typeface="Century Gothic" panose="020B0502020202020204" pitchFamily="34" charset="0"/>
              </a:defRPr>
            </a:lvl5pPr>
          </a:lstStyle>
          <a:p>
            <a:pPr lvl="0" indent="0" algn="just">
              <a:lnSpc>
                <a:spcPct val="110000"/>
              </a:lnSpc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AA699FEE-2808-93CF-E5DF-2D39AE2FF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773C99AA-AFFF-4170-E2F6-B3AEEAC6E6D6}"/>
              </a:ext>
            </a:extLst>
          </p:cNvPr>
          <p:cNvSpPr txBox="1">
            <a:spLocks/>
          </p:cNvSpPr>
          <p:nvPr/>
        </p:nvSpPr>
        <p:spPr>
          <a:xfrm>
            <a:off x="74428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3B054A4B-ABE5-06D0-9F66-F1C233EE2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934" y="662209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x-none" sz="4000" b="1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71355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triangle&#10;&#10;Description automatically generated">
            <a:extLst>
              <a:ext uri="{FF2B5EF4-FFF2-40B4-BE49-F238E27FC236}">
                <a16:creationId xmlns:a16="http://schemas.microsoft.com/office/drawing/2014/main" xmlns="" id="{1FD40875-6D60-5165-F803-06366A368D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C0AC7C8-C4A4-D28F-B379-78F1DBB33C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400" dirty="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  <a:lvl2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2pPr>
            <a:lvl3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3pPr>
            <a:lvl4pPr>
              <a:defRPr lang="en-US" dirty="0">
                <a:solidFill>
                  <a:srgbClr val="0A48E9"/>
                </a:solidFill>
                <a:latin typeface="Century Gothic" panose="020B0502020202020204" pitchFamily="34" charset="0"/>
              </a:defRPr>
            </a:lvl4pPr>
            <a:lvl5pPr>
              <a:defRPr lang="x-none" dirty="0">
                <a:solidFill>
                  <a:srgbClr val="0A48E9"/>
                </a:solidFill>
                <a:latin typeface="Century Gothic" panose="020B0502020202020204" pitchFamily="34" charset="0"/>
              </a:defRPr>
            </a:lvl5pPr>
          </a:lstStyle>
          <a:p>
            <a:pPr lvl="0" indent="0" algn="just">
              <a:lnSpc>
                <a:spcPct val="110000"/>
              </a:lnSpc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5BF894CF-1393-FD73-C2C0-C65D10E177D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67152" y="3636704"/>
            <a:ext cx="5686647" cy="160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2400" dirty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algn="r">
              <a:defRPr lang="en-US" dirty="0"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algn="r">
              <a:defRPr lang="en-US" dirty="0"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algn="r">
              <a:defRPr lang="en-US" dirty="0"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algn="r">
              <a:defRPr lang="x-none" dirty="0"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 indent="0" algn="just">
              <a:lnSpc>
                <a:spcPct val="110000"/>
              </a:lnSpc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30F9F91D-1523-5CB3-1DDD-DAE8A1023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DA1E28B5-6341-78C9-04EC-EA23E4F7077E}"/>
              </a:ext>
            </a:extLst>
          </p:cNvPr>
          <p:cNvSpPr txBox="1">
            <a:spLocks/>
          </p:cNvSpPr>
          <p:nvPr/>
        </p:nvSpPr>
        <p:spPr>
          <a:xfrm>
            <a:off x="92612" y="63400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BC3B51-DE6F-4918-BB1B-21BDA37DE1D0}" type="slidenum">
              <a:rPr lang="x-none" sz="1600" smtClean="0">
                <a:solidFill>
                  <a:schemeClr val="tx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x-none" sz="16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xmlns="" id="{A66D0344-8B51-3264-03EB-2BC514A27A74}"/>
              </a:ext>
            </a:extLst>
          </p:cNvPr>
          <p:cNvSpPr txBox="1">
            <a:spLocks/>
          </p:cNvSpPr>
          <p:nvPr/>
        </p:nvSpPr>
        <p:spPr>
          <a:xfrm>
            <a:off x="838200" y="651576"/>
            <a:ext cx="10515600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x-none" sz="4000" b="1" kern="1200" dirty="0">
                <a:solidFill>
                  <a:srgbClr val="0A48E9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8998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CB4DBB7-DFCC-4C90-858B-648A7D81F35A}"/>
              </a:ext>
            </a:extLst>
          </p:cNvPr>
          <p:cNvSpPr/>
          <p:nvPr/>
        </p:nvSpPr>
        <p:spPr>
          <a:xfrm>
            <a:off x="0" y="6456106"/>
            <a:ext cx="12192000" cy="401894"/>
          </a:xfrm>
          <a:prstGeom prst="rect">
            <a:avLst/>
          </a:prstGeom>
          <a:gradFill flip="none" rotWithShape="1">
            <a:gsLst>
              <a:gs pos="0">
                <a:srgbClr val="0C66A4"/>
              </a:gs>
              <a:gs pos="40000">
                <a:srgbClr val="094C7B"/>
              </a:gs>
              <a:gs pos="69000">
                <a:srgbClr val="063352"/>
              </a:gs>
              <a:gs pos="100000">
                <a:srgbClr val="031D2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xmlns="" id="{D2FE40F2-BB69-455E-A6DD-06B7A0A482B1}"/>
              </a:ext>
            </a:extLst>
          </p:cNvPr>
          <p:cNvSpPr/>
          <p:nvPr/>
        </p:nvSpPr>
        <p:spPr>
          <a:xfrm rot="10800000" flipH="1">
            <a:off x="0" y="-12022"/>
            <a:ext cx="9966960" cy="6882045"/>
          </a:xfrm>
          <a:custGeom>
            <a:avLst/>
            <a:gdLst>
              <a:gd name="connsiteX0" fmla="*/ 3037572 w 8426319"/>
              <a:gd name="connsiteY0" fmla="*/ 6858002 h 6858002"/>
              <a:gd name="connsiteX1" fmla="*/ 8426319 w 8426319"/>
              <a:gd name="connsiteY1" fmla="*/ 6858002 h 6858002"/>
              <a:gd name="connsiteX2" fmla="*/ 3909330 w 8426319"/>
              <a:gd name="connsiteY2" fmla="*/ 0 h 6858002"/>
              <a:gd name="connsiteX3" fmla="*/ 3037572 w 8426319"/>
              <a:gd name="connsiteY3" fmla="*/ 0 h 6858002"/>
              <a:gd name="connsiteX4" fmla="*/ 0 w 8426319"/>
              <a:gd name="connsiteY4" fmla="*/ 0 h 6858002"/>
              <a:gd name="connsiteX5" fmla="*/ 0 w 8426319"/>
              <a:gd name="connsiteY5" fmla="*/ 6858000 h 6858002"/>
              <a:gd name="connsiteX6" fmla="*/ 3037572 w 8426319"/>
              <a:gd name="connsiteY6" fmla="*/ 68580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26319" h="6858002">
                <a:moveTo>
                  <a:pt x="3037572" y="6858002"/>
                </a:moveTo>
                <a:lnTo>
                  <a:pt x="8426319" y="6858002"/>
                </a:lnTo>
                <a:lnTo>
                  <a:pt x="3909330" y="0"/>
                </a:lnTo>
                <a:lnTo>
                  <a:pt x="3037572" y="0"/>
                </a:lnTo>
                <a:lnTo>
                  <a:pt x="0" y="0"/>
                </a:lnTo>
                <a:lnTo>
                  <a:pt x="0" y="6858000"/>
                </a:lnTo>
                <a:lnTo>
                  <a:pt x="3037572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D1F8F8"/>
              </a:solidFill>
              <a:latin typeface="Source Sans Pro" panose="020B0503030403020204" pitchFamily="34" charset="0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37A55A4-5FB0-456D-B79A-6157E69AE7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240" y="2956470"/>
            <a:ext cx="3774324" cy="9450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1A18D85-ACBC-4112-8221-C86D2B67E6A6}"/>
              </a:ext>
            </a:extLst>
          </p:cNvPr>
          <p:cNvSpPr txBox="1"/>
          <p:nvPr/>
        </p:nvSpPr>
        <p:spPr>
          <a:xfrm>
            <a:off x="1097280" y="2036618"/>
            <a:ext cx="47631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0A48E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253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19E9D1-1E5C-4F50-89EA-38C71C8710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22218"/>
            <a:ext cx="5181600" cy="50547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8CEBCDD-EBC8-417C-97D1-7D9853423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22218"/>
            <a:ext cx="5181600" cy="50547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DA4C246-89B8-4976-91B8-74D65958E0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52C0A1-EF15-4EF5-857E-8051150240C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50FCD4B-65E8-4D89-851D-492E73B1A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8F492EC-ADF8-4541-8B0B-642A6F82F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CC30B-B034-40CD-B901-5F68F7E8FB8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481955E3-112B-4CCA-8D86-C768D415E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430"/>
            <a:ext cx="10515600" cy="919192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3373B56-C6D8-4634-92C8-D46B1E36CA40}"/>
              </a:ext>
            </a:extLst>
          </p:cNvPr>
          <p:cNvSpPr/>
          <p:nvPr/>
        </p:nvSpPr>
        <p:spPr>
          <a:xfrm rot="10800000">
            <a:off x="838200" y="848634"/>
            <a:ext cx="9403080" cy="60118"/>
          </a:xfrm>
          <a:prstGeom prst="rect">
            <a:avLst/>
          </a:prstGeom>
          <a:gradFill flip="none" rotWithShape="1">
            <a:gsLst>
              <a:gs pos="0">
                <a:srgbClr val="0C66A4"/>
              </a:gs>
              <a:gs pos="100000">
                <a:srgbClr val="0C66A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0955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89AD2F3-65F8-4FD6-A5DA-316C0AA73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9096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195F430-811D-49A7-B89C-412778A16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79210"/>
            <a:ext cx="5157787" cy="42104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C3BF6AC-FC1D-4EC4-BAA2-7E55A66BD8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9096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B51AAE4-B156-4976-83FF-C91C58752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79210"/>
            <a:ext cx="5183188" cy="42104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5555436-4179-4B6E-895F-BD215D23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52C0A1-EF15-4EF5-857E-8051150240C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B5753EC-5DCC-4E9F-ADC2-ADE1C84F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B8BF5BC-CFE9-42D6-99FC-EF586E6A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CC30B-B034-40CD-B901-5F68F7E8FB8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2CB643E1-0C99-4681-8DCF-E3F86778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430"/>
            <a:ext cx="10515600" cy="919192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93EF3CA-5F99-49D5-9BAB-A9F49CC06ABE}"/>
              </a:ext>
            </a:extLst>
          </p:cNvPr>
          <p:cNvSpPr/>
          <p:nvPr/>
        </p:nvSpPr>
        <p:spPr>
          <a:xfrm rot="10800000">
            <a:off x="838200" y="848634"/>
            <a:ext cx="9403080" cy="60118"/>
          </a:xfrm>
          <a:prstGeom prst="rect">
            <a:avLst/>
          </a:prstGeom>
          <a:gradFill flip="none" rotWithShape="1">
            <a:gsLst>
              <a:gs pos="0">
                <a:srgbClr val="0C66A4"/>
              </a:gs>
              <a:gs pos="100000">
                <a:srgbClr val="0C66A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6023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68502F2-598F-42D2-9059-A4AB43A2D8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52C0A1-EF15-4EF5-857E-8051150240C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45050BE-0430-464A-9B5D-AA937156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79CE28D-9115-4BA7-A16D-643B465C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CC30B-B034-40CD-B901-5F68F7E8FB8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18039807-1DE0-497E-ACCA-3EACAE2D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430"/>
            <a:ext cx="10515600" cy="919192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DCE4754-431A-42BB-80B8-CEEAC51750DD}"/>
              </a:ext>
            </a:extLst>
          </p:cNvPr>
          <p:cNvSpPr/>
          <p:nvPr/>
        </p:nvSpPr>
        <p:spPr>
          <a:xfrm rot="10800000">
            <a:off x="838200" y="848634"/>
            <a:ext cx="9403080" cy="60118"/>
          </a:xfrm>
          <a:prstGeom prst="rect">
            <a:avLst/>
          </a:prstGeom>
          <a:gradFill flip="none" rotWithShape="1">
            <a:gsLst>
              <a:gs pos="0">
                <a:srgbClr val="0C66A4"/>
              </a:gs>
              <a:gs pos="100000">
                <a:srgbClr val="0C66A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4539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omputer chip">
            <a:extLst>
              <a:ext uri="{FF2B5EF4-FFF2-40B4-BE49-F238E27FC236}">
                <a16:creationId xmlns:a16="http://schemas.microsoft.com/office/drawing/2014/main" xmlns="" id="{B7C4D4CB-B007-3AB5-EF06-7C5257827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138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2C0A1-EF15-4EF5-857E-8051150240C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CC30B-B034-40CD-B901-5F68F7E8F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832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92F067-65E7-43F3-855D-C2D18E13953D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9843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D351FF-C925-42E7-9583-3787901839B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7050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A79AC2-6FC6-4CF4-B0E0-B8E9569F4F5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4928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4FC37F-D9AC-42A8-A82B-C5015B83FF73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635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4A10A9-9212-491B-9E49-36058FEA802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716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AB2E78-C688-402E-9A27-F6930511EA6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8460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8998B8-2D8E-4EA1-8985-626F1E600AD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6807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4B6987-AF8F-41F4-9F34-EA524DCC8D1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7405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55075E-2470-46C9-B612-43E85EC5B8B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0741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8F5089-142B-4AEA-A761-D85D9D4EABE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2490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AE028C-7DE0-4FA5-8359-8AAB2D5ADAF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81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CCC1281-A2D0-2D11-F699-7B0E1940B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4A3F03E-DD81-4036-B5E4-8852BABCF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0C67E74-68E7-D190-7B2E-3DE4FB7A5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52C0A1-EF15-4EF5-857E-8051150240C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09AAF7-88AE-2D3B-F147-A710823FE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6DEC6B0-9DEC-3CDF-461B-E6905FC11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CC30B-B034-40CD-B901-5F68F7E8FB8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77D2F57-B03B-30FF-446E-C2ACCB735966}"/>
              </a:ext>
            </a:extLst>
          </p:cNvPr>
          <p:cNvSpPr/>
          <p:nvPr/>
        </p:nvSpPr>
        <p:spPr>
          <a:xfrm>
            <a:off x="0" y="6456106"/>
            <a:ext cx="12192000" cy="401894"/>
          </a:xfrm>
          <a:prstGeom prst="rect">
            <a:avLst/>
          </a:prstGeom>
          <a:gradFill flip="none" rotWithShape="1">
            <a:gsLst>
              <a:gs pos="0">
                <a:srgbClr val="0C66A4"/>
              </a:gs>
              <a:gs pos="40000">
                <a:srgbClr val="094C7B"/>
              </a:gs>
              <a:gs pos="69000">
                <a:srgbClr val="063352"/>
              </a:gs>
              <a:gs pos="100000">
                <a:srgbClr val="031D2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D3FE143-A81B-FF23-CCA0-128F518474B9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0258" y="0"/>
            <a:ext cx="2051742" cy="1243012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91952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2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309CFD9-4428-4161-947C-7A72EE9DFCAC}" type="slidenum">
              <a:rPr 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70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Out of order dynamic processor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3172968" y="3749040"/>
            <a:ext cx="5266944" cy="186661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rPr>
              <a:t>Instruction Level Parallelism</a:t>
            </a:r>
          </a:p>
        </p:txBody>
      </p:sp>
    </p:spTree>
    <p:extLst>
      <p:ext uri="{BB962C8B-B14F-4D97-AF65-F5344CB8AC3E}">
        <p14:creationId xmlns:p14="http://schemas.microsoft.com/office/powerpoint/2010/main" val="750474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CA7B53-55A0-4E9F-C812-BA9B884DC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16E8BE-A2E8-320D-EB75-1322C10B3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27926"/>
          </a:xfrm>
        </p:spPr>
        <p:txBody>
          <a:bodyPr/>
          <a:lstStyle/>
          <a:p>
            <a:r>
              <a:rPr lang="en-US" dirty="0"/>
              <a:t>Super-pipelined and super-scalar processors</a:t>
            </a:r>
          </a:p>
          <a:p>
            <a:r>
              <a:rPr lang="en-US" dirty="0"/>
              <a:t>Dynamically scheduled pipelines</a:t>
            </a:r>
          </a:p>
          <a:p>
            <a:r>
              <a:rPr lang="en-US" dirty="0"/>
              <a:t>Out of order execution</a:t>
            </a:r>
          </a:p>
          <a:p>
            <a:r>
              <a:rPr lang="en-US" dirty="0"/>
              <a:t>Tomasulo algorithm with speculation</a:t>
            </a:r>
          </a:p>
          <a:p>
            <a:r>
              <a:rPr lang="en-US" dirty="0"/>
              <a:t>Explicit register renaming and ROB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859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F60BB6-A013-BFEC-08AA-D92011FB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 Pipelined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60E577B-46D5-7988-5A53-653011094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458" y="3118426"/>
            <a:ext cx="9394470" cy="1780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56F00A0-E437-03FC-7C3B-4AD675E0DC2A}"/>
              </a:ext>
            </a:extLst>
          </p:cNvPr>
          <p:cNvSpPr txBox="1"/>
          <p:nvPr/>
        </p:nvSpPr>
        <p:spPr>
          <a:xfrm>
            <a:off x="731422" y="1420298"/>
            <a:ext cx="96880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48E9"/>
                </a:solidFill>
                <a:latin typeface="Century Gothic" panose="020B0502020202020204" pitchFamily="34" charset="0"/>
              </a:rPr>
              <a:t>When one of the stages in five stage pipeline takes more than one cycle and is further pipeline, we say that CPU is super-pipelined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05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C339D3-0400-4BFC-3C2A-C865DC9D0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Superscalar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8489D8D-39D3-012D-68B2-D2C3494EA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5" y="4131144"/>
            <a:ext cx="10274476" cy="20338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3E18130-C5DD-ABB5-36D3-0E41A207D1D2}"/>
              </a:ext>
            </a:extLst>
          </p:cNvPr>
          <p:cNvSpPr txBox="1"/>
          <p:nvPr/>
        </p:nvSpPr>
        <p:spPr>
          <a:xfrm>
            <a:off x="717754" y="1545821"/>
            <a:ext cx="110505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48E9"/>
                </a:solidFill>
                <a:latin typeface="Century Gothic" panose="020B0502020202020204" pitchFamily="34" charset="0"/>
              </a:rPr>
              <a:t>CPUs can be superscalar meaning that more than one instruction is fetched decoded and issued in every cycle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48E9"/>
                </a:solidFill>
                <a:latin typeface="Century Gothic" panose="020B0502020202020204" pitchFamily="34" charset="0"/>
              </a:rPr>
              <a:t>Idea works well with workloads with both integer and floating point instructions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48E9"/>
                </a:solidFill>
                <a:latin typeface="Century Gothic" panose="020B0502020202020204" pitchFamily="34" charset="0"/>
              </a:rPr>
              <a:t>In case of superscalar, we use IPC=1/CPI, CPI is usually less than 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A48E9"/>
                </a:solidFill>
                <a:latin typeface="Century Gothic" panose="020B0502020202020204" pitchFamily="34" charset="0"/>
              </a:rPr>
              <a:t>In practice, superscalar architectures may be super-pipelined as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16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795111" y="451836"/>
            <a:ext cx="7162800" cy="646331"/>
          </a:xfrm>
        </p:spPr>
        <p:txBody>
          <a:bodyPr/>
          <a:lstStyle/>
          <a:p>
            <a:r>
              <a:rPr lang="en-US" sz="4000" dirty="0"/>
              <a:t>Superscalar Pipeline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idx="1"/>
          </p:nvPr>
        </p:nvSpPr>
        <p:spPr>
          <a:xfrm>
            <a:off x="673175" y="1385093"/>
            <a:ext cx="4261594" cy="4087813"/>
          </a:xfrm>
          <a:noFill/>
        </p:spPr>
        <p:txBody>
          <a:bodyPr>
            <a:normAutofit/>
          </a:bodyPr>
          <a:lstStyle/>
          <a:p>
            <a:pPr marL="168275" indent="-168275">
              <a:lnSpc>
                <a:spcPct val="100000"/>
              </a:lnSpc>
              <a:spcBef>
                <a:spcPct val="10000"/>
              </a:spcBef>
            </a:pPr>
            <a:r>
              <a:rPr lang="en-US" sz="2000" dirty="0"/>
              <a:t>Fetch two instructions per cycle</a:t>
            </a:r>
          </a:p>
          <a:p>
            <a:pPr marL="625475" lvl="1" indent="-168275">
              <a:lnSpc>
                <a:spcPct val="100000"/>
              </a:lnSpc>
              <a:spcBef>
                <a:spcPct val="10000"/>
              </a:spcBef>
            </a:pPr>
            <a:r>
              <a:rPr lang="en-US" sz="2000" dirty="0"/>
              <a:t>Issue both simultaneously if</a:t>
            </a:r>
            <a:r>
              <a:rPr lang="en-US" sz="2000" i="1" dirty="0"/>
              <a:t> </a:t>
            </a:r>
            <a:r>
              <a:rPr lang="en-US" sz="2000" dirty="0"/>
              <a:t>one is integer/memory and other is floating point</a:t>
            </a:r>
          </a:p>
          <a:p>
            <a:pPr marL="168275" indent="-168275">
              <a:lnSpc>
                <a:spcPct val="100000"/>
              </a:lnSpc>
              <a:spcBef>
                <a:spcPct val="10000"/>
              </a:spcBef>
            </a:pPr>
            <a:r>
              <a:rPr lang="en-US" sz="2000" dirty="0"/>
              <a:t>Same idea can be extended to wider issue by duplicating functional units </a:t>
            </a:r>
          </a:p>
          <a:p>
            <a:pPr marL="625475" lvl="1" indent="-168275">
              <a:lnSpc>
                <a:spcPct val="100000"/>
              </a:lnSpc>
              <a:spcBef>
                <a:spcPct val="10000"/>
              </a:spcBef>
            </a:pPr>
            <a:r>
              <a:rPr lang="en-US" sz="2000" dirty="0"/>
              <a:t>E.g. 4-issue UltraSPARC &amp; Alpha 21164 but </a:t>
            </a:r>
            <a:r>
              <a:rPr lang="en-US" sz="2000" dirty="0" err="1"/>
              <a:t>regfile</a:t>
            </a:r>
            <a:r>
              <a:rPr lang="en-US" sz="2000" dirty="0"/>
              <a:t> ports and bypassing costs grow quickly</a:t>
            </a:r>
          </a:p>
        </p:txBody>
      </p:sp>
      <p:sp>
        <p:nvSpPr>
          <p:cNvPr id="3584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noFill/>
        </p:spPr>
        <p:txBody>
          <a:bodyPr/>
          <a:lstStyle/>
          <a:p>
            <a:fld id="{86799CC0-CBF0-3F4D-B9C7-297DF9096F7A}" type="slidenum">
              <a:rPr lang="en-US"/>
              <a:pPr/>
              <a:t>5</a:t>
            </a:fld>
            <a:endParaRPr lang="en-US" b="0">
              <a:solidFill>
                <a:srgbClr val="FBBA03"/>
              </a:solidFill>
            </a:endParaRPr>
          </a:p>
        </p:txBody>
      </p:sp>
      <p:grpSp>
        <p:nvGrpSpPr>
          <p:cNvPr id="2" name="Group 93"/>
          <p:cNvGrpSpPr>
            <a:grpSpLocks/>
          </p:cNvGrpSpPr>
          <p:nvPr/>
        </p:nvGrpSpPr>
        <p:grpSpPr bwMode="auto">
          <a:xfrm>
            <a:off x="4973162" y="1349374"/>
            <a:ext cx="6859969" cy="4868863"/>
            <a:chOff x="672" y="551"/>
            <a:chExt cx="5539" cy="3385"/>
          </a:xfrm>
        </p:grpSpPr>
        <p:sp>
          <p:nvSpPr>
            <p:cNvPr id="35848" name="Text Box 4"/>
            <p:cNvSpPr txBox="1">
              <a:spLocks noChangeArrowheads="1"/>
            </p:cNvSpPr>
            <p:nvPr/>
          </p:nvSpPr>
          <p:spPr bwMode="auto">
            <a:xfrm>
              <a:off x="5402" y="2875"/>
              <a:ext cx="809" cy="40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600" b="1" i="1" dirty="0">
                  <a:solidFill>
                    <a:schemeClr val="hlink"/>
                  </a:solidFill>
                </a:rPr>
                <a:t>Commit Point</a:t>
              </a:r>
            </a:p>
          </p:txBody>
        </p:sp>
        <p:sp>
          <p:nvSpPr>
            <p:cNvPr id="35849" name="Line 5"/>
            <p:cNvSpPr>
              <a:spLocks noChangeShapeType="1"/>
            </p:cNvSpPr>
            <p:nvPr/>
          </p:nvSpPr>
          <p:spPr bwMode="auto">
            <a:xfrm flipV="1">
              <a:off x="1463" y="998"/>
              <a:ext cx="73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50" name="Text Box 6"/>
            <p:cNvSpPr txBox="1">
              <a:spLocks noChangeArrowheads="1"/>
            </p:cNvSpPr>
            <p:nvPr/>
          </p:nvSpPr>
          <p:spPr bwMode="auto">
            <a:xfrm>
              <a:off x="1384" y="852"/>
              <a:ext cx="190" cy="2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b="1" i="1"/>
                <a:t>2</a:t>
              </a:r>
            </a:p>
          </p:txBody>
        </p:sp>
        <p:sp>
          <p:nvSpPr>
            <p:cNvPr id="35851" name="Freeform 7"/>
            <p:cNvSpPr>
              <a:spLocks/>
            </p:cNvSpPr>
            <p:nvPr/>
          </p:nvSpPr>
          <p:spPr bwMode="auto">
            <a:xfrm>
              <a:off x="3345" y="3459"/>
              <a:ext cx="656" cy="477"/>
            </a:xfrm>
            <a:custGeom>
              <a:avLst/>
              <a:gdLst>
                <a:gd name="T0" fmla="*/ 384 w 720"/>
                <a:gd name="T1" fmla="*/ 0 h 528"/>
                <a:gd name="T2" fmla="*/ 720 w 720"/>
                <a:gd name="T3" fmla="*/ 0 h 528"/>
                <a:gd name="T4" fmla="*/ 720 w 720"/>
                <a:gd name="T5" fmla="*/ 528 h 528"/>
                <a:gd name="T6" fmla="*/ 0 w 720"/>
                <a:gd name="T7" fmla="*/ 528 h 528"/>
                <a:gd name="T8" fmla="*/ 0 w 720"/>
                <a:gd name="T9" fmla="*/ 240 h 528"/>
                <a:gd name="T10" fmla="*/ 96 w 720"/>
                <a:gd name="T11" fmla="*/ 240 h 5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20"/>
                <a:gd name="T19" fmla="*/ 0 h 528"/>
                <a:gd name="T20" fmla="*/ 720 w 720"/>
                <a:gd name="T21" fmla="*/ 528 h 5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20" h="528">
                  <a:moveTo>
                    <a:pt x="384" y="0"/>
                  </a:moveTo>
                  <a:lnTo>
                    <a:pt x="720" y="0"/>
                  </a:lnTo>
                  <a:lnTo>
                    <a:pt x="720" y="528"/>
                  </a:lnTo>
                  <a:lnTo>
                    <a:pt x="0" y="528"/>
                  </a:lnTo>
                  <a:lnTo>
                    <a:pt x="0" y="240"/>
                  </a:lnTo>
                  <a:lnTo>
                    <a:pt x="96" y="24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52" name="Freeform 8"/>
            <p:cNvSpPr>
              <a:spLocks/>
            </p:cNvSpPr>
            <p:nvPr/>
          </p:nvSpPr>
          <p:spPr bwMode="auto">
            <a:xfrm>
              <a:off x="2863" y="1506"/>
              <a:ext cx="2801" cy="434"/>
            </a:xfrm>
            <a:custGeom>
              <a:avLst/>
              <a:gdLst>
                <a:gd name="T0" fmla="*/ 2880 w 3072"/>
                <a:gd name="T1" fmla="*/ 480 h 480"/>
                <a:gd name="T2" fmla="*/ 3072 w 3072"/>
                <a:gd name="T3" fmla="*/ 480 h 480"/>
                <a:gd name="T4" fmla="*/ 3072 w 3072"/>
                <a:gd name="T5" fmla="*/ 0 h 480"/>
                <a:gd name="T6" fmla="*/ 0 w 3072"/>
                <a:gd name="T7" fmla="*/ 0 h 480"/>
                <a:gd name="T8" fmla="*/ 0 w 3072"/>
                <a:gd name="T9" fmla="*/ 144 h 4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72"/>
                <a:gd name="T16" fmla="*/ 0 h 480"/>
                <a:gd name="T17" fmla="*/ 3072 w 3072"/>
                <a:gd name="T18" fmla="*/ 480 h 4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72" h="480">
                  <a:moveTo>
                    <a:pt x="2880" y="480"/>
                  </a:moveTo>
                  <a:lnTo>
                    <a:pt x="3072" y="480"/>
                  </a:lnTo>
                  <a:lnTo>
                    <a:pt x="3072" y="0"/>
                  </a:lnTo>
                  <a:lnTo>
                    <a:pt x="0" y="0"/>
                  </a:lnTo>
                  <a:lnTo>
                    <a:pt x="0" y="144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53" name="Freeform 9"/>
            <p:cNvSpPr>
              <a:spLocks/>
            </p:cNvSpPr>
            <p:nvPr/>
          </p:nvSpPr>
          <p:spPr bwMode="auto">
            <a:xfrm>
              <a:off x="2863" y="638"/>
              <a:ext cx="2801" cy="434"/>
            </a:xfrm>
            <a:custGeom>
              <a:avLst/>
              <a:gdLst>
                <a:gd name="T0" fmla="*/ 2880 w 3072"/>
                <a:gd name="T1" fmla="*/ 480 h 480"/>
                <a:gd name="T2" fmla="*/ 3072 w 3072"/>
                <a:gd name="T3" fmla="*/ 480 h 480"/>
                <a:gd name="T4" fmla="*/ 3072 w 3072"/>
                <a:gd name="T5" fmla="*/ 0 h 480"/>
                <a:gd name="T6" fmla="*/ 0 w 3072"/>
                <a:gd name="T7" fmla="*/ 0 h 480"/>
                <a:gd name="T8" fmla="*/ 0 w 3072"/>
                <a:gd name="T9" fmla="*/ 144 h 4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72"/>
                <a:gd name="T16" fmla="*/ 0 h 480"/>
                <a:gd name="T17" fmla="*/ 3072 w 3072"/>
                <a:gd name="T18" fmla="*/ 480 h 4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72" h="480">
                  <a:moveTo>
                    <a:pt x="2880" y="480"/>
                  </a:moveTo>
                  <a:lnTo>
                    <a:pt x="3072" y="480"/>
                  </a:lnTo>
                  <a:lnTo>
                    <a:pt x="3072" y="0"/>
                  </a:lnTo>
                  <a:lnTo>
                    <a:pt x="0" y="0"/>
                  </a:lnTo>
                  <a:lnTo>
                    <a:pt x="0" y="144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54" name="Freeform 10"/>
            <p:cNvSpPr>
              <a:spLocks/>
            </p:cNvSpPr>
            <p:nvPr/>
          </p:nvSpPr>
          <p:spPr bwMode="auto">
            <a:xfrm>
              <a:off x="4001" y="1766"/>
              <a:ext cx="1269" cy="1693"/>
            </a:xfrm>
            <a:custGeom>
              <a:avLst/>
              <a:gdLst>
                <a:gd name="T0" fmla="*/ 0 w 1440"/>
                <a:gd name="T1" fmla="*/ 1680 h 1680"/>
                <a:gd name="T2" fmla="*/ 1440 w 1440"/>
                <a:gd name="T3" fmla="*/ 1680 h 1680"/>
                <a:gd name="T4" fmla="*/ 1440 w 1440"/>
                <a:gd name="T5" fmla="*/ 0 h 1680"/>
                <a:gd name="T6" fmla="*/ 0 60000 65536"/>
                <a:gd name="T7" fmla="*/ 0 60000 65536"/>
                <a:gd name="T8" fmla="*/ 0 60000 65536"/>
                <a:gd name="T9" fmla="*/ 0 w 1440"/>
                <a:gd name="T10" fmla="*/ 0 h 1680"/>
                <a:gd name="T11" fmla="*/ 1440 w 1440"/>
                <a:gd name="T12" fmla="*/ 1680 h 16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1680">
                  <a:moveTo>
                    <a:pt x="0" y="1680"/>
                  </a:moveTo>
                  <a:lnTo>
                    <a:pt x="1440" y="1680"/>
                  </a:lnTo>
                  <a:lnTo>
                    <a:pt x="1440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55" name="Line 11"/>
            <p:cNvSpPr>
              <a:spLocks noChangeShapeType="1"/>
            </p:cNvSpPr>
            <p:nvPr/>
          </p:nvSpPr>
          <p:spPr bwMode="auto">
            <a:xfrm>
              <a:off x="3651" y="1072"/>
              <a:ext cx="17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56" name="Line 12"/>
            <p:cNvSpPr>
              <a:spLocks noChangeShapeType="1"/>
            </p:cNvSpPr>
            <p:nvPr/>
          </p:nvSpPr>
          <p:spPr bwMode="auto">
            <a:xfrm>
              <a:off x="816" y="1056"/>
              <a:ext cx="2091" cy="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672" y="725"/>
              <a:ext cx="175" cy="694"/>
              <a:chOff x="336" y="1200"/>
              <a:chExt cx="144" cy="720"/>
            </a:xfrm>
          </p:grpSpPr>
          <p:sp>
            <p:nvSpPr>
              <p:cNvPr id="35926" name="Rectangle 14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dirty="0"/>
                  <a:t>PC</a:t>
                </a:r>
              </a:p>
            </p:txBody>
          </p:sp>
          <p:sp>
            <p:nvSpPr>
              <p:cNvPr id="35927" name="Freeform 15"/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44"/>
                  <a:gd name="T11" fmla="*/ 192 w 19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5858" name="Rectangle 16"/>
            <p:cNvSpPr>
              <a:spLocks noChangeArrowheads="1"/>
            </p:cNvSpPr>
            <p:nvPr/>
          </p:nvSpPr>
          <p:spPr bwMode="auto">
            <a:xfrm>
              <a:off x="891" y="768"/>
              <a:ext cx="525" cy="56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1600" dirty="0"/>
                <a:t>Inst. Mem</a:t>
              </a: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1562" y="725"/>
              <a:ext cx="175" cy="694"/>
              <a:chOff x="336" y="1200"/>
              <a:chExt cx="144" cy="720"/>
            </a:xfrm>
          </p:grpSpPr>
          <p:sp>
            <p:nvSpPr>
              <p:cNvPr id="35924" name="Rectangle 18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/>
                  <a:t>D</a:t>
                </a:r>
              </a:p>
            </p:txBody>
          </p:sp>
          <p:sp>
            <p:nvSpPr>
              <p:cNvPr id="35925" name="Freeform 19"/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44"/>
                  <a:gd name="T11" fmla="*/ 192 w 19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5860" name="Line 20"/>
            <p:cNvSpPr>
              <a:spLocks noChangeShapeType="1"/>
            </p:cNvSpPr>
            <p:nvPr/>
          </p:nvSpPr>
          <p:spPr bwMode="auto">
            <a:xfrm>
              <a:off x="2951" y="1245"/>
              <a:ext cx="48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61" name="Rectangle 21"/>
            <p:cNvSpPr>
              <a:spLocks noChangeArrowheads="1"/>
            </p:cNvSpPr>
            <p:nvPr/>
          </p:nvSpPr>
          <p:spPr bwMode="auto">
            <a:xfrm>
              <a:off x="1781" y="768"/>
              <a:ext cx="612" cy="56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/>
                <a:t>Dual</a:t>
              </a:r>
            </a:p>
            <a:p>
              <a:pPr>
                <a:spcBef>
                  <a:spcPct val="0"/>
                </a:spcBef>
              </a:pPr>
              <a:r>
                <a:rPr lang="en-US" sz="1200" dirty="0"/>
                <a:t>Decode</a:t>
              </a:r>
            </a:p>
          </p:txBody>
        </p:sp>
        <p:sp>
          <p:nvSpPr>
            <p:cNvPr id="35862" name="Line 22"/>
            <p:cNvSpPr>
              <a:spLocks noChangeShapeType="1"/>
            </p:cNvSpPr>
            <p:nvPr/>
          </p:nvSpPr>
          <p:spPr bwMode="auto">
            <a:xfrm>
              <a:off x="3038" y="898"/>
              <a:ext cx="3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" name="Group 23"/>
            <p:cNvGrpSpPr>
              <a:grpSpLocks/>
            </p:cNvGrpSpPr>
            <p:nvPr/>
          </p:nvGrpSpPr>
          <p:grpSpPr bwMode="auto">
            <a:xfrm>
              <a:off x="3170" y="725"/>
              <a:ext cx="175" cy="694"/>
              <a:chOff x="336" y="1200"/>
              <a:chExt cx="144" cy="720"/>
            </a:xfrm>
          </p:grpSpPr>
          <p:sp>
            <p:nvSpPr>
              <p:cNvPr id="35922" name="Rectangle 24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/>
                  <a:t>X1</a:t>
                </a:r>
              </a:p>
            </p:txBody>
          </p:sp>
          <p:sp>
            <p:nvSpPr>
              <p:cNvPr id="35923" name="Freeform 25"/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44"/>
                  <a:gd name="T11" fmla="*/ 192 w 19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5864" name="Freeform 26"/>
            <p:cNvSpPr>
              <a:spLocks/>
            </p:cNvSpPr>
            <p:nvPr/>
          </p:nvSpPr>
          <p:spPr bwMode="auto">
            <a:xfrm>
              <a:off x="3432" y="768"/>
              <a:ext cx="219" cy="608"/>
            </a:xfrm>
            <a:custGeom>
              <a:avLst/>
              <a:gdLst>
                <a:gd name="T0" fmla="*/ 0 w 240"/>
                <a:gd name="T1" fmla="*/ 0 h 672"/>
                <a:gd name="T2" fmla="*/ 0 w 240"/>
                <a:gd name="T3" fmla="*/ 288 h 672"/>
                <a:gd name="T4" fmla="*/ 48 w 240"/>
                <a:gd name="T5" fmla="*/ 336 h 672"/>
                <a:gd name="T6" fmla="*/ 0 w 240"/>
                <a:gd name="T7" fmla="*/ 384 h 672"/>
                <a:gd name="T8" fmla="*/ 0 w 240"/>
                <a:gd name="T9" fmla="*/ 672 h 672"/>
                <a:gd name="T10" fmla="*/ 240 w 240"/>
                <a:gd name="T11" fmla="*/ 480 h 672"/>
                <a:gd name="T12" fmla="*/ 240 w 240"/>
                <a:gd name="T13" fmla="*/ 144 h 672"/>
                <a:gd name="T14" fmla="*/ 0 w 240"/>
                <a:gd name="T15" fmla="*/ 0 h 6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0"/>
                <a:gd name="T25" fmla="*/ 0 h 672"/>
                <a:gd name="T26" fmla="*/ 240 w 240"/>
                <a:gd name="T27" fmla="*/ 672 h 6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0" h="672">
                  <a:moveTo>
                    <a:pt x="0" y="0"/>
                  </a:moveTo>
                  <a:lnTo>
                    <a:pt x="0" y="288"/>
                  </a:lnTo>
                  <a:lnTo>
                    <a:pt x="48" y="336"/>
                  </a:lnTo>
                  <a:lnTo>
                    <a:pt x="0" y="384"/>
                  </a:lnTo>
                  <a:lnTo>
                    <a:pt x="0" y="672"/>
                  </a:lnTo>
                  <a:lnTo>
                    <a:pt x="240" y="480"/>
                  </a:lnTo>
                  <a:lnTo>
                    <a:pt x="240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" name="Group 27"/>
            <p:cNvGrpSpPr>
              <a:grpSpLocks/>
            </p:cNvGrpSpPr>
            <p:nvPr/>
          </p:nvGrpSpPr>
          <p:grpSpPr bwMode="auto">
            <a:xfrm>
              <a:off x="3738" y="725"/>
              <a:ext cx="176" cy="694"/>
              <a:chOff x="336" y="1200"/>
              <a:chExt cx="144" cy="720"/>
            </a:xfrm>
          </p:grpSpPr>
          <p:sp>
            <p:nvSpPr>
              <p:cNvPr id="35920" name="Rectangle 28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/>
                  <a:t>X2</a:t>
                </a:r>
              </a:p>
            </p:txBody>
          </p:sp>
          <p:sp>
            <p:nvSpPr>
              <p:cNvPr id="35921" name="Freeform 29"/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44"/>
                  <a:gd name="T11" fmla="*/ 192 w 19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5866" name="Rectangle 30"/>
            <p:cNvSpPr>
              <a:spLocks noChangeArrowheads="1"/>
            </p:cNvSpPr>
            <p:nvPr/>
          </p:nvSpPr>
          <p:spPr bwMode="auto">
            <a:xfrm>
              <a:off x="4001" y="725"/>
              <a:ext cx="481" cy="56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1400" dirty="0"/>
                <a:t>Data</a:t>
              </a:r>
              <a:r>
                <a:rPr lang="en-US" dirty="0"/>
                <a:t> </a:t>
              </a:r>
              <a:r>
                <a:rPr lang="en-US" sz="1100" dirty="0"/>
                <a:t>Mem</a:t>
              </a:r>
              <a:endParaRPr lang="en-US" dirty="0"/>
            </a:p>
          </p:txBody>
        </p:sp>
        <p:grpSp>
          <p:nvGrpSpPr>
            <p:cNvPr id="7" name="Group 31"/>
            <p:cNvGrpSpPr>
              <a:grpSpLocks/>
            </p:cNvGrpSpPr>
            <p:nvPr/>
          </p:nvGrpSpPr>
          <p:grpSpPr bwMode="auto">
            <a:xfrm>
              <a:off x="5401" y="725"/>
              <a:ext cx="175" cy="694"/>
              <a:chOff x="336" y="1200"/>
              <a:chExt cx="144" cy="720"/>
            </a:xfrm>
          </p:grpSpPr>
          <p:sp>
            <p:nvSpPr>
              <p:cNvPr id="35918" name="Rectangle 32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/>
                  <a:t>W</a:t>
                </a:r>
              </a:p>
            </p:txBody>
          </p:sp>
          <p:sp>
            <p:nvSpPr>
              <p:cNvPr id="35919" name="Freeform 33"/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44"/>
                  <a:gd name="T11" fmla="*/ 192 w 19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5868" name="Text Box 34"/>
            <p:cNvSpPr txBox="1">
              <a:spLocks noChangeArrowheads="1"/>
            </p:cNvSpPr>
            <p:nvPr/>
          </p:nvSpPr>
          <p:spPr bwMode="auto">
            <a:xfrm>
              <a:off x="3468" y="965"/>
              <a:ext cx="189" cy="2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r>
                <a:rPr lang="en-US" b="1"/>
                <a:t>+</a:t>
              </a:r>
            </a:p>
          </p:txBody>
        </p:sp>
        <p:sp>
          <p:nvSpPr>
            <p:cNvPr id="35869" name="Rectangle 35"/>
            <p:cNvSpPr>
              <a:spLocks noChangeArrowheads="1"/>
            </p:cNvSpPr>
            <p:nvPr/>
          </p:nvSpPr>
          <p:spPr bwMode="auto">
            <a:xfrm>
              <a:off x="2601" y="768"/>
              <a:ext cx="481" cy="56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/>
                <a:t>GPRs</a:t>
              </a:r>
            </a:p>
          </p:txBody>
        </p:sp>
        <p:sp>
          <p:nvSpPr>
            <p:cNvPr id="35870" name="Line 36"/>
            <p:cNvSpPr>
              <a:spLocks noChangeShapeType="1"/>
            </p:cNvSpPr>
            <p:nvPr/>
          </p:nvSpPr>
          <p:spPr bwMode="auto">
            <a:xfrm>
              <a:off x="3651" y="1940"/>
              <a:ext cx="17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71" name="Freeform 37"/>
            <p:cNvSpPr>
              <a:spLocks/>
            </p:cNvSpPr>
            <p:nvPr/>
          </p:nvSpPr>
          <p:spPr bwMode="auto">
            <a:xfrm>
              <a:off x="3432" y="1636"/>
              <a:ext cx="1751" cy="608"/>
            </a:xfrm>
            <a:custGeom>
              <a:avLst/>
              <a:gdLst>
                <a:gd name="T0" fmla="*/ 0 w 240"/>
                <a:gd name="T1" fmla="*/ 0 h 672"/>
                <a:gd name="T2" fmla="*/ 0 w 240"/>
                <a:gd name="T3" fmla="*/ 288 h 672"/>
                <a:gd name="T4" fmla="*/ 48 w 240"/>
                <a:gd name="T5" fmla="*/ 336 h 672"/>
                <a:gd name="T6" fmla="*/ 0 w 240"/>
                <a:gd name="T7" fmla="*/ 384 h 672"/>
                <a:gd name="T8" fmla="*/ 0 w 240"/>
                <a:gd name="T9" fmla="*/ 672 h 672"/>
                <a:gd name="T10" fmla="*/ 240 w 240"/>
                <a:gd name="T11" fmla="*/ 480 h 672"/>
                <a:gd name="T12" fmla="*/ 240 w 240"/>
                <a:gd name="T13" fmla="*/ 144 h 672"/>
                <a:gd name="T14" fmla="*/ 0 w 240"/>
                <a:gd name="T15" fmla="*/ 0 h 6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0"/>
                <a:gd name="T25" fmla="*/ 0 h 672"/>
                <a:gd name="T26" fmla="*/ 240 w 240"/>
                <a:gd name="T27" fmla="*/ 672 h 6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0" h="672">
                  <a:moveTo>
                    <a:pt x="0" y="0"/>
                  </a:moveTo>
                  <a:lnTo>
                    <a:pt x="0" y="288"/>
                  </a:lnTo>
                  <a:lnTo>
                    <a:pt x="48" y="336"/>
                  </a:lnTo>
                  <a:lnTo>
                    <a:pt x="0" y="384"/>
                  </a:lnTo>
                  <a:lnTo>
                    <a:pt x="0" y="672"/>
                  </a:lnTo>
                  <a:lnTo>
                    <a:pt x="240" y="480"/>
                  </a:lnTo>
                  <a:lnTo>
                    <a:pt x="240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8" name="Group 38"/>
            <p:cNvGrpSpPr>
              <a:grpSpLocks/>
            </p:cNvGrpSpPr>
            <p:nvPr/>
          </p:nvGrpSpPr>
          <p:grpSpPr bwMode="auto">
            <a:xfrm>
              <a:off x="3738" y="1593"/>
              <a:ext cx="176" cy="694"/>
              <a:chOff x="336" y="1200"/>
              <a:chExt cx="144" cy="720"/>
            </a:xfrm>
          </p:grpSpPr>
          <p:sp>
            <p:nvSpPr>
              <p:cNvPr id="35916" name="Rectangle 39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/>
                  <a:t>X2</a:t>
                </a:r>
              </a:p>
            </p:txBody>
          </p:sp>
          <p:sp>
            <p:nvSpPr>
              <p:cNvPr id="35917" name="Freeform 40"/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44"/>
                  <a:gd name="T11" fmla="*/ 192 w 19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9" name="Group 41"/>
            <p:cNvGrpSpPr>
              <a:grpSpLocks/>
            </p:cNvGrpSpPr>
            <p:nvPr/>
          </p:nvGrpSpPr>
          <p:grpSpPr bwMode="auto">
            <a:xfrm>
              <a:off x="5401" y="1593"/>
              <a:ext cx="175" cy="694"/>
              <a:chOff x="336" y="1200"/>
              <a:chExt cx="144" cy="720"/>
            </a:xfrm>
          </p:grpSpPr>
          <p:sp>
            <p:nvSpPr>
              <p:cNvPr id="35914" name="Rectangle 42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/>
                  <a:t>W</a:t>
                </a:r>
              </a:p>
            </p:txBody>
          </p:sp>
          <p:sp>
            <p:nvSpPr>
              <p:cNvPr id="35915" name="Freeform 43"/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44"/>
                  <a:gd name="T11" fmla="*/ 192 w 19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5874" name="Text Box 44"/>
            <p:cNvSpPr txBox="1">
              <a:spLocks noChangeArrowheads="1"/>
            </p:cNvSpPr>
            <p:nvPr/>
          </p:nvSpPr>
          <p:spPr bwMode="auto">
            <a:xfrm>
              <a:off x="4004" y="1834"/>
              <a:ext cx="412" cy="2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FAdd</a:t>
              </a:r>
            </a:p>
          </p:txBody>
        </p:sp>
        <p:grpSp>
          <p:nvGrpSpPr>
            <p:cNvPr id="10" name="Group 45"/>
            <p:cNvGrpSpPr>
              <a:grpSpLocks/>
            </p:cNvGrpSpPr>
            <p:nvPr/>
          </p:nvGrpSpPr>
          <p:grpSpPr bwMode="auto">
            <a:xfrm>
              <a:off x="4570" y="1593"/>
              <a:ext cx="175" cy="694"/>
              <a:chOff x="336" y="1200"/>
              <a:chExt cx="144" cy="720"/>
            </a:xfrm>
          </p:grpSpPr>
          <p:sp>
            <p:nvSpPr>
              <p:cNvPr id="35912" name="Rectangle 46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/>
                  <a:t>X3</a:t>
                </a:r>
              </a:p>
            </p:txBody>
          </p:sp>
          <p:sp>
            <p:nvSpPr>
              <p:cNvPr id="35913" name="Freeform 47"/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44"/>
                  <a:gd name="T11" fmla="*/ 192 w 19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1" name="Group 48"/>
            <p:cNvGrpSpPr>
              <a:grpSpLocks/>
            </p:cNvGrpSpPr>
            <p:nvPr/>
          </p:nvGrpSpPr>
          <p:grpSpPr bwMode="auto">
            <a:xfrm>
              <a:off x="4570" y="725"/>
              <a:ext cx="175" cy="694"/>
              <a:chOff x="336" y="1200"/>
              <a:chExt cx="144" cy="720"/>
            </a:xfrm>
          </p:grpSpPr>
          <p:sp>
            <p:nvSpPr>
              <p:cNvPr id="35910" name="Rectangle 49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/>
                  <a:t>X3</a:t>
                </a:r>
              </a:p>
            </p:txBody>
          </p:sp>
          <p:sp>
            <p:nvSpPr>
              <p:cNvPr id="35911" name="Freeform 50"/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44"/>
                  <a:gd name="T11" fmla="*/ 192 w 19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5877" name="Line 51"/>
            <p:cNvSpPr>
              <a:spLocks noChangeShapeType="1"/>
            </p:cNvSpPr>
            <p:nvPr/>
          </p:nvSpPr>
          <p:spPr bwMode="auto">
            <a:xfrm>
              <a:off x="2951" y="2113"/>
              <a:ext cx="48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78" name="Line 52"/>
            <p:cNvSpPr>
              <a:spLocks noChangeShapeType="1"/>
            </p:cNvSpPr>
            <p:nvPr/>
          </p:nvSpPr>
          <p:spPr bwMode="auto">
            <a:xfrm>
              <a:off x="3038" y="1766"/>
              <a:ext cx="3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79" name="Rectangle 53"/>
            <p:cNvSpPr>
              <a:spLocks noChangeArrowheads="1"/>
            </p:cNvSpPr>
            <p:nvPr/>
          </p:nvSpPr>
          <p:spPr bwMode="auto">
            <a:xfrm>
              <a:off x="2601" y="1636"/>
              <a:ext cx="481" cy="56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1400" dirty="0"/>
                <a:t>FPRs</a:t>
              </a:r>
              <a:endParaRPr lang="en-US" dirty="0"/>
            </a:p>
          </p:txBody>
        </p:sp>
        <p:grpSp>
          <p:nvGrpSpPr>
            <p:cNvPr id="12" name="Group 54"/>
            <p:cNvGrpSpPr>
              <a:grpSpLocks/>
            </p:cNvGrpSpPr>
            <p:nvPr/>
          </p:nvGrpSpPr>
          <p:grpSpPr bwMode="auto">
            <a:xfrm>
              <a:off x="3126" y="1593"/>
              <a:ext cx="175" cy="694"/>
              <a:chOff x="336" y="1200"/>
              <a:chExt cx="144" cy="720"/>
            </a:xfrm>
          </p:grpSpPr>
          <p:sp>
            <p:nvSpPr>
              <p:cNvPr id="35908" name="Rectangle 55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/>
                  <a:t>X1</a:t>
                </a:r>
              </a:p>
            </p:txBody>
          </p:sp>
          <p:sp>
            <p:nvSpPr>
              <p:cNvPr id="35909" name="Freeform 56"/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44"/>
                  <a:gd name="T11" fmla="*/ 192 w 19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5881" name="Freeform 57"/>
            <p:cNvSpPr>
              <a:spLocks/>
            </p:cNvSpPr>
            <p:nvPr/>
          </p:nvSpPr>
          <p:spPr bwMode="auto">
            <a:xfrm>
              <a:off x="2496" y="1200"/>
              <a:ext cx="105" cy="696"/>
            </a:xfrm>
            <a:custGeom>
              <a:avLst/>
              <a:gdLst>
                <a:gd name="T0" fmla="*/ 0 w 48"/>
                <a:gd name="T1" fmla="*/ 0 h 912"/>
                <a:gd name="T2" fmla="*/ 0 w 48"/>
                <a:gd name="T3" fmla="*/ 912 h 912"/>
                <a:gd name="T4" fmla="*/ 48 w 48"/>
                <a:gd name="T5" fmla="*/ 912 h 912"/>
                <a:gd name="T6" fmla="*/ 0 60000 65536"/>
                <a:gd name="T7" fmla="*/ 0 60000 65536"/>
                <a:gd name="T8" fmla="*/ 0 60000 65536"/>
                <a:gd name="T9" fmla="*/ 0 w 48"/>
                <a:gd name="T10" fmla="*/ 0 h 912"/>
                <a:gd name="T11" fmla="*/ 48 w 48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912">
                  <a:moveTo>
                    <a:pt x="0" y="0"/>
                  </a:moveTo>
                  <a:lnTo>
                    <a:pt x="0" y="912"/>
                  </a:lnTo>
                  <a:lnTo>
                    <a:pt x="48" y="912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82" name="Freeform 58"/>
            <p:cNvSpPr>
              <a:spLocks/>
            </p:cNvSpPr>
            <p:nvPr/>
          </p:nvSpPr>
          <p:spPr bwMode="auto">
            <a:xfrm>
              <a:off x="3432" y="2417"/>
              <a:ext cx="1751" cy="608"/>
            </a:xfrm>
            <a:custGeom>
              <a:avLst/>
              <a:gdLst>
                <a:gd name="T0" fmla="*/ 0 w 240"/>
                <a:gd name="T1" fmla="*/ 0 h 672"/>
                <a:gd name="T2" fmla="*/ 0 w 240"/>
                <a:gd name="T3" fmla="*/ 288 h 672"/>
                <a:gd name="T4" fmla="*/ 48 w 240"/>
                <a:gd name="T5" fmla="*/ 336 h 672"/>
                <a:gd name="T6" fmla="*/ 0 w 240"/>
                <a:gd name="T7" fmla="*/ 384 h 672"/>
                <a:gd name="T8" fmla="*/ 0 w 240"/>
                <a:gd name="T9" fmla="*/ 672 h 672"/>
                <a:gd name="T10" fmla="*/ 240 w 240"/>
                <a:gd name="T11" fmla="*/ 480 h 672"/>
                <a:gd name="T12" fmla="*/ 240 w 240"/>
                <a:gd name="T13" fmla="*/ 144 h 672"/>
                <a:gd name="T14" fmla="*/ 0 w 240"/>
                <a:gd name="T15" fmla="*/ 0 h 6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0"/>
                <a:gd name="T25" fmla="*/ 0 h 672"/>
                <a:gd name="T26" fmla="*/ 240 w 240"/>
                <a:gd name="T27" fmla="*/ 672 h 6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0" h="672">
                  <a:moveTo>
                    <a:pt x="0" y="0"/>
                  </a:moveTo>
                  <a:lnTo>
                    <a:pt x="0" y="288"/>
                  </a:lnTo>
                  <a:lnTo>
                    <a:pt x="48" y="336"/>
                  </a:lnTo>
                  <a:lnTo>
                    <a:pt x="0" y="384"/>
                  </a:lnTo>
                  <a:lnTo>
                    <a:pt x="0" y="672"/>
                  </a:lnTo>
                  <a:lnTo>
                    <a:pt x="240" y="480"/>
                  </a:lnTo>
                  <a:lnTo>
                    <a:pt x="240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3" name="Group 59"/>
            <p:cNvGrpSpPr>
              <a:grpSpLocks/>
            </p:cNvGrpSpPr>
            <p:nvPr/>
          </p:nvGrpSpPr>
          <p:grpSpPr bwMode="auto">
            <a:xfrm>
              <a:off x="3738" y="2374"/>
              <a:ext cx="176" cy="694"/>
              <a:chOff x="336" y="1200"/>
              <a:chExt cx="144" cy="720"/>
            </a:xfrm>
          </p:grpSpPr>
          <p:sp>
            <p:nvSpPr>
              <p:cNvPr id="35906" name="Rectangle 60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/>
                  <a:t>X2</a:t>
                </a:r>
              </a:p>
            </p:txBody>
          </p:sp>
          <p:sp>
            <p:nvSpPr>
              <p:cNvPr id="35907" name="Freeform 61"/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44"/>
                  <a:gd name="T11" fmla="*/ 192 w 19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5884" name="Text Box 62"/>
            <p:cNvSpPr txBox="1">
              <a:spLocks noChangeArrowheads="1"/>
            </p:cNvSpPr>
            <p:nvPr/>
          </p:nvSpPr>
          <p:spPr bwMode="auto">
            <a:xfrm>
              <a:off x="4014" y="2615"/>
              <a:ext cx="417" cy="2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r>
                <a:rPr lang="en-US"/>
                <a:t>FMul</a:t>
              </a:r>
            </a:p>
          </p:txBody>
        </p:sp>
        <p:grpSp>
          <p:nvGrpSpPr>
            <p:cNvPr id="14" name="Group 63"/>
            <p:cNvGrpSpPr>
              <a:grpSpLocks/>
            </p:cNvGrpSpPr>
            <p:nvPr/>
          </p:nvGrpSpPr>
          <p:grpSpPr bwMode="auto">
            <a:xfrm>
              <a:off x="4570" y="2374"/>
              <a:ext cx="175" cy="694"/>
              <a:chOff x="336" y="1200"/>
              <a:chExt cx="144" cy="720"/>
            </a:xfrm>
          </p:grpSpPr>
          <p:sp>
            <p:nvSpPr>
              <p:cNvPr id="35904" name="Rectangle 64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/>
                  <a:t>X3</a:t>
                </a:r>
              </a:p>
            </p:txBody>
          </p:sp>
          <p:sp>
            <p:nvSpPr>
              <p:cNvPr id="35905" name="Freeform 65"/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44"/>
                  <a:gd name="T11" fmla="*/ 192 w 19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5886" name="Freeform 66"/>
            <p:cNvSpPr>
              <a:spLocks/>
            </p:cNvSpPr>
            <p:nvPr/>
          </p:nvSpPr>
          <p:spPr bwMode="auto">
            <a:xfrm>
              <a:off x="3345" y="2113"/>
              <a:ext cx="87" cy="825"/>
            </a:xfrm>
            <a:custGeom>
              <a:avLst/>
              <a:gdLst>
                <a:gd name="T0" fmla="*/ 0 w 96"/>
                <a:gd name="T1" fmla="*/ 0 h 912"/>
                <a:gd name="T2" fmla="*/ 0 w 96"/>
                <a:gd name="T3" fmla="*/ 912 h 912"/>
                <a:gd name="T4" fmla="*/ 96 w 96"/>
                <a:gd name="T5" fmla="*/ 912 h 912"/>
                <a:gd name="T6" fmla="*/ 0 60000 65536"/>
                <a:gd name="T7" fmla="*/ 0 60000 65536"/>
                <a:gd name="T8" fmla="*/ 0 60000 65536"/>
                <a:gd name="T9" fmla="*/ 0 w 96"/>
                <a:gd name="T10" fmla="*/ 0 h 912"/>
                <a:gd name="T11" fmla="*/ 96 w 96"/>
                <a:gd name="T12" fmla="*/ 912 h 9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912">
                  <a:moveTo>
                    <a:pt x="0" y="0"/>
                  </a:moveTo>
                  <a:lnTo>
                    <a:pt x="0" y="912"/>
                  </a:lnTo>
                  <a:lnTo>
                    <a:pt x="96" y="912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87" name="Freeform 67"/>
            <p:cNvSpPr>
              <a:spLocks/>
            </p:cNvSpPr>
            <p:nvPr/>
          </p:nvSpPr>
          <p:spPr bwMode="auto">
            <a:xfrm>
              <a:off x="3388" y="1766"/>
              <a:ext cx="44" cy="781"/>
            </a:xfrm>
            <a:custGeom>
              <a:avLst/>
              <a:gdLst>
                <a:gd name="T0" fmla="*/ 0 w 48"/>
                <a:gd name="T1" fmla="*/ 0 h 864"/>
                <a:gd name="T2" fmla="*/ 0 w 48"/>
                <a:gd name="T3" fmla="*/ 864 h 864"/>
                <a:gd name="T4" fmla="*/ 48 w 48"/>
                <a:gd name="T5" fmla="*/ 864 h 864"/>
                <a:gd name="T6" fmla="*/ 0 60000 65536"/>
                <a:gd name="T7" fmla="*/ 0 60000 65536"/>
                <a:gd name="T8" fmla="*/ 0 60000 65536"/>
                <a:gd name="T9" fmla="*/ 0 w 48"/>
                <a:gd name="T10" fmla="*/ 0 h 864"/>
                <a:gd name="T11" fmla="*/ 48 w 48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864">
                  <a:moveTo>
                    <a:pt x="0" y="0"/>
                  </a:moveTo>
                  <a:lnTo>
                    <a:pt x="0" y="864"/>
                  </a:lnTo>
                  <a:lnTo>
                    <a:pt x="48" y="864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5" name="Group 68"/>
            <p:cNvGrpSpPr>
              <a:grpSpLocks/>
            </p:cNvGrpSpPr>
            <p:nvPr/>
          </p:nvGrpSpPr>
          <p:grpSpPr bwMode="auto">
            <a:xfrm>
              <a:off x="3738" y="3111"/>
              <a:ext cx="176" cy="695"/>
              <a:chOff x="336" y="1200"/>
              <a:chExt cx="144" cy="720"/>
            </a:xfrm>
          </p:grpSpPr>
          <p:sp>
            <p:nvSpPr>
              <p:cNvPr id="35902" name="Rectangle 69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/>
                  <a:t>X2</a:t>
                </a:r>
              </a:p>
            </p:txBody>
          </p:sp>
          <p:sp>
            <p:nvSpPr>
              <p:cNvPr id="35903" name="Freeform 70"/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44"/>
                  <a:gd name="T11" fmla="*/ 192 w 19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5889" name="Freeform 71"/>
            <p:cNvSpPr>
              <a:spLocks/>
            </p:cNvSpPr>
            <p:nvPr/>
          </p:nvSpPr>
          <p:spPr bwMode="auto">
            <a:xfrm>
              <a:off x="3345" y="2938"/>
              <a:ext cx="87" cy="694"/>
            </a:xfrm>
            <a:custGeom>
              <a:avLst/>
              <a:gdLst>
                <a:gd name="T0" fmla="*/ 0 w 96"/>
                <a:gd name="T1" fmla="*/ 0 h 768"/>
                <a:gd name="T2" fmla="*/ 0 w 96"/>
                <a:gd name="T3" fmla="*/ 768 h 768"/>
                <a:gd name="T4" fmla="*/ 96 w 96"/>
                <a:gd name="T5" fmla="*/ 768 h 768"/>
                <a:gd name="T6" fmla="*/ 0 60000 65536"/>
                <a:gd name="T7" fmla="*/ 0 60000 65536"/>
                <a:gd name="T8" fmla="*/ 0 60000 65536"/>
                <a:gd name="T9" fmla="*/ 0 w 96"/>
                <a:gd name="T10" fmla="*/ 0 h 768"/>
                <a:gd name="T11" fmla="*/ 96 w 96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768">
                  <a:moveTo>
                    <a:pt x="0" y="0"/>
                  </a:moveTo>
                  <a:lnTo>
                    <a:pt x="0" y="768"/>
                  </a:lnTo>
                  <a:lnTo>
                    <a:pt x="96" y="768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90" name="Freeform 72"/>
            <p:cNvSpPr>
              <a:spLocks/>
            </p:cNvSpPr>
            <p:nvPr/>
          </p:nvSpPr>
          <p:spPr bwMode="auto">
            <a:xfrm>
              <a:off x="3388" y="2547"/>
              <a:ext cx="44" cy="738"/>
            </a:xfrm>
            <a:custGeom>
              <a:avLst/>
              <a:gdLst>
                <a:gd name="T0" fmla="*/ 0 w 48"/>
                <a:gd name="T1" fmla="*/ 0 h 816"/>
                <a:gd name="T2" fmla="*/ 0 w 48"/>
                <a:gd name="T3" fmla="*/ 816 h 816"/>
                <a:gd name="T4" fmla="*/ 48 w 48"/>
                <a:gd name="T5" fmla="*/ 816 h 816"/>
                <a:gd name="T6" fmla="*/ 0 60000 65536"/>
                <a:gd name="T7" fmla="*/ 0 60000 65536"/>
                <a:gd name="T8" fmla="*/ 0 60000 65536"/>
                <a:gd name="T9" fmla="*/ 0 w 48"/>
                <a:gd name="T10" fmla="*/ 0 h 816"/>
                <a:gd name="T11" fmla="*/ 48 w 4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816">
                  <a:moveTo>
                    <a:pt x="0" y="0"/>
                  </a:moveTo>
                  <a:lnTo>
                    <a:pt x="0" y="816"/>
                  </a:lnTo>
                  <a:lnTo>
                    <a:pt x="48" y="816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91" name="Rectangle 73"/>
            <p:cNvSpPr>
              <a:spLocks noChangeArrowheads="1"/>
            </p:cNvSpPr>
            <p:nvPr/>
          </p:nvSpPr>
          <p:spPr bwMode="auto">
            <a:xfrm>
              <a:off x="3432" y="3111"/>
              <a:ext cx="263" cy="69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dirty="0" err="1"/>
                <a:t>FDiv</a:t>
              </a:r>
              <a:endParaRPr lang="en-US" dirty="0"/>
            </a:p>
          </p:txBody>
        </p:sp>
        <p:grpSp>
          <p:nvGrpSpPr>
            <p:cNvPr id="16" name="Group 74"/>
            <p:cNvGrpSpPr>
              <a:grpSpLocks/>
            </p:cNvGrpSpPr>
            <p:nvPr/>
          </p:nvGrpSpPr>
          <p:grpSpPr bwMode="auto">
            <a:xfrm>
              <a:off x="4570" y="3111"/>
              <a:ext cx="175" cy="695"/>
              <a:chOff x="336" y="1200"/>
              <a:chExt cx="144" cy="720"/>
            </a:xfrm>
          </p:grpSpPr>
          <p:sp>
            <p:nvSpPr>
              <p:cNvPr id="35900" name="Rectangle 75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/>
                  <a:t>X3</a:t>
                </a:r>
              </a:p>
            </p:txBody>
          </p:sp>
          <p:sp>
            <p:nvSpPr>
              <p:cNvPr id="35901" name="Freeform 76"/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>
                  <a:gd name="T0" fmla="*/ 0 w 192"/>
                  <a:gd name="T1" fmla="*/ 144 h 144"/>
                  <a:gd name="T2" fmla="*/ 96 w 192"/>
                  <a:gd name="T3" fmla="*/ 0 h 144"/>
                  <a:gd name="T4" fmla="*/ 192 w 192"/>
                  <a:gd name="T5" fmla="*/ 144 h 144"/>
                  <a:gd name="T6" fmla="*/ 0 60000 65536"/>
                  <a:gd name="T7" fmla="*/ 0 60000 65536"/>
                  <a:gd name="T8" fmla="*/ 0 60000 65536"/>
                  <a:gd name="T9" fmla="*/ 0 w 192"/>
                  <a:gd name="T10" fmla="*/ 0 h 144"/>
                  <a:gd name="T11" fmla="*/ 192 w 192"/>
                  <a:gd name="T12" fmla="*/ 144 h 1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5893" name="Line 77"/>
            <p:cNvSpPr>
              <a:spLocks noChangeShapeType="1"/>
            </p:cNvSpPr>
            <p:nvPr/>
          </p:nvSpPr>
          <p:spPr bwMode="auto">
            <a:xfrm>
              <a:off x="5183" y="2721"/>
              <a:ext cx="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94" name="Freeform 79"/>
            <p:cNvSpPr>
              <a:spLocks/>
            </p:cNvSpPr>
            <p:nvPr/>
          </p:nvSpPr>
          <p:spPr bwMode="auto">
            <a:xfrm>
              <a:off x="5226" y="1072"/>
              <a:ext cx="44" cy="738"/>
            </a:xfrm>
            <a:custGeom>
              <a:avLst/>
              <a:gdLst>
                <a:gd name="T0" fmla="*/ 48 w 48"/>
                <a:gd name="T1" fmla="*/ 816 h 816"/>
                <a:gd name="T2" fmla="*/ 0 w 48"/>
                <a:gd name="T3" fmla="*/ 816 h 816"/>
                <a:gd name="T4" fmla="*/ 0 w 48"/>
                <a:gd name="T5" fmla="*/ 0 h 816"/>
                <a:gd name="T6" fmla="*/ 0 60000 65536"/>
                <a:gd name="T7" fmla="*/ 0 60000 65536"/>
                <a:gd name="T8" fmla="*/ 0 60000 65536"/>
                <a:gd name="T9" fmla="*/ 0 w 48"/>
                <a:gd name="T10" fmla="*/ 0 h 816"/>
                <a:gd name="T11" fmla="*/ 48 w 4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816">
                  <a:moveTo>
                    <a:pt x="48" y="816"/>
                  </a:moveTo>
                  <a:lnTo>
                    <a:pt x="0" y="816"/>
                  </a:lnTo>
                  <a:lnTo>
                    <a:pt x="0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95" name="Line 80"/>
            <p:cNvSpPr>
              <a:spLocks noChangeShapeType="1"/>
            </p:cNvSpPr>
            <p:nvPr/>
          </p:nvSpPr>
          <p:spPr bwMode="auto">
            <a:xfrm>
              <a:off x="5270" y="3459"/>
              <a:ext cx="0" cy="4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96" name="Line 81"/>
            <p:cNvSpPr>
              <a:spLocks noChangeShapeType="1"/>
            </p:cNvSpPr>
            <p:nvPr/>
          </p:nvSpPr>
          <p:spPr bwMode="auto">
            <a:xfrm>
              <a:off x="5314" y="551"/>
              <a:ext cx="0" cy="2343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35897" name="Freeform 82"/>
            <p:cNvSpPr>
              <a:spLocks/>
            </p:cNvSpPr>
            <p:nvPr/>
          </p:nvSpPr>
          <p:spPr bwMode="auto">
            <a:xfrm>
              <a:off x="3935" y="1077"/>
              <a:ext cx="569" cy="304"/>
            </a:xfrm>
            <a:custGeom>
              <a:avLst/>
              <a:gdLst>
                <a:gd name="T0" fmla="*/ 0 w 624"/>
                <a:gd name="T1" fmla="*/ 0 h 336"/>
                <a:gd name="T2" fmla="*/ 0 w 624"/>
                <a:gd name="T3" fmla="*/ 336 h 336"/>
                <a:gd name="T4" fmla="*/ 624 w 624"/>
                <a:gd name="T5" fmla="*/ 336 h 336"/>
                <a:gd name="T6" fmla="*/ 624 w 624"/>
                <a:gd name="T7" fmla="*/ 0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336"/>
                <a:gd name="T14" fmla="*/ 624 w 624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336">
                  <a:moveTo>
                    <a:pt x="0" y="0"/>
                  </a:moveTo>
                  <a:lnTo>
                    <a:pt x="0" y="336"/>
                  </a:lnTo>
                  <a:lnTo>
                    <a:pt x="624" y="336"/>
                  </a:lnTo>
                  <a:lnTo>
                    <a:pt x="624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98" name="Text Box 88"/>
            <p:cNvSpPr txBox="1">
              <a:spLocks noChangeArrowheads="1"/>
            </p:cNvSpPr>
            <p:nvPr/>
          </p:nvSpPr>
          <p:spPr bwMode="auto">
            <a:xfrm>
              <a:off x="2231" y="3038"/>
              <a:ext cx="1092" cy="44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square" anchor="ctr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600" i="1" dirty="0"/>
                <a:t>Un-pipelined</a:t>
              </a:r>
              <a:r>
                <a:rPr lang="en-US" i="1" dirty="0"/>
                <a:t> divider</a:t>
              </a:r>
            </a:p>
          </p:txBody>
        </p:sp>
        <p:sp>
          <p:nvSpPr>
            <p:cNvPr id="35899" name="Line 90"/>
            <p:cNvSpPr>
              <a:spLocks noChangeShapeType="1"/>
            </p:cNvSpPr>
            <p:nvPr/>
          </p:nvSpPr>
          <p:spPr bwMode="auto">
            <a:xfrm flipH="1">
              <a:off x="2400" y="120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065445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F34FE4-8FDD-E4C6-71AF-06E6E76C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 of Static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147BD5-D05D-5C18-C767-6CE19B945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5" y="1372713"/>
            <a:ext cx="10515600" cy="4471480"/>
          </a:xfrm>
        </p:spPr>
        <p:txBody>
          <a:bodyPr/>
          <a:lstStyle/>
          <a:p>
            <a:r>
              <a:rPr lang="en-US" dirty="0"/>
              <a:t>Five stage pipeline is static because</a:t>
            </a:r>
          </a:p>
          <a:p>
            <a:pPr lvl="1"/>
            <a:r>
              <a:rPr lang="en-US" dirty="0"/>
              <a:t>Five stage pipeline require compiler support to schedule the code to minimize the stalls in ID stage</a:t>
            </a:r>
          </a:p>
          <a:p>
            <a:r>
              <a:rPr lang="en-US" dirty="0"/>
              <a:t>Static pipelines are</a:t>
            </a:r>
          </a:p>
          <a:p>
            <a:pPr lvl="1"/>
            <a:r>
              <a:rPr lang="en-US" dirty="0"/>
              <a:t>Power efficient</a:t>
            </a:r>
          </a:p>
          <a:p>
            <a:pPr lvl="2"/>
            <a:r>
              <a:rPr lang="en-US" dirty="0"/>
              <a:t>Many activities done in dynamic processors are migrated to compiler</a:t>
            </a:r>
          </a:p>
          <a:p>
            <a:pPr lvl="2"/>
            <a:r>
              <a:rPr lang="en-US" dirty="0" smtClean="0"/>
              <a:t>Simple </a:t>
            </a:r>
            <a:r>
              <a:rPr lang="en-US" dirty="0"/>
              <a:t>hardware</a:t>
            </a:r>
          </a:p>
          <a:p>
            <a:r>
              <a:rPr lang="en-US" dirty="0"/>
              <a:t>Because of predictable performance compiler can optimize code statically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434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895C35-A238-D994-3034-098D1E2F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Weaknesses of Static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2C633B-EFE6-67A3-0659-329E02F1E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5" y="1377569"/>
            <a:ext cx="10515600" cy="3328604"/>
          </a:xfrm>
        </p:spPr>
        <p:txBody>
          <a:bodyPr/>
          <a:lstStyle/>
          <a:p>
            <a:r>
              <a:rPr lang="en-US" dirty="0"/>
              <a:t>Cache miss can not be handled efficiently</a:t>
            </a:r>
          </a:p>
          <a:p>
            <a:pPr lvl="1"/>
            <a:r>
              <a:rPr lang="en-US" dirty="0"/>
              <a:t>Stall processor upon cache miss</a:t>
            </a:r>
          </a:p>
          <a:p>
            <a:r>
              <a:rPr lang="en-US" dirty="0"/>
              <a:t>Only one memory access at a time</a:t>
            </a:r>
          </a:p>
          <a:p>
            <a:pPr lvl="1"/>
            <a:r>
              <a:rPr lang="en-US" dirty="0"/>
              <a:t>Can not address memory wall problem</a:t>
            </a:r>
          </a:p>
          <a:p>
            <a:r>
              <a:rPr lang="en-US" dirty="0"/>
              <a:t>Dynamic information such as memory addresses are not available at compile time</a:t>
            </a:r>
          </a:p>
          <a:p>
            <a:pPr lvl="1"/>
            <a:r>
              <a:rPr lang="en-US" dirty="0"/>
              <a:t>Can not address data hazards on memory operands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97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2F6781-A262-FD7B-C970-83374F1F4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Weaknesses of Static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981FD9-F093-F3BE-D6C0-A459C3644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744" y="1546433"/>
            <a:ext cx="10515600" cy="2112886"/>
          </a:xfrm>
        </p:spPr>
        <p:txBody>
          <a:bodyPr/>
          <a:lstStyle/>
          <a:p>
            <a:r>
              <a:rPr lang="en-US" dirty="0"/>
              <a:t>Compiler of static pipeline becomes very complex</a:t>
            </a:r>
          </a:p>
          <a:p>
            <a:pPr lvl="1"/>
            <a:r>
              <a:rPr lang="en-US" dirty="0"/>
              <a:t>Rely on microarchitectural features</a:t>
            </a:r>
          </a:p>
          <a:p>
            <a:pPr lvl="2"/>
            <a:r>
              <a:rPr lang="en-US" dirty="0"/>
              <a:t>E.g., some static pipelines rely on compiler to insert NOOP between dependent instructions and avoid forwarding and stalling hardware. But such a code is not portable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909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19B2F0-075C-0473-4F76-CF71C41B8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Weaknesses of Static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A1D166E-88D6-EE18-A6AB-CFCD75C14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5" y="1423288"/>
            <a:ext cx="10515600" cy="2751522"/>
          </a:xfrm>
        </p:spPr>
        <p:txBody>
          <a:bodyPr/>
          <a:lstStyle/>
          <a:p>
            <a:r>
              <a:rPr lang="en-US" dirty="0"/>
              <a:t>Precise </a:t>
            </a:r>
            <a:r>
              <a:rPr lang="en-US" dirty="0" smtClean="0"/>
              <a:t>exceptions (Page fault in IF and ME stage, unimplemented instruction in ID) </a:t>
            </a:r>
            <a:r>
              <a:rPr lang="en-US" dirty="0"/>
              <a:t>are hard to handle if instructions execute out of order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82EA2C6-7274-326D-4A2C-D97D68FA4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464" y="2591415"/>
            <a:ext cx="7530667" cy="21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68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Dynamically Scheduled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5" y="1505585"/>
            <a:ext cx="10515600" cy="4518160"/>
          </a:xfrm>
        </p:spPr>
        <p:txBody>
          <a:bodyPr/>
          <a:lstStyle/>
          <a:p>
            <a:r>
              <a:rPr lang="en-US" dirty="0"/>
              <a:t>In static pipelines an instruction only starts execution when</a:t>
            </a:r>
          </a:p>
          <a:p>
            <a:pPr lvl="1"/>
            <a:r>
              <a:rPr lang="en-US" dirty="0" smtClean="0"/>
              <a:t>Data, control and structural hazard </a:t>
            </a:r>
            <a:r>
              <a:rPr lang="en-US" dirty="0"/>
              <a:t>free</a:t>
            </a:r>
          </a:p>
          <a:p>
            <a:r>
              <a:rPr lang="en-US" dirty="0" smtClean="0"/>
              <a:t>Static </a:t>
            </a:r>
            <a:r>
              <a:rPr lang="en-US" dirty="0"/>
              <a:t>pipelines can only reap ILP inside the basic block</a:t>
            </a:r>
          </a:p>
          <a:p>
            <a:r>
              <a:rPr lang="en-US" dirty="0"/>
              <a:t>Size of basic block is limited</a:t>
            </a:r>
          </a:p>
          <a:p>
            <a:pPr lvl="1"/>
            <a:r>
              <a:rPr lang="en-US" dirty="0"/>
              <a:t>Five instructions usually</a:t>
            </a:r>
          </a:p>
          <a:p>
            <a:r>
              <a:rPr lang="en-US" dirty="0"/>
              <a:t>To increase the </a:t>
            </a:r>
            <a:r>
              <a:rPr lang="en-US" dirty="0" smtClean="0"/>
              <a:t>instruction </a:t>
            </a:r>
            <a:r>
              <a:rPr lang="en-US" smtClean="0"/>
              <a:t>level parallelism (ILP) </a:t>
            </a:r>
            <a:r>
              <a:rPr lang="en-US" dirty="0"/>
              <a:t>instructions may execute in any order that respects the program dependencies</a:t>
            </a:r>
          </a:p>
          <a:p>
            <a:pPr lvl="1"/>
            <a:r>
              <a:rPr lang="en-US" dirty="0"/>
              <a:t>Again because of data hazards more instructions are stalled and bypassed in ID stage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547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 of Order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5" y="1396134"/>
            <a:ext cx="10515600" cy="1550168"/>
          </a:xfrm>
        </p:spPr>
        <p:txBody>
          <a:bodyPr/>
          <a:lstStyle/>
          <a:p>
            <a:r>
              <a:rPr lang="en-US" dirty="0"/>
              <a:t>To execute instructions in out of process order all data hazards on both register and memory operands along with control and structural hazards must be resolved</a:t>
            </a:r>
          </a:p>
          <a:p>
            <a:r>
              <a:rPr lang="en-US" dirty="0"/>
              <a:t>Solved by Tomasulo Algorithm</a:t>
            </a:r>
          </a:p>
        </p:txBody>
      </p:sp>
    </p:spTree>
    <p:extLst>
      <p:ext uri="{BB962C8B-B14F-4D97-AF65-F5344CB8AC3E}">
        <p14:creationId xmlns:p14="http://schemas.microsoft.com/office/powerpoint/2010/main" val="229170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Tomasulo</a:t>
            </a:r>
            <a:r>
              <a:rPr lang="en-US" sz="3200" dirty="0"/>
              <a:t> Algorithm with Speculation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6D5CDFD-06E3-6308-DB9B-9D9469470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663" y="1199499"/>
            <a:ext cx="5050137" cy="545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500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Tomasulo</a:t>
            </a:r>
            <a:r>
              <a:rPr lang="en-US" dirty="0"/>
              <a:t> Algorithm with Speculation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5" y="1368425"/>
            <a:ext cx="10515600" cy="4538600"/>
          </a:xfrm>
        </p:spPr>
        <p:txBody>
          <a:bodyPr>
            <a:noAutofit/>
          </a:bodyPr>
          <a:lstStyle/>
          <a:p>
            <a:r>
              <a:rPr lang="en-US" sz="2000" dirty="0" smtClean="0"/>
              <a:t>Instructions </a:t>
            </a:r>
            <a:r>
              <a:rPr lang="en-US" sz="2000" dirty="0"/>
              <a:t>are fetched from I-cache in instruction </a:t>
            </a:r>
            <a:r>
              <a:rPr lang="en-US" sz="2000" dirty="0" smtClean="0"/>
              <a:t>fetch queue</a:t>
            </a:r>
            <a:endParaRPr lang="en-US" sz="2000" dirty="0"/>
          </a:p>
          <a:p>
            <a:r>
              <a:rPr lang="en-US" sz="2000" dirty="0"/>
              <a:t>Instructions wait in the issue queue until all their register operands are available</a:t>
            </a:r>
          </a:p>
          <a:p>
            <a:r>
              <a:rPr lang="en-US" sz="2000" dirty="0"/>
              <a:t>Results of instruction execution are dispatched on Common Data Bus (CDB)</a:t>
            </a:r>
          </a:p>
          <a:p>
            <a:r>
              <a:rPr lang="en-US" sz="2000" dirty="0"/>
              <a:t>The dispatch unit verifies all hazards on all register operands before sending instructions to the backend</a:t>
            </a:r>
          </a:p>
          <a:p>
            <a:r>
              <a:rPr lang="en-US" sz="2000" dirty="0"/>
              <a:t>Backend has issue queues</a:t>
            </a:r>
          </a:p>
          <a:p>
            <a:pPr lvl="1"/>
            <a:r>
              <a:rPr lang="en-US" sz="2000" dirty="0"/>
              <a:t>An instruction holds an issue queue entry from dispatch till the end of its execution</a:t>
            </a:r>
          </a:p>
          <a:p>
            <a:pPr lvl="1"/>
            <a:r>
              <a:rPr lang="en-US" sz="2000" dirty="0"/>
              <a:t>Instructions and their destination registers in issue queue are tagged with ID of issue queue entry</a:t>
            </a:r>
          </a:p>
          <a:p>
            <a:pPr lvl="1"/>
            <a:r>
              <a:rPr lang="en-US" sz="2000" dirty="0"/>
              <a:t>Registers in register files are also tagged with the same ID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52961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Tomasulo</a:t>
            </a:r>
            <a:r>
              <a:rPr lang="en-US" dirty="0"/>
              <a:t> Algorithm with Speculation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5" y="1340992"/>
            <a:ext cx="10515600" cy="5242687"/>
          </a:xfrm>
        </p:spPr>
        <p:txBody>
          <a:bodyPr>
            <a:noAutofit/>
          </a:bodyPr>
          <a:lstStyle/>
          <a:p>
            <a:r>
              <a:rPr lang="en-US" dirty="0"/>
              <a:t>Dispatch logic</a:t>
            </a:r>
          </a:p>
          <a:p>
            <a:pPr lvl="1"/>
            <a:r>
              <a:rPr lang="en-US" dirty="0"/>
              <a:t>Allocates an entry in issue queue designated by the instruction OP code</a:t>
            </a:r>
          </a:p>
          <a:p>
            <a:pPr lvl="1"/>
            <a:r>
              <a:rPr lang="en-US" dirty="0"/>
              <a:t>Fetch input register values if available or tags if they are pending in the backend</a:t>
            </a:r>
          </a:p>
          <a:p>
            <a:pPr lvl="1"/>
            <a:r>
              <a:rPr lang="en-US" dirty="0"/>
              <a:t>If tags are stored in input operands of an instruction it is marked as not ready</a:t>
            </a:r>
          </a:p>
          <a:p>
            <a:pPr lvl="1"/>
            <a:r>
              <a:rPr lang="en-US" dirty="0"/>
              <a:t>If tags are not valid values are valid, then values are updated in input operand fields of instruction and marks it ready</a:t>
            </a:r>
          </a:p>
          <a:p>
            <a:pPr lvl="1"/>
            <a:r>
              <a:rPr lang="en-US" dirty="0" smtClean="0"/>
              <a:t>Result </a:t>
            </a:r>
            <a:r>
              <a:rPr lang="en-US" dirty="0"/>
              <a:t>on CDB is both &lt;</a:t>
            </a:r>
            <a:r>
              <a:rPr lang="en-US" dirty="0" err="1"/>
              <a:t>value,tag</a:t>
            </a:r>
            <a:r>
              <a:rPr lang="en-US" dirty="0"/>
              <a:t>&gt; </a:t>
            </a:r>
          </a:p>
          <a:p>
            <a:pPr lvl="2"/>
            <a:r>
              <a:rPr lang="en-US" sz="2400" dirty="0"/>
              <a:t>Updates instruction in issue queue with matching tags</a:t>
            </a:r>
          </a:p>
          <a:p>
            <a:pPr lvl="2"/>
            <a:r>
              <a:rPr lang="en-US" sz="2400" dirty="0"/>
              <a:t>Updates register file with matching tags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367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Tomasulo</a:t>
            </a:r>
            <a:r>
              <a:rPr lang="en-US" dirty="0"/>
              <a:t> Algorithm with Speculation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4" y="1199499"/>
            <a:ext cx="11377263" cy="5315839"/>
          </a:xfrm>
        </p:spPr>
        <p:txBody>
          <a:bodyPr>
            <a:noAutofit/>
          </a:bodyPr>
          <a:lstStyle/>
          <a:p>
            <a:r>
              <a:rPr lang="en-US" sz="2000" dirty="0"/>
              <a:t>Instruction can issue in next cycle</a:t>
            </a:r>
          </a:p>
          <a:p>
            <a:pPr lvl="1"/>
            <a:r>
              <a:rPr lang="en-US" sz="2000" dirty="0"/>
              <a:t>When all input operands are available</a:t>
            </a:r>
          </a:p>
          <a:p>
            <a:pPr lvl="1"/>
            <a:r>
              <a:rPr lang="en-US" sz="2000" dirty="0" smtClean="0"/>
              <a:t>When </a:t>
            </a:r>
            <a:r>
              <a:rPr lang="en-US" sz="2000" dirty="0"/>
              <a:t>functional unit is available</a:t>
            </a:r>
          </a:p>
          <a:p>
            <a:pPr lvl="1"/>
            <a:r>
              <a:rPr lang="en-US" sz="2000" dirty="0"/>
              <a:t>When CDB is available after instruction </a:t>
            </a:r>
            <a:r>
              <a:rPr lang="en-US" sz="2000" dirty="0" smtClean="0"/>
              <a:t>completion</a:t>
            </a:r>
          </a:p>
          <a:p>
            <a:r>
              <a:rPr lang="en-US" sz="2000" dirty="0" smtClean="0"/>
              <a:t>Load </a:t>
            </a:r>
            <a:r>
              <a:rPr lang="en-US" sz="2000" dirty="0"/>
              <a:t>Store queue</a:t>
            </a:r>
          </a:p>
          <a:p>
            <a:pPr lvl="1"/>
            <a:r>
              <a:rPr lang="en-US" sz="2000" dirty="0"/>
              <a:t>Keep process order of all issued loads and stores</a:t>
            </a:r>
          </a:p>
          <a:p>
            <a:pPr lvl="1"/>
            <a:r>
              <a:rPr lang="en-US" sz="2000" dirty="0"/>
              <a:t>Solve hazards on out of order memory accesses</a:t>
            </a:r>
          </a:p>
          <a:p>
            <a:r>
              <a:rPr lang="en-US" sz="2000" dirty="0" smtClean="0"/>
              <a:t>Address generation unit (AGU)</a:t>
            </a:r>
            <a:endParaRPr lang="en-US" sz="2000" dirty="0"/>
          </a:p>
          <a:p>
            <a:r>
              <a:rPr lang="en-US" sz="2000" dirty="0"/>
              <a:t>Both Load and Store are assigned entry in Load Store queue and in issue queue</a:t>
            </a:r>
          </a:p>
          <a:p>
            <a:r>
              <a:rPr lang="en-US" sz="2000" dirty="0"/>
              <a:t>Store is divided into two instructions</a:t>
            </a:r>
          </a:p>
          <a:p>
            <a:pPr lvl="1"/>
            <a:r>
              <a:rPr lang="en-US" sz="2000" dirty="0"/>
              <a:t>SD-D bypass AGU</a:t>
            </a:r>
          </a:p>
          <a:p>
            <a:pPr lvl="1"/>
            <a:r>
              <a:rPr lang="en-US" sz="2000" dirty="0"/>
              <a:t>SD-A calculates address</a:t>
            </a:r>
          </a:p>
          <a:p>
            <a:r>
              <a:rPr lang="en-US" sz="2000" dirty="0"/>
              <a:t>Load is tagged with tag of memory of the latest store</a:t>
            </a:r>
          </a:p>
          <a:p>
            <a:pPr lvl="1"/>
            <a:r>
              <a:rPr lang="en-US" sz="2000" dirty="0"/>
              <a:t>Load can search for all store queue entries that are prior to it in process order but not yet completed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37762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Tomasulo</a:t>
            </a:r>
            <a:r>
              <a:rPr lang="en-US" dirty="0"/>
              <a:t> Algorithm with Speculation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5" y="1354570"/>
            <a:ext cx="10515600" cy="4244239"/>
          </a:xfrm>
        </p:spPr>
        <p:txBody>
          <a:bodyPr/>
          <a:lstStyle/>
          <a:p>
            <a:r>
              <a:rPr lang="en-US" sz="2800" dirty="0"/>
              <a:t>Data hazards are resolved in Load Store queue</a:t>
            </a:r>
          </a:p>
          <a:p>
            <a:pPr lvl="1"/>
            <a:r>
              <a:rPr lang="en-US" sz="2800" dirty="0"/>
              <a:t>A ready Load can issue to memory queue if and only no pending store to same address is there in the </a:t>
            </a:r>
            <a:r>
              <a:rPr lang="en-US" sz="2800" dirty="0" smtClean="0"/>
              <a:t>Load Store queue</a:t>
            </a:r>
            <a:endParaRPr lang="en-US" sz="2800" dirty="0"/>
          </a:p>
          <a:p>
            <a:pPr lvl="1"/>
            <a:r>
              <a:rPr lang="en-US" sz="2800" dirty="0"/>
              <a:t>A ready store can issue only if there is no pending load or store with same address is there in Load Store queue</a:t>
            </a:r>
          </a:p>
          <a:p>
            <a:pPr lvl="1"/>
            <a:r>
              <a:rPr lang="en-US" sz="2800" dirty="0"/>
              <a:t>Addresses are not same most of the time</a:t>
            </a:r>
          </a:p>
          <a:p>
            <a:pPr lvl="2"/>
            <a:r>
              <a:rPr lang="en-US" sz="2400" dirty="0"/>
              <a:t>But are unknown (not ready)</a:t>
            </a:r>
          </a:p>
          <a:p>
            <a:pPr lvl="2"/>
            <a:r>
              <a:rPr lang="en-US" sz="2400" dirty="0"/>
              <a:t>Can be assumed to be same (conservative approach)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54518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Tomasulo</a:t>
            </a:r>
            <a:r>
              <a:rPr lang="en-US" dirty="0"/>
              <a:t> with Speculation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32DE880-A9EF-DCFA-B6EA-5DB420BE6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664" y="1321323"/>
            <a:ext cx="4897208" cy="529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683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Tomasulo</a:t>
            </a:r>
            <a:r>
              <a:rPr lang="en-US" dirty="0"/>
              <a:t> with Speculation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5" y="1354571"/>
            <a:ext cx="10515600" cy="4408920"/>
          </a:xfrm>
        </p:spPr>
        <p:txBody>
          <a:bodyPr>
            <a:noAutofit/>
          </a:bodyPr>
          <a:lstStyle/>
          <a:p>
            <a:r>
              <a:rPr lang="en-US" sz="2300" dirty="0"/>
              <a:t>Branches</a:t>
            </a:r>
          </a:p>
          <a:p>
            <a:pPr lvl="1"/>
            <a:r>
              <a:rPr lang="en-US" sz="2300" dirty="0"/>
              <a:t>Treated like integer instruction</a:t>
            </a:r>
          </a:p>
          <a:p>
            <a:pPr lvl="1"/>
            <a:r>
              <a:rPr lang="en-US" sz="2300" dirty="0" err="1"/>
              <a:t>Tomasulo</a:t>
            </a:r>
            <a:r>
              <a:rPr lang="en-US" sz="2300" dirty="0"/>
              <a:t> without speculation</a:t>
            </a:r>
          </a:p>
          <a:p>
            <a:pPr lvl="2"/>
            <a:r>
              <a:rPr lang="en-US" sz="2300" dirty="0"/>
              <a:t>Dispatch unit stalls when it dispatches branch</a:t>
            </a:r>
          </a:p>
          <a:p>
            <a:pPr lvl="2"/>
            <a:r>
              <a:rPr lang="en-US" sz="2300" dirty="0"/>
              <a:t>Till the outcome of the branch is available</a:t>
            </a:r>
          </a:p>
          <a:p>
            <a:pPr lvl="2"/>
            <a:r>
              <a:rPr lang="en-US" sz="2300" dirty="0"/>
              <a:t>If untaken then dispatch unit continues to dispatch the instructions</a:t>
            </a:r>
          </a:p>
          <a:p>
            <a:pPr lvl="2"/>
            <a:r>
              <a:rPr lang="en-US" sz="2300" dirty="0"/>
              <a:t>If taken, then instruction fetch queue is cleared</a:t>
            </a:r>
          </a:p>
          <a:p>
            <a:pPr lvl="2"/>
            <a:r>
              <a:rPr lang="en-US" sz="2300" dirty="0"/>
              <a:t>Instructions are fetched from branch address now</a:t>
            </a:r>
          </a:p>
          <a:p>
            <a:r>
              <a:rPr lang="en-US" sz="2300" dirty="0"/>
              <a:t>Hazards on register operands is resolved by register renaming</a:t>
            </a:r>
          </a:p>
          <a:p>
            <a:pPr lvl="1"/>
            <a:r>
              <a:rPr lang="en-US" sz="2300" dirty="0"/>
              <a:t>At any time, there may be multiple copies of same register may be pending in the backend</a:t>
            </a:r>
          </a:p>
          <a:p>
            <a:pPr lvl="1"/>
            <a:r>
              <a:rPr lang="en-US" sz="2300" dirty="0"/>
              <a:t>The dispatch logic renames the register to the issue queue entry tag of the instruction that produces it</a:t>
            </a:r>
          </a:p>
        </p:txBody>
      </p:sp>
    </p:spTree>
    <p:extLst>
      <p:ext uri="{BB962C8B-B14F-4D97-AF65-F5344CB8AC3E}">
        <p14:creationId xmlns:p14="http://schemas.microsoft.com/office/powerpoint/2010/main" val="2279821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5" y="1587881"/>
            <a:ext cx="9029749" cy="3240152"/>
          </a:xfrm>
        </p:spPr>
        <p:txBody>
          <a:bodyPr>
            <a:normAutofit fontScale="32500" lnSpcReduction="20000"/>
          </a:bodyPr>
          <a:lstStyle/>
          <a:p>
            <a:r>
              <a:rPr lang="en-US" sz="6400" dirty="0"/>
              <a:t>How all hazards on all register operands is resolved in the following code</a:t>
            </a:r>
          </a:p>
          <a:p>
            <a:pPr lvl="1"/>
            <a:r>
              <a:rPr lang="en-US" sz="6400" dirty="0"/>
              <a:t>Load F0, 0(R1)</a:t>
            </a:r>
          </a:p>
          <a:p>
            <a:pPr lvl="1"/>
            <a:r>
              <a:rPr lang="en-US" sz="6200" dirty="0"/>
              <a:t>ADD F1, F1, F0</a:t>
            </a:r>
          </a:p>
          <a:p>
            <a:pPr lvl="1"/>
            <a:r>
              <a:rPr lang="en-US" sz="6200" dirty="0"/>
              <a:t>Load F0, 0(R2)</a:t>
            </a:r>
          </a:p>
          <a:p>
            <a:r>
              <a:rPr lang="en-US" sz="6200" dirty="0"/>
              <a:t>If first load misses in D-cache it goes to main memory</a:t>
            </a:r>
          </a:p>
          <a:p>
            <a:r>
              <a:rPr lang="en-US" sz="6200" dirty="0"/>
              <a:t>Second load hits in cache and completes long before first load</a:t>
            </a:r>
          </a:p>
          <a:p>
            <a:r>
              <a:rPr lang="en-US" sz="6200" dirty="0"/>
              <a:t>But ADD will read correct value of F0 by</a:t>
            </a:r>
          </a:p>
          <a:p>
            <a:pPr lvl="1"/>
            <a:r>
              <a:rPr lang="en-US" sz="6200" dirty="0"/>
              <a:t>Looking for its tag on the CDB</a:t>
            </a:r>
          </a:p>
          <a:p>
            <a:pPr lvl="1"/>
            <a:r>
              <a:rPr lang="en-US" sz="6200" dirty="0"/>
              <a:t>Value produced by the first load is never stored in register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555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Speculation (Branch prediction)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624" y="1432433"/>
            <a:ext cx="6403848" cy="1818447"/>
          </a:xfrm>
        </p:spPr>
        <p:txBody>
          <a:bodyPr/>
          <a:lstStyle/>
          <a:p>
            <a:r>
              <a:rPr lang="en-US" dirty="0"/>
              <a:t>Branches act as fences and ILP can not be exploited beyond boundaries of basic blocks</a:t>
            </a:r>
          </a:p>
          <a:p>
            <a:pPr lvl="1"/>
            <a:r>
              <a:rPr lang="en-US" dirty="0"/>
              <a:t>Solution is Branch prediction and branch target address speculation</a:t>
            </a:r>
          </a:p>
        </p:txBody>
      </p:sp>
    </p:spTree>
    <p:extLst>
      <p:ext uri="{BB962C8B-B14F-4D97-AF65-F5344CB8AC3E}">
        <p14:creationId xmlns:p14="http://schemas.microsoft.com/office/powerpoint/2010/main" val="884956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30824" y="446534"/>
            <a:ext cx="8026400" cy="785813"/>
          </a:xfrm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dirty="0"/>
              <a:t>Branch Prediction</a:t>
            </a:r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730824" y="1356298"/>
            <a:ext cx="11184085" cy="36907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Motivation:</a:t>
            </a:r>
          </a:p>
          <a:p>
            <a:pPr marL="742950" lvl="1" indent="-285750" eaLnBrk="0" hangingPunct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Branch penalties limit performance of deeply pipelined processors</a:t>
            </a:r>
          </a:p>
          <a:p>
            <a:pPr marL="742950" lvl="1" indent="-285750" eaLnBrk="0" hangingPunct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Modern branch predictors have high accuracy</a:t>
            </a:r>
          </a:p>
          <a:p>
            <a:pPr marL="742950" lvl="1" indent="-285750" eaLnBrk="0" hangingPunct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(&gt;95%) and can reduce branch penalties significantly</a:t>
            </a:r>
          </a:p>
          <a:p>
            <a:pPr eaLnBrk="0" hangingPunct="0"/>
            <a:endParaRPr lang="en-US" dirty="0">
              <a:solidFill>
                <a:srgbClr val="0A48E9"/>
              </a:solidFill>
              <a:latin typeface="Century Gothic" panose="020B0502020202020204" pitchFamily="34" charset="0"/>
            </a:endParaRPr>
          </a:p>
          <a:p>
            <a:pPr eaLnBrk="0" hangingPunct="0"/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Required hardware support</a:t>
            </a:r>
          </a:p>
          <a:p>
            <a:pPr lvl="1" eaLnBrk="0" hangingPunct="0"/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Prediction structures </a:t>
            </a:r>
          </a:p>
          <a:p>
            <a:pPr lvl="2" eaLnBrk="0" hangingPunct="0">
              <a:buFontTx/>
              <a:buChar char="•"/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 Branch history tables, branch target buffers, </a:t>
            </a:r>
            <a:r>
              <a:rPr lang="en-US" dirty="0" err="1">
                <a:solidFill>
                  <a:srgbClr val="0A48E9"/>
                </a:solidFill>
                <a:latin typeface="Century Gothic" panose="020B0502020202020204" pitchFamily="34" charset="0"/>
              </a:rPr>
              <a:t>etc</a:t>
            </a:r>
            <a:endParaRPr lang="en-US" dirty="0">
              <a:solidFill>
                <a:srgbClr val="0A48E9"/>
              </a:solidFill>
              <a:latin typeface="Century Gothic" panose="020B0502020202020204" pitchFamily="34" charset="0"/>
            </a:endParaRPr>
          </a:p>
          <a:p>
            <a:pPr lvl="1" eaLnBrk="0" hangingPunct="0"/>
            <a:endParaRPr lang="en-US" dirty="0">
              <a:solidFill>
                <a:srgbClr val="0A48E9"/>
              </a:solidFill>
              <a:latin typeface="Century Gothic" panose="020B0502020202020204" pitchFamily="34" charset="0"/>
            </a:endParaRPr>
          </a:p>
          <a:p>
            <a:pPr lvl="1" eaLnBrk="0" hangingPunct="0"/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Misprediction recovery mechanisms</a:t>
            </a:r>
          </a:p>
          <a:p>
            <a:pPr lvl="2" eaLnBrk="0" hangingPunct="0">
              <a:buFontTx/>
              <a:buChar char="•"/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 Keep result computation separate from commit	</a:t>
            </a:r>
          </a:p>
          <a:p>
            <a:pPr lvl="2" eaLnBrk="0" hangingPunct="0">
              <a:buFontTx/>
              <a:buChar char="•"/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 Kill instructions following branch in pipeline</a:t>
            </a:r>
          </a:p>
          <a:p>
            <a:pPr lvl="2" eaLnBrk="0" hangingPunct="0">
              <a:buFontTx/>
              <a:buChar char="•"/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 Restore state to </a:t>
            </a:r>
            <a:r>
              <a:rPr lang="en-US" dirty="0" smtClean="0">
                <a:solidFill>
                  <a:srgbClr val="0A48E9"/>
                </a:solidFill>
                <a:latin typeface="Century Gothic" panose="020B0502020202020204" pitchFamily="34" charset="0"/>
              </a:rPr>
              <a:t>the instruction </a:t>
            </a: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following branch</a:t>
            </a:r>
          </a:p>
        </p:txBody>
      </p:sp>
    </p:spTree>
    <p:extLst>
      <p:ext uri="{BB962C8B-B14F-4D97-AF65-F5344CB8AC3E}">
        <p14:creationId xmlns:p14="http://schemas.microsoft.com/office/powerpoint/2010/main" val="74484141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lIns="90488" tIns="44450" rIns="90488" bIns="44450" rtlCol="0" anchor="ctr">
            <a:noAutofit/>
          </a:bodyPr>
          <a:lstStyle/>
          <a:p>
            <a:r>
              <a:rPr lang="en-US" sz="3200" dirty="0"/>
              <a:t>Dynamic Branch Prediction</a:t>
            </a:r>
            <a:br>
              <a:rPr lang="en-US" sz="3200" dirty="0"/>
            </a:br>
            <a:r>
              <a:rPr lang="en-US" sz="3200" dirty="0"/>
              <a:t>(</a:t>
            </a:r>
            <a:r>
              <a:rPr lang="en-US" sz="2800" b="0" dirty="0"/>
              <a:t>Learning based on past behavior)</a:t>
            </a:r>
            <a:endParaRPr lang="en-US" sz="3200" b="0" dirty="0"/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717754" y="1425323"/>
            <a:ext cx="11377263" cy="341375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0A48E9"/>
                </a:solidFill>
                <a:latin typeface="Century Gothic" panose="020B0502020202020204" pitchFamily="34" charset="0"/>
              </a:rPr>
              <a:t>Temporal correlation</a:t>
            </a:r>
          </a:p>
          <a:p>
            <a:pPr lvl="1" eaLnBrk="0" hangingPunct="0"/>
            <a:r>
              <a:rPr lang="en-US" sz="2400" dirty="0">
                <a:solidFill>
                  <a:srgbClr val="0A48E9"/>
                </a:solidFill>
                <a:latin typeface="Century Gothic" panose="020B0502020202020204" pitchFamily="34" charset="0"/>
              </a:rPr>
              <a:t>The way a branch resolves may be a good predictor of the way it will resolve at the next execution</a:t>
            </a:r>
          </a:p>
          <a:p>
            <a:pPr eaLnBrk="0" hangingPunct="0"/>
            <a:endParaRPr lang="en-US" sz="2400" dirty="0">
              <a:solidFill>
                <a:srgbClr val="0A48E9"/>
              </a:solidFill>
              <a:latin typeface="Century Gothic" panose="020B0502020202020204" pitchFamily="34" charset="0"/>
            </a:endParaRPr>
          </a:p>
          <a:p>
            <a:pPr eaLnBrk="0" hangingPunct="0"/>
            <a:r>
              <a:rPr lang="en-US" sz="2400" b="1" dirty="0">
                <a:solidFill>
                  <a:srgbClr val="0A48E9"/>
                </a:solidFill>
                <a:latin typeface="Century Gothic" panose="020B0502020202020204" pitchFamily="34" charset="0"/>
              </a:rPr>
              <a:t>Spatial correlation </a:t>
            </a:r>
          </a:p>
          <a:p>
            <a:pPr lvl="1" eaLnBrk="0" hangingPunct="0"/>
            <a:r>
              <a:rPr lang="en-US" sz="2400" dirty="0">
                <a:solidFill>
                  <a:srgbClr val="0A48E9"/>
                </a:solidFill>
                <a:latin typeface="Century Gothic" panose="020B0502020202020204" pitchFamily="34" charset="0"/>
              </a:rPr>
              <a:t>Several branches may resolve in a highly correlated manner (a preferred path of execution)</a:t>
            </a:r>
          </a:p>
          <a:p>
            <a:pPr eaLnBrk="0" hangingPunct="0"/>
            <a:endParaRPr lang="en-US" sz="2400" dirty="0">
              <a:solidFill>
                <a:srgbClr val="56127A"/>
              </a:solidFill>
              <a:latin typeface="Verdana" pitchFamily="34" charset="0"/>
            </a:endParaRPr>
          </a:p>
          <a:p>
            <a:pPr eaLnBrk="0" hangingPunct="0"/>
            <a:r>
              <a:rPr lang="en-US" sz="2400" dirty="0">
                <a:latin typeface="Verdana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2389870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1305005" y="1204422"/>
            <a:ext cx="8683468" cy="8284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>
              <a:buFontTx/>
              <a:buChar char="•"/>
            </a:pPr>
            <a:r>
              <a:rPr lang="en-US" sz="2400" dirty="0">
                <a:solidFill>
                  <a:srgbClr val="0A48E9"/>
                </a:solidFill>
                <a:latin typeface="Century Gothic" panose="020B0502020202020204" pitchFamily="34" charset="0"/>
              </a:rPr>
              <a:t> Assume 2 BP bits per instruction</a:t>
            </a:r>
          </a:p>
          <a:p>
            <a:pPr eaLnBrk="0" hangingPunct="0">
              <a:buFontTx/>
              <a:buChar char="•"/>
            </a:pPr>
            <a:r>
              <a:rPr lang="en-US" sz="2400" dirty="0">
                <a:solidFill>
                  <a:srgbClr val="0A48E9"/>
                </a:solidFill>
                <a:latin typeface="Century Gothic" panose="020B0502020202020204" pitchFamily="34" charset="0"/>
              </a:rPr>
              <a:t> Change the prediction after two consecutive mistakes</a:t>
            </a:r>
            <a:r>
              <a:rPr lang="en-US" sz="2000" dirty="0">
                <a:latin typeface="Verdana" pitchFamily="34" charset="0"/>
              </a:rPr>
              <a:t>!</a:t>
            </a:r>
          </a:p>
        </p:txBody>
      </p:sp>
      <p:grpSp>
        <p:nvGrpSpPr>
          <p:cNvPr id="94211" name="Group 3"/>
          <p:cNvGrpSpPr>
            <a:grpSpLocks/>
          </p:cNvGrpSpPr>
          <p:nvPr/>
        </p:nvGrpSpPr>
        <p:grpSpPr bwMode="auto">
          <a:xfrm>
            <a:off x="2435500" y="2161309"/>
            <a:ext cx="6318067" cy="3032992"/>
            <a:chOff x="1124" y="1600"/>
            <a:chExt cx="3336" cy="1672"/>
          </a:xfrm>
        </p:grpSpPr>
        <p:grpSp>
          <p:nvGrpSpPr>
            <p:cNvPr id="94212" name="Group 4"/>
            <p:cNvGrpSpPr>
              <a:grpSpLocks/>
            </p:cNvGrpSpPr>
            <p:nvPr/>
          </p:nvGrpSpPr>
          <p:grpSpPr bwMode="auto">
            <a:xfrm>
              <a:off x="1869" y="1600"/>
              <a:ext cx="1544" cy="1672"/>
              <a:chOff x="1957" y="1124"/>
              <a:chExt cx="1544" cy="1672"/>
            </a:xfrm>
          </p:grpSpPr>
          <p:sp>
            <p:nvSpPr>
              <p:cNvPr id="94213" name="Oval 5"/>
              <p:cNvSpPr>
                <a:spLocks noChangeArrowheads="1"/>
              </p:cNvSpPr>
              <p:nvPr/>
            </p:nvSpPr>
            <p:spPr bwMode="auto">
              <a:xfrm>
                <a:off x="1957" y="1716"/>
                <a:ext cx="448" cy="464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94214" name="Oval 6"/>
              <p:cNvSpPr>
                <a:spLocks noChangeArrowheads="1"/>
              </p:cNvSpPr>
              <p:nvPr/>
            </p:nvSpPr>
            <p:spPr bwMode="auto">
              <a:xfrm>
                <a:off x="3053" y="1700"/>
                <a:ext cx="448" cy="464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94215" name="Oval 7"/>
              <p:cNvSpPr>
                <a:spLocks noChangeArrowheads="1"/>
              </p:cNvSpPr>
              <p:nvPr/>
            </p:nvSpPr>
            <p:spPr bwMode="auto">
              <a:xfrm>
                <a:off x="2549" y="2332"/>
                <a:ext cx="448" cy="464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94216" name="Oval 8"/>
              <p:cNvSpPr>
                <a:spLocks noChangeArrowheads="1"/>
              </p:cNvSpPr>
              <p:nvPr/>
            </p:nvSpPr>
            <p:spPr bwMode="auto">
              <a:xfrm>
                <a:off x="2509" y="1124"/>
                <a:ext cx="448" cy="464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94217" name="Freeform 9"/>
            <p:cNvSpPr>
              <a:spLocks/>
            </p:cNvSpPr>
            <p:nvPr/>
          </p:nvSpPr>
          <p:spPr bwMode="auto">
            <a:xfrm>
              <a:off x="1565" y="2040"/>
              <a:ext cx="409" cy="465"/>
            </a:xfrm>
            <a:custGeom>
              <a:avLst/>
              <a:gdLst/>
              <a:ahLst/>
              <a:cxnLst>
                <a:cxn ang="0">
                  <a:pos x="296" y="440"/>
                </a:cxn>
                <a:cxn ang="0">
                  <a:pos x="104" y="464"/>
                </a:cxn>
                <a:cxn ang="0">
                  <a:pos x="0" y="288"/>
                </a:cxn>
                <a:cxn ang="0">
                  <a:pos x="48" y="32"/>
                </a:cxn>
                <a:cxn ang="0">
                  <a:pos x="296" y="0"/>
                </a:cxn>
                <a:cxn ang="0">
                  <a:pos x="408" y="184"/>
                </a:cxn>
                <a:cxn ang="0">
                  <a:pos x="408" y="184"/>
                </a:cxn>
              </a:cxnLst>
              <a:rect l="0" t="0" r="r" b="b"/>
              <a:pathLst>
                <a:path w="409" h="465">
                  <a:moveTo>
                    <a:pt x="296" y="440"/>
                  </a:moveTo>
                  <a:lnTo>
                    <a:pt x="104" y="464"/>
                  </a:lnTo>
                  <a:lnTo>
                    <a:pt x="0" y="288"/>
                  </a:lnTo>
                  <a:lnTo>
                    <a:pt x="48" y="32"/>
                  </a:lnTo>
                  <a:lnTo>
                    <a:pt x="296" y="0"/>
                  </a:lnTo>
                  <a:lnTo>
                    <a:pt x="408" y="184"/>
                  </a:lnTo>
                  <a:lnTo>
                    <a:pt x="408" y="184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94218" name="Line 10"/>
            <p:cNvSpPr>
              <a:spLocks noChangeShapeType="1"/>
            </p:cNvSpPr>
            <p:nvPr/>
          </p:nvSpPr>
          <p:spPr bwMode="auto">
            <a:xfrm>
              <a:off x="2189" y="2648"/>
              <a:ext cx="288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94219" name="Line 11"/>
            <p:cNvSpPr>
              <a:spLocks noChangeShapeType="1"/>
            </p:cNvSpPr>
            <p:nvPr/>
          </p:nvSpPr>
          <p:spPr bwMode="auto">
            <a:xfrm flipH="1" flipV="1">
              <a:off x="2293" y="2536"/>
              <a:ext cx="304" cy="2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94220" name="Line 12"/>
            <p:cNvSpPr>
              <a:spLocks noChangeShapeType="1"/>
            </p:cNvSpPr>
            <p:nvPr/>
          </p:nvSpPr>
          <p:spPr bwMode="auto">
            <a:xfrm flipV="1">
              <a:off x="2840" y="2588"/>
              <a:ext cx="240" cy="2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94221" name="Line 13"/>
            <p:cNvSpPr>
              <a:spLocks noChangeShapeType="1"/>
            </p:cNvSpPr>
            <p:nvPr/>
          </p:nvSpPr>
          <p:spPr bwMode="auto">
            <a:xfrm flipH="1" flipV="1">
              <a:off x="2733" y="2024"/>
              <a:ext cx="275" cy="2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94222" name="Line 14"/>
            <p:cNvSpPr>
              <a:spLocks noChangeShapeType="1"/>
            </p:cNvSpPr>
            <p:nvPr/>
          </p:nvSpPr>
          <p:spPr bwMode="auto">
            <a:xfrm flipH="1">
              <a:off x="2229" y="2000"/>
              <a:ext cx="272" cy="2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94223" name="Line 15"/>
            <p:cNvSpPr>
              <a:spLocks noChangeShapeType="1"/>
            </p:cNvSpPr>
            <p:nvPr/>
          </p:nvSpPr>
          <p:spPr bwMode="auto">
            <a:xfrm>
              <a:off x="2861" y="1928"/>
              <a:ext cx="24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94224" name="Freeform 16"/>
            <p:cNvSpPr>
              <a:spLocks/>
            </p:cNvSpPr>
            <p:nvPr/>
          </p:nvSpPr>
          <p:spPr bwMode="auto">
            <a:xfrm>
              <a:off x="3397" y="2128"/>
              <a:ext cx="409" cy="465"/>
            </a:xfrm>
            <a:custGeom>
              <a:avLst/>
              <a:gdLst/>
              <a:ahLst/>
              <a:cxnLst>
                <a:cxn ang="0">
                  <a:pos x="16" y="360"/>
                </a:cxn>
                <a:cxn ang="0">
                  <a:pos x="304" y="464"/>
                </a:cxn>
                <a:cxn ang="0">
                  <a:pos x="408" y="288"/>
                </a:cxn>
                <a:cxn ang="0">
                  <a:pos x="360" y="32"/>
                </a:cxn>
                <a:cxn ang="0">
                  <a:pos x="112" y="0"/>
                </a:cxn>
                <a:cxn ang="0">
                  <a:pos x="0" y="184"/>
                </a:cxn>
                <a:cxn ang="0">
                  <a:pos x="0" y="184"/>
                </a:cxn>
              </a:cxnLst>
              <a:rect l="0" t="0" r="r" b="b"/>
              <a:pathLst>
                <a:path w="409" h="465">
                  <a:moveTo>
                    <a:pt x="16" y="360"/>
                  </a:moveTo>
                  <a:lnTo>
                    <a:pt x="304" y="464"/>
                  </a:lnTo>
                  <a:lnTo>
                    <a:pt x="408" y="288"/>
                  </a:lnTo>
                  <a:lnTo>
                    <a:pt x="360" y="32"/>
                  </a:lnTo>
                  <a:lnTo>
                    <a:pt x="112" y="0"/>
                  </a:lnTo>
                  <a:lnTo>
                    <a:pt x="0" y="184"/>
                  </a:lnTo>
                  <a:lnTo>
                    <a:pt x="0" y="184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94225" name="Rectangle 17"/>
            <p:cNvSpPr>
              <a:spLocks noChangeArrowheads="1"/>
            </p:cNvSpPr>
            <p:nvPr/>
          </p:nvSpPr>
          <p:spPr bwMode="auto">
            <a:xfrm>
              <a:off x="2386" y="1637"/>
              <a:ext cx="518" cy="3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1600" i="1">
                  <a:solidFill>
                    <a:srgbClr val="56127A"/>
                  </a:solidFill>
                  <a:latin typeface="Verdana" pitchFamily="34" charset="0"/>
                </a:rPr>
                <a:t>¬take</a:t>
              </a:r>
            </a:p>
            <a:p>
              <a:pPr algn="ctr" eaLnBrk="0" hangingPunct="0"/>
              <a:r>
                <a:rPr lang="en-US" sz="1600" i="1">
                  <a:solidFill>
                    <a:srgbClr val="56127A"/>
                  </a:solidFill>
                  <a:latin typeface="Verdana" pitchFamily="34" charset="0"/>
                </a:rPr>
                <a:t>wrong</a:t>
              </a:r>
            </a:p>
          </p:txBody>
        </p:sp>
        <p:sp>
          <p:nvSpPr>
            <p:cNvPr id="94226" name="Rectangle 18"/>
            <p:cNvSpPr>
              <a:spLocks noChangeArrowheads="1"/>
            </p:cNvSpPr>
            <p:nvPr/>
          </p:nvSpPr>
          <p:spPr bwMode="auto">
            <a:xfrm>
              <a:off x="2012" y="1920"/>
              <a:ext cx="477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56127A"/>
                  </a:solidFill>
                  <a:latin typeface="Verdana" pitchFamily="34" charset="0"/>
                </a:rPr>
                <a:t>taken</a:t>
              </a:r>
            </a:p>
          </p:txBody>
        </p:sp>
        <p:sp>
          <p:nvSpPr>
            <p:cNvPr id="94227" name="Rectangle 19"/>
            <p:cNvSpPr>
              <a:spLocks noChangeArrowheads="1"/>
            </p:cNvSpPr>
            <p:nvPr/>
          </p:nvSpPr>
          <p:spPr bwMode="auto">
            <a:xfrm>
              <a:off x="2990" y="1836"/>
              <a:ext cx="629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56127A"/>
                  </a:solidFill>
                  <a:latin typeface="Verdana" pitchFamily="34" charset="0"/>
                </a:rPr>
                <a:t>¬ taken</a:t>
              </a:r>
            </a:p>
          </p:txBody>
        </p:sp>
        <p:sp>
          <p:nvSpPr>
            <p:cNvPr id="94228" name="Rectangle 20"/>
            <p:cNvSpPr>
              <a:spLocks noChangeArrowheads="1"/>
            </p:cNvSpPr>
            <p:nvPr/>
          </p:nvSpPr>
          <p:spPr bwMode="auto">
            <a:xfrm>
              <a:off x="1124" y="2200"/>
              <a:ext cx="477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56127A"/>
                  </a:solidFill>
                  <a:latin typeface="Verdana" pitchFamily="34" charset="0"/>
                </a:rPr>
                <a:t>taken</a:t>
              </a:r>
            </a:p>
          </p:txBody>
        </p:sp>
        <p:sp>
          <p:nvSpPr>
            <p:cNvPr id="94229" name="Rectangle 21"/>
            <p:cNvSpPr>
              <a:spLocks noChangeArrowheads="1"/>
            </p:cNvSpPr>
            <p:nvPr/>
          </p:nvSpPr>
          <p:spPr bwMode="auto">
            <a:xfrm>
              <a:off x="2412" y="2536"/>
              <a:ext cx="477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56127A"/>
                  </a:solidFill>
                  <a:latin typeface="Verdana" pitchFamily="34" charset="0"/>
                </a:rPr>
                <a:t>taken</a:t>
              </a:r>
            </a:p>
          </p:txBody>
        </p:sp>
        <p:sp>
          <p:nvSpPr>
            <p:cNvPr id="94230" name="Rectangle 22"/>
            <p:cNvSpPr>
              <a:spLocks noChangeArrowheads="1"/>
            </p:cNvSpPr>
            <p:nvPr/>
          </p:nvSpPr>
          <p:spPr bwMode="auto">
            <a:xfrm>
              <a:off x="2500" y="2120"/>
              <a:ext cx="477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56127A"/>
                  </a:solidFill>
                  <a:latin typeface="Verdana" pitchFamily="34" charset="0"/>
                </a:rPr>
                <a:t>taken</a:t>
              </a:r>
            </a:p>
          </p:txBody>
        </p:sp>
        <p:sp>
          <p:nvSpPr>
            <p:cNvPr id="94231" name="Rectangle 23"/>
            <p:cNvSpPr>
              <a:spLocks noChangeArrowheads="1"/>
            </p:cNvSpPr>
            <p:nvPr/>
          </p:nvSpPr>
          <p:spPr bwMode="auto">
            <a:xfrm>
              <a:off x="2931" y="2225"/>
              <a:ext cx="502" cy="3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1600" i="1" dirty="0">
                  <a:solidFill>
                    <a:srgbClr val="56127A"/>
                  </a:solidFill>
                  <a:latin typeface="Verdana" pitchFamily="34" charset="0"/>
                </a:rPr>
                <a:t>¬take</a:t>
              </a:r>
            </a:p>
            <a:p>
              <a:pPr algn="ctr" eaLnBrk="0" hangingPunct="0"/>
              <a:r>
                <a:rPr lang="en-US" sz="1600" i="1" dirty="0">
                  <a:solidFill>
                    <a:srgbClr val="56127A"/>
                  </a:solidFill>
                  <a:latin typeface="Verdana" pitchFamily="34" charset="0"/>
                </a:rPr>
                <a:t>right</a:t>
              </a:r>
            </a:p>
          </p:txBody>
        </p:sp>
        <p:sp>
          <p:nvSpPr>
            <p:cNvPr id="94232" name="Rectangle 24"/>
            <p:cNvSpPr>
              <a:spLocks noChangeArrowheads="1"/>
            </p:cNvSpPr>
            <p:nvPr/>
          </p:nvSpPr>
          <p:spPr bwMode="auto">
            <a:xfrm>
              <a:off x="1872" y="2238"/>
              <a:ext cx="419" cy="3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1600" i="1" dirty="0">
                  <a:solidFill>
                    <a:srgbClr val="56127A"/>
                  </a:solidFill>
                  <a:latin typeface="Verdana" pitchFamily="34" charset="0"/>
                </a:rPr>
                <a:t>take</a:t>
              </a:r>
            </a:p>
            <a:p>
              <a:pPr algn="ctr" eaLnBrk="0" hangingPunct="0"/>
              <a:r>
                <a:rPr lang="en-US" sz="1600" i="1" dirty="0">
                  <a:solidFill>
                    <a:srgbClr val="56127A"/>
                  </a:solidFill>
                  <a:latin typeface="Verdana" pitchFamily="34" charset="0"/>
                </a:rPr>
                <a:t>right</a:t>
              </a:r>
            </a:p>
          </p:txBody>
        </p:sp>
        <p:sp>
          <p:nvSpPr>
            <p:cNvPr id="94233" name="Rectangle 25"/>
            <p:cNvSpPr>
              <a:spLocks noChangeArrowheads="1"/>
            </p:cNvSpPr>
            <p:nvPr/>
          </p:nvSpPr>
          <p:spPr bwMode="auto">
            <a:xfrm>
              <a:off x="2425" y="2845"/>
              <a:ext cx="518" cy="3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1600" i="1">
                  <a:solidFill>
                    <a:srgbClr val="56127A"/>
                  </a:solidFill>
                  <a:latin typeface="Verdana" pitchFamily="34" charset="0"/>
                </a:rPr>
                <a:t>take</a:t>
              </a:r>
            </a:p>
            <a:p>
              <a:pPr algn="ctr" eaLnBrk="0" hangingPunct="0"/>
              <a:r>
                <a:rPr lang="en-US" sz="1600" i="1">
                  <a:solidFill>
                    <a:srgbClr val="56127A"/>
                  </a:solidFill>
                  <a:latin typeface="Verdana" pitchFamily="34" charset="0"/>
                </a:rPr>
                <a:t>wrong</a:t>
              </a:r>
            </a:p>
          </p:txBody>
        </p:sp>
        <p:sp>
          <p:nvSpPr>
            <p:cNvPr id="94234" name="Rectangle 26"/>
            <p:cNvSpPr>
              <a:spLocks noChangeArrowheads="1"/>
            </p:cNvSpPr>
            <p:nvPr/>
          </p:nvSpPr>
          <p:spPr bwMode="auto">
            <a:xfrm>
              <a:off x="3831" y="2253"/>
              <a:ext cx="629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56127A"/>
                  </a:solidFill>
                  <a:latin typeface="Verdana" pitchFamily="34" charset="0"/>
                </a:rPr>
                <a:t>¬ taken</a:t>
              </a:r>
            </a:p>
          </p:txBody>
        </p:sp>
        <p:sp>
          <p:nvSpPr>
            <p:cNvPr id="94235" name="Rectangle 27"/>
            <p:cNvSpPr>
              <a:spLocks noChangeArrowheads="1"/>
            </p:cNvSpPr>
            <p:nvPr/>
          </p:nvSpPr>
          <p:spPr bwMode="auto">
            <a:xfrm>
              <a:off x="2939" y="2711"/>
              <a:ext cx="629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56127A"/>
                  </a:solidFill>
                  <a:latin typeface="Verdana" pitchFamily="34" charset="0"/>
                </a:rPr>
                <a:t>¬ taken</a:t>
              </a:r>
            </a:p>
          </p:txBody>
        </p:sp>
        <p:sp>
          <p:nvSpPr>
            <p:cNvPr id="94236" name="Rectangle 28"/>
            <p:cNvSpPr>
              <a:spLocks noChangeArrowheads="1"/>
            </p:cNvSpPr>
            <p:nvPr/>
          </p:nvSpPr>
          <p:spPr bwMode="auto">
            <a:xfrm>
              <a:off x="1815" y="2739"/>
              <a:ext cx="629" cy="2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>
                  <a:solidFill>
                    <a:srgbClr val="56127A"/>
                  </a:solidFill>
                  <a:latin typeface="Verdana" pitchFamily="34" charset="0"/>
                </a:rPr>
                <a:t>¬ taken</a:t>
              </a:r>
            </a:p>
          </p:txBody>
        </p:sp>
      </p:grpSp>
      <p:sp>
        <p:nvSpPr>
          <p:cNvPr id="94237" name="Text Box 29"/>
          <p:cNvSpPr txBox="1">
            <a:spLocks noChangeArrowheads="1"/>
          </p:cNvSpPr>
          <p:nvPr/>
        </p:nvSpPr>
        <p:spPr bwMode="auto">
          <a:xfrm>
            <a:off x="997133" y="5372836"/>
            <a:ext cx="8629285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A48E9"/>
                </a:solidFill>
                <a:latin typeface="Century Gothic" panose="020B0502020202020204" pitchFamily="34" charset="0"/>
              </a:rPr>
              <a:t>BP state:	</a:t>
            </a:r>
          </a:p>
          <a:p>
            <a:pPr eaLnBrk="0" hangingPunct="0"/>
            <a:r>
              <a:rPr lang="en-US" sz="2400" dirty="0">
                <a:solidFill>
                  <a:srgbClr val="0A48E9"/>
                </a:solidFill>
                <a:latin typeface="Century Gothic" panose="020B0502020202020204" pitchFamily="34" charset="0"/>
              </a:rPr>
              <a:t>	(predict take/¬take) x (last prediction right/wrong)</a:t>
            </a:r>
          </a:p>
        </p:txBody>
      </p:sp>
      <p:sp>
        <p:nvSpPr>
          <p:cNvPr id="94238" name="Rectangle 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Branch Prediction Bits</a:t>
            </a:r>
          </a:p>
        </p:txBody>
      </p:sp>
    </p:spTree>
    <p:extLst>
      <p:ext uri="{BB962C8B-B14F-4D97-AF65-F5344CB8AC3E}">
        <p14:creationId xmlns:p14="http://schemas.microsoft.com/office/powerpoint/2010/main" val="383374154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317501"/>
            <a:ext cx="7162800" cy="850900"/>
          </a:xfrm>
        </p:spPr>
        <p:txBody>
          <a:bodyPr/>
          <a:lstStyle/>
          <a:p>
            <a:r>
              <a:rPr lang="en-US"/>
              <a:t>Branch History Table</a:t>
            </a:r>
          </a:p>
        </p:txBody>
      </p:sp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1974852" y="5956300"/>
            <a:ext cx="817086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56127A"/>
                </a:solidFill>
                <a:latin typeface="Verdana" pitchFamily="34" charset="0"/>
              </a:rPr>
              <a:t>4K-entry BHT, 2 bits/entry, ~80-90% correct predictions</a:t>
            </a:r>
          </a:p>
        </p:txBody>
      </p:sp>
      <p:grpSp>
        <p:nvGrpSpPr>
          <p:cNvPr id="96260" name="Group 4"/>
          <p:cNvGrpSpPr>
            <a:grpSpLocks/>
          </p:cNvGrpSpPr>
          <p:nvPr/>
        </p:nvGrpSpPr>
        <p:grpSpPr bwMode="auto">
          <a:xfrm>
            <a:off x="3048002" y="1325565"/>
            <a:ext cx="4824413" cy="476251"/>
            <a:chOff x="984" y="774"/>
            <a:chExt cx="3039" cy="300"/>
          </a:xfrm>
        </p:grpSpPr>
        <p:sp>
          <p:nvSpPr>
            <p:cNvPr id="96261" name="Rectangle 5"/>
            <p:cNvSpPr>
              <a:spLocks noChangeArrowheads="1"/>
            </p:cNvSpPr>
            <p:nvPr/>
          </p:nvSpPr>
          <p:spPr bwMode="auto">
            <a:xfrm>
              <a:off x="1932" y="795"/>
              <a:ext cx="176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sv-SE" sz="2000">
                <a:solidFill>
                  <a:srgbClr val="56127A"/>
                </a:solidFill>
                <a:latin typeface="Verdana" pitchFamily="34" charset="0"/>
              </a:endParaRPr>
            </a:p>
          </p:txBody>
        </p:sp>
        <p:grpSp>
          <p:nvGrpSpPr>
            <p:cNvPr id="96262" name="Group 6"/>
            <p:cNvGrpSpPr>
              <a:grpSpLocks/>
            </p:cNvGrpSpPr>
            <p:nvPr/>
          </p:nvGrpSpPr>
          <p:grpSpPr bwMode="auto">
            <a:xfrm>
              <a:off x="3708" y="795"/>
              <a:ext cx="288" cy="240"/>
              <a:chOff x="3456" y="960"/>
              <a:chExt cx="288" cy="240"/>
            </a:xfrm>
          </p:grpSpPr>
          <p:sp>
            <p:nvSpPr>
              <p:cNvPr id="96263" name="Rectangle 7"/>
              <p:cNvSpPr>
                <a:spLocks noChangeArrowheads="1"/>
              </p:cNvSpPr>
              <p:nvPr/>
            </p:nvSpPr>
            <p:spPr bwMode="auto">
              <a:xfrm>
                <a:off x="3456" y="960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96264" name="Line 8"/>
              <p:cNvSpPr>
                <a:spLocks noChangeShapeType="1"/>
              </p:cNvSpPr>
              <p:nvPr/>
            </p:nvSpPr>
            <p:spPr bwMode="auto">
              <a:xfrm flipV="1">
                <a:off x="3600" y="1104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sp>
          <p:nvSpPr>
            <p:cNvPr id="96265" name="Text Box 9"/>
            <p:cNvSpPr txBox="1">
              <a:spLocks noChangeArrowheads="1"/>
            </p:cNvSpPr>
            <p:nvPr/>
          </p:nvSpPr>
          <p:spPr bwMode="auto">
            <a:xfrm>
              <a:off x="3660" y="822"/>
              <a:ext cx="219" cy="2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solidFill>
                    <a:srgbClr val="56127A"/>
                  </a:solidFill>
                  <a:latin typeface="Verdana" pitchFamily="34" charset="0"/>
                </a:rPr>
                <a:t>0</a:t>
              </a:r>
            </a:p>
          </p:txBody>
        </p:sp>
        <p:sp>
          <p:nvSpPr>
            <p:cNvPr id="96266" name="Text Box 10"/>
            <p:cNvSpPr txBox="1">
              <a:spLocks noChangeArrowheads="1"/>
            </p:cNvSpPr>
            <p:nvPr/>
          </p:nvSpPr>
          <p:spPr bwMode="auto">
            <a:xfrm>
              <a:off x="3804" y="822"/>
              <a:ext cx="219" cy="2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solidFill>
                    <a:srgbClr val="56127A"/>
                  </a:solidFill>
                  <a:latin typeface="Verdana" pitchFamily="34" charset="0"/>
                </a:rPr>
                <a:t>0</a:t>
              </a:r>
            </a:p>
          </p:txBody>
        </p:sp>
        <p:sp>
          <p:nvSpPr>
            <p:cNvPr id="96267" name="Text Box 11"/>
            <p:cNvSpPr txBox="1">
              <a:spLocks noChangeArrowheads="1"/>
            </p:cNvSpPr>
            <p:nvPr/>
          </p:nvSpPr>
          <p:spPr bwMode="auto">
            <a:xfrm>
              <a:off x="984" y="774"/>
              <a:ext cx="821" cy="2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i="1">
                  <a:solidFill>
                    <a:srgbClr val="56127A"/>
                  </a:solidFill>
                  <a:latin typeface="Verdana" pitchFamily="34" charset="0"/>
                </a:rPr>
                <a:t>Fetch PC</a:t>
              </a:r>
            </a:p>
          </p:txBody>
        </p:sp>
      </p:grpSp>
      <p:grpSp>
        <p:nvGrpSpPr>
          <p:cNvPr id="96268" name="Group 12"/>
          <p:cNvGrpSpPr>
            <a:grpSpLocks/>
          </p:cNvGrpSpPr>
          <p:nvPr/>
        </p:nvGrpSpPr>
        <p:grpSpPr bwMode="auto">
          <a:xfrm>
            <a:off x="2222500" y="2582864"/>
            <a:ext cx="4445000" cy="3225799"/>
            <a:chOff x="440" y="1539"/>
            <a:chExt cx="2800" cy="2032"/>
          </a:xfrm>
        </p:grpSpPr>
        <p:sp>
          <p:nvSpPr>
            <p:cNvPr id="96269" name="Line 13"/>
            <p:cNvSpPr>
              <a:spLocks noChangeShapeType="1"/>
            </p:cNvSpPr>
            <p:nvPr/>
          </p:nvSpPr>
          <p:spPr bwMode="auto">
            <a:xfrm>
              <a:off x="2616" y="3123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96270" name="Line 14"/>
            <p:cNvSpPr>
              <a:spLocks noChangeShapeType="1"/>
            </p:cNvSpPr>
            <p:nvPr/>
          </p:nvSpPr>
          <p:spPr bwMode="auto">
            <a:xfrm>
              <a:off x="3036" y="1539"/>
              <a:ext cx="0" cy="1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96271" name="Text Box 15"/>
            <p:cNvSpPr txBox="1">
              <a:spLocks noChangeArrowheads="1"/>
            </p:cNvSpPr>
            <p:nvPr/>
          </p:nvSpPr>
          <p:spPr bwMode="auto">
            <a:xfrm>
              <a:off x="440" y="3294"/>
              <a:ext cx="766" cy="2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solidFill>
                    <a:srgbClr val="56127A"/>
                  </a:solidFill>
                  <a:latin typeface="Verdana" pitchFamily="34" charset="0"/>
                </a:rPr>
                <a:t>Branch?</a:t>
              </a:r>
            </a:p>
          </p:txBody>
        </p:sp>
        <p:sp>
          <p:nvSpPr>
            <p:cNvPr id="96272" name="Line 16"/>
            <p:cNvSpPr>
              <a:spLocks noChangeShapeType="1"/>
            </p:cNvSpPr>
            <p:nvPr/>
          </p:nvSpPr>
          <p:spPr bwMode="auto">
            <a:xfrm>
              <a:off x="888" y="2595"/>
              <a:ext cx="0" cy="6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96273" name="Freeform 17"/>
            <p:cNvSpPr>
              <a:spLocks/>
            </p:cNvSpPr>
            <p:nvPr/>
          </p:nvSpPr>
          <p:spPr bwMode="auto">
            <a:xfrm>
              <a:off x="1944" y="2787"/>
              <a:ext cx="1296" cy="3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24" y="0"/>
                </a:cxn>
                <a:cxn ang="0">
                  <a:pos x="672" y="96"/>
                </a:cxn>
                <a:cxn ang="0">
                  <a:pos x="720" y="0"/>
                </a:cxn>
                <a:cxn ang="0">
                  <a:pos x="1296" y="0"/>
                </a:cxn>
                <a:cxn ang="0">
                  <a:pos x="1152" y="336"/>
                </a:cxn>
                <a:cxn ang="0">
                  <a:pos x="144" y="336"/>
                </a:cxn>
                <a:cxn ang="0">
                  <a:pos x="0" y="0"/>
                </a:cxn>
              </a:cxnLst>
              <a:rect l="0" t="0" r="r" b="b"/>
              <a:pathLst>
                <a:path w="1296" h="336">
                  <a:moveTo>
                    <a:pt x="0" y="0"/>
                  </a:moveTo>
                  <a:lnTo>
                    <a:pt x="624" y="0"/>
                  </a:lnTo>
                  <a:lnTo>
                    <a:pt x="672" y="96"/>
                  </a:lnTo>
                  <a:lnTo>
                    <a:pt x="720" y="0"/>
                  </a:lnTo>
                  <a:lnTo>
                    <a:pt x="1296" y="0"/>
                  </a:lnTo>
                  <a:lnTo>
                    <a:pt x="1152" y="336"/>
                  </a:lnTo>
                  <a:lnTo>
                    <a:pt x="144" y="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96274" name="Line 18"/>
            <p:cNvSpPr>
              <a:spLocks noChangeShapeType="1"/>
            </p:cNvSpPr>
            <p:nvPr/>
          </p:nvSpPr>
          <p:spPr bwMode="auto">
            <a:xfrm>
              <a:off x="2184" y="2595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96275" name="Text Box 19"/>
            <p:cNvSpPr txBox="1">
              <a:spLocks noChangeArrowheads="1"/>
            </p:cNvSpPr>
            <p:nvPr/>
          </p:nvSpPr>
          <p:spPr bwMode="auto">
            <a:xfrm>
              <a:off x="2126" y="3319"/>
              <a:ext cx="890" cy="2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solidFill>
                    <a:srgbClr val="56127A"/>
                  </a:solidFill>
                  <a:latin typeface="Verdana" pitchFamily="34" charset="0"/>
                </a:rPr>
                <a:t>Target PC</a:t>
              </a:r>
            </a:p>
          </p:txBody>
        </p:sp>
        <p:sp>
          <p:nvSpPr>
            <p:cNvPr id="96276" name="Text Box 20"/>
            <p:cNvSpPr txBox="1">
              <a:spLocks noChangeArrowheads="1"/>
            </p:cNvSpPr>
            <p:nvPr/>
          </p:nvSpPr>
          <p:spPr bwMode="auto">
            <a:xfrm>
              <a:off x="2484" y="2887"/>
              <a:ext cx="249" cy="2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solidFill>
                    <a:srgbClr val="56127A"/>
                  </a:solidFill>
                  <a:latin typeface="Verdana" pitchFamily="34" charset="0"/>
                </a:rPr>
                <a:t>+</a:t>
              </a:r>
            </a:p>
          </p:txBody>
        </p:sp>
      </p:grpSp>
      <p:grpSp>
        <p:nvGrpSpPr>
          <p:cNvPr id="96277" name="Group 21"/>
          <p:cNvGrpSpPr>
            <a:grpSpLocks/>
          </p:cNvGrpSpPr>
          <p:nvPr/>
        </p:nvGrpSpPr>
        <p:grpSpPr bwMode="auto">
          <a:xfrm>
            <a:off x="1524002" y="1858963"/>
            <a:ext cx="5848351" cy="2400300"/>
            <a:chOff x="0" y="1083"/>
            <a:chExt cx="3684" cy="1512"/>
          </a:xfrm>
        </p:grpSpPr>
        <p:sp>
          <p:nvSpPr>
            <p:cNvPr id="96278" name="Rectangle 22"/>
            <p:cNvSpPr>
              <a:spLocks noChangeArrowheads="1"/>
            </p:cNvSpPr>
            <p:nvPr/>
          </p:nvSpPr>
          <p:spPr bwMode="auto">
            <a:xfrm>
              <a:off x="444" y="1300"/>
              <a:ext cx="1872" cy="77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solidFill>
                    <a:srgbClr val="56127A"/>
                  </a:solidFill>
                  <a:latin typeface="Verdana" pitchFamily="34" charset="0"/>
                </a:rPr>
                <a:t>I-Cache</a:t>
              </a:r>
            </a:p>
          </p:txBody>
        </p:sp>
        <p:sp>
          <p:nvSpPr>
            <p:cNvPr id="96279" name="Freeform 23"/>
            <p:cNvSpPr>
              <a:spLocks/>
            </p:cNvSpPr>
            <p:nvPr/>
          </p:nvSpPr>
          <p:spPr bwMode="auto">
            <a:xfrm>
              <a:off x="2316" y="1300"/>
              <a:ext cx="720" cy="239"/>
            </a:xfrm>
            <a:custGeom>
              <a:avLst/>
              <a:gdLst/>
              <a:ahLst/>
              <a:cxnLst>
                <a:cxn ang="0">
                  <a:pos x="720" y="0"/>
                </a:cxn>
                <a:cxn ang="0">
                  <a:pos x="720" y="384"/>
                </a:cxn>
                <a:cxn ang="0">
                  <a:pos x="0" y="384"/>
                </a:cxn>
              </a:cxnLst>
              <a:rect l="0" t="0" r="r" b="b"/>
              <a:pathLst>
                <a:path w="720" h="384">
                  <a:moveTo>
                    <a:pt x="720" y="0"/>
                  </a:moveTo>
                  <a:lnTo>
                    <a:pt x="720" y="384"/>
                  </a:lnTo>
                  <a:lnTo>
                    <a:pt x="0" y="384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96280" name="Rectangle 24"/>
            <p:cNvSpPr>
              <a:spLocks noChangeArrowheads="1"/>
            </p:cNvSpPr>
            <p:nvPr/>
          </p:nvSpPr>
          <p:spPr bwMode="auto">
            <a:xfrm>
              <a:off x="408" y="2331"/>
              <a:ext cx="912" cy="26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solidFill>
                    <a:srgbClr val="56127A"/>
                  </a:solidFill>
                  <a:latin typeface="Verdana" pitchFamily="34" charset="0"/>
                </a:rPr>
                <a:t>Opcode</a:t>
              </a:r>
            </a:p>
          </p:txBody>
        </p:sp>
        <p:sp>
          <p:nvSpPr>
            <p:cNvPr id="96281" name="Rectangle 25"/>
            <p:cNvSpPr>
              <a:spLocks noChangeArrowheads="1"/>
            </p:cNvSpPr>
            <p:nvPr/>
          </p:nvSpPr>
          <p:spPr bwMode="auto">
            <a:xfrm>
              <a:off x="1560" y="2331"/>
              <a:ext cx="960" cy="26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000">
                  <a:solidFill>
                    <a:srgbClr val="56127A"/>
                  </a:solidFill>
                  <a:latin typeface="Verdana" pitchFamily="34" charset="0"/>
                </a:rPr>
                <a:t>offset</a:t>
              </a:r>
            </a:p>
          </p:txBody>
        </p:sp>
        <p:sp>
          <p:nvSpPr>
            <p:cNvPr id="96282" name="Line 26"/>
            <p:cNvSpPr>
              <a:spLocks noChangeShapeType="1"/>
            </p:cNvSpPr>
            <p:nvPr/>
          </p:nvSpPr>
          <p:spPr bwMode="auto">
            <a:xfrm>
              <a:off x="1464" y="2071"/>
              <a:ext cx="0" cy="2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96283" name="Rectangle 27"/>
            <p:cNvSpPr>
              <a:spLocks noChangeArrowheads="1"/>
            </p:cNvSpPr>
            <p:nvPr/>
          </p:nvSpPr>
          <p:spPr bwMode="auto">
            <a:xfrm>
              <a:off x="1320" y="2331"/>
              <a:ext cx="240" cy="26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96284" name="AutoShape 28"/>
            <p:cNvSpPr>
              <a:spLocks/>
            </p:cNvSpPr>
            <p:nvPr/>
          </p:nvSpPr>
          <p:spPr bwMode="auto">
            <a:xfrm rot="5400000">
              <a:off x="2699" y="316"/>
              <a:ext cx="217" cy="1752"/>
            </a:xfrm>
            <a:prstGeom prst="rightBrace">
              <a:avLst>
                <a:gd name="adj1" fmla="val 67281"/>
                <a:gd name="adj2" fmla="val 36815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96285" name="Text Box 29"/>
            <p:cNvSpPr txBox="1">
              <a:spLocks noChangeArrowheads="1"/>
            </p:cNvSpPr>
            <p:nvPr/>
          </p:nvSpPr>
          <p:spPr bwMode="auto">
            <a:xfrm>
              <a:off x="0" y="2098"/>
              <a:ext cx="996" cy="2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i="1">
                  <a:solidFill>
                    <a:srgbClr val="56127A"/>
                  </a:solidFill>
                  <a:latin typeface="Verdana" pitchFamily="34" charset="0"/>
                </a:rPr>
                <a:t>Instruction</a:t>
              </a:r>
            </a:p>
          </p:txBody>
        </p:sp>
      </p:grpSp>
      <p:grpSp>
        <p:nvGrpSpPr>
          <p:cNvPr id="96286" name="Group 30"/>
          <p:cNvGrpSpPr>
            <a:grpSpLocks/>
          </p:cNvGrpSpPr>
          <p:nvPr/>
        </p:nvGrpSpPr>
        <p:grpSpPr bwMode="auto">
          <a:xfrm>
            <a:off x="6419852" y="1358900"/>
            <a:ext cx="4078289" cy="4410076"/>
            <a:chOff x="3084" y="768"/>
            <a:chExt cx="2569" cy="2778"/>
          </a:xfrm>
        </p:grpSpPr>
        <p:grpSp>
          <p:nvGrpSpPr>
            <p:cNvPr id="96287" name="Group 31"/>
            <p:cNvGrpSpPr>
              <a:grpSpLocks/>
            </p:cNvGrpSpPr>
            <p:nvPr/>
          </p:nvGrpSpPr>
          <p:grpSpPr bwMode="auto">
            <a:xfrm>
              <a:off x="3276" y="1251"/>
              <a:ext cx="960" cy="408"/>
              <a:chOff x="3276" y="1251"/>
              <a:chExt cx="960" cy="408"/>
            </a:xfrm>
          </p:grpSpPr>
          <p:sp>
            <p:nvSpPr>
              <p:cNvPr id="96288" name="AutoShape 32"/>
              <p:cNvSpPr>
                <a:spLocks/>
              </p:cNvSpPr>
              <p:nvPr/>
            </p:nvSpPr>
            <p:spPr bwMode="auto">
              <a:xfrm rot="5400000">
                <a:off x="3408" y="1119"/>
                <a:ext cx="144" cy="408"/>
              </a:xfrm>
              <a:prstGeom prst="rightBrace">
                <a:avLst>
                  <a:gd name="adj1" fmla="val 23611"/>
                  <a:gd name="adj2" fmla="val 54167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96289" name="Freeform 33"/>
              <p:cNvSpPr>
                <a:spLocks/>
              </p:cNvSpPr>
              <p:nvPr/>
            </p:nvSpPr>
            <p:spPr bwMode="auto">
              <a:xfrm>
                <a:off x="3468" y="1323"/>
                <a:ext cx="768" cy="33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36"/>
                  </a:cxn>
                  <a:cxn ang="0">
                    <a:pos x="768" y="336"/>
                  </a:cxn>
                </a:cxnLst>
                <a:rect l="0" t="0" r="r" b="b"/>
                <a:pathLst>
                  <a:path w="768" h="336">
                    <a:moveTo>
                      <a:pt x="0" y="0"/>
                    </a:moveTo>
                    <a:lnTo>
                      <a:pt x="0" y="336"/>
                    </a:lnTo>
                    <a:lnTo>
                      <a:pt x="768" y="336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96290" name="Line 34"/>
              <p:cNvSpPr>
                <a:spLocks noChangeShapeType="1"/>
              </p:cNvSpPr>
              <p:nvPr/>
            </p:nvSpPr>
            <p:spPr bwMode="auto">
              <a:xfrm flipV="1">
                <a:off x="3420" y="1419"/>
                <a:ext cx="144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96291" name="Text Box 35"/>
              <p:cNvSpPr txBox="1">
                <a:spLocks noChangeArrowheads="1"/>
              </p:cNvSpPr>
              <p:nvPr/>
            </p:nvSpPr>
            <p:spPr bwMode="auto">
              <a:xfrm>
                <a:off x="3602" y="1327"/>
                <a:ext cx="212" cy="25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000">
                    <a:solidFill>
                      <a:srgbClr val="56127A"/>
                    </a:solidFill>
                    <a:latin typeface="Verdana" pitchFamily="34" charset="0"/>
                  </a:rPr>
                  <a:t>k</a:t>
                </a:r>
              </a:p>
            </p:txBody>
          </p:sp>
        </p:grpSp>
        <p:sp>
          <p:nvSpPr>
            <p:cNvPr id="96292" name="Text Box 36"/>
            <p:cNvSpPr txBox="1">
              <a:spLocks noChangeArrowheads="1"/>
            </p:cNvSpPr>
            <p:nvPr/>
          </p:nvSpPr>
          <p:spPr bwMode="auto">
            <a:xfrm>
              <a:off x="3084" y="1611"/>
              <a:ext cx="1248" cy="2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2000" i="1">
                  <a:solidFill>
                    <a:srgbClr val="56127A"/>
                  </a:solidFill>
                  <a:latin typeface="Verdana" pitchFamily="34" charset="0"/>
                </a:rPr>
                <a:t>BHT Index</a:t>
              </a:r>
            </a:p>
          </p:txBody>
        </p:sp>
        <p:sp>
          <p:nvSpPr>
            <p:cNvPr id="96293" name="Text Box 37"/>
            <p:cNvSpPr txBox="1">
              <a:spLocks noChangeArrowheads="1"/>
            </p:cNvSpPr>
            <p:nvPr/>
          </p:nvSpPr>
          <p:spPr bwMode="auto">
            <a:xfrm>
              <a:off x="4584" y="1350"/>
              <a:ext cx="1069" cy="6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i="1">
                  <a:solidFill>
                    <a:srgbClr val="56127A"/>
                  </a:solidFill>
                  <a:latin typeface="Verdana" pitchFamily="34" charset="0"/>
                </a:rPr>
                <a:t>2</a:t>
              </a:r>
              <a:r>
                <a:rPr lang="en-US" sz="2000" i="1" baseline="30000">
                  <a:solidFill>
                    <a:srgbClr val="56127A"/>
                  </a:solidFill>
                  <a:latin typeface="Verdana" pitchFamily="34" charset="0"/>
                </a:rPr>
                <a:t>k</a:t>
              </a:r>
              <a:r>
                <a:rPr lang="en-US" sz="2000" i="1">
                  <a:solidFill>
                    <a:srgbClr val="56127A"/>
                  </a:solidFill>
                  <a:latin typeface="Verdana" pitchFamily="34" charset="0"/>
                </a:rPr>
                <a:t>-entry</a:t>
              </a:r>
            </a:p>
            <a:p>
              <a:pPr eaLnBrk="0" hangingPunct="0"/>
              <a:r>
                <a:rPr lang="en-US" sz="2000" i="1">
                  <a:solidFill>
                    <a:srgbClr val="56127A"/>
                  </a:solidFill>
                  <a:latin typeface="Verdana" pitchFamily="34" charset="0"/>
                </a:rPr>
                <a:t>BHT,</a:t>
              </a:r>
            </a:p>
            <a:p>
              <a:pPr eaLnBrk="0" hangingPunct="0"/>
              <a:r>
                <a:rPr lang="en-US" sz="2000" i="1">
                  <a:solidFill>
                    <a:srgbClr val="56127A"/>
                  </a:solidFill>
                  <a:latin typeface="Verdana" pitchFamily="34" charset="0"/>
                </a:rPr>
                <a:t>2 bits/entry</a:t>
              </a:r>
            </a:p>
          </p:txBody>
        </p:sp>
        <p:sp>
          <p:nvSpPr>
            <p:cNvPr id="96294" name="Text Box 38"/>
            <p:cNvSpPr txBox="1">
              <a:spLocks noChangeArrowheads="1"/>
            </p:cNvSpPr>
            <p:nvPr/>
          </p:nvSpPr>
          <p:spPr bwMode="auto">
            <a:xfrm>
              <a:off x="3602" y="3294"/>
              <a:ext cx="1351" cy="2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solidFill>
                    <a:srgbClr val="56127A"/>
                  </a:solidFill>
                  <a:latin typeface="Verdana" pitchFamily="34" charset="0"/>
                </a:rPr>
                <a:t>Taken/¬Taken?</a:t>
              </a:r>
            </a:p>
          </p:txBody>
        </p:sp>
        <p:grpSp>
          <p:nvGrpSpPr>
            <p:cNvPr id="96295" name="Group 39"/>
            <p:cNvGrpSpPr>
              <a:grpSpLocks/>
            </p:cNvGrpSpPr>
            <p:nvPr/>
          </p:nvGrpSpPr>
          <p:grpSpPr bwMode="auto">
            <a:xfrm>
              <a:off x="4284" y="1035"/>
              <a:ext cx="288" cy="2280"/>
              <a:chOff x="4284" y="1035"/>
              <a:chExt cx="288" cy="2280"/>
            </a:xfrm>
          </p:grpSpPr>
          <p:grpSp>
            <p:nvGrpSpPr>
              <p:cNvPr id="96296" name="Group 40"/>
              <p:cNvGrpSpPr>
                <a:grpSpLocks/>
              </p:cNvGrpSpPr>
              <p:nvPr/>
            </p:nvGrpSpPr>
            <p:grpSpPr bwMode="auto">
              <a:xfrm>
                <a:off x="4284" y="1035"/>
                <a:ext cx="288" cy="240"/>
                <a:chOff x="2352" y="576"/>
                <a:chExt cx="288" cy="240"/>
              </a:xfrm>
            </p:grpSpPr>
            <p:sp>
              <p:nvSpPr>
                <p:cNvPr id="96297" name="Rectangle 41"/>
                <p:cNvSpPr>
                  <a:spLocks noChangeArrowheads="1"/>
                </p:cNvSpPr>
                <p:nvPr/>
              </p:nvSpPr>
              <p:spPr bwMode="auto">
                <a:xfrm>
                  <a:off x="2352" y="576"/>
                  <a:ext cx="288" cy="2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6298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2496" y="720"/>
                  <a:ext cx="0" cy="9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sv-SE"/>
                </a:p>
              </p:txBody>
            </p:sp>
          </p:grpSp>
          <p:grpSp>
            <p:nvGrpSpPr>
              <p:cNvPr id="96299" name="Group 43"/>
              <p:cNvGrpSpPr>
                <a:grpSpLocks/>
              </p:cNvGrpSpPr>
              <p:nvPr/>
            </p:nvGrpSpPr>
            <p:grpSpPr bwMode="auto">
              <a:xfrm>
                <a:off x="4284" y="1275"/>
                <a:ext cx="288" cy="240"/>
                <a:chOff x="2352" y="576"/>
                <a:chExt cx="288" cy="240"/>
              </a:xfrm>
            </p:grpSpPr>
            <p:sp>
              <p:nvSpPr>
                <p:cNvPr id="96300" name="Rectangle 44"/>
                <p:cNvSpPr>
                  <a:spLocks noChangeArrowheads="1"/>
                </p:cNvSpPr>
                <p:nvPr/>
              </p:nvSpPr>
              <p:spPr bwMode="auto">
                <a:xfrm>
                  <a:off x="2352" y="576"/>
                  <a:ext cx="288" cy="2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6301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2496" y="720"/>
                  <a:ext cx="0" cy="9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sv-SE"/>
                </a:p>
              </p:txBody>
            </p:sp>
          </p:grpSp>
          <p:grpSp>
            <p:nvGrpSpPr>
              <p:cNvPr id="96302" name="Group 46"/>
              <p:cNvGrpSpPr>
                <a:grpSpLocks/>
              </p:cNvGrpSpPr>
              <p:nvPr/>
            </p:nvGrpSpPr>
            <p:grpSpPr bwMode="auto">
              <a:xfrm>
                <a:off x="4284" y="1515"/>
                <a:ext cx="288" cy="240"/>
                <a:chOff x="2352" y="576"/>
                <a:chExt cx="288" cy="240"/>
              </a:xfrm>
            </p:grpSpPr>
            <p:sp>
              <p:nvSpPr>
                <p:cNvPr id="96303" name="Rectangle 47"/>
                <p:cNvSpPr>
                  <a:spLocks noChangeArrowheads="1"/>
                </p:cNvSpPr>
                <p:nvPr/>
              </p:nvSpPr>
              <p:spPr bwMode="auto">
                <a:xfrm>
                  <a:off x="2352" y="576"/>
                  <a:ext cx="288" cy="2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6304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2496" y="720"/>
                  <a:ext cx="0" cy="9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sv-SE"/>
                </a:p>
              </p:txBody>
            </p:sp>
          </p:grpSp>
          <p:grpSp>
            <p:nvGrpSpPr>
              <p:cNvPr id="96305" name="Group 49"/>
              <p:cNvGrpSpPr>
                <a:grpSpLocks/>
              </p:cNvGrpSpPr>
              <p:nvPr/>
            </p:nvGrpSpPr>
            <p:grpSpPr bwMode="auto">
              <a:xfrm>
                <a:off x="4284" y="2715"/>
                <a:ext cx="288" cy="240"/>
                <a:chOff x="2352" y="576"/>
                <a:chExt cx="288" cy="240"/>
              </a:xfrm>
            </p:grpSpPr>
            <p:sp>
              <p:nvSpPr>
                <p:cNvPr id="96306" name="Rectangle 50"/>
                <p:cNvSpPr>
                  <a:spLocks noChangeArrowheads="1"/>
                </p:cNvSpPr>
                <p:nvPr/>
              </p:nvSpPr>
              <p:spPr bwMode="auto">
                <a:xfrm>
                  <a:off x="2352" y="576"/>
                  <a:ext cx="288" cy="24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sv-SE"/>
                </a:p>
              </p:txBody>
            </p:sp>
            <p:sp>
              <p:nvSpPr>
                <p:cNvPr id="96307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2496" y="720"/>
                  <a:ext cx="0" cy="9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sv-SE"/>
                </a:p>
              </p:txBody>
            </p:sp>
          </p:grpSp>
          <p:sp>
            <p:nvSpPr>
              <p:cNvPr id="96308" name="Line 52"/>
              <p:cNvSpPr>
                <a:spLocks noChangeShapeType="1"/>
              </p:cNvSpPr>
              <p:nvPr/>
            </p:nvSpPr>
            <p:spPr bwMode="auto">
              <a:xfrm>
                <a:off x="4375" y="2955"/>
                <a:ext cx="0" cy="3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96309" name="Line 53"/>
              <p:cNvSpPr>
                <a:spLocks noChangeShapeType="1"/>
              </p:cNvSpPr>
              <p:nvPr/>
            </p:nvSpPr>
            <p:spPr bwMode="auto">
              <a:xfrm>
                <a:off x="4284" y="1755"/>
                <a:ext cx="0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96310" name="Line 54"/>
              <p:cNvSpPr>
                <a:spLocks noChangeShapeType="1"/>
              </p:cNvSpPr>
              <p:nvPr/>
            </p:nvSpPr>
            <p:spPr bwMode="auto">
              <a:xfrm flipV="1">
                <a:off x="4284" y="2471"/>
                <a:ext cx="0" cy="2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96311" name="Line 55"/>
              <p:cNvSpPr>
                <a:spLocks noChangeShapeType="1"/>
              </p:cNvSpPr>
              <p:nvPr/>
            </p:nvSpPr>
            <p:spPr bwMode="auto">
              <a:xfrm flipV="1">
                <a:off x="4572" y="2595"/>
                <a:ext cx="0" cy="1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96312" name="Line 56"/>
              <p:cNvSpPr>
                <a:spLocks noChangeShapeType="1"/>
              </p:cNvSpPr>
              <p:nvPr/>
            </p:nvSpPr>
            <p:spPr bwMode="auto">
              <a:xfrm>
                <a:off x="4572" y="1755"/>
                <a:ext cx="0" cy="31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96313" name="Line 57"/>
              <p:cNvSpPr>
                <a:spLocks noChangeShapeType="1"/>
              </p:cNvSpPr>
              <p:nvPr/>
            </p:nvSpPr>
            <p:spPr bwMode="auto">
              <a:xfrm>
                <a:off x="4428" y="1899"/>
                <a:ext cx="0" cy="6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sp>
          <p:nvSpPr>
            <p:cNvPr id="96314" name="Line 58"/>
            <p:cNvSpPr>
              <a:spLocks noChangeShapeType="1"/>
            </p:cNvSpPr>
            <p:nvPr/>
          </p:nvSpPr>
          <p:spPr bwMode="auto">
            <a:xfrm>
              <a:off x="3216" y="768"/>
              <a:ext cx="0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28600173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12064"/>
            <a:ext cx="7162800" cy="762000"/>
          </a:xfrm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/>
              <a:t>Two-Level Branch Predictor</a:t>
            </a:r>
            <a:endParaRPr lang="en-US" sz="3200" i="1"/>
          </a:p>
        </p:txBody>
      </p:sp>
      <p:sp>
        <p:nvSpPr>
          <p:cNvPr id="100355" name="Rectangle 3"/>
          <p:cNvSpPr>
            <a:spLocks noChangeArrowheads="1"/>
          </p:cNvSpPr>
          <p:nvPr/>
        </p:nvSpPr>
        <p:spPr bwMode="auto">
          <a:xfrm>
            <a:off x="2070102" y="1197865"/>
            <a:ext cx="7511673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i="1" dirty="0">
                <a:solidFill>
                  <a:srgbClr val="56127A"/>
                </a:solidFill>
                <a:latin typeface="Verdana" pitchFamily="34" charset="0"/>
              </a:rPr>
              <a:t>Pentium Pro uses the result from the last two branches</a:t>
            </a:r>
          </a:p>
          <a:p>
            <a:pPr eaLnBrk="0" hangingPunct="0"/>
            <a:r>
              <a:rPr lang="en-US" sz="2000" i="1" dirty="0">
                <a:solidFill>
                  <a:srgbClr val="56127A"/>
                </a:solidFill>
                <a:latin typeface="Verdana" pitchFamily="34" charset="0"/>
              </a:rPr>
              <a:t>to select one of the four sets of BHT bits (~95% correct)</a:t>
            </a:r>
          </a:p>
        </p:txBody>
      </p:sp>
      <p:grpSp>
        <p:nvGrpSpPr>
          <p:cNvPr id="100356" name="Group 4"/>
          <p:cNvGrpSpPr>
            <a:grpSpLocks/>
          </p:cNvGrpSpPr>
          <p:nvPr/>
        </p:nvGrpSpPr>
        <p:grpSpPr bwMode="auto">
          <a:xfrm>
            <a:off x="6172200" y="2023364"/>
            <a:ext cx="457200" cy="3619500"/>
            <a:chOff x="4284" y="1035"/>
            <a:chExt cx="288" cy="2280"/>
          </a:xfrm>
        </p:grpSpPr>
        <p:grpSp>
          <p:nvGrpSpPr>
            <p:cNvPr id="100357" name="Group 5"/>
            <p:cNvGrpSpPr>
              <a:grpSpLocks/>
            </p:cNvGrpSpPr>
            <p:nvPr/>
          </p:nvGrpSpPr>
          <p:grpSpPr bwMode="auto">
            <a:xfrm>
              <a:off x="4284" y="1035"/>
              <a:ext cx="288" cy="240"/>
              <a:chOff x="2352" y="576"/>
              <a:chExt cx="288" cy="240"/>
            </a:xfrm>
          </p:grpSpPr>
          <p:sp>
            <p:nvSpPr>
              <p:cNvPr id="100358" name="Rectangle 6"/>
              <p:cNvSpPr>
                <a:spLocks noChangeArrowheads="1"/>
              </p:cNvSpPr>
              <p:nvPr/>
            </p:nvSpPr>
            <p:spPr bwMode="auto">
              <a:xfrm>
                <a:off x="2352" y="576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359" name="Line 7"/>
              <p:cNvSpPr>
                <a:spLocks noChangeShapeType="1"/>
              </p:cNvSpPr>
              <p:nvPr/>
            </p:nvSpPr>
            <p:spPr bwMode="auto">
              <a:xfrm flipV="1">
                <a:off x="2496" y="720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grpSp>
          <p:nvGrpSpPr>
            <p:cNvPr id="100360" name="Group 8"/>
            <p:cNvGrpSpPr>
              <a:grpSpLocks/>
            </p:cNvGrpSpPr>
            <p:nvPr/>
          </p:nvGrpSpPr>
          <p:grpSpPr bwMode="auto">
            <a:xfrm>
              <a:off x="4284" y="1275"/>
              <a:ext cx="288" cy="240"/>
              <a:chOff x="2352" y="576"/>
              <a:chExt cx="288" cy="240"/>
            </a:xfrm>
          </p:grpSpPr>
          <p:sp>
            <p:nvSpPr>
              <p:cNvPr id="100361" name="Rectangle 9"/>
              <p:cNvSpPr>
                <a:spLocks noChangeArrowheads="1"/>
              </p:cNvSpPr>
              <p:nvPr/>
            </p:nvSpPr>
            <p:spPr bwMode="auto">
              <a:xfrm>
                <a:off x="2352" y="576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362" name="Line 10"/>
              <p:cNvSpPr>
                <a:spLocks noChangeShapeType="1"/>
              </p:cNvSpPr>
              <p:nvPr/>
            </p:nvSpPr>
            <p:spPr bwMode="auto">
              <a:xfrm flipV="1">
                <a:off x="2496" y="720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grpSp>
          <p:nvGrpSpPr>
            <p:cNvPr id="100363" name="Group 11"/>
            <p:cNvGrpSpPr>
              <a:grpSpLocks/>
            </p:cNvGrpSpPr>
            <p:nvPr/>
          </p:nvGrpSpPr>
          <p:grpSpPr bwMode="auto">
            <a:xfrm>
              <a:off x="4284" y="1515"/>
              <a:ext cx="288" cy="240"/>
              <a:chOff x="2352" y="576"/>
              <a:chExt cx="288" cy="240"/>
            </a:xfrm>
          </p:grpSpPr>
          <p:sp>
            <p:nvSpPr>
              <p:cNvPr id="100364" name="Rectangle 12"/>
              <p:cNvSpPr>
                <a:spLocks noChangeArrowheads="1"/>
              </p:cNvSpPr>
              <p:nvPr/>
            </p:nvSpPr>
            <p:spPr bwMode="auto">
              <a:xfrm>
                <a:off x="2352" y="576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365" name="Line 13"/>
              <p:cNvSpPr>
                <a:spLocks noChangeShapeType="1"/>
              </p:cNvSpPr>
              <p:nvPr/>
            </p:nvSpPr>
            <p:spPr bwMode="auto">
              <a:xfrm flipV="1">
                <a:off x="2496" y="720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grpSp>
          <p:nvGrpSpPr>
            <p:cNvPr id="100366" name="Group 14"/>
            <p:cNvGrpSpPr>
              <a:grpSpLocks/>
            </p:cNvGrpSpPr>
            <p:nvPr/>
          </p:nvGrpSpPr>
          <p:grpSpPr bwMode="auto">
            <a:xfrm>
              <a:off x="4284" y="2715"/>
              <a:ext cx="288" cy="240"/>
              <a:chOff x="2352" y="576"/>
              <a:chExt cx="288" cy="240"/>
            </a:xfrm>
          </p:grpSpPr>
          <p:sp>
            <p:nvSpPr>
              <p:cNvPr id="100367" name="Rectangle 15"/>
              <p:cNvSpPr>
                <a:spLocks noChangeArrowheads="1"/>
              </p:cNvSpPr>
              <p:nvPr/>
            </p:nvSpPr>
            <p:spPr bwMode="auto">
              <a:xfrm>
                <a:off x="2352" y="576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368" name="Line 16"/>
              <p:cNvSpPr>
                <a:spLocks noChangeShapeType="1"/>
              </p:cNvSpPr>
              <p:nvPr/>
            </p:nvSpPr>
            <p:spPr bwMode="auto">
              <a:xfrm flipV="1">
                <a:off x="2496" y="720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sp>
          <p:nvSpPr>
            <p:cNvPr id="100369" name="Line 17"/>
            <p:cNvSpPr>
              <a:spLocks noChangeShapeType="1"/>
            </p:cNvSpPr>
            <p:nvPr/>
          </p:nvSpPr>
          <p:spPr bwMode="auto">
            <a:xfrm>
              <a:off x="4375" y="2955"/>
              <a:ext cx="0" cy="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370" name="Line 18"/>
            <p:cNvSpPr>
              <a:spLocks noChangeShapeType="1"/>
            </p:cNvSpPr>
            <p:nvPr/>
          </p:nvSpPr>
          <p:spPr bwMode="auto">
            <a:xfrm>
              <a:off x="4284" y="1755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371" name="Line 19"/>
            <p:cNvSpPr>
              <a:spLocks noChangeShapeType="1"/>
            </p:cNvSpPr>
            <p:nvPr/>
          </p:nvSpPr>
          <p:spPr bwMode="auto">
            <a:xfrm flipV="1">
              <a:off x="4284" y="247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372" name="Line 20"/>
            <p:cNvSpPr>
              <a:spLocks noChangeShapeType="1"/>
            </p:cNvSpPr>
            <p:nvPr/>
          </p:nvSpPr>
          <p:spPr bwMode="auto">
            <a:xfrm flipV="1">
              <a:off x="4572" y="2595"/>
              <a:ext cx="0" cy="1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373" name="Line 21"/>
            <p:cNvSpPr>
              <a:spLocks noChangeShapeType="1"/>
            </p:cNvSpPr>
            <p:nvPr/>
          </p:nvSpPr>
          <p:spPr bwMode="auto">
            <a:xfrm>
              <a:off x="4572" y="1755"/>
              <a:ext cx="0" cy="3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374" name="Line 22"/>
            <p:cNvSpPr>
              <a:spLocks noChangeShapeType="1"/>
            </p:cNvSpPr>
            <p:nvPr/>
          </p:nvSpPr>
          <p:spPr bwMode="auto">
            <a:xfrm>
              <a:off x="4428" y="1899"/>
              <a:ext cx="0" cy="6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</p:grpSp>
      <p:grpSp>
        <p:nvGrpSpPr>
          <p:cNvPr id="100375" name="Group 23"/>
          <p:cNvGrpSpPr>
            <a:grpSpLocks/>
          </p:cNvGrpSpPr>
          <p:nvPr/>
        </p:nvGrpSpPr>
        <p:grpSpPr bwMode="auto">
          <a:xfrm>
            <a:off x="7010400" y="2023364"/>
            <a:ext cx="457200" cy="3619500"/>
            <a:chOff x="3456" y="1344"/>
            <a:chExt cx="288" cy="2280"/>
          </a:xfrm>
        </p:grpSpPr>
        <p:grpSp>
          <p:nvGrpSpPr>
            <p:cNvPr id="100376" name="Group 24"/>
            <p:cNvGrpSpPr>
              <a:grpSpLocks/>
            </p:cNvGrpSpPr>
            <p:nvPr/>
          </p:nvGrpSpPr>
          <p:grpSpPr bwMode="auto">
            <a:xfrm>
              <a:off x="3456" y="1344"/>
              <a:ext cx="288" cy="240"/>
              <a:chOff x="3456" y="1344"/>
              <a:chExt cx="288" cy="240"/>
            </a:xfrm>
          </p:grpSpPr>
          <p:sp>
            <p:nvSpPr>
              <p:cNvPr id="100377" name="Rectangle 25"/>
              <p:cNvSpPr>
                <a:spLocks noChangeArrowheads="1"/>
              </p:cNvSpPr>
              <p:nvPr/>
            </p:nvSpPr>
            <p:spPr bwMode="auto">
              <a:xfrm>
                <a:off x="3456" y="1344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378" name="Line 26"/>
              <p:cNvSpPr>
                <a:spLocks noChangeShapeType="1"/>
              </p:cNvSpPr>
              <p:nvPr/>
            </p:nvSpPr>
            <p:spPr bwMode="auto">
              <a:xfrm flipV="1">
                <a:off x="3600" y="1488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grpSp>
          <p:nvGrpSpPr>
            <p:cNvPr id="100379" name="Group 27"/>
            <p:cNvGrpSpPr>
              <a:grpSpLocks/>
            </p:cNvGrpSpPr>
            <p:nvPr/>
          </p:nvGrpSpPr>
          <p:grpSpPr bwMode="auto">
            <a:xfrm>
              <a:off x="3456" y="1584"/>
              <a:ext cx="288" cy="240"/>
              <a:chOff x="3456" y="1584"/>
              <a:chExt cx="288" cy="240"/>
            </a:xfrm>
          </p:grpSpPr>
          <p:sp>
            <p:nvSpPr>
              <p:cNvPr id="100380" name="Rectangle 28"/>
              <p:cNvSpPr>
                <a:spLocks noChangeArrowheads="1"/>
              </p:cNvSpPr>
              <p:nvPr/>
            </p:nvSpPr>
            <p:spPr bwMode="auto">
              <a:xfrm>
                <a:off x="3456" y="1584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381" name="Line 29"/>
              <p:cNvSpPr>
                <a:spLocks noChangeShapeType="1"/>
              </p:cNvSpPr>
              <p:nvPr/>
            </p:nvSpPr>
            <p:spPr bwMode="auto">
              <a:xfrm flipV="1">
                <a:off x="3600" y="1728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grpSp>
          <p:nvGrpSpPr>
            <p:cNvPr id="100382" name="Group 30"/>
            <p:cNvGrpSpPr>
              <a:grpSpLocks/>
            </p:cNvGrpSpPr>
            <p:nvPr/>
          </p:nvGrpSpPr>
          <p:grpSpPr bwMode="auto">
            <a:xfrm>
              <a:off x="3456" y="1824"/>
              <a:ext cx="288" cy="240"/>
              <a:chOff x="3456" y="1824"/>
              <a:chExt cx="288" cy="240"/>
            </a:xfrm>
          </p:grpSpPr>
          <p:sp>
            <p:nvSpPr>
              <p:cNvPr id="100383" name="Rectangle 31"/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384" name="Line 32"/>
              <p:cNvSpPr>
                <a:spLocks noChangeShapeType="1"/>
              </p:cNvSpPr>
              <p:nvPr/>
            </p:nvSpPr>
            <p:spPr bwMode="auto">
              <a:xfrm flipV="1">
                <a:off x="3600" y="1968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grpSp>
          <p:nvGrpSpPr>
            <p:cNvPr id="100385" name="Group 33"/>
            <p:cNvGrpSpPr>
              <a:grpSpLocks/>
            </p:cNvGrpSpPr>
            <p:nvPr/>
          </p:nvGrpSpPr>
          <p:grpSpPr bwMode="auto">
            <a:xfrm>
              <a:off x="3456" y="3024"/>
              <a:ext cx="288" cy="240"/>
              <a:chOff x="3456" y="3024"/>
              <a:chExt cx="288" cy="240"/>
            </a:xfrm>
          </p:grpSpPr>
          <p:sp>
            <p:nvSpPr>
              <p:cNvPr id="100386" name="Rectangle 34"/>
              <p:cNvSpPr>
                <a:spLocks noChangeArrowheads="1"/>
              </p:cNvSpPr>
              <p:nvPr/>
            </p:nvSpPr>
            <p:spPr bwMode="auto">
              <a:xfrm>
                <a:off x="3456" y="3024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387" name="Line 35"/>
              <p:cNvSpPr>
                <a:spLocks noChangeShapeType="1"/>
              </p:cNvSpPr>
              <p:nvPr/>
            </p:nvSpPr>
            <p:spPr bwMode="auto">
              <a:xfrm flipV="1">
                <a:off x="3600" y="3168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sp>
          <p:nvSpPr>
            <p:cNvPr id="100388" name="Line 36"/>
            <p:cNvSpPr>
              <a:spLocks noChangeShapeType="1"/>
            </p:cNvSpPr>
            <p:nvPr/>
          </p:nvSpPr>
          <p:spPr bwMode="auto">
            <a:xfrm>
              <a:off x="3547" y="3264"/>
              <a:ext cx="0" cy="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389" name="Line 37"/>
            <p:cNvSpPr>
              <a:spLocks noChangeShapeType="1"/>
            </p:cNvSpPr>
            <p:nvPr/>
          </p:nvSpPr>
          <p:spPr bwMode="auto">
            <a:xfrm>
              <a:off x="3456" y="206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390" name="Line 38"/>
            <p:cNvSpPr>
              <a:spLocks noChangeShapeType="1"/>
            </p:cNvSpPr>
            <p:nvPr/>
          </p:nvSpPr>
          <p:spPr bwMode="auto">
            <a:xfrm flipV="1">
              <a:off x="3456" y="2780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391" name="Line 39"/>
            <p:cNvSpPr>
              <a:spLocks noChangeShapeType="1"/>
            </p:cNvSpPr>
            <p:nvPr/>
          </p:nvSpPr>
          <p:spPr bwMode="auto">
            <a:xfrm flipV="1">
              <a:off x="3744" y="2904"/>
              <a:ext cx="0" cy="1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392" name="Line 40"/>
            <p:cNvSpPr>
              <a:spLocks noChangeShapeType="1"/>
            </p:cNvSpPr>
            <p:nvPr/>
          </p:nvSpPr>
          <p:spPr bwMode="auto">
            <a:xfrm>
              <a:off x="3744" y="2064"/>
              <a:ext cx="0" cy="3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393" name="Line 41"/>
            <p:cNvSpPr>
              <a:spLocks noChangeShapeType="1"/>
            </p:cNvSpPr>
            <p:nvPr/>
          </p:nvSpPr>
          <p:spPr bwMode="auto">
            <a:xfrm>
              <a:off x="3600" y="2208"/>
              <a:ext cx="0" cy="6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</p:grpSp>
      <p:grpSp>
        <p:nvGrpSpPr>
          <p:cNvPr id="100394" name="Group 42"/>
          <p:cNvGrpSpPr>
            <a:grpSpLocks/>
          </p:cNvGrpSpPr>
          <p:nvPr/>
        </p:nvGrpSpPr>
        <p:grpSpPr bwMode="auto">
          <a:xfrm>
            <a:off x="7924801" y="2023364"/>
            <a:ext cx="458788" cy="3619500"/>
            <a:chOff x="4032" y="1344"/>
            <a:chExt cx="289" cy="2280"/>
          </a:xfrm>
        </p:grpSpPr>
        <p:grpSp>
          <p:nvGrpSpPr>
            <p:cNvPr id="100395" name="Group 43"/>
            <p:cNvGrpSpPr>
              <a:grpSpLocks/>
            </p:cNvGrpSpPr>
            <p:nvPr/>
          </p:nvGrpSpPr>
          <p:grpSpPr bwMode="auto">
            <a:xfrm>
              <a:off x="4032" y="1344"/>
              <a:ext cx="288" cy="240"/>
              <a:chOff x="2352" y="576"/>
              <a:chExt cx="288" cy="240"/>
            </a:xfrm>
          </p:grpSpPr>
          <p:sp>
            <p:nvSpPr>
              <p:cNvPr id="100396" name="Rectangle 44"/>
              <p:cNvSpPr>
                <a:spLocks noChangeArrowheads="1"/>
              </p:cNvSpPr>
              <p:nvPr/>
            </p:nvSpPr>
            <p:spPr bwMode="auto">
              <a:xfrm>
                <a:off x="2352" y="576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397" name="Line 45"/>
              <p:cNvSpPr>
                <a:spLocks noChangeShapeType="1"/>
              </p:cNvSpPr>
              <p:nvPr/>
            </p:nvSpPr>
            <p:spPr bwMode="auto">
              <a:xfrm flipV="1">
                <a:off x="2496" y="720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grpSp>
          <p:nvGrpSpPr>
            <p:cNvPr id="100398" name="Group 46"/>
            <p:cNvGrpSpPr>
              <a:grpSpLocks/>
            </p:cNvGrpSpPr>
            <p:nvPr/>
          </p:nvGrpSpPr>
          <p:grpSpPr bwMode="auto">
            <a:xfrm>
              <a:off x="4032" y="1584"/>
              <a:ext cx="288" cy="240"/>
              <a:chOff x="2352" y="576"/>
              <a:chExt cx="288" cy="240"/>
            </a:xfrm>
          </p:grpSpPr>
          <p:sp>
            <p:nvSpPr>
              <p:cNvPr id="100399" name="Rectangle 47"/>
              <p:cNvSpPr>
                <a:spLocks noChangeArrowheads="1"/>
              </p:cNvSpPr>
              <p:nvPr/>
            </p:nvSpPr>
            <p:spPr bwMode="auto">
              <a:xfrm>
                <a:off x="2352" y="576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400" name="Line 48"/>
              <p:cNvSpPr>
                <a:spLocks noChangeShapeType="1"/>
              </p:cNvSpPr>
              <p:nvPr/>
            </p:nvSpPr>
            <p:spPr bwMode="auto">
              <a:xfrm flipV="1">
                <a:off x="2496" y="720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grpSp>
          <p:nvGrpSpPr>
            <p:cNvPr id="100401" name="Group 49"/>
            <p:cNvGrpSpPr>
              <a:grpSpLocks/>
            </p:cNvGrpSpPr>
            <p:nvPr/>
          </p:nvGrpSpPr>
          <p:grpSpPr bwMode="auto">
            <a:xfrm>
              <a:off x="4032" y="1824"/>
              <a:ext cx="288" cy="240"/>
              <a:chOff x="2352" y="576"/>
              <a:chExt cx="288" cy="240"/>
            </a:xfrm>
          </p:grpSpPr>
          <p:sp>
            <p:nvSpPr>
              <p:cNvPr id="100402" name="Rectangle 50"/>
              <p:cNvSpPr>
                <a:spLocks noChangeArrowheads="1"/>
              </p:cNvSpPr>
              <p:nvPr/>
            </p:nvSpPr>
            <p:spPr bwMode="auto">
              <a:xfrm>
                <a:off x="2352" y="576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403" name="Line 51"/>
              <p:cNvSpPr>
                <a:spLocks noChangeShapeType="1"/>
              </p:cNvSpPr>
              <p:nvPr/>
            </p:nvSpPr>
            <p:spPr bwMode="auto">
              <a:xfrm flipV="1">
                <a:off x="2496" y="720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grpSp>
          <p:nvGrpSpPr>
            <p:cNvPr id="100404" name="Group 52"/>
            <p:cNvGrpSpPr>
              <a:grpSpLocks/>
            </p:cNvGrpSpPr>
            <p:nvPr/>
          </p:nvGrpSpPr>
          <p:grpSpPr bwMode="auto">
            <a:xfrm>
              <a:off x="4032" y="3024"/>
              <a:ext cx="288" cy="240"/>
              <a:chOff x="2352" y="576"/>
              <a:chExt cx="288" cy="240"/>
            </a:xfrm>
          </p:grpSpPr>
          <p:sp>
            <p:nvSpPr>
              <p:cNvPr id="100405" name="Rectangle 53"/>
              <p:cNvSpPr>
                <a:spLocks noChangeArrowheads="1"/>
              </p:cNvSpPr>
              <p:nvPr/>
            </p:nvSpPr>
            <p:spPr bwMode="auto">
              <a:xfrm>
                <a:off x="2352" y="576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406" name="Line 54"/>
              <p:cNvSpPr>
                <a:spLocks noChangeShapeType="1"/>
              </p:cNvSpPr>
              <p:nvPr/>
            </p:nvSpPr>
            <p:spPr bwMode="auto">
              <a:xfrm flipV="1">
                <a:off x="2496" y="720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sp>
          <p:nvSpPr>
            <p:cNvPr id="100407" name="Line 55"/>
            <p:cNvSpPr>
              <a:spLocks noChangeShapeType="1"/>
            </p:cNvSpPr>
            <p:nvPr/>
          </p:nvSpPr>
          <p:spPr bwMode="auto">
            <a:xfrm>
              <a:off x="4123" y="3264"/>
              <a:ext cx="0" cy="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408" name="Line 56"/>
            <p:cNvSpPr>
              <a:spLocks noChangeShapeType="1"/>
            </p:cNvSpPr>
            <p:nvPr/>
          </p:nvSpPr>
          <p:spPr bwMode="auto">
            <a:xfrm>
              <a:off x="4032" y="2064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409" name="Line 57"/>
            <p:cNvSpPr>
              <a:spLocks noChangeShapeType="1"/>
            </p:cNvSpPr>
            <p:nvPr/>
          </p:nvSpPr>
          <p:spPr bwMode="auto">
            <a:xfrm flipV="1">
              <a:off x="4032" y="2780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410" name="Line 58"/>
            <p:cNvSpPr>
              <a:spLocks noChangeShapeType="1"/>
            </p:cNvSpPr>
            <p:nvPr/>
          </p:nvSpPr>
          <p:spPr bwMode="auto">
            <a:xfrm flipV="1">
              <a:off x="4320" y="2904"/>
              <a:ext cx="0" cy="1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411" name="Line 59"/>
            <p:cNvSpPr>
              <a:spLocks noChangeShapeType="1"/>
            </p:cNvSpPr>
            <p:nvPr/>
          </p:nvSpPr>
          <p:spPr bwMode="auto">
            <a:xfrm>
              <a:off x="4321" y="2064"/>
              <a:ext cx="0" cy="3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412" name="Line 60"/>
            <p:cNvSpPr>
              <a:spLocks noChangeShapeType="1"/>
            </p:cNvSpPr>
            <p:nvPr/>
          </p:nvSpPr>
          <p:spPr bwMode="auto">
            <a:xfrm>
              <a:off x="4176" y="2208"/>
              <a:ext cx="0" cy="6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</p:grpSp>
      <p:grpSp>
        <p:nvGrpSpPr>
          <p:cNvPr id="100413" name="Group 61"/>
          <p:cNvGrpSpPr>
            <a:grpSpLocks/>
          </p:cNvGrpSpPr>
          <p:nvPr/>
        </p:nvGrpSpPr>
        <p:grpSpPr bwMode="auto">
          <a:xfrm>
            <a:off x="8763000" y="2023364"/>
            <a:ext cx="457200" cy="3619500"/>
            <a:chOff x="4284" y="1035"/>
            <a:chExt cx="288" cy="2280"/>
          </a:xfrm>
        </p:grpSpPr>
        <p:grpSp>
          <p:nvGrpSpPr>
            <p:cNvPr id="100414" name="Group 62"/>
            <p:cNvGrpSpPr>
              <a:grpSpLocks/>
            </p:cNvGrpSpPr>
            <p:nvPr/>
          </p:nvGrpSpPr>
          <p:grpSpPr bwMode="auto">
            <a:xfrm>
              <a:off x="4284" y="1035"/>
              <a:ext cx="288" cy="240"/>
              <a:chOff x="2352" y="576"/>
              <a:chExt cx="288" cy="240"/>
            </a:xfrm>
          </p:grpSpPr>
          <p:sp>
            <p:nvSpPr>
              <p:cNvPr id="100415" name="Rectangle 63"/>
              <p:cNvSpPr>
                <a:spLocks noChangeArrowheads="1"/>
              </p:cNvSpPr>
              <p:nvPr/>
            </p:nvSpPr>
            <p:spPr bwMode="auto">
              <a:xfrm>
                <a:off x="2352" y="576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416" name="Line 64"/>
              <p:cNvSpPr>
                <a:spLocks noChangeShapeType="1"/>
              </p:cNvSpPr>
              <p:nvPr/>
            </p:nvSpPr>
            <p:spPr bwMode="auto">
              <a:xfrm flipV="1">
                <a:off x="2496" y="720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grpSp>
          <p:nvGrpSpPr>
            <p:cNvPr id="100417" name="Group 65"/>
            <p:cNvGrpSpPr>
              <a:grpSpLocks/>
            </p:cNvGrpSpPr>
            <p:nvPr/>
          </p:nvGrpSpPr>
          <p:grpSpPr bwMode="auto">
            <a:xfrm>
              <a:off x="4284" y="1275"/>
              <a:ext cx="288" cy="240"/>
              <a:chOff x="2352" y="576"/>
              <a:chExt cx="288" cy="240"/>
            </a:xfrm>
          </p:grpSpPr>
          <p:sp>
            <p:nvSpPr>
              <p:cNvPr id="100418" name="Rectangle 66"/>
              <p:cNvSpPr>
                <a:spLocks noChangeArrowheads="1"/>
              </p:cNvSpPr>
              <p:nvPr/>
            </p:nvSpPr>
            <p:spPr bwMode="auto">
              <a:xfrm>
                <a:off x="2352" y="576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419" name="Line 67"/>
              <p:cNvSpPr>
                <a:spLocks noChangeShapeType="1"/>
              </p:cNvSpPr>
              <p:nvPr/>
            </p:nvSpPr>
            <p:spPr bwMode="auto">
              <a:xfrm flipV="1">
                <a:off x="2496" y="720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grpSp>
          <p:nvGrpSpPr>
            <p:cNvPr id="100420" name="Group 68"/>
            <p:cNvGrpSpPr>
              <a:grpSpLocks/>
            </p:cNvGrpSpPr>
            <p:nvPr/>
          </p:nvGrpSpPr>
          <p:grpSpPr bwMode="auto">
            <a:xfrm>
              <a:off x="4284" y="1515"/>
              <a:ext cx="288" cy="240"/>
              <a:chOff x="2352" y="576"/>
              <a:chExt cx="288" cy="240"/>
            </a:xfrm>
          </p:grpSpPr>
          <p:sp>
            <p:nvSpPr>
              <p:cNvPr id="100421" name="Rectangle 69"/>
              <p:cNvSpPr>
                <a:spLocks noChangeArrowheads="1"/>
              </p:cNvSpPr>
              <p:nvPr/>
            </p:nvSpPr>
            <p:spPr bwMode="auto">
              <a:xfrm>
                <a:off x="2352" y="576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422" name="Line 70"/>
              <p:cNvSpPr>
                <a:spLocks noChangeShapeType="1"/>
              </p:cNvSpPr>
              <p:nvPr/>
            </p:nvSpPr>
            <p:spPr bwMode="auto">
              <a:xfrm flipV="1">
                <a:off x="2496" y="720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grpSp>
          <p:nvGrpSpPr>
            <p:cNvPr id="100423" name="Group 71"/>
            <p:cNvGrpSpPr>
              <a:grpSpLocks/>
            </p:cNvGrpSpPr>
            <p:nvPr/>
          </p:nvGrpSpPr>
          <p:grpSpPr bwMode="auto">
            <a:xfrm>
              <a:off x="4284" y="2715"/>
              <a:ext cx="288" cy="240"/>
              <a:chOff x="2352" y="576"/>
              <a:chExt cx="288" cy="240"/>
            </a:xfrm>
          </p:grpSpPr>
          <p:sp>
            <p:nvSpPr>
              <p:cNvPr id="100424" name="Rectangle 72"/>
              <p:cNvSpPr>
                <a:spLocks noChangeArrowheads="1"/>
              </p:cNvSpPr>
              <p:nvPr/>
            </p:nvSpPr>
            <p:spPr bwMode="auto">
              <a:xfrm>
                <a:off x="2352" y="576"/>
                <a:ext cx="288" cy="2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425" name="Line 73"/>
              <p:cNvSpPr>
                <a:spLocks noChangeShapeType="1"/>
              </p:cNvSpPr>
              <p:nvPr/>
            </p:nvSpPr>
            <p:spPr bwMode="auto">
              <a:xfrm flipV="1">
                <a:off x="2496" y="720"/>
                <a:ext cx="0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</p:grpSp>
        <p:sp>
          <p:nvSpPr>
            <p:cNvPr id="100426" name="Line 74"/>
            <p:cNvSpPr>
              <a:spLocks noChangeShapeType="1"/>
            </p:cNvSpPr>
            <p:nvPr/>
          </p:nvSpPr>
          <p:spPr bwMode="auto">
            <a:xfrm>
              <a:off x="4375" y="2955"/>
              <a:ext cx="0" cy="3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427" name="Line 75"/>
            <p:cNvSpPr>
              <a:spLocks noChangeShapeType="1"/>
            </p:cNvSpPr>
            <p:nvPr/>
          </p:nvSpPr>
          <p:spPr bwMode="auto">
            <a:xfrm>
              <a:off x="4284" y="1755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428" name="Line 76"/>
            <p:cNvSpPr>
              <a:spLocks noChangeShapeType="1"/>
            </p:cNvSpPr>
            <p:nvPr/>
          </p:nvSpPr>
          <p:spPr bwMode="auto">
            <a:xfrm flipV="1">
              <a:off x="4284" y="2471"/>
              <a:ext cx="0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429" name="Line 77"/>
            <p:cNvSpPr>
              <a:spLocks noChangeShapeType="1"/>
            </p:cNvSpPr>
            <p:nvPr/>
          </p:nvSpPr>
          <p:spPr bwMode="auto">
            <a:xfrm flipV="1">
              <a:off x="4572" y="2595"/>
              <a:ext cx="0" cy="1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430" name="Line 78"/>
            <p:cNvSpPr>
              <a:spLocks noChangeShapeType="1"/>
            </p:cNvSpPr>
            <p:nvPr/>
          </p:nvSpPr>
          <p:spPr bwMode="auto">
            <a:xfrm>
              <a:off x="4572" y="1755"/>
              <a:ext cx="0" cy="3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431" name="Line 79"/>
            <p:cNvSpPr>
              <a:spLocks noChangeShapeType="1"/>
            </p:cNvSpPr>
            <p:nvPr/>
          </p:nvSpPr>
          <p:spPr bwMode="auto">
            <a:xfrm>
              <a:off x="4428" y="1899"/>
              <a:ext cx="0" cy="6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</p:grpSp>
      <p:sp>
        <p:nvSpPr>
          <p:cNvPr id="100432" name="Freeform 80"/>
          <p:cNvSpPr>
            <a:spLocks/>
          </p:cNvSpPr>
          <p:nvPr/>
        </p:nvSpPr>
        <p:spPr bwMode="auto">
          <a:xfrm>
            <a:off x="6096000" y="5680964"/>
            <a:ext cx="320040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016" y="0"/>
              </a:cxn>
              <a:cxn ang="0">
                <a:pos x="1872" y="288"/>
              </a:cxn>
              <a:cxn ang="0">
                <a:pos x="144" y="288"/>
              </a:cxn>
              <a:cxn ang="0">
                <a:pos x="0" y="0"/>
              </a:cxn>
            </a:cxnLst>
            <a:rect l="0" t="0" r="r" b="b"/>
            <a:pathLst>
              <a:path w="2016" h="288">
                <a:moveTo>
                  <a:pt x="0" y="0"/>
                </a:moveTo>
                <a:lnTo>
                  <a:pt x="2016" y="0"/>
                </a:lnTo>
                <a:lnTo>
                  <a:pt x="1872" y="288"/>
                </a:lnTo>
                <a:lnTo>
                  <a:pt x="144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/>
          <a:lstStyle/>
          <a:p>
            <a:endParaRPr lang="sv-SE"/>
          </a:p>
        </p:txBody>
      </p:sp>
      <p:grpSp>
        <p:nvGrpSpPr>
          <p:cNvPr id="100433" name="Group 81"/>
          <p:cNvGrpSpPr>
            <a:grpSpLocks/>
          </p:cNvGrpSpPr>
          <p:nvPr/>
        </p:nvGrpSpPr>
        <p:grpSpPr bwMode="auto">
          <a:xfrm>
            <a:off x="2495549" y="1909064"/>
            <a:ext cx="3676651" cy="1104900"/>
            <a:chOff x="624" y="1392"/>
            <a:chExt cx="2316" cy="696"/>
          </a:xfrm>
        </p:grpSpPr>
        <p:sp>
          <p:nvSpPr>
            <p:cNvPr id="100434" name="Rectangle 82"/>
            <p:cNvSpPr>
              <a:spLocks noChangeArrowheads="1"/>
            </p:cNvSpPr>
            <p:nvPr/>
          </p:nvSpPr>
          <p:spPr bwMode="auto">
            <a:xfrm>
              <a:off x="624" y="1392"/>
              <a:ext cx="134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sv-SE" sz="2000">
                <a:solidFill>
                  <a:srgbClr val="56127A"/>
                </a:solidFill>
                <a:latin typeface="Verdana" pitchFamily="34" charset="0"/>
              </a:endParaRPr>
            </a:p>
          </p:txBody>
        </p:sp>
        <p:sp>
          <p:nvSpPr>
            <p:cNvPr id="100435" name="Rectangle 83"/>
            <p:cNvSpPr>
              <a:spLocks noChangeArrowheads="1"/>
            </p:cNvSpPr>
            <p:nvPr/>
          </p:nvSpPr>
          <p:spPr bwMode="auto">
            <a:xfrm>
              <a:off x="1968" y="1392"/>
              <a:ext cx="432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0436" name="Rectangle 84"/>
            <p:cNvSpPr>
              <a:spLocks noChangeArrowheads="1"/>
            </p:cNvSpPr>
            <p:nvPr/>
          </p:nvSpPr>
          <p:spPr bwMode="auto">
            <a:xfrm>
              <a:off x="2400" y="1392"/>
              <a:ext cx="288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0437" name="Line 85"/>
            <p:cNvSpPr>
              <a:spLocks noChangeShapeType="1"/>
            </p:cNvSpPr>
            <p:nvPr/>
          </p:nvSpPr>
          <p:spPr bwMode="auto">
            <a:xfrm flipV="1">
              <a:off x="2544" y="1536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00438" name="Text Box 86"/>
            <p:cNvSpPr txBox="1">
              <a:spLocks noChangeArrowheads="1"/>
            </p:cNvSpPr>
            <p:nvPr/>
          </p:nvSpPr>
          <p:spPr bwMode="auto">
            <a:xfrm>
              <a:off x="2352" y="1419"/>
              <a:ext cx="219" cy="2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solidFill>
                    <a:srgbClr val="56127A"/>
                  </a:solidFill>
                  <a:latin typeface="Verdana" pitchFamily="34" charset="0"/>
                </a:rPr>
                <a:t>0</a:t>
              </a:r>
            </a:p>
          </p:txBody>
        </p:sp>
        <p:sp>
          <p:nvSpPr>
            <p:cNvPr id="100439" name="Text Box 87"/>
            <p:cNvSpPr txBox="1">
              <a:spLocks noChangeArrowheads="1"/>
            </p:cNvSpPr>
            <p:nvPr/>
          </p:nvSpPr>
          <p:spPr bwMode="auto">
            <a:xfrm>
              <a:off x="2496" y="1419"/>
              <a:ext cx="219" cy="2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solidFill>
                    <a:srgbClr val="56127A"/>
                  </a:solidFill>
                  <a:latin typeface="Verdana" pitchFamily="34" charset="0"/>
                </a:rPr>
                <a:t>0</a:t>
              </a:r>
            </a:p>
          </p:txBody>
        </p:sp>
        <p:grpSp>
          <p:nvGrpSpPr>
            <p:cNvPr id="100440" name="Group 88"/>
            <p:cNvGrpSpPr>
              <a:grpSpLocks/>
            </p:cNvGrpSpPr>
            <p:nvPr/>
          </p:nvGrpSpPr>
          <p:grpSpPr bwMode="auto">
            <a:xfrm>
              <a:off x="1980" y="1680"/>
              <a:ext cx="960" cy="408"/>
              <a:chOff x="1956" y="2184"/>
              <a:chExt cx="960" cy="408"/>
            </a:xfrm>
          </p:grpSpPr>
          <p:sp>
            <p:nvSpPr>
              <p:cNvPr id="100441" name="AutoShape 89"/>
              <p:cNvSpPr>
                <a:spLocks/>
              </p:cNvSpPr>
              <p:nvPr/>
            </p:nvSpPr>
            <p:spPr bwMode="auto">
              <a:xfrm rot="5400000">
                <a:off x="2088" y="2052"/>
                <a:ext cx="144" cy="408"/>
              </a:xfrm>
              <a:prstGeom prst="rightBrace">
                <a:avLst>
                  <a:gd name="adj1" fmla="val 23611"/>
                  <a:gd name="adj2" fmla="val 54167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0442" name="Freeform 90"/>
              <p:cNvSpPr>
                <a:spLocks/>
              </p:cNvSpPr>
              <p:nvPr/>
            </p:nvSpPr>
            <p:spPr bwMode="auto">
              <a:xfrm>
                <a:off x="2148" y="2256"/>
                <a:ext cx="768" cy="33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36"/>
                  </a:cxn>
                  <a:cxn ang="0">
                    <a:pos x="768" y="336"/>
                  </a:cxn>
                </a:cxnLst>
                <a:rect l="0" t="0" r="r" b="b"/>
                <a:pathLst>
                  <a:path w="768" h="336">
                    <a:moveTo>
                      <a:pt x="0" y="0"/>
                    </a:moveTo>
                    <a:lnTo>
                      <a:pt x="0" y="336"/>
                    </a:lnTo>
                    <a:lnTo>
                      <a:pt x="768" y="336"/>
                    </a:ln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0443" name="Line 91"/>
              <p:cNvSpPr>
                <a:spLocks noChangeShapeType="1"/>
              </p:cNvSpPr>
              <p:nvPr/>
            </p:nvSpPr>
            <p:spPr bwMode="auto">
              <a:xfrm flipV="1">
                <a:off x="2100" y="2352"/>
                <a:ext cx="144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sv-SE"/>
              </a:p>
            </p:txBody>
          </p:sp>
          <p:sp>
            <p:nvSpPr>
              <p:cNvPr id="100444" name="Text Box 92"/>
              <p:cNvSpPr txBox="1">
                <a:spLocks noChangeArrowheads="1"/>
              </p:cNvSpPr>
              <p:nvPr/>
            </p:nvSpPr>
            <p:spPr bwMode="auto">
              <a:xfrm>
                <a:off x="2282" y="2260"/>
                <a:ext cx="212" cy="25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000">
                    <a:solidFill>
                      <a:srgbClr val="56127A"/>
                    </a:solidFill>
                    <a:latin typeface="Verdana" pitchFamily="34" charset="0"/>
                  </a:rPr>
                  <a:t>k</a:t>
                </a:r>
              </a:p>
            </p:txBody>
          </p:sp>
        </p:grpSp>
        <p:sp>
          <p:nvSpPr>
            <p:cNvPr id="100445" name="Text Box 93"/>
            <p:cNvSpPr txBox="1">
              <a:spLocks noChangeArrowheads="1"/>
            </p:cNvSpPr>
            <p:nvPr/>
          </p:nvSpPr>
          <p:spPr bwMode="auto">
            <a:xfrm>
              <a:off x="636" y="1707"/>
              <a:ext cx="817" cy="2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>
                  <a:solidFill>
                    <a:srgbClr val="56127A"/>
                  </a:solidFill>
                  <a:latin typeface="Verdana" pitchFamily="34" charset="0"/>
                </a:rPr>
                <a:t>Fetch PC</a:t>
              </a:r>
            </a:p>
          </p:txBody>
        </p:sp>
      </p:grpSp>
      <p:sp>
        <p:nvSpPr>
          <p:cNvPr id="100446" name="Line 94"/>
          <p:cNvSpPr>
            <a:spLocks noChangeShapeType="1"/>
          </p:cNvSpPr>
          <p:nvPr/>
        </p:nvSpPr>
        <p:spPr bwMode="auto">
          <a:xfrm>
            <a:off x="7696200" y="6138164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00447" name="Rectangle 95"/>
          <p:cNvSpPr>
            <a:spLocks noChangeArrowheads="1"/>
          </p:cNvSpPr>
          <p:nvPr/>
        </p:nvSpPr>
        <p:spPr bwMode="auto">
          <a:xfrm>
            <a:off x="4691063" y="4842764"/>
            <a:ext cx="3048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00448" name="Rectangle 96"/>
          <p:cNvSpPr>
            <a:spLocks noChangeArrowheads="1"/>
          </p:cNvSpPr>
          <p:nvPr/>
        </p:nvSpPr>
        <p:spPr bwMode="auto">
          <a:xfrm>
            <a:off x="5181600" y="4842764"/>
            <a:ext cx="3048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00449" name="Line 97"/>
          <p:cNvSpPr>
            <a:spLocks noChangeShapeType="1"/>
          </p:cNvSpPr>
          <p:nvPr/>
        </p:nvSpPr>
        <p:spPr bwMode="auto">
          <a:xfrm>
            <a:off x="3452814" y="5001514"/>
            <a:ext cx="12382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00450" name="AutoShape 98"/>
          <p:cNvSpPr>
            <a:spLocks/>
          </p:cNvSpPr>
          <p:nvPr/>
        </p:nvSpPr>
        <p:spPr bwMode="auto">
          <a:xfrm rot="5400000">
            <a:off x="4933951" y="5090414"/>
            <a:ext cx="228600" cy="647700"/>
          </a:xfrm>
          <a:prstGeom prst="rightBrace">
            <a:avLst>
              <a:gd name="adj1" fmla="val 23611"/>
              <a:gd name="adj2" fmla="val 54167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00451" name="Freeform 99"/>
          <p:cNvSpPr>
            <a:spLocks/>
          </p:cNvSpPr>
          <p:nvPr/>
        </p:nvSpPr>
        <p:spPr bwMode="auto">
          <a:xfrm>
            <a:off x="5029200" y="5414264"/>
            <a:ext cx="1219200" cy="533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336"/>
              </a:cxn>
              <a:cxn ang="0">
                <a:pos x="768" y="336"/>
              </a:cxn>
            </a:cxnLst>
            <a:rect l="0" t="0" r="r" b="b"/>
            <a:pathLst>
              <a:path w="768" h="336">
                <a:moveTo>
                  <a:pt x="0" y="0"/>
                </a:moveTo>
                <a:lnTo>
                  <a:pt x="0" y="336"/>
                </a:lnTo>
                <a:lnTo>
                  <a:pt x="768" y="33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00452" name="Text Box 100"/>
          <p:cNvSpPr txBox="1">
            <a:spLocks noChangeArrowheads="1"/>
          </p:cNvSpPr>
          <p:nvPr/>
        </p:nvSpPr>
        <p:spPr bwMode="auto">
          <a:xfrm>
            <a:off x="2209802" y="4842766"/>
            <a:ext cx="2835275" cy="132343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56127A"/>
                </a:solidFill>
                <a:latin typeface="Verdana" pitchFamily="34" charset="0"/>
              </a:rPr>
              <a:t>Shift in Taken/¬Taken results of each branch</a:t>
            </a:r>
          </a:p>
        </p:txBody>
      </p:sp>
      <p:sp>
        <p:nvSpPr>
          <p:cNvPr id="100453" name="Text Box 101"/>
          <p:cNvSpPr txBox="1">
            <a:spLocks noChangeArrowheads="1"/>
          </p:cNvSpPr>
          <p:nvPr/>
        </p:nvSpPr>
        <p:spPr bwMode="auto">
          <a:xfrm>
            <a:off x="2590800" y="3775965"/>
            <a:ext cx="3276600" cy="70788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solidFill>
                  <a:srgbClr val="56127A"/>
                </a:solidFill>
                <a:latin typeface="Verdana" pitchFamily="34" charset="0"/>
              </a:rPr>
              <a:t>2-bit global branch history shift register</a:t>
            </a:r>
          </a:p>
        </p:txBody>
      </p:sp>
      <p:sp>
        <p:nvSpPr>
          <p:cNvPr id="100454" name="Rectangle 102"/>
          <p:cNvSpPr>
            <a:spLocks noChangeArrowheads="1"/>
          </p:cNvSpPr>
          <p:nvPr/>
        </p:nvSpPr>
        <p:spPr bwMode="auto">
          <a:xfrm>
            <a:off x="7848603" y="6333427"/>
            <a:ext cx="214411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000">
                <a:solidFill>
                  <a:srgbClr val="56127A"/>
                </a:solidFill>
                <a:latin typeface="Verdana" pitchFamily="34" charset="0"/>
              </a:rPr>
              <a:t>Taken/¬Taken?</a:t>
            </a:r>
          </a:p>
        </p:txBody>
      </p:sp>
      <p:sp>
        <p:nvSpPr>
          <p:cNvPr id="100455" name="Line 103"/>
          <p:cNvSpPr>
            <a:spLocks noChangeShapeType="1"/>
          </p:cNvSpPr>
          <p:nvPr/>
        </p:nvSpPr>
        <p:spPr bwMode="auto">
          <a:xfrm>
            <a:off x="5019676" y="4995164"/>
            <a:ext cx="18573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8542937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8000" y="482601"/>
            <a:ext cx="7162800" cy="698500"/>
          </a:xfrm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/>
              <a:t>Branch Target Buffer</a:t>
            </a:r>
          </a:p>
        </p:txBody>
      </p:sp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1852871" y="4827587"/>
            <a:ext cx="6888105" cy="1474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BP bits are stored with the predicted target address.</a:t>
            </a:r>
          </a:p>
          <a:p>
            <a:pPr eaLnBrk="0" hangingPunct="0"/>
            <a:endParaRPr lang="en-US" dirty="0">
              <a:solidFill>
                <a:srgbClr val="0A48E9"/>
              </a:solidFill>
              <a:latin typeface="Century Gothic" panose="020B0502020202020204" pitchFamily="34" charset="0"/>
            </a:endParaRPr>
          </a:p>
          <a:p>
            <a:pPr eaLnBrk="0" hangingPunct="0"/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IF stage: If (BP=taken) then </a:t>
            </a:r>
            <a:r>
              <a:rPr lang="en-US" dirty="0" err="1">
                <a:solidFill>
                  <a:srgbClr val="0A48E9"/>
                </a:solidFill>
                <a:latin typeface="Century Gothic" panose="020B0502020202020204" pitchFamily="34" charset="0"/>
              </a:rPr>
              <a:t>nPC</a:t>
            </a: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=target else </a:t>
            </a:r>
            <a:r>
              <a:rPr lang="en-US" dirty="0" err="1">
                <a:solidFill>
                  <a:srgbClr val="0A48E9"/>
                </a:solidFill>
                <a:latin typeface="Century Gothic" panose="020B0502020202020204" pitchFamily="34" charset="0"/>
              </a:rPr>
              <a:t>nPC</a:t>
            </a: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=PC+4</a:t>
            </a:r>
          </a:p>
          <a:p>
            <a:pPr eaLnBrk="0" hangingPunct="0"/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later:	     check prediction, if wrong then kill the instruction</a:t>
            </a:r>
          </a:p>
          <a:p>
            <a:pPr eaLnBrk="0" hangingPunct="0"/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                and update BTB  &amp; </a:t>
            </a:r>
            <a:r>
              <a:rPr lang="en-US" dirty="0" err="1">
                <a:solidFill>
                  <a:srgbClr val="0A48E9"/>
                </a:solidFill>
                <a:latin typeface="Century Gothic" panose="020B0502020202020204" pitchFamily="34" charset="0"/>
              </a:rPr>
              <a:t>BPb</a:t>
            </a: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 else update </a:t>
            </a:r>
            <a:r>
              <a:rPr lang="en-US" dirty="0" err="1">
                <a:solidFill>
                  <a:srgbClr val="0A48E9"/>
                </a:solidFill>
                <a:latin typeface="Century Gothic" panose="020B0502020202020204" pitchFamily="34" charset="0"/>
              </a:rPr>
              <a:t>BPb</a:t>
            </a:r>
            <a:endParaRPr lang="en-US" dirty="0">
              <a:solidFill>
                <a:srgbClr val="0A48E9"/>
              </a:solidFill>
              <a:latin typeface="Century Gothic" panose="020B0502020202020204" pitchFamily="34" charset="0"/>
            </a:endParaRPr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1827215" y="2347915"/>
            <a:ext cx="884859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latin typeface="Verdana" pitchFamily="34" charset="0"/>
              </a:rPr>
              <a:t>IMEM</a:t>
            </a:r>
          </a:p>
        </p:txBody>
      </p:sp>
      <p:grpSp>
        <p:nvGrpSpPr>
          <p:cNvPr id="104453" name="Group 5"/>
          <p:cNvGrpSpPr>
            <a:grpSpLocks/>
          </p:cNvGrpSpPr>
          <p:nvPr/>
        </p:nvGrpSpPr>
        <p:grpSpPr bwMode="auto">
          <a:xfrm>
            <a:off x="3392491" y="2279650"/>
            <a:ext cx="65087" cy="520700"/>
            <a:chOff x="1177" y="1324"/>
            <a:chExt cx="41" cy="328"/>
          </a:xfrm>
        </p:grpSpPr>
        <p:sp>
          <p:nvSpPr>
            <p:cNvPr id="104454" name="Oval 6"/>
            <p:cNvSpPr>
              <a:spLocks noChangeArrowheads="1"/>
            </p:cNvSpPr>
            <p:nvPr/>
          </p:nvSpPr>
          <p:spPr bwMode="auto">
            <a:xfrm>
              <a:off x="1177" y="1324"/>
              <a:ext cx="41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455" name="Oval 7"/>
            <p:cNvSpPr>
              <a:spLocks noChangeArrowheads="1"/>
            </p:cNvSpPr>
            <p:nvPr/>
          </p:nvSpPr>
          <p:spPr bwMode="auto">
            <a:xfrm>
              <a:off x="1177" y="1420"/>
              <a:ext cx="41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456" name="Oval 8"/>
            <p:cNvSpPr>
              <a:spLocks noChangeArrowheads="1"/>
            </p:cNvSpPr>
            <p:nvPr/>
          </p:nvSpPr>
          <p:spPr bwMode="auto">
            <a:xfrm>
              <a:off x="1177" y="1516"/>
              <a:ext cx="41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457" name="Oval 9"/>
            <p:cNvSpPr>
              <a:spLocks noChangeArrowheads="1"/>
            </p:cNvSpPr>
            <p:nvPr/>
          </p:nvSpPr>
          <p:spPr bwMode="auto">
            <a:xfrm>
              <a:off x="1177" y="1612"/>
              <a:ext cx="41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04458" name="Rectangle 10"/>
          <p:cNvSpPr>
            <a:spLocks noChangeArrowheads="1"/>
          </p:cNvSpPr>
          <p:nvPr/>
        </p:nvSpPr>
        <p:spPr bwMode="auto">
          <a:xfrm>
            <a:off x="4127500" y="4470401"/>
            <a:ext cx="1879600" cy="279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04459" name="Freeform 11"/>
          <p:cNvSpPr>
            <a:spLocks/>
          </p:cNvSpPr>
          <p:nvPr/>
        </p:nvSpPr>
        <p:spPr bwMode="auto">
          <a:xfrm>
            <a:off x="5181601" y="4076700"/>
            <a:ext cx="839788" cy="1539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48" y="48"/>
              </a:cxn>
              <a:cxn ang="0">
                <a:pos x="240" y="48"/>
              </a:cxn>
              <a:cxn ang="0">
                <a:pos x="288" y="0"/>
              </a:cxn>
              <a:cxn ang="0">
                <a:pos x="336" y="48"/>
              </a:cxn>
              <a:cxn ang="0">
                <a:pos x="480" y="48"/>
              </a:cxn>
              <a:cxn ang="0">
                <a:pos x="528" y="96"/>
              </a:cxn>
            </a:cxnLst>
            <a:rect l="0" t="0" r="r" b="b"/>
            <a:pathLst>
              <a:path w="529" h="97">
                <a:moveTo>
                  <a:pt x="0" y="96"/>
                </a:moveTo>
                <a:lnTo>
                  <a:pt x="48" y="48"/>
                </a:lnTo>
                <a:lnTo>
                  <a:pt x="240" y="48"/>
                </a:lnTo>
                <a:lnTo>
                  <a:pt x="288" y="0"/>
                </a:lnTo>
                <a:lnTo>
                  <a:pt x="336" y="48"/>
                </a:lnTo>
                <a:lnTo>
                  <a:pt x="480" y="48"/>
                </a:lnTo>
                <a:lnTo>
                  <a:pt x="528" y="96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04460" name="Freeform 12"/>
          <p:cNvSpPr>
            <a:spLocks/>
          </p:cNvSpPr>
          <p:nvPr/>
        </p:nvSpPr>
        <p:spPr bwMode="auto">
          <a:xfrm>
            <a:off x="4114801" y="4229100"/>
            <a:ext cx="1906588" cy="153988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48" y="48"/>
              </a:cxn>
              <a:cxn ang="0">
                <a:pos x="240" y="48"/>
              </a:cxn>
              <a:cxn ang="0">
                <a:pos x="288" y="0"/>
              </a:cxn>
              <a:cxn ang="0">
                <a:pos x="336" y="48"/>
              </a:cxn>
              <a:cxn ang="0">
                <a:pos x="1152" y="48"/>
              </a:cxn>
              <a:cxn ang="0">
                <a:pos x="1200" y="96"/>
              </a:cxn>
            </a:cxnLst>
            <a:rect l="0" t="0" r="r" b="b"/>
            <a:pathLst>
              <a:path w="1201" h="97">
                <a:moveTo>
                  <a:pt x="0" y="96"/>
                </a:moveTo>
                <a:lnTo>
                  <a:pt x="48" y="48"/>
                </a:lnTo>
                <a:lnTo>
                  <a:pt x="240" y="48"/>
                </a:lnTo>
                <a:lnTo>
                  <a:pt x="288" y="0"/>
                </a:lnTo>
                <a:lnTo>
                  <a:pt x="336" y="48"/>
                </a:lnTo>
                <a:lnTo>
                  <a:pt x="1152" y="48"/>
                </a:lnTo>
                <a:lnTo>
                  <a:pt x="1200" y="96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04461" name="Line 13"/>
          <p:cNvSpPr>
            <a:spLocks noChangeShapeType="1"/>
          </p:cNvSpPr>
          <p:nvPr/>
        </p:nvSpPr>
        <p:spPr bwMode="auto">
          <a:xfrm>
            <a:off x="5181600" y="4470401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04462" name="Rectangle 14"/>
          <p:cNvSpPr>
            <a:spLocks noChangeArrowheads="1"/>
          </p:cNvSpPr>
          <p:nvPr/>
        </p:nvSpPr>
        <p:spPr bwMode="auto">
          <a:xfrm>
            <a:off x="4824413" y="3694114"/>
            <a:ext cx="516168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latin typeface="Verdana" pitchFamily="34" charset="0"/>
              </a:rPr>
              <a:t>PC</a:t>
            </a:r>
          </a:p>
        </p:txBody>
      </p:sp>
      <p:sp>
        <p:nvSpPr>
          <p:cNvPr id="104463" name="Freeform 15"/>
          <p:cNvSpPr>
            <a:spLocks/>
          </p:cNvSpPr>
          <p:nvPr/>
        </p:nvSpPr>
        <p:spPr bwMode="auto">
          <a:xfrm>
            <a:off x="3810001" y="2476500"/>
            <a:ext cx="763588" cy="1677988"/>
          </a:xfrm>
          <a:custGeom>
            <a:avLst/>
            <a:gdLst/>
            <a:ahLst/>
            <a:cxnLst>
              <a:cxn ang="0">
                <a:pos x="480" y="1056"/>
              </a:cxn>
              <a:cxn ang="0">
                <a:pos x="480" y="0"/>
              </a:cxn>
              <a:cxn ang="0">
                <a:pos x="0" y="0"/>
              </a:cxn>
            </a:cxnLst>
            <a:rect l="0" t="0" r="r" b="b"/>
            <a:pathLst>
              <a:path w="481" h="1057">
                <a:moveTo>
                  <a:pt x="480" y="1056"/>
                </a:moveTo>
                <a:lnTo>
                  <a:pt x="480" y="0"/>
                </a:ln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04464" name="Freeform 16"/>
          <p:cNvSpPr>
            <a:spLocks/>
          </p:cNvSpPr>
          <p:nvPr/>
        </p:nvSpPr>
        <p:spPr bwMode="auto">
          <a:xfrm>
            <a:off x="5638801" y="2489200"/>
            <a:ext cx="611188" cy="1512888"/>
          </a:xfrm>
          <a:custGeom>
            <a:avLst/>
            <a:gdLst/>
            <a:ahLst/>
            <a:cxnLst>
              <a:cxn ang="0">
                <a:pos x="0" y="1152"/>
              </a:cxn>
              <a:cxn ang="0">
                <a:pos x="0" y="0"/>
              </a:cxn>
              <a:cxn ang="0">
                <a:pos x="384" y="0"/>
              </a:cxn>
            </a:cxnLst>
            <a:rect l="0" t="0" r="r" b="b"/>
            <a:pathLst>
              <a:path w="385" h="1153">
                <a:moveTo>
                  <a:pt x="0" y="1152"/>
                </a:moveTo>
                <a:lnTo>
                  <a:pt x="0" y="0"/>
                </a:lnTo>
                <a:lnTo>
                  <a:pt x="384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04465" name="Rectangle 17"/>
          <p:cNvSpPr>
            <a:spLocks noChangeArrowheads="1"/>
          </p:cNvSpPr>
          <p:nvPr/>
        </p:nvSpPr>
        <p:spPr bwMode="auto">
          <a:xfrm>
            <a:off x="8613775" y="1903413"/>
            <a:ext cx="1651094" cy="13208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latin typeface="Verdana" pitchFamily="34" charset="0"/>
              </a:rPr>
              <a:t>Branch </a:t>
            </a:r>
          </a:p>
          <a:p>
            <a:pPr eaLnBrk="0" hangingPunct="0"/>
            <a:r>
              <a:rPr lang="en-US" sz="2000">
                <a:latin typeface="Verdana" pitchFamily="34" charset="0"/>
              </a:rPr>
              <a:t>Target </a:t>
            </a:r>
          </a:p>
          <a:p>
            <a:pPr eaLnBrk="0" hangingPunct="0"/>
            <a:r>
              <a:rPr lang="en-US" sz="2000">
                <a:latin typeface="Verdana" pitchFamily="34" charset="0"/>
              </a:rPr>
              <a:t>Buffer </a:t>
            </a:r>
          </a:p>
          <a:p>
            <a:pPr eaLnBrk="0" hangingPunct="0"/>
            <a:r>
              <a:rPr lang="en-US" sz="2000">
                <a:latin typeface="Verdana" pitchFamily="34" charset="0"/>
              </a:rPr>
              <a:t>(2</a:t>
            </a:r>
            <a:r>
              <a:rPr lang="en-US" sz="2000" baseline="30000">
                <a:latin typeface="Verdana" pitchFamily="34" charset="0"/>
              </a:rPr>
              <a:t>k</a:t>
            </a:r>
            <a:r>
              <a:rPr lang="en-US" sz="2000">
                <a:latin typeface="Verdana" pitchFamily="34" charset="0"/>
              </a:rPr>
              <a:t> entries)</a:t>
            </a:r>
          </a:p>
        </p:txBody>
      </p:sp>
      <p:sp>
        <p:nvSpPr>
          <p:cNvPr id="104466" name="Line 18"/>
          <p:cNvSpPr>
            <a:spLocks noChangeShapeType="1"/>
          </p:cNvSpPr>
          <p:nvPr/>
        </p:nvSpPr>
        <p:spPr bwMode="auto">
          <a:xfrm flipH="1">
            <a:off x="5556251" y="3168651"/>
            <a:ext cx="165100" cy="63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04467" name="Rectangle 19"/>
          <p:cNvSpPr>
            <a:spLocks noChangeArrowheads="1"/>
          </p:cNvSpPr>
          <p:nvPr/>
        </p:nvSpPr>
        <p:spPr bwMode="auto">
          <a:xfrm>
            <a:off x="5688015" y="3028951"/>
            <a:ext cx="335029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latin typeface="Verdana" pitchFamily="34" charset="0"/>
              </a:rPr>
              <a:t>k</a:t>
            </a:r>
          </a:p>
        </p:txBody>
      </p:sp>
      <p:grpSp>
        <p:nvGrpSpPr>
          <p:cNvPr id="104468" name="Group 20"/>
          <p:cNvGrpSpPr>
            <a:grpSpLocks/>
          </p:cNvGrpSpPr>
          <p:nvPr/>
        </p:nvGrpSpPr>
        <p:grpSpPr bwMode="auto">
          <a:xfrm>
            <a:off x="3124201" y="1371600"/>
            <a:ext cx="687388" cy="3392488"/>
            <a:chOff x="1008" y="696"/>
            <a:chExt cx="433" cy="2305"/>
          </a:xfrm>
        </p:grpSpPr>
        <p:sp>
          <p:nvSpPr>
            <p:cNvPr id="104469" name="Line 21"/>
            <p:cNvSpPr>
              <a:spLocks noChangeShapeType="1"/>
            </p:cNvSpPr>
            <p:nvPr/>
          </p:nvSpPr>
          <p:spPr bwMode="auto">
            <a:xfrm>
              <a:off x="1012" y="841"/>
              <a:ext cx="4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470" name="Line 22"/>
            <p:cNvSpPr>
              <a:spLocks noChangeShapeType="1"/>
            </p:cNvSpPr>
            <p:nvPr/>
          </p:nvSpPr>
          <p:spPr bwMode="auto">
            <a:xfrm>
              <a:off x="1012" y="985"/>
              <a:ext cx="4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471" name="Line 23"/>
            <p:cNvSpPr>
              <a:spLocks noChangeShapeType="1"/>
            </p:cNvSpPr>
            <p:nvPr/>
          </p:nvSpPr>
          <p:spPr bwMode="auto">
            <a:xfrm>
              <a:off x="1012" y="1129"/>
              <a:ext cx="4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472" name="Line 24"/>
            <p:cNvSpPr>
              <a:spLocks noChangeShapeType="1"/>
            </p:cNvSpPr>
            <p:nvPr/>
          </p:nvSpPr>
          <p:spPr bwMode="auto">
            <a:xfrm>
              <a:off x="1012" y="1273"/>
              <a:ext cx="4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grpSp>
          <p:nvGrpSpPr>
            <p:cNvPr id="104473" name="Group 25"/>
            <p:cNvGrpSpPr>
              <a:grpSpLocks/>
            </p:cNvGrpSpPr>
            <p:nvPr/>
          </p:nvGrpSpPr>
          <p:grpSpPr bwMode="auto">
            <a:xfrm>
              <a:off x="1012" y="1705"/>
              <a:ext cx="424" cy="287"/>
              <a:chOff x="1012" y="1705"/>
              <a:chExt cx="424" cy="287"/>
            </a:xfrm>
          </p:grpSpPr>
          <p:sp>
            <p:nvSpPr>
              <p:cNvPr id="104474" name="Line 26"/>
              <p:cNvSpPr>
                <a:spLocks noChangeShapeType="1"/>
              </p:cNvSpPr>
              <p:nvPr/>
            </p:nvSpPr>
            <p:spPr bwMode="auto">
              <a:xfrm>
                <a:off x="1012" y="1705"/>
                <a:ext cx="4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4475" name="Line 27"/>
              <p:cNvSpPr>
                <a:spLocks noChangeShapeType="1"/>
              </p:cNvSpPr>
              <p:nvPr/>
            </p:nvSpPr>
            <p:spPr bwMode="auto">
              <a:xfrm>
                <a:off x="1012" y="1848"/>
                <a:ext cx="4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4476" name="Line 28"/>
              <p:cNvSpPr>
                <a:spLocks noChangeShapeType="1"/>
              </p:cNvSpPr>
              <p:nvPr/>
            </p:nvSpPr>
            <p:spPr bwMode="auto">
              <a:xfrm>
                <a:off x="1012" y="1992"/>
                <a:ext cx="4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04477" name="Rectangle 29"/>
            <p:cNvSpPr>
              <a:spLocks noChangeArrowheads="1"/>
            </p:cNvSpPr>
            <p:nvPr/>
          </p:nvSpPr>
          <p:spPr bwMode="auto">
            <a:xfrm>
              <a:off x="1128" y="696"/>
              <a:ext cx="219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grpSp>
          <p:nvGrpSpPr>
            <p:cNvPr id="104478" name="Group 30"/>
            <p:cNvGrpSpPr>
              <a:grpSpLocks/>
            </p:cNvGrpSpPr>
            <p:nvPr/>
          </p:nvGrpSpPr>
          <p:grpSpPr bwMode="auto">
            <a:xfrm>
              <a:off x="1012" y="2136"/>
              <a:ext cx="424" cy="288"/>
              <a:chOff x="1012" y="2136"/>
              <a:chExt cx="424" cy="288"/>
            </a:xfrm>
          </p:grpSpPr>
          <p:sp>
            <p:nvSpPr>
              <p:cNvPr id="104479" name="Line 31"/>
              <p:cNvSpPr>
                <a:spLocks noChangeShapeType="1"/>
              </p:cNvSpPr>
              <p:nvPr/>
            </p:nvSpPr>
            <p:spPr bwMode="auto">
              <a:xfrm>
                <a:off x="1012" y="2136"/>
                <a:ext cx="4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4480" name="Line 32"/>
              <p:cNvSpPr>
                <a:spLocks noChangeShapeType="1"/>
              </p:cNvSpPr>
              <p:nvPr/>
            </p:nvSpPr>
            <p:spPr bwMode="auto">
              <a:xfrm>
                <a:off x="1012" y="2280"/>
                <a:ext cx="4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4481" name="Line 33"/>
              <p:cNvSpPr>
                <a:spLocks noChangeShapeType="1"/>
              </p:cNvSpPr>
              <p:nvPr/>
            </p:nvSpPr>
            <p:spPr bwMode="auto">
              <a:xfrm>
                <a:off x="1012" y="2424"/>
                <a:ext cx="4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grpSp>
          <p:nvGrpSpPr>
            <p:cNvPr id="104482" name="Group 34"/>
            <p:cNvGrpSpPr>
              <a:grpSpLocks/>
            </p:cNvGrpSpPr>
            <p:nvPr/>
          </p:nvGrpSpPr>
          <p:grpSpPr bwMode="auto">
            <a:xfrm>
              <a:off x="1012" y="2568"/>
              <a:ext cx="424" cy="288"/>
              <a:chOff x="1012" y="2568"/>
              <a:chExt cx="424" cy="288"/>
            </a:xfrm>
          </p:grpSpPr>
          <p:sp>
            <p:nvSpPr>
              <p:cNvPr id="104483" name="Line 35"/>
              <p:cNvSpPr>
                <a:spLocks noChangeShapeType="1"/>
              </p:cNvSpPr>
              <p:nvPr/>
            </p:nvSpPr>
            <p:spPr bwMode="auto">
              <a:xfrm>
                <a:off x="1012" y="2568"/>
                <a:ext cx="4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4484" name="Line 36"/>
              <p:cNvSpPr>
                <a:spLocks noChangeShapeType="1"/>
              </p:cNvSpPr>
              <p:nvPr/>
            </p:nvSpPr>
            <p:spPr bwMode="auto">
              <a:xfrm>
                <a:off x="1012" y="2712"/>
                <a:ext cx="4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04485" name="Line 37"/>
              <p:cNvSpPr>
                <a:spLocks noChangeShapeType="1"/>
              </p:cNvSpPr>
              <p:nvPr/>
            </p:nvSpPr>
            <p:spPr bwMode="auto">
              <a:xfrm>
                <a:off x="1012" y="2856"/>
                <a:ext cx="4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04486" name="Freeform 38"/>
            <p:cNvSpPr>
              <a:spLocks/>
            </p:cNvSpPr>
            <p:nvPr/>
          </p:nvSpPr>
          <p:spPr bwMode="auto">
            <a:xfrm>
              <a:off x="1008" y="697"/>
              <a:ext cx="433" cy="23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32" y="0"/>
                </a:cxn>
                <a:cxn ang="0">
                  <a:pos x="432" y="2303"/>
                </a:cxn>
                <a:cxn ang="0">
                  <a:pos x="0" y="2303"/>
                </a:cxn>
              </a:cxnLst>
              <a:rect l="0" t="0" r="r" b="b"/>
              <a:pathLst>
                <a:path w="433" h="2304">
                  <a:moveTo>
                    <a:pt x="0" y="0"/>
                  </a:moveTo>
                  <a:lnTo>
                    <a:pt x="432" y="0"/>
                  </a:lnTo>
                  <a:lnTo>
                    <a:pt x="432" y="2303"/>
                  </a:lnTo>
                  <a:lnTo>
                    <a:pt x="0" y="230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</p:grpSp>
      <p:grpSp>
        <p:nvGrpSpPr>
          <p:cNvPr id="104487" name="Group 39"/>
          <p:cNvGrpSpPr>
            <a:grpSpLocks/>
          </p:cNvGrpSpPr>
          <p:nvPr/>
        </p:nvGrpSpPr>
        <p:grpSpPr bwMode="auto">
          <a:xfrm>
            <a:off x="8020051" y="1358901"/>
            <a:ext cx="520700" cy="2260600"/>
            <a:chOff x="4092" y="688"/>
            <a:chExt cx="328" cy="1424"/>
          </a:xfrm>
        </p:grpSpPr>
        <p:sp>
          <p:nvSpPr>
            <p:cNvPr id="104488" name="Rectangle 40"/>
            <p:cNvSpPr>
              <a:spLocks noChangeArrowheads="1"/>
            </p:cNvSpPr>
            <p:nvPr/>
          </p:nvSpPr>
          <p:spPr bwMode="auto">
            <a:xfrm>
              <a:off x="4096" y="688"/>
              <a:ext cx="320" cy="14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489" name="Line 41"/>
            <p:cNvSpPr>
              <a:spLocks noChangeShapeType="1"/>
            </p:cNvSpPr>
            <p:nvPr/>
          </p:nvSpPr>
          <p:spPr bwMode="auto">
            <a:xfrm>
              <a:off x="4092" y="824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490" name="Line 42"/>
            <p:cNvSpPr>
              <a:spLocks noChangeShapeType="1"/>
            </p:cNvSpPr>
            <p:nvPr/>
          </p:nvSpPr>
          <p:spPr bwMode="auto">
            <a:xfrm>
              <a:off x="4092" y="96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491" name="Line 43"/>
            <p:cNvSpPr>
              <a:spLocks noChangeShapeType="1"/>
            </p:cNvSpPr>
            <p:nvPr/>
          </p:nvSpPr>
          <p:spPr bwMode="auto">
            <a:xfrm>
              <a:off x="4092" y="111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492" name="Line 44"/>
            <p:cNvSpPr>
              <a:spLocks noChangeShapeType="1"/>
            </p:cNvSpPr>
            <p:nvPr/>
          </p:nvSpPr>
          <p:spPr bwMode="auto">
            <a:xfrm>
              <a:off x="4092" y="1256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493" name="Line 45"/>
            <p:cNvSpPr>
              <a:spLocks noChangeShapeType="1"/>
            </p:cNvSpPr>
            <p:nvPr/>
          </p:nvSpPr>
          <p:spPr bwMode="auto">
            <a:xfrm>
              <a:off x="4092" y="1688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494" name="Line 46"/>
            <p:cNvSpPr>
              <a:spLocks noChangeShapeType="1"/>
            </p:cNvSpPr>
            <p:nvPr/>
          </p:nvSpPr>
          <p:spPr bwMode="auto">
            <a:xfrm>
              <a:off x="4092" y="1832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495" name="Line 47"/>
            <p:cNvSpPr>
              <a:spLocks noChangeShapeType="1"/>
            </p:cNvSpPr>
            <p:nvPr/>
          </p:nvSpPr>
          <p:spPr bwMode="auto">
            <a:xfrm>
              <a:off x="4092" y="1976"/>
              <a:ext cx="3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04496" name="Rectangle 48"/>
          <p:cNvSpPr>
            <a:spLocks noChangeArrowheads="1"/>
          </p:cNvSpPr>
          <p:nvPr/>
        </p:nvSpPr>
        <p:spPr bwMode="auto">
          <a:xfrm>
            <a:off x="7986713" y="1311277"/>
            <a:ext cx="625172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latin typeface="Verdana" pitchFamily="34" charset="0"/>
              </a:rPr>
              <a:t>BPb</a:t>
            </a:r>
          </a:p>
        </p:txBody>
      </p:sp>
      <p:grpSp>
        <p:nvGrpSpPr>
          <p:cNvPr id="104497" name="Group 49"/>
          <p:cNvGrpSpPr>
            <a:grpSpLocks/>
          </p:cNvGrpSpPr>
          <p:nvPr/>
        </p:nvGrpSpPr>
        <p:grpSpPr bwMode="auto">
          <a:xfrm>
            <a:off x="8205791" y="2343151"/>
            <a:ext cx="65087" cy="520700"/>
            <a:chOff x="4209" y="1308"/>
            <a:chExt cx="41" cy="328"/>
          </a:xfrm>
        </p:grpSpPr>
        <p:sp>
          <p:nvSpPr>
            <p:cNvPr id="104498" name="Oval 50"/>
            <p:cNvSpPr>
              <a:spLocks noChangeArrowheads="1"/>
            </p:cNvSpPr>
            <p:nvPr/>
          </p:nvSpPr>
          <p:spPr bwMode="auto">
            <a:xfrm>
              <a:off x="4209" y="1308"/>
              <a:ext cx="41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499" name="Oval 51"/>
            <p:cNvSpPr>
              <a:spLocks noChangeArrowheads="1"/>
            </p:cNvSpPr>
            <p:nvPr/>
          </p:nvSpPr>
          <p:spPr bwMode="auto">
            <a:xfrm>
              <a:off x="4209" y="1404"/>
              <a:ext cx="41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500" name="Oval 52"/>
            <p:cNvSpPr>
              <a:spLocks noChangeArrowheads="1"/>
            </p:cNvSpPr>
            <p:nvPr/>
          </p:nvSpPr>
          <p:spPr bwMode="auto">
            <a:xfrm>
              <a:off x="4209" y="1500"/>
              <a:ext cx="41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501" name="Oval 53"/>
            <p:cNvSpPr>
              <a:spLocks noChangeArrowheads="1"/>
            </p:cNvSpPr>
            <p:nvPr/>
          </p:nvSpPr>
          <p:spPr bwMode="auto">
            <a:xfrm>
              <a:off x="4209" y="1596"/>
              <a:ext cx="41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04502" name="Group 54"/>
          <p:cNvGrpSpPr>
            <a:grpSpLocks/>
          </p:cNvGrpSpPr>
          <p:nvPr/>
        </p:nvGrpSpPr>
        <p:grpSpPr bwMode="auto">
          <a:xfrm>
            <a:off x="6267451" y="1358901"/>
            <a:ext cx="1663700" cy="2260600"/>
            <a:chOff x="2988" y="688"/>
            <a:chExt cx="1048" cy="1424"/>
          </a:xfrm>
        </p:grpSpPr>
        <p:sp>
          <p:nvSpPr>
            <p:cNvPr id="104503" name="Rectangle 55"/>
            <p:cNvSpPr>
              <a:spLocks noChangeArrowheads="1"/>
            </p:cNvSpPr>
            <p:nvPr/>
          </p:nvSpPr>
          <p:spPr bwMode="auto">
            <a:xfrm>
              <a:off x="2992" y="688"/>
              <a:ext cx="1040" cy="14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504" name="Line 56"/>
            <p:cNvSpPr>
              <a:spLocks noChangeShapeType="1"/>
            </p:cNvSpPr>
            <p:nvPr/>
          </p:nvSpPr>
          <p:spPr bwMode="auto">
            <a:xfrm>
              <a:off x="2988" y="824"/>
              <a:ext cx="10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505" name="Line 57"/>
            <p:cNvSpPr>
              <a:spLocks noChangeShapeType="1"/>
            </p:cNvSpPr>
            <p:nvPr/>
          </p:nvSpPr>
          <p:spPr bwMode="auto">
            <a:xfrm>
              <a:off x="2988" y="968"/>
              <a:ext cx="10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506" name="Line 58"/>
            <p:cNvSpPr>
              <a:spLocks noChangeShapeType="1"/>
            </p:cNvSpPr>
            <p:nvPr/>
          </p:nvSpPr>
          <p:spPr bwMode="auto">
            <a:xfrm>
              <a:off x="2988" y="1112"/>
              <a:ext cx="10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507" name="Line 59"/>
            <p:cNvSpPr>
              <a:spLocks noChangeShapeType="1"/>
            </p:cNvSpPr>
            <p:nvPr/>
          </p:nvSpPr>
          <p:spPr bwMode="auto">
            <a:xfrm>
              <a:off x="2988" y="1256"/>
              <a:ext cx="10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508" name="Line 60"/>
            <p:cNvSpPr>
              <a:spLocks noChangeShapeType="1"/>
            </p:cNvSpPr>
            <p:nvPr/>
          </p:nvSpPr>
          <p:spPr bwMode="auto">
            <a:xfrm>
              <a:off x="2988" y="1688"/>
              <a:ext cx="10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509" name="Line 61"/>
            <p:cNvSpPr>
              <a:spLocks noChangeShapeType="1"/>
            </p:cNvSpPr>
            <p:nvPr/>
          </p:nvSpPr>
          <p:spPr bwMode="auto">
            <a:xfrm>
              <a:off x="2988" y="1832"/>
              <a:ext cx="10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510" name="Line 62"/>
            <p:cNvSpPr>
              <a:spLocks noChangeShapeType="1"/>
            </p:cNvSpPr>
            <p:nvPr/>
          </p:nvSpPr>
          <p:spPr bwMode="auto">
            <a:xfrm>
              <a:off x="2988" y="1976"/>
              <a:ext cx="10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04511" name="Rectangle 63"/>
          <p:cNvSpPr>
            <a:spLocks noChangeArrowheads="1"/>
          </p:cNvSpPr>
          <p:nvPr/>
        </p:nvSpPr>
        <p:spPr bwMode="auto">
          <a:xfrm>
            <a:off x="6577015" y="1285877"/>
            <a:ext cx="1264771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latin typeface="Verdana" pitchFamily="34" charset="0"/>
              </a:rPr>
              <a:t>predicted</a:t>
            </a:r>
          </a:p>
        </p:txBody>
      </p:sp>
      <p:sp>
        <p:nvSpPr>
          <p:cNvPr id="104512" name="Freeform 64"/>
          <p:cNvSpPr>
            <a:spLocks/>
          </p:cNvSpPr>
          <p:nvPr/>
        </p:nvSpPr>
        <p:spPr bwMode="auto">
          <a:xfrm>
            <a:off x="7124701" y="3632200"/>
            <a:ext cx="1588" cy="1169988"/>
          </a:xfrm>
          <a:custGeom>
            <a:avLst/>
            <a:gdLst/>
            <a:ahLst/>
            <a:cxnLst>
              <a:cxn ang="0">
                <a:pos x="0" y="736"/>
              </a:cxn>
              <a:cxn ang="0">
                <a:pos x="0" y="0"/>
              </a:cxn>
            </a:cxnLst>
            <a:rect l="0" t="0" r="r" b="b"/>
            <a:pathLst>
              <a:path w="1" h="737">
                <a:moveTo>
                  <a:pt x="0" y="736"/>
                </a:move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04513" name="Freeform 65"/>
          <p:cNvSpPr>
            <a:spLocks/>
          </p:cNvSpPr>
          <p:nvPr/>
        </p:nvSpPr>
        <p:spPr bwMode="auto">
          <a:xfrm>
            <a:off x="8280401" y="3632201"/>
            <a:ext cx="1588" cy="1182688"/>
          </a:xfrm>
          <a:custGeom>
            <a:avLst/>
            <a:gdLst/>
            <a:ahLst/>
            <a:cxnLst>
              <a:cxn ang="0">
                <a:pos x="0" y="744"/>
              </a:cxn>
              <a:cxn ang="0">
                <a:pos x="0" y="0"/>
              </a:cxn>
            </a:cxnLst>
            <a:rect l="0" t="0" r="r" b="b"/>
            <a:pathLst>
              <a:path w="1" h="745">
                <a:moveTo>
                  <a:pt x="0" y="744"/>
                </a:move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04514" name="Rectangle 66"/>
          <p:cNvSpPr>
            <a:spLocks noChangeArrowheads="1"/>
          </p:cNvSpPr>
          <p:nvPr/>
        </p:nvSpPr>
        <p:spPr bwMode="auto">
          <a:xfrm>
            <a:off x="7072313" y="4341814"/>
            <a:ext cx="9602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latin typeface="Verdana" pitchFamily="34" charset="0"/>
              </a:rPr>
              <a:t>target</a:t>
            </a:r>
          </a:p>
        </p:txBody>
      </p:sp>
      <p:sp>
        <p:nvSpPr>
          <p:cNvPr id="104515" name="Rectangle 67"/>
          <p:cNvSpPr>
            <a:spLocks noChangeArrowheads="1"/>
          </p:cNvSpPr>
          <p:nvPr/>
        </p:nvSpPr>
        <p:spPr bwMode="auto">
          <a:xfrm>
            <a:off x="8228014" y="4341814"/>
            <a:ext cx="512962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latin typeface="Verdana" pitchFamily="34" charset="0"/>
              </a:rPr>
              <a:t>BP</a:t>
            </a:r>
          </a:p>
        </p:txBody>
      </p:sp>
      <p:grpSp>
        <p:nvGrpSpPr>
          <p:cNvPr id="104516" name="Group 68"/>
          <p:cNvGrpSpPr>
            <a:grpSpLocks/>
          </p:cNvGrpSpPr>
          <p:nvPr/>
        </p:nvGrpSpPr>
        <p:grpSpPr bwMode="auto">
          <a:xfrm>
            <a:off x="7037391" y="2368551"/>
            <a:ext cx="65087" cy="520700"/>
            <a:chOff x="3473" y="1324"/>
            <a:chExt cx="41" cy="328"/>
          </a:xfrm>
        </p:grpSpPr>
        <p:sp>
          <p:nvSpPr>
            <p:cNvPr id="104517" name="Oval 69"/>
            <p:cNvSpPr>
              <a:spLocks noChangeArrowheads="1"/>
            </p:cNvSpPr>
            <p:nvPr/>
          </p:nvSpPr>
          <p:spPr bwMode="auto">
            <a:xfrm>
              <a:off x="3473" y="1324"/>
              <a:ext cx="41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518" name="Oval 70"/>
            <p:cNvSpPr>
              <a:spLocks noChangeArrowheads="1"/>
            </p:cNvSpPr>
            <p:nvPr/>
          </p:nvSpPr>
          <p:spPr bwMode="auto">
            <a:xfrm>
              <a:off x="3473" y="1420"/>
              <a:ext cx="41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519" name="Oval 71"/>
            <p:cNvSpPr>
              <a:spLocks noChangeArrowheads="1"/>
            </p:cNvSpPr>
            <p:nvPr/>
          </p:nvSpPr>
          <p:spPr bwMode="auto">
            <a:xfrm>
              <a:off x="3473" y="1516"/>
              <a:ext cx="41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04520" name="Oval 72"/>
            <p:cNvSpPr>
              <a:spLocks noChangeArrowheads="1"/>
            </p:cNvSpPr>
            <p:nvPr/>
          </p:nvSpPr>
          <p:spPr bwMode="auto">
            <a:xfrm>
              <a:off x="3473" y="1612"/>
              <a:ext cx="41" cy="4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04521" name="Rectangle 73"/>
          <p:cNvSpPr>
            <a:spLocks noChangeArrowheads="1"/>
          </p:cNvSpPr>
          <p:nvPr/>
        </p:nvSpPr>
        <p:spPr bwMode="auto">
          <a:xfrm>
            <a:off x="6726240" y="1511302"/>
            <a:ext cx="965009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latin typeface="Verdana" pitchFamily="34" charset="0"/>
              </a:rPr>
              <a:t> target</a:t>
            </a:r>
          </a:p>
        </p:txBody>
      </p:sp>
    </p:spTree>
    <p:extLst>
      <p:ext uri="{BB962C8B-B14F-4D97-AF65-F5344CB8AC3E}">
        <p14:creationId xmlns:p14="http://schemas.microsoft.com/office/powerpoint/2010/main" val="31997172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Tomasulo</a:t>
            </a:r>
            <a:r>
              <a:rPr lang="en-US" dirty="0"/>
              <a:t> with Speculation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53B783E-3757-F33E-F10C-7F3FFC94F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664" y="1301564"/>
            <a:ext cx="4915496" cy="531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9486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Tomasulo</a:t>
            </a:r>
            <a:r>
              <a:rPr lang="en-US" dirty="0"/>
              <a:t> with Speculation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5" y="1514729"/>
            <a:ext cx="10515600" cy="4197559"/>
          </a:xfrm>
        </p:spPr>
        <p:txBody>
          <a:bodyPr/>
          <a:lstStyle/>
          <a:p>
            <a:r>
              <a:rPr lang="en-US" dirty="0"/>
              <a:t>Following needs to be supported in the architecture for speculative execution</a:t>
            </a:r>
          </a:p>
          <a:p>
            <a:pPr lvl="1"/>
            <a:r>
              <a:rPr lang="en-US" dirty="0"/>
              <a:t>Recover from mis-predicted branches</a:t>
            </a:r>
          </a:p>
          <a:p>
            <a:pPr lvl="1"/>
            <a:r>
              <a:rPr lang="en-US" dirty="0"/>
              <a:t>Branch prediction</a:t>
            </a:r>
          </a:p>
          <a:p>
            <a:pPr lvl="1"/>
            <a:r>
              <a:rPr lang="en-US" dirty="0"/>
              <a:t>Branch target</a:t>
            </a:r>
          </a:p>
          <a:p>
            <a:pPr lvl="1"/>
            <a:r>
              <a:rPr lang="en-US" dirty="0"/>
              <a:t>Temporary storage of uncommitted speculative results</a:t>
            </a:r>
          </a:p>
          <a:p>
            <a:pPr lvl="1"/>
            <a:r>
              <a:rPr lang="en-US" dirty="0"/>
              <a:t>Support of precise exception</a:t>
            </a:r>
          </a:p>
          <a:p>
            <a:pPr lvl="1"/>
            <a:r>
              <a:rPr lang="en-US" dirty="0"/>
              <a:t>Execute instructions speculatively and delay the results till instruction becomes non-speculative</a:t>
            </a:r>
          </a:p>
          <a:p>
            <a:pPr lvl="1"/>
            <a:r>
              <a:rPr lang="en-US" dirty="0"/>
              <a:t>Execution is rolled back if branch was miss predicted or any prior instruction caused exception</a:t>
            </a:r>
          </a:p>
        </p:txBody>
      </p:sp>
    </p:spTree>
    <p:extLst>
      <p:ext uri="{BB962C8B-B14F-4D97-AF65-F5344CB8AC3E}">
        <p14:creationId xmlns:p14="http://schemas.microsoft.com/office/powerpoint/2010/main" val="3358601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Reorder Buffer </a:t>
            </a:r>
            <a:r>
              <a:rPr lang="en-US" dirty="0" smtClean="0"/>
              <a:t>(ROB)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9281"/>
            <a:ext cx="10515600" cy="1606594"/>
          </a:xfrm>
        </p:spPr>
        <p:txBody>
          <a:bodyPr>
            <a:noAutofit/>
          </a:bodyPr>
          <a:lstStyle/>
          <a:p>
            <a:r>
              <a:rPr lang="en-US" sz="2000" dirty="0"/>
              <a:t>Is a managed FIFO</a:t>
            </a:r>
          </a:p>
          <a:p>
            <a:pPr lvl="1"/>
            <a:r>
              <a:rPr lang="en-US" sz="2000" dirty="0"/>
              <a:t>Keeps track of dispatched instructions to</a:t>
            </a:r>
          </a:p>
          <a:p>
            <a:pPr lvl="2"/>
            <a:r>
              <a:rPr lang="en-US" dirty="0"/>
              <a:t>Recover from mis-predicted branches and precise exceptions</a:t>
            </a:r>
          </a:p>
          <a:p>
            <a:pPr lvl="2"/>
            <a:r>
              <a:rPr lang="en-US" dirty="0"/>
              <a:t>Temporary storage for registers which are targets of speculative instructions</a:t>
            </a:r>
          </a:p>
          <a:p>
            <a:r>
              <a:rPr lang="en-US" sz="2000" dirty="0"/>
              <a:t>Instructions are fetched in process order</a:t>
            </a:r>
          </a:p>
          <a:p>
            <a:r>
              <a:rPr lang="en-US" sz="2000" dirty="0"/>
              <a:t>Branches are predicted in BPB and BTB</a:t>
            </a:r>
          </a:p>
          <a:p>
            <a:r>
              <a:rPr lang="en-US" sz="2000" dirty="0"/>
              <a:t>Dispatch unit allocates entry in </a:t>
            </a:r>
          </a:p>
          <a:p>
            <a:pPr lvl="1"/>
            <a:r>
              <a:rPr lang="en-US" sz="2000" dirty="0"/>
              <a:t>Issue queue and ROB entry, Load Store queue entry also for Load and Store instructions</a:t>
            </a:r>
          </a:p>
          <a:p>
            <a:r>
              <a:rPr lang="en-US" sz="2000" dirty="0"/>
              <a:t>Dispatch unit manages register renaming in Register Alias Table (RAT)</a:t>
            </a:r>
          </a:p>
          <a:p>
            <a:pPr lvl="1"/>
            <a:r>
              <a:rPr lang="en-US" sz="2000" dirty="0"/>
              <a:t>An integer or floating point register can be</a:t>
            </a:r>
          </a:p>
          <a:p>
            <a:pPr lvl="2"/>
            <a:r>
              <a:rPr lang="en-US" dirty="0"/>
              <a:t>Pending in the backend </a:t>
            </a:r>
          </a:p>
          <a:p>
            <a:pPr lvl="2"/>
            <a:r>
              <a:rPr lang="en-US" dirty="0"/>
              <a:t>Speculative in ROB</a:t>
            </a:r>
          </a:p>
          <a:p>
            <a:pPr lvl="2"/>
            <a:r>
              <a:rPr lang="en-US" dirty="0"/>
              <a:t>Committed in Register file</a:t>
            </a:r>
          </a:p>
        </p:txBody>
      </p:sp>
    </p:spTree>
    <p:extLst>
      <p:ext uri="{BB962C8B-B14F-4D97-AF65-F5344CB8AC3E}">
        <p14:creationId xmlns:p14="http://schemas.microsoft.com/office/powerpoint/2010/main" val="35982587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 and RAT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RAT is accessed with architectural register number and returns</a:t>
            </a:r>
          </a:p>
          <a:p>
            <a:pPr lvl="1"/>
            <a:r>
              <a:rPr lang="en-US" dirty="0"/>
              <a:t>Tag of the latest instruction modifying it</a:t>
            </a:r>
          </a:p>
          <a:p>
            <a:pPr lvl="1"/>
            <a:r>
              <a:rPr lang="en-US" dirty="0"/>
              <a:t>Or register number of the register file</a:t>
            </a:r>
          </a:p>
          <a:p>
            <a:pPr lvl="1"/>
            <a:r>
              <a:rPr lang="en-US" dirty="0"/>
              <a:t>Plus, one bit indicating if the value is pending in the backend</a:t>
            </a:r>
          </a:p>
          <a:p>
            <a:r>
              <a:rPr lang="en-US" dirty="0"/>
              <a:t>Dispatch unit renames the destination register with tag of the instruction in ROB</a:t>
            </a:r>
          </a:p>
          <a:p>
            <a:r>
              <a:rPr lang="en-US" dirty="0"/>
              <a:t>Same tag is stored for register in RAT and in register file</a:t>
            </a:r>
          </a:p>
          <a:p>
            <a:r>
              <a:rPr lang="en-US" dirty="0"/>
              <a:t>Input operands are looked up in RAT</a:t>
            </a:r>
          </a:p>
          <a:p>
            <a:pPr lvl="1"/>
            <a:r>
              <a:rPr lang="en-US" dirty="0"/>
              <a:t>Value is available in Register file or ROB</a:t>
            </a:r>
          </a:p>
          <a:p>
            <a:pPr lvl="1"/>
            <a:r>
              <a:rPr lang="en-US" dirty="0"/>
              <a:t>Tag of the instruction modifying it</a:t>
            </a:r>
          </a:p>
        </p:txBody>
      </p:sp>
    </p:spTree>
    <p:extLst>
      <p:ext uri="{BB962C8B-B14F-4D97-AF65-F5344CB8AC3E}">
        <p14:creationId xmlns:p14="http://schemas.microsoft.com/office/powerpoint/2010/main" val="382609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50875" y="132776"/>
            <a:ext cx="7937500" cy="863600"/>
          </a:xfrm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sz="3200" dirty="0"/>
              <a:t>Renaming Structures</a:t>
            </a:r>
          </a:p>
        </p:txBody>
      </p:sp>
      <p:sp>
        <p:nvSpPr>
          <p:cNvPr id="5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7B5B1583-E27B-A542-B496-0C14184F7E3B}" type="slidenum">
              <a:rPr lang="en-US" sz="1100">
                <a:latin typeface="Century Gothic" panose="020B0502020202020204" pitchFamily="34" charset="0"/>
              </a:rPr>
              <a:pPr/>
              <a:t>31</a:t>
            </a:fld>
            <a:endParaRPr lang="en-US" sz="1100" b="0">
              <a:solidFill>
                <a:srgbClr val="FBBA03"/>
              </a:solidFill>
              <a:latin typeface="Century Gothic" panose="020B0502020202020204" pitchFamily="34" charset="0"/>
            </a:endParaRPr>
          </a:p>
        </p:txBody>
      </p:sp>
      <p:sp>
        <p:nvSpPr>
          <p:cNvPr id="1824771" name="Rectangle 3"/>
          <p:cNvSpPr>
            <a:spLocks noChangeArrowheads="1"/>
          </p:cNvSpPr>
          <p:nvPr/>
        </p:nvSpPr>
        <p:spPr bwMode="auto">
          <a:xfrm>
            <a:off x="3062981" y="1203311"/>
            <a:ext cx="1394614" cy="9207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i="1" dirty="0">
                <a:latin typeface="Century Gothic" panose="020B0502020202020204" pitchFamily="34" charset="0"/>
              </a:rPr>
              <a:t>Renaming </a:t>
            </a:r>
          </a:p>
          <a:p>
            <a:pPr algn="l">
              <a:spcBef>
                <a:spcPct val="0"/>
              </a:spcBef>
            </a:pPr>
            <a:r>
              <a:rPr lang="en-US" i="1" dirty="0">
                <a:latin typeface="Century Gothic" panose="020B0502020202020204" pitchFamily="34" charset="0"/>
              </a:rPr>
              <a:t>table &amp;</a:t>
            </a:r>
          </a:p>
          <a:p>
            <a:pPr algn="l">
              <a:spcBef>
                <a:spcPct val="0"/>
              </a:spcBef>
            </a:pPr>
            <a:r>
              <a:rPr lang="en-US" i="1" dirty="0" err="1">
                <a:latin typeface="Century Gothic" panose="020B0502020202020204" pitchFamily="34" charset="0"/>
              </a:rPr>
              <a:t>regfile</a:t>
            </a:r>
            <a:endParaRPr lang="en-US" i="1" dirty="0">
              <a:latin typeface="Century Gothic" panose="020B0502020202020204" pitchFamily="34" charset="0"/>
            </a:endParaRPr>
          </a:p>
        </p:txBody>
      </p:sp>
      <p:sp>
        <p:nvSpPr>
          <p:cNvPr id="1824772" name="Rectangle 4"/>
          <p:cNvSpPr>
            <a:spLocks noChangeArrowheads="1"/>
          </p:cNvSpPr>
          <p:nvPr/>
        </p:nvSpPr>
        <p:spPr bwMode="auto">
          <a:xfrm>
            <a:off x="3064739" y="2416934"/>
            <a:ext cx="1134927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i="1" dirty="0">
                <a:latin typeface="Century Gothic" panose="020B0502020202020204" pitchFamily="34" charset="0"/>
              </a:rPr>
              <a:t>Reorder </a:t>
            </a:r>
          </a:p>
          <a:p>
            <a:pPr algn="l">
              <a:spcBef>
                <a:spcPct val="0"/>
              </a:spcBef>
            </a:pPr>
            <a:r>
              <a:rPr lang="en-US" i="1" dirty="0">
                <a:latin typeface="Century Gothic" panose="020B0502020202020204" pitchFamily="34" charset="0"/>
              </a:rPr>
              <a:t>buffer</a:t>
            </a:r>
          </a:p>
        </p:txBody>
      </p:sp>
      <p:sp>
        <p:nvSpPr>
          <p:cNvPr id="1824773" name="Rectangle 5"/>
          <p:cNvSpPr>
            <a:spLocks noChangeArrowheads="1"/>
          </p:cNvSpPr>
          <p:nvPr/>
        </p:nvSpPr>
        <p:spPr bwMode="auto">
          <a:xfrm>
            <a:off x="4587875" y="825500"/>
            <a:ext cx="1206500" cy="1054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74" name="Line 6"/>
          <p:cNvSpPr>
            <a:spLocks noChangeShapeType="1"/>
          </p:cNvSpPr>
          <p:nvPr/>
        </p:nvSpPr>
        <p:spPr bwMode="auto">
          <a:xfrm>
            <a:off x="4606925" y="1085850"/>
            <a:ext cx="11874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75" name="Line 7"/>
          <p:cNvSpPr>
            <a:spLocks noChangeShapeType="1"/>
          </p:cNvSpPr>
          <p:nvPr/>
        </p:nvSpPr>
        <p:spPr bwMode="auto">
          <a:xfrm>
            <a:off x="4606925" y="1622425"/>
            <a:ext cx="11874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76" name="Line 8"/>
          <p:cNvSpPr>
            <a:spLocks noChangeShapeType="1"/>
          </p:cNvSpPr>
          <p:nvPr/>
        </p:nvSpPr>
        <p:spPr bwMode="auto">
          <a:xfrm>
            <a:off x="4826000" y="835026"/>
            <a:ext cx="0" cy="1050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77" name="Rectangle 9"/>
          <p:cNvSpPr>
            <a:spLocks noChangeArrowheads="1"/>
          </p:cNvSpPr>
          <p:nvPr/>
        </p:nvSpPr>
        <p:spPr bwMode="auto">
          <a:xfrm>
            <a:off x="5883275" y="3975100"/>
            <a:ext cx="787400" cy="71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78" name="Rectangle 10"/>
          <p:cNvSpPr>
            <a:spLocks noChangeArrowheads="1"/>
          </p:cNvSpPr>
          <p:nvPr/>
        </p:nvSpPr>
        <p:spPr bwMode="auto">
          <a:xfrm>
            <a:off x="7038975" y="3975100"/>
            <a:ext cx="787400" cy="71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79" name="Rectangle 11"/>
          <p:cNvSpPr>
            <a:spLocks noChangeArrowheads="1"/>
          </p:cNvSpPr>
          <p:nvPr/>
        </p:nvSpPr>
        <p:spPr bwMode="auto">
          <a:xfrm>
            <a:off x="8194675" y="3975100"/>
            <a:ext cx="787400" cy="71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80" name="Rectangle 12"/>
          <p:cNvSpPr>
            <a:spLocks noChangeArrowheads="1"/>
          </p:cNvSpPr>
          <p:nvPr/>
        </p:nvSpPr>
        <p:spPr bwMode="auto">
          <a:xfrm>
            <a:off x="4737100" y="3984625"/>
            <a:ext cx="787400" cy="71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81" name="Freeform 13"/>
          <p:cNvSpPr>
            <a:spLocks/>
          </p:cNvSpPr>
          <p:nvPr/>
        </p:nvSpPr>
        <p:spPr bwMode="auto">
          <a:xfrm>
            <a:off x="3660775" y="1211263"/>
            <a:ext cx="6642100" cy="3848100"/>
          </a:xfrm>
          <a:custGeom>
            <a:avLst/>
            <a:gdLst/>
            <a:ahLst/>
            <a:cxnLst>
              <a:cxn ang="0">
                <a:pos x="0" y="2424"/>
              </a:cxn>
              <a:cxn ang="0">
                <a:pos x="4184" y="2424"/>
              </a:cxn>
              <a:cxn ang="0">
                <a:pos x="4184" y="0"/>
              </a:cxn>
              <a:cxn ang="0">
                <a:pos x="1750" y="4"/>
              </a:cxn>
              <a:cxn ang="0">
                <a:pos x="1334" y="4"/>
              </a:cxn>
            </a:cxnLst>
            <a:rect l="0" t="0" r="r" b="b"/>
            <a:pathLst>
              <a:path w="4184" h="2424">
                <a:moveTo>
                  <a:pt x="0" y="2424"/>
                </a:moveTo>
                <a:lnTo>
                  <a:pt x="4184" y="2424"/>
                </a:lnTo>
                <a:lnTo>
                  <a:pt x="4184" y="0"/>
                </a:lnTo>
                <a:lnTo>
                  <a:pt x="1750" y="4"/>
                </a:lnTo>
                <a:lnTo>
                  <a:pt x="1334" y="4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82" name="Line 14"/>
          <p:cNvSpPr>
            <a:spLocks noChangeShapeType="1"/>
          </p:cNvSpPr>
          <p:nvPr/>
        </p:nvSpPr>
        <p:spPr bwMode="auto">
          <a:xfrm>
            <a:off x="4930775" y="3708400"/>
            <a:ext cx="3441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83" name="Freeform 15"/>
          <p:cNvSpPr>
            <a:spLocks/>
          </p:cNvSpPr>
          <p:nvPr/>
        </p:nvSpPr>
        <p:spPr bwMode="auto">
          <a:xfrm>
            <a:off x="5133975" y="4721226"/>
            <a:ext cx="1588" cy="352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21"/>
              </a:cxn>
            </a:cxnLst>
            <a:rect l="0" t="0" r="r" b="b"/>
            <a:pathLst>
              <a:path w="1" h="222">
                <a:moveTo>
                  <a:pt x="0" y="0"/>
                </a:moveTo>
                <a:lnTo>
                  <a:pt x="0" y="221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84" name="Freeform 16"/>
          <p:cNvSpPr>
            <a:spLocks/>
          </p:cNvSpPr>
          <p:nvPr/>
        </p:nvSpPr>
        <p:spPr bwMode="auto">
          <a:xfrm>
            <a:off x="6289675" y="4711701"/>
            <a:ext cx="1588" cy="352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21"/>
              </a:cxn>
            </a:cxnLst>
            <a:rect l="0" t="0" r="r" b="b"/>
            <a:pathLst>
              <a:path w="1" h="222">
                <a:moveTo>
                  <a:pt x="0" y="0"/>
                </a:moveTo>
                <a:lnTo>
                  <a:pt x="0" y="221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85" name="Freeform 17"/>
          <p:cNvSpPr>
            <a:spLocks/>
          </p:cNvSpPr>
          <p:nvPr/>
        </p:nvSpPr>
        <p:spPr bwMode="auto">
          <a:xfrm>
            <a:off x="7458075" y="4711701"/>
            <a:ext cx="1588" cy="352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21"/>
              </a:cxn>
            </a:cxnLst>
            <a:rect l="0" t="0" r="r" b="b"/>
            <a:pathLst>
              <a:path w="1" h="222">
                <a:moveTo>
                  <a:pt x="0" y="0"/>
                </a:moveTo>
                <a:lnTo>
                  <a:pt x="0" y="221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86" name="Line 18"/>
          <p:cNvSpPr>
            <a:spLocks noChangeShapeType="1"/>
          </p:cNvSpPr>
          <p:nvPr/>
        </p:nvSpPr>
        <p:spPr bwMode="auto">
          <a:xfrm>
            <a:off x="5286375" y="3556000"/>
            <a:ext cx="34163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87" name="Line 19"/>
          <p:cNvSpPr>
            <a:spLocks noChangeShapeType="1"/>
          </p:cNvSpPr>
          <p:nvPr/>
        </p:nvSpPr>
        <p:spPr bwMode="auto">
          <a:xfrm>
            <a:off x="7380288" y="3363913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88" name="Line 20"/>
          <p:cNvSpPr>
            <a:spLocks noChangeShapeType="1"/>
          </p:cNvSpPr>
          <p:nvPr/>
        </p:nvSpPr>
        <p:spPr bwMode="auto">
          <a:xfrm>
            <a:off x="8726488" y="3355975"/>
            <a:ext cx="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89" name="Line 21"/>
          <p:cNvSpPr>
            <a:spLocks noChangeShapeType="1"/>
          </p:cNvSpPr>
          <p:nvPr/>
        </p:nvSpPr>
        <p:spPr bwMode="auto">
          <a:xfrm>
            <a:off x="4930775" y="37211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90" name="Line 22"/>
          <p:cNvSpPr>
            <a:spLocks noChangeShapeType="1"/>
          </p:cNvSpPr>
          <p:nvPr/>
        </p:nvSpPr>
        <p:spPr bwMode="auto">
          <a:xfrm>
            <a:off x="5273675" y="3556000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91" name="Line 23"/>
          <p:cNvSpPr>
            <a:spLocks noChangeShapeType="1"/>
          </p:cNvSpPr>
          <p:nvPr/>
        </p:nvSpPr>
        <p:spPr bwMode="auto">
          <a:xfrm>
            <a:off x="6111875" y="37211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92" name="Line 24"/>
          <p:cNvSpPr>
            <a:spLocks noChangeShapeType="1"/>
          </p:cNvSpPr>
          <p:nvPr/>
        </p:nvSpPr>
        <p:spPr bwMode="auto">
          <a:xfrm>
            <a:off x="6454775" y="3556000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93" name="Line 25"/>
          <p:cNvSpPr>
            <a:spLocks noChangeShapeType="1"/>
          </p:cNvSpPr>
          <p:nvPr/>
        </p:nvSpPr>
        <p:spPr bwMode="auto">
          <a:xfrm>
            <a:off x="7267575" y="37211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94" name="Line 26"/>
          <p:cNvSpPr>
            <a:spLocks noChangeShapeType="1"/>
          </p:cNvSpPr>
          <p:nvPr/>
        </p:nvSpPr>
        <p:spPr bwMode="auto">
          <a:xfrm>
            <a:off x="7610475" y="3556000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95" name="Line 27"/>
          <p:cNvSpPr>
            <a:spLocks noChangeShapeType="1"/>
          </p:cNvSpPr>
          <p:nvPr/>
        </p:nvSpPr>
        <p:spPr bwMode="auto">
          <a:xfrm>
            <a:off x="8385175" y="3721100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796" name="Line 28"/>
          <p:cNvSpPr>
            <a:spLocks noChangeShapeType="1"/>
          </p:cNvSpPr>
          <p:nvPr/>
        </p:nvSpPr>
        <p:spPr bwMode="auto">
          <a:xfrm>
            <a:off x="8728075" y="3556000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7423150" y="1223963"/>
            <a:ext cx="1303338" cy="760412"/>
            <a:chOff x="3482" y="656"/>
            <a:chExt cx="821" cy="887"/>
          </a:xfrm>
        </p:grpSpPr>
        <p:sp>
          <p:nvSpPr>
            <p:cNvPr id="1824798" name="Line 30"/>
            <p:cNvSpPr>
              <a:spLocks noChangeShapeType="1"/>
            </p:cNvSpPr>
            <p:nvPr/>
          </p:nvSpPr>
          <p:spPr bwMode="auto">
            <a:xfrm>
              <a:off x="3482" y="656"/>
              <a:ext cx="0" cy="8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600">
                <a:latin typeface="Century Gothic" panose="020B0502020202020204" pitchFamily="34" charset="0"/>
              </a:endParaRPr>
            </a:p>
          </p:txBody>
        </p:sp>
        <p:sp>
          <p:nvSpPr>
            <p:cNvPr id="1824799" name="Line 31"/>
            <p:cNvSpPr>
              <a:spLocks noChangeShapeType="1"/>
            </p:cNvSpPr>
            <p:nvPr/>
          </p:nvSpPr>
          <p:spPr bwMode="auto">
            <a:xfrm>
              <a:off x="4303" y="657"/>
              <a:ext cx="0" cy="8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1600">
                <a:latin typeface="Century Gothic" panose="020B0502020202020204" pitchFamily="34" charset="0"/>
              </a:endParaRPr>
            </a:p>
          </p:txBody>
        </p:sp>
      </p:grpSp>
      <p:sp>
        <p:nvSpPr>
          <p:cNvPr id="1824800" name="Rectangle 32"/>
          <p:cNvSpPr>
            <a:spLocks noChangeArrowheads="1"/>
          </p:cNvSpPr>
          <p:nvPr/>
        </p:nvSpPr>
        <p:spPr bwMode="auto">
          <a:xfrm>
            <a:off x="4773613" y="4025900"/>
            <a:ext cx="692498" cy="5822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600">
                <a:latin typeface="Century Gothic" panose="020B0502020202020204" pitchFamily="34" charset="0"/>
              </a:rPr>
              <a:t>Load</a:t>
            </a:r>
          </a:p>
          <a:p>
            <a:pPr algn="l">
              <a:spcBef>
                <a:spcPct val="0"/>
              </a:spcBef>
            </a:pPr>
            <a:r>
              <a:rPr lang="en-US" sz="1600">
                <a:latin typeface="Century Gothic" panose="020B0502020202020204" pitchFamily="34" charset="0"/>
              </a:rPr>
              <a:t> Unit</a:t>
            </a:r>
          </a:p>
        </p:txBody>
      </p:sp>
      <p:sp>
        <p:nvSpPr>
          <p:cNvPr id="1824801" name="Rectangle 33"/>
          <p:cNvSpPr>
            <a:spLocks noChangeArrowheads="1"/>
          </p:cNvSpPr>
          <p:nvPr/>
        </p:nvSpPr>
        <p:spPr bwMode="auto">
          <a:xfrm>
            <a:off x="6034088" y="4143376"/>
            <a:ext cx="416782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600">
                <a:latin typeface="Century Gothic" panose="020B0502020202020204" pitchFamily="34" charset="0"/>
              </a:rPr>
              <a:t>FU</a:t>
            </a:r>
          </a:p>
        </p:txBody>
      </p:sp>
      <p:sp>
        <p:nvSpPr>
          <p:cNvPr id="1824802" name="Rectangle 34"/>
          <p:cNvSpPr>
            <a:spLocks noChangeArrowheads="1"/>
          </p:cNvSpPr>
          <p:nvPr/>
        </p:nvSpPr>
        <p:spPr bwMode="auto">
          <a:xfrm>
            <a:off x="7177088" y="4156076"/>
            <a:ext cx="416782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600">
                <a:latin typeface="Century Gothic" panose="020B0502020202020204" pitchFamily="34" charset="0"/>
              </a:rPr>
              <a:t>FU</a:t>
            </a:r>
          </a:p>
        </p:txBody>
      </p:sp>
      <p:sp>
        <p:nvSpPr>
          <p:cNvPr id="1824803" name="Rectangle 35"/>
          <p:cNvSpPr>
            <a:spLocks noChangeArrowheads="1"/>
          </p:cNvSpPr>
          <p:nvPr/>
        </p:nvSpPr>
        <p:spPr bwMode="auto">
          <a:xfrm>
            <a:off x="8205788" y="4029076"/>
            <a:ext cx="684484" cy="5822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600">
                <a:latin typeface="Century Gothic" panose="020B0502020202020204" pitchFamily="34" charset="0"/>
              </a:rPr>
              <a:t>Store</a:t>
            </a:r>
          </a:p>
          <a:p>
            <a:pPr algn="l">
              <a:spcBef>
                <a:spcPct val="0"/>
              </a:spcBef>
            </a:pPr>
            <a:r>
              <a:rPr lang="en-US" sz="1600">
                <a:latin typeface="Century Gothic" panose="020B0502020202020204" pitchFamily="34" charset="0"/>
              </a:rPr>
              <a:t> Unit</a:t>
            </a:r>
          </a:p>
        </p:txBody>
      </p:sp>
      <p:sp>
        <p:nvSpPr>
          <p:cNvPr id="1824804" name="Rectangle 36"/>
          <p:cNvSpPr>
            <a:spLocks noChangeArrowheads="1"/>
          </p:cNvSpPr>
          <p:nvPr/>
        </p:nvSpPr>
        <p:spPr bwMode="auto">
          <a:xfrm>
            <a:off x="8383589" y="4722813"/>
            <a:ext cx="1372172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>
                <a:latin typeface="Century Gothic" panose="020B0502020202020204" pitchFamily="34" charset="0"/>
              </a:rPr>
              <a:t>&lt; t, result &gt;</a:t>
            </a:r>
          </a:p>
        </p:txBody>
      </p:sp>
      <p:sp>
        <p:nvSpPr>
          <p:cNvPr id="1824805" name="Rectangle 37"/>
          <p:cNvSpPr>
            <a:spLocks noChangeArrowheads="1"/>
          </p:cNvSpPr>
          <p:nvPr/>
        </p:nvSpPr>
        <p:spPr bwMode="auto">
          <a:xfrm>
            <a:off x="4785846" y="1994374"/>
            <a:ext cx="4209487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400" dirty="0">
                <a:latin typeface="Century Gothic" panose="020B0502020202020204" pitchFamily="34" charset="0"/>
              </a:rPr>
              <a:t>Ins#  use  exec   op         p1    src1         p2   src2</a:t>
            </a:r>
          </a:p>
        </p:txBody>
      </p:sp>
      <p:sp>
        <p:nvSpPr>
          <p:cNvPr id="1824806" name="Rectangle 38"/>
          <p:cNvSpPr>
            <a:spLocks noChangeArrowheads="1"/>
          </p:cNvSpPr>
          <p:nvPr/>
        </p:nvSpPr>
        <p:spPr bwMode="auto">
          <a:xfrm>
            <a:off x="9398000" y="1928814"/>
            <a:ext cx="335029" cy="132087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600" i="1">
                <a:latin typeface="Century Gothic" panose="020B0502020202020204" pitchFamily="34" charset="0"/>
              </a:rPr>
              <a:t>t</a:t>
            </a:r>
            <a:r>
              <a:rPr lang="en-US" sz="1600" i="1" baseline="-25000">
                <a:latin typeface="Century Gothic" panose="020B0502020202020204" pitchFamily="34" charset="0"/>
              </a:rPr>
              <a:t>1</a:t>
            </a:r>
            <a:endParaRPr lang="en-US" sz="1600" i="1">
              <a:latin typeface="Century Gothic" panose="020B0502020202020204" pitchFamily="34" charset="0"/>
            </a:endParaRPr>
          </a:p>
          <a:p>
            <a:pPr algn="l">
              <a:spcBef>
                <a:spcPct val="0"/>
              </a:spcBef>
            </a:pPr>
            <a:r>
              <a:rPr lang="en-US" sz="1600" i="1">
                <a:latin typeface="Century Gothic" panose="020B0502020202020204" pitchFamily="34" charset="0"/>
              </a:rPr>
              <a:t>t</a:t>
            </a:r>
            <a:r>
              <a:rPr lang="en-US" sz="1600" i="1" baseline="-25000">
                <a:latin typeface="Century Gothic" panose="020B0502020202020204" pitchFamily="34" charset="0"/>
              </a:rPr>
              <a:t>2</a:t>
            </a:r>
            <a:endParaRPr lang="en-US" sz="1600" i="1">
              <a:latin typeface="Century Gothic" panose="020B0502020202020204" pitchFamily="34" charset="0"/>
            </a:endParaRPr>
          </a:p>
          <a:p>
            <a:pPr algn="l">
              <a:spcBef>
                <a:spcPct val="0"/>
              </a:spcBef>
            </a:pPr>
            <a:r>
              <a:rPr lang="en-US" sz="1600" i="1">
                <a:latin typeface="Century Gothic" panose="020B0502020202020204" pitchFamily="34" charset="0"/>
              </a:rPr>
              <a:t>.</a:t>
            </a:r>
          </a:p>
          <a:p>
            <a:pPr algn="l">
              <a:spcBef>
                <a:spcPct val="0"/>
              </a:spcBef>
            </a:pPr>
            <a:r>
              <a:rPr lang="en-US" sz="1600" i="1">
                <a:latin typeface="Century Gothic" panose="020B0502020202020204" pitchFamily="34" charset="0"/>
              </a:rPr>
              <a:t>.</a:t>
            </a:r>
          </a:p>
          <a:p>
            <a:pPr algn="l">
              <a:spcBef>
                <a:spcPct val="0"/>
              </a:spcBef>
            </a:pPr>
            <a:r>
              <a:rPr lang="en-US" sz="1600" i="1">
                <a:latin typeface="Century Gothic" panose="020B0502020202020204" pitchFamily="34" charset="0"/>
              </a:rPr>
              <a:t>t</a:t>
            </a:r>
            <a:r>
              <a:rPr lang="en-US" sz="1600" i="1" baseline="-25000">
                <a:latin typeface="Century Gothic" panose="020B0502020202020204" pitchFamily="34" charset="0"/>
              </a:rPr>
              <a:t>n</a:t>
            </a:r>
          </a:p>
        </p:txBody>
      </p:sp>
      <p:sp>
        <p:nvSpPr>
          <p:cNvPr id="1824807" name="Rectangle 39"/>
          <p:cNvSpPr>
            <a:spLocks noChangeArrowheads="1"/>
          </p:cNvSpPr>
          <p:nvPr/>
        </p:nvSpPr>
        <p:spPr bwMode="auto">
          <a:xfrm>
            <a:off x="4589463" y="2019300"/>
            <a:ext cx="4743450" cy="13160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808" name="Line 40"/>
          <p:cNvSpPr>
            <a:spLocks noChangeShapeType="1"/>
          </p:cNvSpPr>
          <p:nvPr/>
        </p:nvSpPr>
        <p:spPr bwMode="auto">
          <a:xfrm>
            <a:off x="4598989" y="2260600"/>
            <a:ext cx="470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824809" name="Line 41"/>
          <p:cNvSpPr>
            <a:spLocks noChangeShapeType="1"/>
          </p:cNvSpPr>
          <p:nvPr/>
        </p:nvSpPr>
        <p:spPr bwMode="auto">
          <a:xfrm>
            <a:off x="4598989" y="2540000"/>
            <a:ext cx="470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810" name="Line 42"/>
          <p:cNvSpPr>
            <a:spLocks noChangeShapeType="1"/>
          </p:cNvSpPr>
          <p:nvPr/>
        </p:nvSpPr>
        <p:spPr bwMode="auto">
          <a:xfrm>
            <a:off x="4587876" y="2806700"/>
            <a:ext cx="470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811" name="Line 43"/>
          <p:cNvSpPr>
            <a:spLocks noChangeShapeType="1"/>
          </p:cNvSpPr>
          <p:nvPr/>
        </p:nvSpPr>
        <p:spPr bwMode="auto">
          <a:xfrm>
            <a:off x="4598989" y="3060700"/>
            <a:ext cx="470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812" name="Line 44"/>
          <p:cNvSpPr>
            <a:spLocks noChangeShapeType="1"/>
          </p:cNvSpPr>
          <p:nvPr/>
        </p:nvSpPr>
        <p:spPr bwMode="auto">
          <a:xfrm>
            <a:off x="5237163" y="2032000"/>
            <a:ext cx="0" cy="128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824813" name="Line 45"/>
          <p:cNvSpPr>
            <a:spLocks noChangeShapeType="1"/>
          </p:cNvSpPr>
          <p:nvPr/>
        </p:nvSpPr>
        <p:spPr bwMode="auto">
          <a:xfrm>
            <a:off x="5694363" y="2027238"/>
            <a:ext cx="0" cy="128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814" name="Line 46"/>
          <p:cNvSpPr>
            <a:spLocks noChangeShapeType="1"/>
          </p:cNvSpPr>
          <p:nvPr/>
        </p:nvSpPr>
        <p:spPr bwMode="auto">
          <a:xfrm>
            <a:off x="8118475" y="2022475"/>
            <a:ext cx="0" cy="128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815" name="Line 47"/>
          <p:cNvSpPr>
            <a:spLocks noChangeShapeType="1"/>
          </p:cNvSpPr>
          <p:nvPr/>
        </p:nvSpPr>
        <p:spPr bwMode="auto">
          <a:xfrm>
            <a:off x="7219950" y="2025650"/>
            <a:ext cx="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816" name="Line 48"/>
          <p:cNvSpPr>
            <a:spLocks noChangeShapeType="1"/>
          </p:cNvSpPr>
          <p:nvPr/>
        </p:nvSpPr>
        <p:spPr bwMode="auto">
          <a:xfrm>
            <a:off x="8405813" y="2016126"/>
            <a:ext cx="0" cy="1287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817" name="Line 49"/>
          <p:cNvSpPr>
            <a:spLocks noChangeShapeType="1"/>
          </p:cNvSpPr>
          <p:nvPr/>
        </p:nvSpPr>
        <p:spPr bwMode="auto">
          <a:xfrm>
            <a:off x="6253163" y="2033588"/>
            <a:ext cx="0" cy="128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818" name="Line 50"/>
          <p:cNvSpPr>
            <a:spLocks noChangeShapeType="1"/>
          </p:cNvSpPr>
          <p:nvPr/>
        </p:nvSpPr>
        <p:spPr bwMode="auto">
          <a:xfrm>
            <a:off x="6904038" y="2022475"/>
            <a:ext cx="0" cy="128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600">
              <a:latin typeface="Century Gothic" panose="020B0502020202020204" pitchFamily="34" charset="0"/>
            </a:endParaRPr>
          </a:p>
        </p:txBody>
      </p:sp>
      <p:sp>
        <p:nvSpPr>
          <p:cNvPr id="1824819" name="Rectangle 51"/>
          <p:cNvSpPr>
            <a:spLocks noChangeArrowheads="1"/>
          </p:cNvSpPr>
          <p:nvPr/>
        </p:nvSpPr>
        <p:spPr bwMode="auto">
          <a:xfrm>
            <a:off x="2614113" y="5194306"/>
            <a:ext cx="7325724" cy="9207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  <a:buFontTx/>
              <a:buChar char="•"/>
            </a:pPr>
            <a:r>
              <a:rPr lang="en-US" dirty="0">
                <a:latin typeface="Century Gothic" panose="020B0502020202020204" pitchFamily="34" charset="0"/>
              </a:rPr>
              <a:t> Instruction template (i.e., tag t) is allocated by the </a:t>
            </a:r>
          </a:p>
          <a:p>
            <a:pPr algn="l">
              <a:spcBef>
                <a:spcPct val="0"/>
              </a:spcBef>
            </a:pPr>
            <a:r>
              <a:rPr lang="en-US" dirty="0">
                <a:latin typeface="Century Gothic" panose="020B0502020202020204" pitchFamily="34" charset="0"/>
              </a:rPr>
              <a:t>  Decode stage, which also associates tag with register in </a:t>
            </a:r>
            <a:r>
              <a:rPr lang="en-US" dirty="0" err="1">
                <a:latin typeface="Century Gothic" panose="020B0502020202020204" pitchFamily="34" charset="0"/>
              </a:rPr>
              <a:t>regfile</a:t>
            </a:r>
            <a:endParaRPr lang="en-US" dirty="0">
              <a:latin typeface="Century Gothic" panose="020B0502020202020204" pitchFamily="34" charset="0"/>
            </a:endParaRPr>
          </a:p>
          <a:p>
            <a:pPr algn="l">
              <a:spcBef>
                <a:spcPct val="0"/>
              </a:spcBef>
              <a:buFontTx/>
              <a:buChar char="•"/>
            </a:pPr>
            <a:r>
              <a:rPr lang="en-US" dirty="0">
                <a:latin typeface="Century Gothic" panose="020B0502020202020204" pitchFamily="34" charset="0"/>
              </a:rPr>
              <a:t> When an instruction completes, its tag is de-allocated</a:t>
            </a:r>
          </a:p>
        </p:txBody>
      </p:sp>
      <p:sp>
        <p:nvSpPr>
          <p:cNvPr id="1824820" name="Text Box 52"/>
          <p:cNvSpPr txBox="1">
            <a:spLocks noChangeArrowheads="1"/>
          </p:cNvSpPr>
          <p:nvPr/>
        </p:nvSpPr>
        <p:spPr bwMode="auto">
          <a:xfrm>
            <a:off x="2657476" y="3632111"/>
            <a:ext cx="1936749" cy="120032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Century Gothic" panose="020B0502020202020204" pitchFamily="34" charset="0"/>
              </a:rPr>
              <a:t>Replacing the </a:t>
            </a:r>
          </a:p>
          <a:p>
            <a:pPr algn="l"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Century Gothic" panose="020B0502020202020204" pitchFamily="34" charset="0"/>
              </a:rPr>
              <a:t>tag by its value</a:t>
            </a:r>
          </a:p>
          <a:p>
            <a:pPr algn="l"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Century Gothic" panose="020B0502020202020204" pitchFamily="34" charset="0"/>
              </a:rPr>
              <a:t>is an expensive </a:t>
            </a:r>
          </a:p>
          <a:p>
            <a:pPr algn="l"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Century Gothic" panose="020B0502020202020204" pitchFamily="34" charset="0"/>
              </a:rPr>
              <a:t>operation</a:t>
            </a:r>
          </a:p>
        </p:txBody>
      </p:sp>
    </p:spTree>
    <p:extLst>
      <p:ext uri="{BB962C8B-B14F-4D97-AF65-F5344CB8AC3E}">
        <p14:creationId xmlns:p14="http://schemas.microsoft.com/office/powerpoint/2010/main" val="3237294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2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48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70399" y="197775"/>
            <a:ext cx="7937500" cy="1054100"/>
          </a:xfrm>
          <a:noFill/>
          <a:ln/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n-US" dirty="0"/>
              <a:t>Reorder Buffer Management</a:t>
            </a:r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C5515D73-0850-BF4C-AA14-75C1B79C8922}" type="slidenum">
              <a:rPr lang="en-US"/>
              <a:pPr/>
              <a:t>32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915907" name="Rectangle 3"/>
          <p:cNvSpPr>
            <a:spLocks noChangeArrowheads="1"/>
          </p:cNvSpPr>
          <p:nvPr/>
        </p:nvSpPr>
        <p:spPr bwMode="auto">
          <a:xfrm>
            <a:off x="1894523" y="5022319"/>
            <a:ext cx="7054817" cy="119776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Instruction slot is candidate for execution when:</a:t>
            </a:r>
          </a:p>
          <a:p>
            <a:pPr marL="685800" lvl="1" indent="-228600">
              <a:spcBef>
                <a:spcPct val="0"/>
              </a:spcBef>
              <a:buFontTx/>
              <a:buChar char="•"/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It holds a valid instruction (“use” bit is set)</a:t>
            </a:r>
          </a:p>
          <a:p>
            <a:pPr marL="685800" lvl="1" indent="-228600">
              <a:spcBef>
                <a:spcPct val="0"/>
              </a:spcBef>
              <a:buFontTx/>
              <a:buChar char="•"/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It has not already started execution (“exec” bit is clear)</a:t>
            </a:r>
          </a:p>
          <a:p>
            <a:pPr marL="685800" lvl="1" indent="-228600">
              <a:spcBef>
                <a:spcPct val="0"/>
              </a:spcBef>
              <a:buFontTx/>
              <a:buChar char="•"/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Both operands are available (p1 and p2 are set)</a:t>
            </a:r>
          </a:p>
        </p:txBody>
      </p:sp>
      <p:grpSp>
        <p:nvGrpSpPr>
          <p:cNvPr id="2" name="Group 37"/>
          <p:cNvGrpSpPr/>
          <p:nvPr/>
        </p:nvGrpSpPr>
        <p:grpSpPr>
          <a:xfrm>
            <a:off x="1511307" y="1261872"/>
            <a:ext cx="6366998" cy="2865484"/>
            <a:chOff x="835026" y="838200"/>
            <a:chExt cx="7166397" cy="3441556"/>
          </a:xfrm>
        </p:grpSpPr>
        <p:sp>
          <p:nvSpPr>
            <p:cNvPr id="1915909" name="Rectangle 5"/>
            <p:cNvSpPr>
              <a:spLocks noChangeArrowheads="1"/>
            </p:cNvSpPr>
            <p:nvPr/>
          </p:nvSpPr>
          <p:spPr bwMode="auto">
            <a:xfrm>
              <a:off x="7629525" y="1143000"/>
              <a:ext cx="371898" cy="313675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i="1" dirty="0">
                  <a:latin typeface="Verdana" charset="0"/>
                </a:rPr>
                <a:t>t</a:t>
              </a:r>
              <a:r>
                <a:rPr lang="en-US" i="1" baseline="-25000" dirty="0">
                  <a:latin typeface="Verdana" charset="0"/>
                </a:rPr>
                <a:t>1</a:t>
              </a:r>
              <a:endParaRPr lang="en-US" i="1" dirty="0">
                <a:latin typeface="Verdana" charset="0"/>
              </a:endParaRPr>
            </a:p>
            <a:p>
              <a:pPr algn="l">
                <a:spcBef>
                  <a:spcPct val="0"/>
                </a:spcBef>
              </a:pPr>
              <a:r>
                <a:rPr lang="en-US" i="1" dirty="0">
                  <a:latin typeface="Verdana" charset="0"/>
                </a:rPr>
                <a:t>t</a:t>
              </a:r>
              <a:r>
                <a:rPr lang="en-US" i="1" baseline="-25000" dirty="0">
                  <a:latin typeface="Verdana" charset="0"/>
                </a:rPr>
                <a:t>2</a:t>
              </a:r>
              <a:endParaRPr lang="en-US" i="1" dirty="0">
                <a:latin typeface="Verdana" charset="0"/>
              </a:endParaRPr>
            </a:p>
            <a:p>
              <a:pPr algn="l">
                <a:spcBef>
                  <a:spcPct val="0"/>
                </a:spcBef>
              </a:pPr>
              <a:r>
                <a:rPr lang="en-US" i="1" dirty="0">
                  <a:latin typeface="Verdana" charset="0"/>
                </a:rPr>
                <a:t>.</a:t>
              </a:r>
            </a:p>
            <a:p>
              <a:pPr algn="l">
                <a:spcBef>
                  <a:spcPct val="0"/>
                </a:spcBef>
              </a:pPr>
              <a:r>
                <a:rPr lang="en-US" i="1" dirty="0">
                  <a:latin typeface="Verdana" charset="0"/>
                </a:rPr>
                <a:t>.</a:t>
              </a:r>
            </a:p>
            <a:p>
              <a:pPr algn="l">
                <a:spcBef>
                  <a:spcPct val="0"/>
                </a:spcBef>
              </a:pPr>
              <a:r>
                <a:rPr lang="en-US" i="1" dirty="0">
                  <a:latin typeface="Verdana" charset="0"/>
                </a:rPr>
                <a:t>.</a:t>
              </a:r>
            </a:p>
            <a:p>
              <a:pPr algn="l">
                <a:spcBef>
                  <a:spcPct val="0"/>
                </a:spcBef>
              </a:pPr>
              <a:endParaRPr lang="en-US" i="1" dirty="0">
                <a:latin typeface="Verdana" charset="0"/>
              </a:endParaRPr>
            </a:p>
            <a:p>
              <a:pPr algn="l">
                <a:spcBef>
                  <a:spcPct val="0"/>
                </a:spcBef>
              </a:pPr>
              <a:endParaRPr lang="en-US" i="1" dirty="0">
                <a:latin typeface="Verdana" charset="0"/>
              </a:endParaRPr>
            </a:p>
            <a:p>
              <a:pPr algn="l">
                <a:spcBef>
                  <a:spcPct val="0"/>
                </a:spcBef>
              </a:pPr>
              <a:endParaRPr lang="en-US" i="1" dirty="0">
                <a:latin typeface="Verdana" charset="0"/>
              </a:endParaRPr>
            </a:p>
            <a:p>
              <a:pPr algn="l">
                <a:spcBef>
                  <a:spcPct val="0"/>
                </a:spcBef>
              </a:pPr>
              <a:endParaRPr lang="en-US" i="1" dirty="0">
                <a:latin typeface="Verdana" charset="0"/>
              </a:endParaRPr>
            </a:p>
            <a:p>
              <a:pPr algn="l">
                <a:spcBef>
                  <a:spcPct val="0"/>
                </a:spcBef>
              </a:pPr>
              <a:r>
                <a:rPr lang="en-US" i="1" dirty="0" err="1">
                  <a:latin typeface="Verdana" charset="0"/>
                </a:rPr>
                <a:t>t</a:t>
              </a:r>
              <a:r>
                <a:rPr lang="en-US" i="1" baseline="-25000" dirty="0" err="1">
                  <a:latin typeface="Verdana" charset="0"/>
                </a:rPr>
                <a:t>n</a:t>
              </a:r>
              <a:endParaRPr lang="en-US" i="1" dirty="0">
                <a:latin typeface="Verdana" charset="0"/>
              </a:endParaRPr>
            </a:p>
            <a:p>
              <a:pPr algn="l" latinLnBrk="1">
                <a:spcBef>
                  <a:spcPct val="0"/>
                </a:spcBef>
              </a:pPr>
              <a:endParaRPr lang="en-US" i="1" dirty="0">
                <a:latin typeface="Verdana" charset="0"/>
              </a:endParaRPr>
            </a:p>
          </p:txBody>
        </p:sp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835026" y="838200"/>
              <a:ext cx="6757988" cy="3106738"/>
              <a:chOff x="502" y="992"/>
              <a:chExt cx="4257" cy="1957"/>
            </a:xfrm>
          </p:grpSpPr>
          <p:sp>
            <p:nvSpPr>
              <p:cNvPr id="1915911" name="Rectangle 7"/>
              <p:cNvSpPr>
                <a:spLocks noChangeArrowheads="1"/>
              </p:cNvSpPr>
              <p:nvPr/>
            </p:nvSpPr>
            <p:spPr bwMode="auto">
              <a:xfrm>
                <a:off x="1736" y="1568"/>
                <a:ext cx="3016" cy="1032"/>
              </a:xfrm>
              <a:prstGeom prst="rect">
                <a:avLst/>
              </a:prstGeom>
              <a:solidFill>
                <a:schemeClr val="accent1"/>
              </a:solidFill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5912" name="Line 8"/>
              <p:cNvSpPr>
                <a:spLocks noChangeShapeType="1"/>
              </p:cNvSpPr>
              <p:nvPr/>
            </p:nvSpPr>
            <p:spPr bwMode="auto">
              <a:xfrm>
                <a:off x="1425" y="1644"/>
                <a:ext cx="2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5913" name="Line 9"/>
              <p:cNvSpPr>
                <a:spLocks noChangeShapeType="1"/>
              </p:cNvSpPr>
              <p:nvPr/>
            </p:nvSpPr>
            <p:spPr bwMode="auto">
              <a:xfrm>
                <a:off x="1444" y="2669"/>
                <a:ext cx="2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5914" name="Rectangle 10"/>
              <p:cNvSpPr>
                <a:spLocks noChangeArrowheads="1"/>
              </p:cNvSpPr>
              <p:nvPr/>
            </p:nvSpPr>
            <p:spPr bwMode="auto">
              <a:xfrm>
                <a:off x="570" y="1224"/>
                <a:ext cx="963" cy="69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r">
                  <a:spcBef>
                    <a:spcPct val="0"/>
                  </a:spcBef>
                </a:pPr>
                <a:r>
                  <a:rPr lang="en-US" dirty="0">
                    <a:latin typeface="Verdana" charset="0"/>
                  </a:rPr>
                  <a:t>ptr</a:t>
                </a:r>
                <a:r>
                  <a:rPr lang="en-US" baseline="-25000" dirty="0">
                    <a:latin typeface="Verdana" charset="0"/>
                  </a:rPr>
                  <a:t>2</a:t>
                </a:r>
                <a:r>
                  <a:rPr lang="en-US" dirty="0">
                    <a:latin typeface="Verdana" charset="0"/>
                  </a:rPr>
                  <a:t> </a:t>
                </a:r>
              </a:p>
              <a:p>
                <a:pPr algn="r">
                  <a:spcBef>
                    <a:spcPct val="0"/>
                  </a:spcBef>
                </a:pPr>
                <a:r>
                  <a:rPr lang="en-US" dirty="0">
                    <a:latin typeface="Verdana" charset="0"/>
                  </a:rPr>
                  <a:t>next to </a:t>
                </a:r>
              </a:p>
              <a:p>
                <a:pPr algn="r">
                  <a:spcBef>
                    <a:spcPct val="0"/>
                  </a:spcBef>
                </a:pPr>
                <a:r>
                  <a:rPr lang="en-US" dirty="0" err="1">
                    <a:latin typeface="Verdana" charset="0"/>
                  </a:rPr>
                  <a:t>deallocate</a:t>
                </a:r>
                <a:endParaRPr lang="en-US" dirty="0">
                  <a:latin typeface="Verdana" charset="0"/>
                </a:endParaRPr>
              </a:p>
            </p:txBody>
          </p:sp>
          <p:sp>
            <p:nvSpPr>
              <p:cNvPr id="1915915" name="Rectangle 11"/>
              <p:cNvSpPr>
                <a:spLocks noChangeArrowheads="1"/>
              </p:cNvSpPr>
              <p:nvPr/>
            </p:nvSpPr>
            <p:spPr bwMode="auto">
              <a:xfrm>
                <a:off x="502" y="2240"/>
                <a:ext cx="997" cy="69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r">
                  <a:spcBef>
                    <a:spcPct val="0"/>
                  </a:spcBef>
                </a:pPr>
                <a:r>
                  <a:rPr lang="en-US" dirty="0">
                    <a:latin typeface="Verdana" charset="0"/>
                  </a:rPr>
                  <a:t>	ptr</a:t>
                </a:r>
                <a:r>
                  <a:rPr lang="en-US" baseline="-25000" dirty="0">
                    <a:latin typeface="Verdana" charset="0"/>
                  </a:rPr>
                  <a:t>1</a:t>
                </a:r>
                <a:endParaRPr lang="en-US" dirty="0">
                  <a:latin typeface="Verdana" charset="0"/>
                </a:endParaRPr>
              </a:p>
              <a:p>
                <a:pPr algn="r">
                  <a:spcBef>
                    <a:spcPct val="0"/>
                  </a:spcBef>
                </a:pPr>
                <a:r>
                  <a:rPr lang="en-US" dirty="0">
                    <a:latin typeface="Verdana" charset="0"/>
                  </a:rPr>
                  <a:t>next</a:t>
                </a:r>
              </a:p>
              <a:p>
                <a:pPr algn="r">
                  <a:spcBef>
                    <a:spcPct val="0"/>
                  </a:spcBef>
                </a:pPr>
                <a:r>
                  <a:rPr lang="en-US" dirty="0">
                    <a:latin typeface="Verdana" charset="0"/>
                  </a:rPr>
                  <a:t>available</a:t>
                </a:r>
              </a:p>
            </p:txBody>
          </p:sp>
          <p:sp>
            <p:nvSpPr>
              <p:cNvPr id="1915916" name="Rectangle 12"/>
              <p:cNvSpPr>
                <a:spLocks noChangeArrowheads="1"/>
              </p:cNvSpPr>
              <p:nvPr/>
            </p:nvSpPr>
            <p:spPr bwMode="auto">
              <a:xfrm>
                <a:off x="1699" y="992"/>
                <a:ext cx="2993" cy="25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600" dirty="0">
                    <a:latin typeface="Verdana" charset="0"/>
                  </a:rPr>
                  <a:t>Ins# use exec  op   p1  src1   p2   src2</a:t>
                </a:r>
              </a:p>
            </p:txBody>
          </p:sp>
          <p:sp>
            <p:nvSpPr>
              <p:cNvPr id="1915917" name="Line 13"/>
              <p:cNvSpPr>
                <a:spLocks noChangeShapeType="1"/>
              </p:cNvSpPr>
              <p:nvPr/>
            </p:nvSpPr>
            <p:spPr bwMode="auto">
              <a:xfrm>
                <a:off x="2145" y="1245"/>
                <a:ext cx="0" cy="17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5918" name="Line 14"/>
              <p:cNvSpPr>
                <a:spLocks noChangeShapeType="1"/>
              </p:cNvSpPr>
              <p:nvPr/>
            </p:nvSpPr>
            <p:spPr bwMode="auto">
              <a:xfrm>
                <a:off x="2433" y="1239"/>
                <a:ext cx="0" cy="17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5919" name="Line 15"/>
              <p:cNvSpPr>
                <a:spLocks noChangeShapeType="1"/>
              </p:cNvSpPr>
              <p:nvPr/>
            </p:nvSpPr>
            <p:spPr bwMode="auto">
              <a:xfrm>
                <a:off x="3960" y="1232"/>
                <a:ext cx="0" cy="17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5920" name="Line 16"/>
              <p:cNvSpPr>
                <a:spLocks noChangeShapeType="1"/>
              </p:cNvSpPr>
              <p:nvPr/>
            </p:nvSpPr>
            <p:spPr bwMode="auto">
              <a:xfrm>
                <a:off x="3369" y="1228"/>
                <a:ext cx="0" cy="171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5921" name="Line 17"/>
              <p:cNvSpPr>
                <a:spLocks noChangeShapeType="1"/>
              </p:cNvSpPr>
              <p:nvPr/>
            </p:nvSpPr>
            <p:spPr bwMode="auto">
              <a:xfrm>
                <a:off x="4141" y="1229"/>
                <a:ext cx="0" cy="170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5922" name="Line 18"/>
              <p:cNvSpPr>
                <a:spLocks noChangeShapeType="1"/>
              </p:cNvSpPr>
              <p:nvPr/>
            </p:nvSpPr>
            <p:spPr bwMode="auto">
              <a:xfrm>
                <a:off x="2772" y="1232"/>
                <a:ext cx="0" cy="17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5923" name="Line 19"/>
              <p:cNvSpPr>
                <a:spLocks noChangeShapeType="1"/>
              </p:cNvSpPr>
              <p:nvPr/>
            </p:nvSpPr>
            <p:spPr bwMode="auto">
              <a:xfrm>
                <a:off x="3195" y="1232"/>
                <a:ext cx="0" cy="17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" name="Group 20"/>
              <p:cNvGrpSpPr>
                <a:grpSpLocks/>
              </p:cNvGrpSpPr>
              <p:nvPr/>
            </p:nvGrpSpPr>
            <p:grpSpPr bwMode="auto">
              <a:xfrm>
                <a:off x="1736" y="1382"/>
                <a:ext cx="3010" cy="1392"/>
                <a:chOff x="1736" y="1382"/>
                <a:chExt cx="3010" cy="1392"/>
              </a:xfrm>
            </p:grpSpPr>
            <p:sp>
              <p:nvSpPr>
                <p:cNvPr id="1915925" name="Line 21"/>
                <p:cNvSpPr>
                  <a:spLocks noChangeShapeType="1"/>
                </p:cNvSpPr>
                <p:nvPr/>
              </p:nvSpPr>
              <p:spPr bwMode="auto">
                <a:xfrm>
                  <a:off x="1743" y="1382"/>
                  <a:ext cx="29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5926" name="Line 22"/>
                <p:cNvSpPr>
                  <a:spLocks noChangeShapeType="1"/>
                </p:cNvSpPr>
                <p:nvPr/>
              </p:nvSpPr>
              <p:spPr bwMode="auto">
                <a:xfrm>
                  <a:off x="1743" y="1558"/>
                  <a:ext cx="29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5927" name="Line 23"/>
                <p:cNvSpPr>
                  <a:spLocks noChangeShapeType="1"/>
                </p:cNvSpPr>
                <p:nvPr/>
              </p:nvSpPr>
              <p:spPr bwMode="auto">
                <a:xfrm>
                  <a:off x="1736" y="1726"/>
                  <a:ext cx="29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5928" name="Line 24"/>
                <p:cNvSpPr>
                  <a:spLocks noChangeShapeType="1"/>
                </p:cNvSpPr>
                <p:nvPr/>
              </p:nvSpPr>
              <p:spPr bwMode="auto">
                <a:xfrm>
                  <a:off x="1743" y="1886"/>
                  <a:ext cx="29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5929" name="Line 25"/>
                <p:cNvSpPr>
                  <a:spLocks noChangeShapeType="1"/>
                </p:cNvSpPr>
                <p:nvPr/>
              </p:nvSpPr>
              <p:spPr bwMode="auto">
                <a:xfrm>
                  <a:off x="1743" y="2070"/>
                  <a:ext cx="29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5930" name="Line 26"/>
                <p:cNvSpPr>
                  <a:spLocks noChangeShapeType="1"/>
                </p:cNvSpPr>
                <p:nvPr/>
              </p:nvSpPr>
              <p:spPr bwMode="auto">
                <a:xfrm>
                  <a:off x="1743" y="2230"/>
                  <a:ext cx="29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5931" name="Line 27"/>
                <p:cNvSpPr>
                  <a:spLocks noChangeShapeType="1"/>
                </p:cNvSpPr>
                <p:nvPr/>
              </p:nvSpPr>
              <p:spPr bwMode="auto">
                <a:xfrm>
                  <a:off x="1736" y="2606"/>
                  <a:ext cx="29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5932" name="Line 28"/>
                <p:cNvSpPr>
                  <a:spLocks noChangeShapeType="1"/>
                </p:cNvSpPr>
                <p:nvPr/>
              </p:nvSpPr>
              <p:spPr bwMode="auto">
                <a:xfrm>
                  <a:off x="1736" y="2774"/>
                  <a:ext cx="29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5933" name="Line 29"/>
                <p:cNvSpPr>
                  <a:spLocks noChangeShapeType="1"/>
                </p:cNvSpPr>
                <p:nvPr/>
              </p:nvSpPr>
              <p:spPr bwMode="auto">
                <a:xfrm>
                  <a:off x="1750" y="2414"/>
                  <a:ext cx="299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915934" name="Rectangle 30"/>
              <p:cNvSpPr>
                <a:spLocks noChangeArrowheads="1"/>
              </p:cNvSpPr>
              <p:nvPr/>
            </p:nvSpPr>
            <p:spPr bwMode="auto">
              <a:xfrm>
                <a:off x="1737" y="1230"/>
                <a:ext cx="3022" cy="171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32" name="TextBox 31"/>
          <p:cNvSpPr txBox="1"/>
          <p:nvPr/>
        </p:nvSpPr>
        <p:spPr>
          <a:xfrm>
            <a:off x="8060758" y="2048470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Destination registers are renamed to the instruction’s slot tag</a:t>
            </a:r>
          </a:p>
        </p:txBody>
      </p:sp>
      <p:cxnSp>
        <p:nvCxnSpPr>
          <p:cNvPr id="35" name="Straight Arrow Connector 34"/>
          <p:cNvCxnSpPr/>
          <p:nvPr/>
        </p:nvCxnSpPr>
        <p:spPr bwMode="auto">
          <a:xfrm rot="16200000" flipV="1">
            <a:off x="7900270" y="1616014"/>
            <a:ext cx="457200" cy="4572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1828800" y="3886200"/>
            <a:ext cx="7186264" cy="119776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ROB managed circularly</a:t>
            </a:r>
          </a:p>
          <a:p>
            <a:pPr lvl="1" algn="l">
              <a:spcBef>
                <a:spcPct val="0"/>
              </a:spcBef>
              <a:buFontTx/>
              <a:buChar char="•"/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“exec” bit is set when instruction begins execution </a:t>
            </a:r>
          </a:p>
          <a:p>
            <a:pPr lvl="1" algn="l">
              <a:spcBef>
                <a:spcPct val="0"/>
              </a:spcBef>
              <a:buFontTx/>
              <a:buChar char="•"/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When an instruction completes its “use” bit is marked free</a:t>
            </a:r>
          </a:p>
          <a:p>
            <a:pPr lvl="1" algn="l">
              <a:spcBef>
                <a:spcPct val="0"/>
              </a:spcBef>
              <a:buFontTx/>
              <a:buChar char="•"/>
            </a:pPr>
            <a:r>
              <a:rPr lang="en-US" dirty="0">
                <a:solidFill>
                  <a:srgbClr val="0A48E9"/>
                </a:solidFill>
                <a:latin typeface="Century Gothic" panose="020B0502020202020204" pitchFamily="34" charset="0"/>
              </a:rPr>
              <a:t> ptr2 is incremented only if the “use” bit is marked free</a:t>
            </a:r>
          </a:p>
        </p:txBody>
      </p:sp>
    </p:spTree>
    <p:extLst>
      <p:ext uri="{BB962C8B-B14F-4D97-AF65-F5344CB8AC3E}">
        <p14:creationId xmlns:p14="http://schemas.microsoft.com/office/powerpoint/2010/main" val="28355159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0BF5E-7DEF-9D45-899B-75444189EFF5}" type="slidenum">
              <a:rPr lang="en-US">
                <a:solidFill>
                  <a:srgbClr val="000000"/>
                </a:solidFill>
              </a:rPr>
              <a:pPr/>
              <a:t>33</a:t>
            </a:fld>
            <a:endParaRPr lang="en-US">
              <a:solidFill>
                <a:srgbClr val="FBBA03"/>
              </a:solidFill>
            </a:endParaRPr>
          </a:p>
        </p:txBody>
      </p:sp>
      <p:sp>
        <p:nvSpPr>
          <p:cNvPr id="1917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78000" y="0"/>
            <a:ext cx="7937500" cy="1054100"/>
          </a:xfrm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sz="4000" dirty="0"/>
              <a:t>Renaming &amp; Out-of-order Issue</a:t>
            </a:r>
            <a:br>
              <a:rPr lang="en-US" sz="4000" dirty="0"/>
            </a:br>
            <a:r>
              <a:rPr lang="en-US" sz="1800" i="1" dirty="0"/>
              <a:t>An example</a:t>
            </a:r>
          </a:p>
        </p:txBody>
      </p:sp>
      <p:sp>
        <p:nvSpPr>
          <p:cNvPr id="1917955" name="Rectangle 3"/>
          <p:cNvSpPr>
            <a:spLocks noChangeArrowheads="1"/>
          </p:cNvSpPr>
          <p:nvPr/>
        </p:nvSpPr>
        <p:spPr bwMode="auto">
          <a:xfrm>
            <a:off x="5973764" y="4691063"/>
            <a:ext cx="4198937" cy="1308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i="1">
                <a:solidFill>
                  <a:srgbClr val="000000"/>
                </a:solidFill>
                <a:latin typeface="Verdana" charset="0"/>
              </a:rPr>
              <a:t> When are tags in sources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i="1">
                <a:solidFill>
                  <a:srgbClr val="000000"/>
                </a:solidFill>
                <a:latin typeface="Verdana" charset="0"/>
              </a:rPr>
              <a:t>   replaced by data?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 i="1">
              <a:solidFill>
                <a:srgbClr val="000000"/>
              </a:solidFill>
              <a:latin typeface="Verdana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i="1">
                <a:solidFill>
                  <a:srgbClr val="000000"/>
                </a:solidFill>
                <a:latin typeface="Verdana" charset="0"/>
              </a:rPr>
              <a:t> When can a name be reused?</a:t>
            </a:r>
          </a:p>
        </p:txBody>
      </p:sp>
      <p:sp>
        <p:nvSpPr>
          <p:cNvPr id="1917956" name="Rectangle 4"/>
          <p:cNvSpPr>
            <a:spLocks noChangeArrowheads="1"/>
          </p:cNvSpPr>
          <p:nvPr/>
        </p:nvSpPr>
        <p:spPr bwMode="auto">
          <a:xfrm>
            <a:off x="1665288" y="4500563"/>
            <a:ext cx="4125912" cy="17462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srgbClr val="56127A"/>
                </a:solidFill>
                <a:latin typeface="Verdana" charset="0"/>
              </a:rPr>
              <a:t>1</a:t>
            </a:r>
            <a:r>
              <a:rPr lang="en-US">
                <a:solidFill>
                  <a:srgbClr val="56127A"/>
                </a:solidFill>
                <a:latin typeface="Verdana" charset="0"/>
              </a:rPr>
              <a:t>	LD	F2, 	34(R2)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srgbClr val="56127A"/>
                </a:solidFill>
                <a:latin typeface="Verdana" charset="0"/>
              </a:rPr>
              <a:t>2</a:t>
            </a:r>
            <a:r>
              <a:rPr lang="en-US">
                <a:solidFill>
                  <a:srgbClr val="56127A"/>
                </a:solidFill>
                <a:latin typeface="Verdana" charset="0"/>
              </a:rPr>
              <a:t>	LD	F4,	45(R3)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srgbClr val="56127A"/>
                </a:solidFill>
                <a:latin typeface="Verdana" charset="0"/>
              </a:rPr>
              <a:t>3</a:t>
            </a:r>
            <a:r>
              <a:rPr lang="en-US">
                <a:solidFill>
                  <a:srgbClr val="56127A"/>
                </a:solidFill>
                <a:latin typeface="Verdana" charset="0"/>
              </a:rPr>
              <a:t>	MULTD	F6,	F4,	F2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srgbClr val="56127A"/>
                </a:solidFill>
                <a:latin typeface="Verdana" charset="0"/>
              </a:rPr>
              <a:t>4</a:t>
            </a:r>
            <a:r>
              <a:rPr lang="en-US">
                <a:solidFill>
                  <a:srgbClr val="56127A"/>
                </a:solidFill>
                <a:latin typeface="Verdana" charset="0"/>
              </a:rPr>
              <a:t>	SUBD	F8,	F2,	F2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srgbClr val="56127A"/>
                </a:solidFill>
                <a:latin typeface="Verdana" charset="0"/>
              </a:rPr>
              <a:t>5</a:t>
            </a:r>
            <a:r>
              <a:rPr lang="en-US">
                <a:solidFill>
                  <a:srgbClr val="56127A"/>
                </a:solidFill>
                <a:latin typeface="Verdana" charset="0"/>
              </a:rPr>
              <a:t>	DIVD	F4,	F2,	F8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srgbClr val="56127A"/>
                </a:solidFill>
                <a:latin typeface="Verdana" charset="0"/>
              </a:rPr>
              <a:t>6</a:t>
            </a:r>
            <a:r>
              <a:rPr lang="en-US">
                <a:solidFill>
                  <a:srgbClr val="56127A"/>
                </a:solidFill>
                <a:latin typeface="Verdana" charset="0"/>
              </a:rPr>
              <a:t>	ADDD	F10,	F6,	F4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479675" y="903288"/>
            <a:ext cx="7685088" cy="3460750"/>
            <a:chOff x="602" y="736"/>
            <a:chExt cx="4841" cy="2180"/>
          </a:xfrm>
        </p:grpSpPr>
        <p:sp>
          <p:nvSpPr>
            <p:cNvPr id="1917958" name="Rectangle 6"/>
            <p:cNvSpPr>
              <a:spLocks noChangeArrowheads="1"/>
            </p:cNvSpPr>
            <p:nvPr/>
          </p:nvSpPr>
          <p:spPr bwMode="auto">
            <a:xfrm>
              <a:off x="602" y="736"/>
              <a:ext cx="1373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i="1">
                  <a:solidFill>
                    <a:srgbClr val="000000"/>
                  </a:solidFill>
                  <a:latin typeface="Verdana" charset="0"/>
                </a:rPr>
                <a:t>Renaming table</a:t>
              </a:r>
            </a:p>
          </p:txBody>
        </p:sp>
        <p:sp>
          <p:nvSpPr>
            <p:cNvPr id="1917959" name="Rectangle 7"/>
            <p:cNvSpPr>
              <a:spLocks noChangeArrowheads="1"/>
            </p:cNvSpPr>
            <p:nvPr/>
          </p:nvSpPr>
          <p:spPr bwMode="auto">
            <a:xfrm>
              <a:off x="3072" y="736"/>
              <a:ext cx="1283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i="1">
                  <a:solidFill>
                    <a:srgbClr val="000000"/>
                  </a:solidFill>
                  <a:latin typeface="Verdana" charset="0"/>
                </a:rPr>
                <a:t>Reorder buffer</a:t>
              </a:r>
            </a:p>
          </p:txBody>
        </p:sp>
        <p:sp>
          <p:nvSpPr>
            <p:cNvPr id="1917960" name="Rectangle 8"/>
            <p:cNvSpPr>
              <a:spLocks noChangeArrowheads="1"/>
            </p:cNvSpPr>
            <p:nvPr/>
          </p:nvSpPr>
          <p:spPr bwMode="auto">
            <a:xfrm>
              <a:off x="2160" y="951"/>
              <a:ext cx="298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Verdana" charset="0"/>
                </a:rPr>
                <a:t>Ins# use exec   op  p1   src1   p2  src2</a:t>
              </a:r>
            </a:p>
          </p:txBody>
        </p:sp>
        <p:sp>
          <p:nvSpPr>
            <p:cNvPr id="1917961" name="Rectangle 9"/>
            <p:cNvSpPr>
              <a:spLocks noChangeArrowheads="1"/>
            </p:cNvSpPr>
            <p:nvPr/>
          </p:nvSpPr>
          <p:spPr bwMode="auto">
            <a:xfrm>
              <a:off x="5209" y="1107"/>
              <a:ext cx="234" cy="127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i="1">
                  <a:solidFill>
                    <a:srgbClr val="000000"/>
                  </a:solidFill>
                  <a:latin typeface="Verdana" charset="0"/>
                </a:rPr>
                <a:t>t</a:t>
              </a:r>
              <a:r>
                <a:rPr lang="en-US" i="1" baseline="-25000">
                  <a:solidFill>
                    <a:srgbClr val="000000"/>
                  </a:solidFill>
                  <a:latin typeface="Verdana" charset="0"/>
                </a:rPr>
                <a:t>1</a:t>
              </a:r>
              <a:endParaRPr lang="en-US" i="1">
                <a:solidFill>
                  <a:srgbClr val="000000"/>
                </a:solidFill>
                <a:latin typeface="Verdana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i="1">
                  <a:solidFill>
                    <a:srgbClr val="000000"/>
                  </a:solidFill>
                  <a:latin typeface="Verdana" charset="0"/>
                </a:rPr>
                <a:t>t</a:t>
              </a:r>
              <a:r>
                <a:rPr lang="en-US" i="1" baseline="-25000">
                  <a:solidFill>
                    <a:srgbClr val="000000"/>
                  </a:solidFill>
                  <a:latin typeface="Verdana" charset="0"/>
                </a:rPr>
                <a:t>2</a:t>
              </a:r>
              <a:endParaRPr lang="en-US" i="1">
                <a:solidFill>
                  <a:srgbClr val="000000"/>
                </a:solidFill>
                <a:latin typeface="Verdana" charset="0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i="1">
                  <a:solidFill>
                    <a:srgbClr val="000000"/>
                  </a:solidFill>
                </a:rPr>
                <a:t>t</a:t>
              </a:r>
              <a:r>
                <a:rPr lang="en-US" i="1" baseline="-25000">
                  <a:solidFill>
                    <a:srgbClr val="000000"/>
                  </a:solidFill>
                </a:rPr>
                <a:t>3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i="1">
                  <a:solidFill>
                    <a:srgbClr val="000000"/>
                  </a:solidFill>
                </a:rPr>
                <a:t>t</a:t>
              </a:r>
              <a:r>
                <a:rPr lang="en-US" i="1" baseline="-25000">
                  <a:solidFill>
                    <a:srgbClr val="000000"/>
                  </a:solidFill>
                </a:rPr>
                <a:t>4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i="1">
                  <a:solidFill>
                    <a:srgbClr val="000000"/>
                  </a:solidFill>
                </a:rPr>
                <a:t>t</a:t>
              </a:r>
              <a:r>
                <a:rPr lang="en-US" i="1" baseline="-25000">
                  <a:solidFill>
                    <a:srgbClr val="000000"/>
                  </a:solidFill>
                </a:rPr>
                <a:t>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i="1">
                  <a:solidFill>
                    <a:srgbClr val="000000"/>
                  </a:solidFill>
                  <a:latin typeface="Verdana" charset="0"/>
                </a:rPr>
                <a:t>.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i="1">
                  <a:solidFill>
                    <a:srgbClr val="000000"/>
                  </a:solidFill>
                  <a:latin typeface="Verdana" charset="0"/>
                </a:rPr>
                <a:t>.</a:t>
              </a:r>
            </a:p>
          </p:txBody>
        </p:sp>
        <p:sp>
          <p:nvSpPr>
            <p:cNvPr id="1917962" name="Rectangle 10"/>
            <p:cNvSpPr>
              <a:spLocks noChangeArrowheads="1"/>
            </p:cNvSpPr>
            <p:nvPr/>
          </p:nvSpPr>
          <p:spPr bwMode="auto">
            <a:xfrm>
              <a:off x="2180" y="1164"/>
              <a:ext cx="2988" cy="17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17963" name="Line 11"/>
            <p:cNvSpPr>
              <a:spLocks noChangeShapeType="1"/>
            </p:cNvSpPr>
            <p:nvPr/>
          </p:nvSpPr>
          <p:spPr bwMode="auto">
            <a:xfrm>
              <a:off x="2588" y="1179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17964" name="Line 12"/>
            <p:cNvSpPr>
              <a:spLocks noChangeShapeType="1"/>
            </p:cNvSpPr>
            <p:nvPr/>
          </p:nvSpPr>
          <p:spPr bwMode="auto">
            <a:xfrm>
              <a:off x="2876" y="1173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17965" name="Line 13"/>
            <p:cNvSpPr>
              <a:spLocks noChangeShapeType="1"/>
            </p:cNvSpPr>
            <p:nvPr/>
          </p:nvSpPr>
          <p:spPr bwMode="auto">
            <a:xfrm>
              <a:off x="4403" y="1166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17966" name="Line 14"/>
            <p:cNvSpPr>
              <a:spLocks noChangeShapeType="1"/>
            </p:cNvSpPr>
            <p:nvPr/>
          </p:nvSpPr>
          <p:spPr bwMode="auto">
            <a:xfrm>
              <a:off x="3812" y="1162"/>
              <a:ext cx="0" cy="17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17967" name="Line 15"/>
            <p:cNvSpPr>
              <a:spLocks noChangeShapeType="1"/>
            </p:cNvSpPr>
            <p:nvPr/>
          </p:nvSpPr>
          <p:spPr bwMode="auto">
            <a:xfrm>
              <a:off x="4584" y="1163"/>
              <a:ext cx="0" cy="17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2179" y="1316"/>
              <a:ext cx="2976" cy="1392"/>
              <a:chOff x="2181" y="1347"/>
              <a:chExt cx="2976" cy="1392"/>
            </a:xfrm>
          </p:grpSpPr>
          <p:sp>
            <p:nvSpPr>
              <p:cNvPr id="1917969" name="Line 17"/>
              <p:cNvSpPr>
                <a:spLocks noChangeShapeType="1"/>
              </p:cNvSpPr>
              <p:nvPr/>
            </p:nvSpPr>
            <p:spPr bwMode="auto">
              <a:xfrm>
                <a:off x="2188" y="1347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917970" name="Line 18"/>
              <p:cNvSpPr>
                <a:spLocks noChangeShapeType="1"/>
              </p:cNvSpPr>
              <p:nvPr/>
            </p:nvSpPr>
            <p:spPr bwMode="auto">
              <a:xfrm>
                <a:off x="2188" y="1523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917971" name="Line 19"/>
              <p:cNvSpPr>
                <a:spLocks noChangeShapeType="1"/>
              </p:cNvSpPr>
              <p:nvPr/>
            </p:nvSpPr>
            <p:spPr bwMode="auto">
              <a:xfrm>
                <a:off x="2181" y="1691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917972" name="Line 20"/>
              <p:cNvSpPr>
                <a:spLocks noChangeShapeType="1"/>
              </p:cNvSpPr>
              <p:nvPr/>
            </p:nvSpPr>
            <p:spPr bwMode="auto">
              <a:xfrm>
                <a:off x="2188" y="1851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917973" name="Line 21"/>
              <p:cNvSpPr>
                <a:spLocks noChangeShapeType="1"/>
              </p:cNvSpPr>
              <p:nvPr/>
            </p:nvSpPr>
            <p:spPr bwMode="auto">
              <a:xfrm>
                <a:off x="2188" y="2035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917974" name="Line 22"/>
              <p:cNvSpPr>
                <a:spLocks noChangeShapeType="1"/>
              </p:cNvSpPr>
              <p:nvPr/>
            </p:nvSpPr>
            <p:spPr bwMode="auto">
              <a:xfrm>
                <a:off x="2188" y="2195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917975" name="Line 23"/>
              <p:cNvSpPr>
                <a:spLocks noChangeShapeType="1"/>
              </p:cNvSpPr>
              <p:nvPr/>
            </p:nvSpPr>
            <p:spPr bwMode="auto">
              <a:xfrm>
                <a:off x="2181" y="2571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917976" name="Line 24"/>
              <p:cNvSpPr>
                <a:spLocks noChangeShapeType="1"/>
              </p:cNvSpPr>
              <p:nvPr/>
            </p:nvSpPr>
            <p:spPr bwMode="auto">
              <a:xfrm>
                <a:off x="2181" y="2739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917977" name="Line 25"/>
              <p:cNvSpPr>
                <a:spLocks noChangeShapeType="1"/>
              </p:cNvSpPr>
              <p:nvPr/>
            </p:nvSpPr>
            <p:spPr bwMode="auto">
              <a:xfrm>
                <a:off x="2195" y="2379"/>
                <a:ext cx="296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917978" name="Rectangle 26"/>
            <p:cNvSpPr>
              <a:spLocks noChangeArrowheads="1"/>
            </p:cNvSpPr>
            <p:nvPr/>
          </p:nvSpPr>
          <p:spPr bwMode="auto">
            <a:xfrm>
              <a:off x="937" y="2685"/>
              <a:ext cx="690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808080"/>
                  </a:solidFill>
                  <a:latin typeface="Verdana" charset="0"/>
                </a:rPr>
                <a:t>data / t</a:t>
              </a:r>
              <a:r>
                <a:rPr lang="en-US" baseline="-25000">
                  <a:solidFill>
                    <a:srgbClr val="808080"/>
                  </a:solidFill>
                  <a:latin typeface="Verdana" charset="0"/>
                </a:rPr>
                <a:t>i</a:t>
              </a:r>
            </a:p>
          </p:txBody>
        </p:sp>
        <p:sp>
          <p:nvSpPr>
            <p:cNvPr id="1917979" name="Rectangle 27"/>
            <p:cNvSpPr>
              <a:spLocks noChangeArrowheads="1"/>
            </p:cNvSpPr>
            <p:nvPr/>
          </p:nvSpPr>
          <p:spPr bwMode="auto">
            <a:xfrm>
              <a:off x="672" y="951"/>
              <a:ext cx="992" cy="16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Verdana" charset="0"/>
                </a:rPr>
                <a:t>     p    data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Verdana" charset="0"/>
                </a:rPr>
                <a:t>F1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Verdana" charset="0"/>
                </a:rPr>
                <a:t>F2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Verdana" charset="0"/>
                </a:rPr>
                <a:t>F3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Verdana" charset="0"/>
                </a:rPr>
                <a:t>F4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Verdana" charset="0"/>
                </a:rPr>
                <a:t>F5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Verdana" charset="0"/>
                </a:rPr>
                <a:t>F6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Verdana" charset="0"/>
                </a:rPr>
                <a:t>F7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Verdana" charset="0"/>
                </a:rPr>
                <a:t>F8</a:t>
              </a:r>
            </a:p>
          </p:txBody>
        </p:sp>
        <p:grpSp>
          <p:nvGrpSpPr>
            <p:cNvPr id="4" name="Group 28"/>
            <p:cNvGrpSpPr>
              <a:grpSpLocks/>
            </p:cNvGrpSpPr>
            <p:nvPr/>
          </p:nvGrpSpPr>
          <p:grpSpPr bwMode="auto">
            <a:xfrm>
              <a:off x="953" y="1173"/>
              <a:ext cx="760" cy="1368"/>
              <a:chOff x="955" y="1204"/>
              <a:chExt cx="760" cy="1368"/>
            </a:xfrm>
          </p:grpSpPr>
          <p:grpSp>
            <p:nvGrpSpPr>
              <p:cNvPr id="5" name="Group 29"/>
              <p:cNvGrpSpPr>
                <a:grpSpLocks/>
              </p:cNvGrpSpPr>
              <p:nvPr/>
            </p:nvGrpSpPr>
            <p:grpSpPr bwMode="auto">
              <a:xfrm>
                <a:off x="955" y="1204"/>
                <a:ext cx="760" cy="1368"/>
                <a:chOff x="955" y="1204"/>
                <a:chExt cx="760" cy="1368"/>
              </a:xfrm>
            </p:grpSpPr>
            <p:sp>
              <p:nvSpPr>
                <p:cNvPr id="1917982" name="Rectangle 30"/>
                <p:cNvSpPr>
                  <a:spLocks noChangeArrowheads="1"/>
                </p:cNvSpPr>
                <p:nvPr/>
              </p:nvSpPr>
              <p:spPr bwMode="auto">
                <a:xfrm>
                  <a:off x="955" y="1204"/>
                  <a:ext cx="760" cy="136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17983" name="Line 31"/>
                <p:cNvSpPr>
                  <a:spLocks noChangeShapeType="1"/>
                </p:cNvSpPr>
                <p:nvPr/>
              </p:nvSpPr>
              <p:spPr bwMode="auto">
                <a:xfrm>
                  <a:off x="967" y="1368"/>
                  <a:ext cx="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17984" name="Line 32"/>
                <p:cNvSpPr>
                  <a:spLocks noChangeShapeType="1"/>
                </p:cNvSpPr>
                <p:nvPr/>
              </p:nvSpPr>
              <p:spPr bwMode="auto">
                <a:xfrm>
                  <a:off x="967" y="1540"/>
                  <a:ext cx="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17985" name="Line 33"/>
                <p:cNvSpPr>
                  <a:spLocks noChangeShapeType="1"/>
                </p:cNvSpPr>
                <p:nvPr/>
              </p:nvSpPr>
              <p:spPr bwMode="auto">
                <a:xfrm>
                  <a:off x="967" y="1706"/>
                  <a:ext cx="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17986" name="Line 34"/>
                <p:cNvSpPr>
                  <a:spLocks noChangeShapeType="1"/>
                </p:cNvSpPr>
                <p:nvPr/>
              </p:nvSpPr>
              <p:spPr bwMode="auto">
                <a:xfrm>
                  <a:off x="967" y="1878"/>
                  <a:ext cx="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17987" name="Line 35"/>
                <p:cNvSpPr>
                  <a:spLocks noChangeShapeType="1"/>
                </p:cNvSpPr>
                <p:nvPr/>
              </p:nvSpPr>
              <p:spPr bwMode="auto">
                <a:xfrm>
                  <a:off x="967" y="2050"/>
                  <a:ext cx="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17988" name="Line 36"/>
                <p:cNvSpPr>
                  <a:spLocks noChangeShapeType="1"/>
                </p:cNvSpPr>
                <p:nvPr/>
              </p:nvSpPr>
              <p:spPr bwMode="auto">
                <a:xfrm>
                  <a:off x="967" y="2222"/>
                  <a:ext cx="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17989" name="Line 37"/>
                <p:cNvSpPr>
                  <a:spLocks noChangeShapeType="1"/>
                </p:cNvSpPr>
                <p:nvPr/>
              </p:nvSpPr>
              <p:spPr bwMode="auto">
                <a:xfrm>
                  <a:off x="955" y="2401"/>
                  <a:ext cx="74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917990" name="Line 38"/>
              <p:cNvSpPr>
                <a:spLocks noChangeShapeType="1"/>
              </p:cNvSpPr>
              <p:nvPr/>
            </p:nvSpPr>
            <p:spPr bwMode="auto">
              <a:xfrm>
                <a:off x="1105" y="1210"/>
                <a:ext cx="0" cy="135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917991" name="Freeform 39"/>
            <p:cNvSpPr>
              <a:spLocks/>
            </p:cNvSpPr>
            <p:nvPr/>
          </p:nvSpPr>
          <p:spPr bwMode="auto">
            <a:xfrm>
              <a:off x="1344" y="2296"/>
              <a:ext cx="1" cy="433"/>
            </a:xfrm>
            <a:custGeom>
              <a:avLst/>
              <a:gdLst/>
              <a:ahLst/>
              <a:cxnLst>
                <a:cxn ang="0">
                  <a:pos x="0" y="432"/>
                </a:cxn>
                <a:cxn ang="0">
                  <a:pos x="0" y="0"/>
                </a:cxn>
              </a:cxnLst>
              <a:rect l="0" t="0" r="r" b="b"/>
              <a:pathLst>
                <a:path w="1" h="433">
                  <a:moveTo>
                    <a:pt x="0" y="432"/>
                  </a:move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17992" name="Freeform 40"/>
            <p:cNvSpPr>
              <a:spLocks/>
            </p:cNvSpPr>
            <p:nvPr/>
          </p:nvSpPr>
          <p:spPr bwMode="auto">
            <a:xfrm>
              <a:off x="1668" y="2796"/>
              <a:ext cx="2427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6" y="0"/>
                </a:cxn>
              </a:cxnLst>
              <a:rect l="0" t="0" r="r" b="b"/>
              <a:pathLst>
                <a:path w="2427" h="1">
                  <a:moveTo>
                    <a:pt x="0" y="0"/>
                  </a:moveTo>
                  <a:lnTo>
                    <a:pt x="2426" y="0"/>
                  </a:lnTo>
                </a:path>
              </a:pathLst>
            </a:custGeom>
            <a:noFill/>
            <a:ln w="12700" cap="rnd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17993" name="Line 41"/>
            <p:cNvSpPr>
              <a:spLocks noChangeShapeType="1"/>
            </p:cNvSpPr>
            <p:nvPr/>
          </p:nvSpPr>
          <p:spPr bwMode="auto">
            <a:xfrm>
              <a:off x="3215" y="1166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917994" name="Line 42"/>
            <p:cNvSpPr>
              <a:spLocks noChangeShapeType="1"/>
            </p:cNvSpPr>
            <p:nvPr/>
          </p:nvSpPr>
          <p:spPr bwMode="auto">
            <a:xfrm>
              <a:off x="3638" y="1166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1917995" name="Text Box 43"/>
          <p:cNvSpPr txBox="1">
            <a:spLocks noChangeArrowheads="1"/>
          </p:cNvSpPr>
          <p:nvPr/>
        </p:nvSpPr>
        <p:spPr bwMode="auto">
          <a:xfrm>
            <a:off x="6445250" y="5280026"/>
            <a:ext cx="37909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srgbClr val="FF0000"/>
                </a:solidFill>
                <a:latin typeface="Verdana" charset="0"/>
              </a:rPr>
              <a:t>Whenever an FU produces data</a:t>
            </a:r>
          </a:p>
        </p:txBody>
      </p:sp>
      <p:sp>
        <p:nvSpPr>
          <p:cNvPr id="1917996" name="Text Box 44"/>
          <p:cNvSpPr txBox="1">
            <a:spLocks noChangeArrowheads="1"/>
          </p:cNvSpPr>
          <p:nvPr/>
        </p:nvSpPr>
        <p:spPr bwMode="auto">
          <a:xfrm>
            <a:off x="6461126" y="5905500"/>
            <a:ext cx="4288353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i="1">
                <a:solidFill>
                  <a:srgbClr val="FF0000"/>
                </a:solidFill>
                <a:latin typeface="Verdana" charset="0"/>
              </a:rPr>
              <a:t>Whenever an instruction completes</a:t>
            </a:r>
          </a:p>
        </p:txBody>
      </p:sp>
      <p:sp>
        <p:nvSpPr>
          <p:cNvPr id="1917997" name="Text Box 45"/>
          <p:cNvSpPr txBox="1">
            <a:spLocks noChangeArrowheads="1"/>
          </p:cNvSpPr>
          <p:nvPr/>
        </p:nvSpPr>
        <p:spPr bwMode="auto">
          <a:xfrm>
            <a:off x="3394075" y="1839913"/>
            <a:ext cx="6413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t1</a:t>
            </a:r>
          </a:p>
        </p:txBody>
      </p:sp>
      <p:sp>
        <p:nvSpPr>
          <p:cNvPr id="1917998" name="Text Box 46"/>
          <p:cNvSpPr txBox="1">
            <a:spLocks noChangeArrowheads="1"/>
          </p:cNvSpPr>
          <p:nvPr/>
        </p:nvSpPr>
        <p:spPr bwMode="auto">
          <a:xfrm>
            <a:off x="4972051" y="1557338"/>
            <a:ext cx="4733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   1          1        0        LD     </a:t>
            </a:r>
          </a:p>
        </p:txBody>
      </p:sp>
      <p:sp>
        <p:nvSpPr>
          <p:cNvPr id="1917999" name="Text Box 47"/>
          <p:cNvSpPr txBox="1">
            <a:spLocks noChangeArrowheads="1"/>
          </p:cNvSpPr>
          <p:nvPr/>
        </p:nvSpPr>
        <p:spPr bwMode="auto">
          <a:xfrm>
            <a:off x="3411538" y="2382838"/>
            <a:ext cx="6413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t2</a:t>
            </a:r>
          </a:p>
        </p:txBody>
      </p:sp>
      <p:sp>
        <p:nvSpPr>
          <p:cNvPr id="1918000" name="Text Box 48"/>
          <p:cNvSpPr txBox="1">
            <a:spLocks noChangeArrowheads="1"/>
          </p:cNvSpPr>
          <p:nvPr/>
        </p:nvSpPr>
        <p:spPr bwMode="auto">
          <a:xfrm>
            <a:off x="4972051" y="1831975"/>
            <a:ext cx="4733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   2          1        0        LD     </a:t>
            </a:r>
          </a:p>
        </p:txBody>
      </p:sp>
      <p:sp>
        <p:nvSpPr>
          <p:cNvPr id="1918001" name="Text Box 49"/>
          <p:cNvSpPr txBox="1">
            <a:spLocks noChangeArrowheads="1"/>
          </p:cNvSpPr>
          <p:nvPr/>
        </p:nvSpPr>
        <p:spPr bwMode="auto">
          <a:xfrm>
            <a:off x="4972051" y="2609850"/>
            <a:ext cx="4733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   5          1        0        DIV       1        v1           0         t4     </a:t>
            </a:r>
          </a:p>
        </p:txBody>
      </p:sp>
      <p:sp>
        <p:nvSpPr>
          <p:cNvPr id="1918002" name="Text Box 50"/>
          <p:cNvSpPr txBox="1">
            <a:spLocks noChangeArrowheads="1"/>
          </p:cNvSpPr>
          <p:nvPr/>
        </p:nvSpPr>
        <p:spPr bwMode="auto">
          <a:xfrm>
            <a:off x="4972051" y="2374900"/>
            <a:ext cx="4733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   4          1        0        SUB     1        v1           1         v1</a:t>
            </a:r>
          </a:p>
        </p:txBody>
      </p:sp>
      <p:sp>
        <p:nvSpPr>
          <p:cNvPr id="1918003" name="Text Box 51"/>
          <p:cNvSpPr txBox="1">
            <a:spLocks noChangeArrowheads="1"/>
          </p:cNvSpPr>
          <p:nvPr/>
        </p:nvSpPr>
        <p:spPr bwMode="auto">
          <a:xfrm>
            <a:off x="3394075" y="3482975"/>
            <a:ext cx="6413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t4</a:t>
            </a:r>
          </a:p>
        </p:txBody>
      </p:sp>
      <p:sp>
        <p:nvSpPr>
          <p:cNvPr id="1918004" name="Text Box 52"/>
          <p:cNvSpPr txBox="1">
            <a:spLocks noChangeArrowheads="1"/>
          </p:cNvSpPr>
          <p:nvPr/>
        </p:nvSpPr>
        <p:spPr bwMode="auto">
          <a:xfrm>
            <a:off x="4972051" y="2089150"/>
            <a:ext cx="4733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   3          1        0        MUL     0        t2            1         v1</a:t>
            </a:r>
          </a:p>
        </p:txBody>
      </p:sp>
      <p:sp>
        <p:nvSpPr>
          <p:cNvPr id="1918005" name="Text Box 53"/>
          <p:cNvSpPr txBox="1">
            <a:spLocks noChangeArrowheads="1"/>
          </p:cNvSpPr>
          <p:nvPr/>
        </p:nvSpPr>
        <p:spPr bwMode="auto">
          <a:xfrm>
            <a:off x="3394075" y="2925763"/>
            <a:ext cx="6413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t3</a:t>
            </a:r>
          </a:p>
        </p:txBody>
      </p:sp>
      <p:sp>
        <p:nvSpPr>
          <p:cNvPr id="1918006" name="Text Box 54"/>
          <p:cNvSpPr txBox="1">
            <a:spLocks noChangeArrowheads="1"/>
          </p:cNvSpPr>
          <p:nvPr/>
        </p:nvSpPr>
        <p:spPr bwMode="auto">
          <a:xfrm>
            <a:off x="3452813" y="2359025"/>
            <a:ext cx="6413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t5</a:t>
            </a:r>
          </a:p>
        </p:txBody>
      </p:sp>
      <p:sp>
        <p:nvSpPr>
          <p:cNvPr id="1918007" name="Text Box 55"/>
          <p:cNvSpPr txBox="1">
            <a:spLocks noChangeArrowheads="1"/>
          </p:cNvSpPr>
          <p:nvPr/>
        </p:nvSpPr>
        <p:spPr bwMode="auto">
          <a:xfrm>
            <a:off x="1822450" y="1974850"/>
            <a:ext cx="6413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v1</a:t>
            </a:r>
          </a:p>
        </p:txBody>
      </p:sp>
      <p:sp>
        <p:nvSpPr>
          <p:cNvPr id="1918008" name="Text Box 56"/>
          <p:cNvSpPr txBox="1">
            <a:spLocks noChangeArrowheads="1"/>
          </p:cNvSpPr>
          <p:nvPr/>
        </p:nvSpPr>
        <p:spPr bwMode="auto">
          <a:xfrm>
            <a:off x="3400425" y="1824038"/>
            <a:ext cx="6413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v1</a:t>
            </a:r>
          </a:p>
        </p:txBody>
      </p:sp>
      <p:sp>
        <p:nvSpPr>
          <p:cNvPr id="1918009" name="Text Box 57"/>
          <p:cNvSpPr txBox="1">
            <a:spLocks noChangeArrowheads="1"/>
          </p:cNvSpPr>
          <p:nvPr/>
        </p:nvSpPr>
        <p:spPr bwMode="auto">
          <a:xfrm>
            <a:off x="4967289" y="1565275"/>
            <a:ext cx="4733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   1          1        1        LD     </a:t>
            </a:r>
          </a:p>
        </p:txBody>
      </p:sp>
      <p:sp>
        <p:nvSpPr>
          <p:cNvPr id="1918010" name="Text Box 58"/>
          <p:cNvSpPr txBox="1">
            <a:spLocks noChangeArrowheads="1"/>
          </p:cNvSpPr>
          <p:nvPr/>
        </p:nvSpPr>
        <p:spPr bwMode="auto">
          <a:xfrm>
            <a:off x="4975226" y="1550988"/>
            <a:ext cx="4733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               0</a:t>
            </a:r>
          </a:p>
        </p:txBody>
      </p:sp>
      <p:sp>
        <p:nvSpPr>
          <p:cNvPr id="1918011" name="Text Box 59"/>
          <p:cNvSpPr txBox="1">
            <a:spLocks noChangeArrowheads="1"/>
          </p:cNvSpPr>
          <p:nvPr/>
        </p:nvSpPr>
        <p:spPr bwMode="auto">
          <a:xfrm>
            <a:off x="4965701" y="2370138"/>
            <a:ext cx="4733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   4          1        1        SUB     1        v1           1         v1</a:t>
            </a:r>
          </a:p>
        </p:txBody>
      </p:sp>
      <p:sp>
        <p:nvSpPr>
          <p:cNvPr id="1918012" name="Text Box 60"/>
          <p:cNvSpPr txBox="1">
            <a:spLocks noChangeArrowheads="1"/>
          </p:cNvSpPr>
          <p:nvPr/>
        </p:nvSpPr>
        <p:spPr bwMode="auto">
          <a:xfrm>
            <a:off x="4962526" y="2378075"/>
            <a:ext cx="4733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   4           0</a:t>
            </a:r>
          </a:p>
        </p:txBody>
      </p:sp>
      <p:sp>
        <p:nvSpPr>
          <p:cNvPr id="1918013" name="Text Box 61"/>
          <p:cNvSpPr txBox="1">
            <a:spLocks noChangeArrowheads="1"/>
          </p:cNvSpPr>
          <p:nvPr/>
        </p:nvSpPr>
        <p:spPr bwMode="auto">
          <a:xfrm>
            <a:off x="3400425" y="3457575"/>
            <a:ext cx="6413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v4</a:t>
            </a:r>
          </a:p>
        </p:txBody>
      </p:sp>
      <p:sp>
        <p:nvSpPr>
          <p:cNvPr id="1918014" name="Text Box 62"/>
          <p:cNvSpPr txBox="1">
            <a:spLocks noChangeArrowheads="1"/>
          </p:cNvSpPr>
          <p:nvPr/>
        </p:nvSpPr>
        <p:spPr bwMode="auto">
          <a:xfrm>
            <a:off x="4979989" y="2617788"/>
            <a:ext cx="4733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   5          1        0        DIV       1        v1           1         v4     </a:t>
            </a:r>
          </a:p>
        </p:txBody>
      </p:sp>
      <p:sp>
        <p:nvSpPr>
          <p:cNvPr id="1918015" name="Text Box 63"/>
          <p:cNvSpPr txBox="1">
            <a:spLocks noChangeArrowheads="1"/>
          </p:cNvSpPr>
          <p:nvPr/>
        </p:nvSpPr>
        <p:spPr bwMode="auto">
          <a:xfrm>
            <a:off x="4979989" y="1816100"/>
            <a:ext cx="4733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   2          1        1        LD     </a:t>
            </a:r>
          </a:p>
        </p:txBody>
      </p:sp>
      <p:sp>
        <p:nvSpPr>
          <p:cNvPr id="1918016" name="Text Box 64"/>
          <p:cNvSpPr txBox="1">
            <a:spLocks noChangeArrowheads="1"/>
          </p:cNvSpPr>
          <p:nvPr/>
        </p:nvSpPr>
        <p:spPr bwMode="auto">
          <a:xfrm>
            <a:off x="4956176" y="1822450"/>
            <a:ext cx="4733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   2           0     </a:t>
            </a:r>
          </a:p>
        </p:txBody>
      </p:sp>
      <p:sp>
        <p:nvSpPr>
          <p:cNvPr id="1918017" name="Text Box 65"/>
          <p:cNvSpPr txBox="1">
            <a:spLocks noChangeArrowheads="1"/>
          </p:cNvSpPr>
          <p:nvPr/>
        </p:nvSpPr>
        <p:spPr bwMode="auto">
          <a:xfrm>
            <a:off x="4956176" y="2085975"/>
            <a:ext cx="4733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56127A"/>
                </a:solidFill>
              </a:rPr>
              <a:t>   3          1        0        MUL     1        v2            1         v1</a:t>
            </a:r>
          </a:p>
        </p:txBody>
      </p:sp>
    </p:spTree>
    <p:extLst>
      <p:ext uri="{BB962C8B-B14F-4D97-AF65-F5344CB8AC3E}">
        <p14:creationId xmlns:p14="http://schemas.microsoft.com/office/powerpoint/2010/main" val="9293041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7995" grpId="0" autoUpdateAnimBg="0"/>
      <p:bldP spid="1917996" grpId="0" autoUpdateAnimBg="0"/>
      <p:bldP spid="1917997" grpId="0"/>
      <p:bldP spid="1917997" grpId="1"/>
      <p:bldP spid="1917997" grpId="2"/>
      <p:bldP spid="1917998" grpId="0"/>
      <p:bldP spid="1917998" grpId="1"/>
      <p:bldP spid="1917999" grpId="0"/>
      <p:bldP spid="1917999" grpId="1"/>
      <p:bldP spid="1918000" grpId="0"/>
      <p:bldP spid="1918000" grpId="1"/>
      <p:bldP spid="1918001" grpId="0"/>
      <p:bldP spid="1918001" grpId="1"/>
      <p:bldP spid="1918002" grpId="0"/>
      <p:bldP spid="1918002" grpId="1"/>
      <p:bldP spid="1918003" grpId="0"/>
      <p:bldP spid="1918003" grpId="1"/>
      <p:bldP spid="1918004" grpId="0"/>
      <p:bldP spid="1918004" grpId="1"/>
      <p:bldP spid="1918005" grpId="0"/>
      <p:bldP spid="1918006" grpId="0"/>
      <p:bldP spid="1918008" grpId="0"/>
      <p:bldP spid="1918009" grpId="0"/>
      <p:bldP spid="1918009" grpId="1"/>
      <p:bldP spid="1918010" grpId="0"/>
      <p:bldP spid="1918011" grpId="0"/>
      <p:bldP spid="1918011" grpId="1"/>
      <p:bldP spid="1918012" grpId="0"/>
      <p:bldP spid="1918013" grpId="0"/>
      <p:bldP spid="1918014" grpId="0"/>
      <p:bldP spid="1918015" grpId="0"/>
      <p:bldP spid="1918015" grpId="1"/>
      <p:bldP spid="1918015" grpId="2"/>
      <p:bldP spid="1918016" grpId="0"/>
      <p:bldP spid="1918016" grpId="1"/>
      <p:bldP spid="19180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637-7676-2F43-B7D9-1FC3A6BF24AF}" type="slidenum">
              <a:rPr lang="en-US"/>
              <a:pPr/>
              <a:t>34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828885" name="Rectangle 21"/>
          <p:cNvSpPr>
            <a:spLocks noGrp="1" noChangeArrowheads="1"/>
          </p:cNvSpPr>
          <p:nvPr>
            <p:ph type="title"/>
          </p:nvPr>
        </p:nvSpPr>
        <p:spPr>
          <a:xfrm>
            <a:off x="1752600" y="76200"/>
            <a:ext cx="7531100" cy="889000"/>
          </a:xfrm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r>
              <a:rPr lang="en-US" sz="4000" dirty="0"/>
              <a:t>IBM 360/91 Floating-Point Unit</a:t>
            </a:r>
            <a:br>
              <a:rPr lang="en-US" sz="4000" dirty="0"/>
            </a:br>
            <a:r>
              <a:rPr lang="en-US" sz="1800" i="1" dirty="0"/>
              <a:t>R. M. </a:t>
            </a:r>
            <a:r>
              <a:rPr lang="en-US" sz="1800" i="1" dirty="0" err="1"/>
              <a:t>Tomasulo</a:t>
            </a:r>
            <a:r>
              <a:rPr lang="en-US" sz="1800" i="1" dirty="0"/>
              <a:t>, 1967</a:t>
            </a:r>
          </a:p>
        </p:txBody>
      </p:sp>
      <p:sp>
        <p:nvSpPr>
          <p:cNvPr id="1828887" name="Freeform 23"/>
          <p:cNvSpPr>
            <a:spLocks/>
          </p:cNvSpPr>
          <p:nvPr/>
        </p:nvSpPr>
        <p:spPr bwMode="auto">
          <a:xfrm>
            <a:off x="6627814" y="3992564"/>
            <a:ext cx="1906587" cy="655637"/>
          </a:xfrm>
          <a:custGeom>
            <a:avLst/>
            <a:gdLst/>
            <a:ahLst/>
            <a:cxnLst>
              <a:cxn ang="0">
                <a:pos x="1200" y="0"/>
              </a:cxn>
              <a:cxn ang="0">
                <a:pos x="700" y="0"/>
              </a:cxn>
              <a:cxn ang="0">
                <a:pos x="600" y="82"/>
              </a:cxn>
              <a:cxn ang="0">
                <a:pos x="500" y="0"/>
              </a:cxn>
              <a:cxn ang="0">
                <a:pos x="0" y="0"/>
              </a:cxn>
              <a:cxn ang="0">
                <a:pos x="300" y="412"/>
              </a:cxn>
              <a:cxn ang="0">
                <a:pos x="900" y="412"/>
              </a:cxn>
              <a:cxn ang="0">
                <a:pos x="1200" y="0"/>
              </a:cxn>
            </a:cxnLst>
            <a:rect l="0" t="0" r="r" b="b"/>
            <a:pathLst>
              <a:path w="1201" h="413">
                <a:moveTo>
                  <a:pt x="1200" y="0"/>
                </a:moveTo>
                <a:lnTo>
                  <a:pt x="700" y="0"/>
                </a:lnTo>
                <a:lnTo>
                  <a:pt x="600" y="82"/>
                </a:lnTo>
                <a:lnTo>
                  <a:pt x="500" y="0"/>
                </a:lnTo>
                <a:lnTo>
                  <a:pt x="0" y="0"/>
                </a:lnTo>
                <a:lnTo>
                  <a:pt x="300" y="412"/>
                </a:lnTo>
                <a:lnTo>
                  <a:pt x="900" y="412"/>
                </a:lnTo>
                <a:lnTo>
                  <a:pt x="1200" y="0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888" name="Rectangle 24"/>
          <p:cNvSpPr>
            <a:spLocks noChangeArrowheads="1"/>
          </p:cNvSpPr>
          <p:nvPr/>
        </p:nvSpPr>
        <p:spPr bwMode="auto">
          <a:xfrm>
            <a:off x="7253288" y="4205288"/>
            <a:ext cx="567464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400">
                <a:latin typeface="Verdana" charset="0"/>
              </a:rPr>
              <a:t>Mult</a:t>
            </a:r>
          </a:p>
        </p:txBody>
      </p:sp>
      <p:sp>
        <p:nvSpPr>
          <p:cNvPr id="1828889" name="Rectangle 25"/>
          <p:cNvSpPr>
            <a:spLocks noChangeArrowheads="1"/>
          </p:cNvSpPr>
          <p:nvPr/>
        </p:nvSpPr>
        <p:spPr bwMode="auto">
          <a:xfrm>
            <a:off x="7131050" y="4718050"/>
            <a:ext cx="927100" cy="1905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895" name="Rectangle 31"/>
          <p:cNvSpPr>
            <a:spLocks noChangeArrowheads="1"/>
          </p:cNvSpPr>
          <p:nvPr/>
        </p:nvSpPr>
        <p:spPr bwMode="auto">
          <a:xfrm>
            <a:off x="6324600" y="3276601"/>
            <a:ext cx="330220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>
                <a:latin typeface="Verdana" charset="0"/>
              </a:rPr>
              <a:t>1</a:t>
            </a:r>
          </a:p>
        </p:txBody>
      </p:sp>
      <p:sp>
        <p:nvSpPr>
          <p:cNvPr id="1828900" name="Rectangle 36"/>
          <p:cNvSpPr>
            <a:spLocks noChangeArrowheads="1"/>
          </p:cNvSpPr>
          <p:nvPr/>
        </p:nvSpPr>
        <p:spPr bwMode="auto">
          <a:xfrm>
            <a:off x="2963864" y="1042988"/>
            <a:ext cx="296557" cy="138243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400">
                <a:latin typeface="Verdana" charset="0"/>
              </a:rPr>
              <a:t>1</a:t>
            </a:r>
          </a:p>
          <a:p>
            <a:pPr algn="l">
              <a:spcBef>
                <a:spcPct val="0"/>
              </a:spcBef>
            </a:pPr>
            <a:r>
              <a:rPr lang="en-US" sz="1400">
                <a:latin typeface="Verdana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sz="1400">
                <a:latin typeface="Verdana" charset="0"/>
              </a:rPr>
              <a:t>3</a:t>
            </a:r>
          </a:p>
          <a:p>
            <a:pPr algn="l">
              <a:spcBef>
                <a:spcPct val="0"/>
              </a:spcBef>
            </a:pPr>
            <a:r>
              <a:rPr lang="en-US" sz="1400">
                <a:latin typeface="Verdana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sz="1400">
                <a:latin typeface="Verdana" charset="0"/>
              </a:rPr>
              <a:t>5</a:t>
            </a:r>
          </a:p>
          <a:p>
            <a:pPr algn="l">
              <a:spcBef>
                <a:spcPct val="0"/>
              </a:spcBef>
            </a:pPr>
            <a:r>
              <a:rPr lang="en-US" sz="1400">
                <a:latin typeface="Verdana" charset="0"/>
              </a:rPr>
              <a:t>6</a:t>
            </a:r>
          </a:p>
        </p:txBody>
      </p:sp>
      <p:sp>
        <p:nvSpPr>
          <p:cNvPr id="1828909" name="Rectangle 45"/>
          <p:cNvSpPr>
            <a:spLocks noChangeArrowheads="1"/>
          </p:cNvSpPr>
          <p:nvPr/>
        </p:nvSpPr>
        <p:spPr bwMode="auto">
          <a:xfrm>
            <a:off x="4343401" y="1066800"/>
            <a:ext cx="1236663" cy="11874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>
                <a:latin typeface="Verdana" charset="0"/>
              </a:rPr>
              <a:t>load</a:t>
            </a:r>
          </a:p>
          <a:p>
            <a:pPr algn="l">
              <a:spcBef>
                <a:spcPct val="0"/>
              </a:spcBef>
            </a:pPr>
            <a:r>
              <a:rPr lang="en-US">
                <a:latin typeface="Verdana" charset="0"/>
              </a:rPr>
              <a:t>buffers</a:t>
            </a:r>
          </a:p>
          <a:p>
            <a:pPr algn="l">
              <a:spcBef>
                <a:spcPct val="0"/>
              </a:spcBef>
            </a:pPr>
            <a:r>
              <a:rPr lang="en-US">
                <a:latin typeface="Verdana" charset="0"/>
              </a:rPr>
              <a:t>(from </a:t>
            </a:r>
          </a:p>
          <a:p>
            <a:pPr algn="l">
              <a:spcBef>
                <a:spcPct val="0"/>
              </a:spcBef>
            </a:pPr>
            <a:r>
              <a:rPr lang="en-US">
                <a:latin typeface="Verdana" charset="0"/>
              </a:rPr>
              <a:t>memory)</a:t>
            </a:r>
          </a:p>
        </p:txBody>
      </p:sp>
      <p:sp>
        <p:nvSpPr>
          <p:cNvPr id="1828910" name="Rectangle 46"/>
          <p:cNvSpPr>
            <a:spLocks noChangeArrowheads="1"/>
          </p:cNvSpPr>
          <p:nvPr/>
        </p:nvSpPr>
        <p:spPr bwMode="auto">
          <a:xfrm>
            <a:off x="7315201" y="1066801"/>
            <a:ext cx="312587" cy="107465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600" dirty="0">
                <a:latin typeface="Verdana" charset="0"/>
              </a:rPr>
              <a:t>1</a:t>
            </a:r>
          </a:p>
          <a:p>
            <a:pPr algn="l">
              <a:spcBef>
                <a:spcPct val="0"/>
              </a:spcBef>
            </a:pPr>
            <a:r>
              <a:rPr lang="en-US" sz="1600" dirty="0">
                <a:latin typeface="Verdana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sz="1600" dirty="0">
                <a:latin typeface="Verdana" charset="0"/>
              </a:rPr>
              <a:t>3</a:t>
            </a:r>
          </a:p>
          <a:p>
            <a:pPr algn="l">
              <a:spcBef>
                <a:spcPct val="0"/>
              </a:spcBef>
            </a:pPr>
            <a:r>
              <a:rPr lang="en-US" sz="1600" dirty="0">
                <a:latin typeface="Verdana" charset="0"/>
              </a:rPr>
              <a:t>4</a:t>
            </a:r>
          </a:p>
        </p:txBody>
      </p:sp>
      <p:sp>
        <p:nvSpPr>
          <p:cNvPr id="1828911" name="Line 47"/>
          <p:cNvSpPr>
            <a:spLocks noChangeShapeType="1"/>
          </p:cNvSpPr>
          <p:nvPr/>
        </p:nvSpPr>
        <p:spPr bwMode="auto">
          <a:xfrm>
            <a:off x="7613650" y="4951414"/>
            <a:ext cx="0" cy="24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12" name="Line 48"/>
          <p:cNvSpPr>
            <a:spLocks noChangeShapeType="1"/>
          </p:cNvSpPr>
          <p:nvPr/>
        </p:nvSpPr>
        <p:spPr bwMode="auto">
          <a:xfrm>
            <a:off x="3638550" y="2343150"/>
            <a:ext cx="0" cy="285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13" name="Line 49"/>
          <p:cNvSpPr>
            <a:spLocks noChangeShapeType="1"/>
          </p:cNvSpPr>
          <p:nvPr/>
        </p:nvSpPr>
        <p:spPr bwMode="auto">
          <a:xfrm>
            <a:off x="5035550" y="4926014"/>
            <a:ext cx="0" cy="263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15" name="Freeform 51"/>
          <p:cNvSpPr>
            <a:spLocks/>
          </p:cNvSpPr>
          <p:nvPr/>
        </p:nvSpPr>
        <p:spPr bwMode="auto">
          <a:xfrm>
            <a:off x="4049714" y="3979864"/>
            <a:ext cx="1906587" cy="655637"/>
          </a:xfrm>
          <a:custGeom>
            <a:avLst/>
            <a:gdLst/>
            <a:ahLst/>
            <a:cxnLst>
              <a:cxn ang="0">
                <a:pos x="1200" y="0"/>
              </a:cxn>
              <a:cxn ang="0">
                <a:pos x="700" y="0"/>
              </a:cxn>
              <a:cxn ang="0">
                <a:pos x="600" y="82"/>
              </a:cxn>
              <a:cxn ang="0">
                <a:pos x="500" y="0"/>
              </a:cxn>
              <a:cxn ang="0">
                <a:pos x="0" y="0"/>
              </a:cxn>
              <a:cxn ang="0">
                <a:pos x="300" y="412"/>
              </a:cxn>
              <a:cxn ang="0">
                <a:pos x="900" y="412"/>
              </a:cxn>
              <a:cxn ang="0">
                <a:pos x="1200" y="0"/>
              </a:cxn>
            </a:cxnLst>
            <a:rect l="0" t="0" r="r" b="b"/>
            <a:pathLst>
              <a:path w="1201" h="413">
                <a:moveTo>
                  <a:pt x="1200" y="0"/>
                </a:moveTo>
                <a:lnTo>
                  <a:pt x="700" y="0"/>
                </a:lnTo>
                <a:lnTo>
                  <a:pt x="600" y="82"/>
                </a:lnTo>
                <a:lnTo>
                  <a:pt x="500" y="0"/>
                </a:lnTo>
                <a:lnTo>
                  <a:pt x="0" y="0"/>
                </a:lnTo>
                <a:lnTo>
                  <a:pt x="300" y="412"/>
                </a:lnTo>
                <a:lnTo>
                  <a:pt x="900" y="412"/>
                </a:lnTo>
                <a:lnTo>
                  <a:pt x="1200" y="0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16" name="Rectangle 52"/>
          <p:cNvSpPr>
            <a:spLocks noChangeArrowheads="1"/>
          </p:cNvSpPr>
          <p:nvPr/>
        </p:nvSpPr>
        <p:spPr bwMode="auto">
          <a:xfrm>
            <a:off x="4675188" y="4192588"/>
            <a:ext cx="714940" cy="3052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400">
                <a:latin typeface="Verdana" charset="0"/>
              </a:rPr>
              <a:t>Adder</a:t>
            </a:r>
          </a:p>
        </p:txBody>
      </p:sp>
      <p:sp>
        <p:nvSpPr>
          <p:cNvPr id="1828917" name="Rectangle 53"/>
          <p:cNvSpPr>
            <a:spLocks noChangeArrowheads="1"/>
          </p:cNvSpPr>
          <p:nvPr/>
        </p:nvSpPr>
        <p:spPr bwMode="auto">
          <a:xfrm>
            <a:off x="4552950" y="4705350"/>
            <a:ext cx="927100" cy="1905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22" name="Rectangle 58"/>
          <p:cNvSpPr>
            <a:spLocks noChangeArrowheads="1"/>
          </p:cNvSpPr>
          <p:nvPr/>
        </p:nvSpPr>
        <p:spPr bwMode="auto">
          <a:xfrm>
            <a:off x="3763964" y="3105151"/>
            <a:ext cx="312587" cy="11054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600" dirty="0">
                <a:latin typeface="Verdana" charset="0"/>
              </a:rPr>
              <a:t>1</a:t>
            </a:r>
          </a:p>
          <a:p>
            <a:pPr algn="l">
              <a:spcBef>
                <a:spcPct val="0"/>
              </a:spcBef>
            </a:pPr>
            <a:r>
              <a:rPr lang="en-US" sz="1600" dirty="0">
                <a:latin typeface="Verdana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sz="1600" dirty="0">
                <a:latin typeface="Verdana" charset="0"/>
              </a:rPr>
              <a:t>3</a:t>
            </a:r>
          </a:p>
          <a:p>
            <a:pPr algn="l" eaLnBrk="1" hangingPunct="1">
              <a:spcBef>
                <a:spcPct val="0"/>
              </a:spcBef>
            </a:pPr>
            <a:endParaRPr lang="en-US" sz="1600" dirty="0">
              <a:latin typeface="Verdana" charset="0"/>
            </a:endParaRPr>
          </a:p>
        </p:txBody>
      </p:sp>
      <p:sp>
        <p:nvSpPr>
          <p:cNvPr id="1828923" name="Line 59"/>
          <p:cNvSpPr>
            <a:spLocks noChangeShapeType="1"/>
          </p:cNvSpPr>
          <p:nvPr/>
        </p:nvSpPr>
        <p:spPr bwMode="auto">
          <a:xfrm>
            <a:off x="5607050" y="2578100"/>
            <a:ext cx="0" cy="546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24" name="Line 60"/>
          <p:cNvSpPr>
            <a:spLocks noChangeShapeType="1"/>
          </p:cNvSpPr>
          <p:nvPr/>
        </p:nvSpPr>
        <p:spPr bwMode="auto">
          <a:xfrm>
            <a:off x="7397750" y="2565400"/>
            <a:ext cx="0" cy="800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25" name="Line 61"/>
          <p:cNvSpPr>
            <a:spLocks noChangeShapeType="1"/>
          </p:cNvSpPr>
          <p:nvPr/>
        </p:nvSpPr>
        <p:spPr bwMode="auto">
          <a:xfrm>
            <a:off x="8362950" y="2032000"/>
            <a:ext cx="0" cy="1320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26" name="Line 62"/>
          <p:cNvSpPr>
            <a:spLocks noChangeShapeType="1"/>
          </p:cNvSpPr>
          <p:nvPr/>
        </p:nvSpPr>
        <p:spPr bwMode="auto">
          <a:xfrm>
            <a:off x="5454650" y="2373314"/>
            <a:ext cx="0" cy="7254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27" name="Line 63"/>
          <p:cNvSpPr>
            <a:spLocks noChangeShapeType="1"/>
          </p:cNvSpPr>
          <p:nvPr/>
        </p:nvSpPr>
        <p:spPr bwMode="auto">
          <a:xfrm>
            <a:off x="7181850" y="2368550"/>
            <a:ext cx="0" cy="990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28" name="Line 64"/>
          <p:cNvSpPr>
            <a:spLocks noChangeShapeType="1"/>
          </p:cNvSpPr>
          <p:nvPr/>
        </p:nvSpPr>
        <p:spPr bwMode="auto">
          <a:xfrm>
            <a:off x="8045450" y="2368550"/>
            <a:ext cx="0" cy="990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29" name="Rectangle 65"/>
          <p:cNvSpPr>
            <a:spLocks noChangeArrowheads="1"/>
          </p:cNvSpPr>
          <p:nvPr/>
        </p:nvSpPr>
        <p:spPr bwMode="auto">
          <a:xfrm>
            <a:off x="9207501" y="1054101"/>
            <a:ext cx="1206499" cy="9207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dirty="0">
                <a:latin typeface="Verdana" charset="0"/>
              </a:rPr>
              <a:t>Floating-</a:t>
            </a:r>
          </a:p>
          <a:p>
            <a:pPr algn="l">
              <a:spcBef>
                <a:spcPct val="0"/>
              </a:spcBef>
            </a:pPr>
            <a:r>
              <a:rPr lang="en-US" dirty="0">
                <a:latin typeface="Verdana" charset="0"/>
              </a:rPr>
              <a:t>Point</a:t>
            </a:r>
          </a:p>
          <a:p>
            <a:pPr algn="l">
              <a:spcBef>
                <a:spcPct val="0"/>
              </a:spcBef>
            </a:pPr>
            <a:r>
              <a:rPr lang="en-US" dirty="0" err="1">
                <a:latin typeface="Verdana" charset="0"/>
              </a:rPr>
              <a:t>Regfile</a:t>
            </a:r>
            <a:endParaRPr lang="en-US" dirty="0">
              <a:latin typeface="Verdana" charset="0"/>
            </a:endParaRPr>
          </a:p>
        </p:txBody>
      </p:sp>
      <p:sp>
        <p:nvSpPr>
          <p:cNvPr id="1828930" name="Rectangle 66"/>
          <p:cNvSpPr>
            <a:spLocks noChangeArrowheads="1"/>
          </p:cNvSpPr>
          <p:nvPr/>
        </p:nvSpPr>
        <p:spPr bwMode="auto">
          <a:xfrm>
            <a:off x="1562100" y="5621339"/>
            <a:ext cx="1651000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>
                <a:latin typeface="Verdana" charset="0"/>
              </a:rPr>
              <a:t>store buffers</a:t>
            </a:r>
          </a:p>
          <a:p>
            <a:pPr algn="r">
              <a:spcBef>
                <a:spcPct val="0"/>
              </a:spcBef>
            </a:pPr>
            <a:r>
              <a:rPr lang="en-US">
                <a:latin typeface="Verdana" charset="0"/>
              </a:rPr>
              <a:t>(to memory)</a:t>
            </a:r>
          </a:p>
        </p:txBody>
      </p:sp>
      <p:sp>
        <p:nvSpPr>
          <p:cNvPr id="1828931" name="Oval 67"/>
          <p:cNvSpPr>
            <a:spLocks noChangeArrowheads="1"/>
          </p:cNvSpPr>
          <p:nvPr/>
        </p:nvSpPr>
        <p:spPr bwMode="auto">
          <a:xfrm>
            <a:off x="7397750" y="2533650"/>
            <a:ext cx="19050" cy="190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5656265" y="1039814"/>
            <a:ext cx="1081088" cy="1168399"/>
            <a:chOff x="2531" y="719"/>
            <a:chExt cx="681" cy="736"/>
          </a:xfrm>
        </p:grpSpPr>
        <p:sp>
          <p:nvSpPr>
            <p:cNvPr id="1828933" name="Rectangle 69"/>
            <p:cNvSpPr>
              <a:spLocks noChangeArrowheads="1"/>
            </p:cNvSpPr>
            <p:nvPr/>
          </p:nvSpPr>
          <p:spPr bwMode="auto">
            <a:xfrm>
              <a:off x="2570" y="759"/>
              <a:ext cx="624" cy="65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8934" name="Line 70"/>
            <p:cNvSpPr>
              <a:spLocks noChangeShapeType="1"/>
            </p:cNvSpPr>
            <p:nvPr/>
          </p:nvSpPr>
          <p:spPr bwMode="auto">
            <a:xfrm>
              <a:off x="2573" y="978"/>
              <a:ext cx="6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8935" name="Line 71"/>
            <p:cNvSpPr>
              <a:spLocks noChangeShapeType="1"/>
            </p:cNvSpPr>
            <p:nvPr/>
          </p:nvSpPr>
          <p:spPr bwMode="auto">
            <a:xfrm>
              <a:off x="2581" y="1074"/>
              <a:ext cx="6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8936" name="Line 72"/>
            <p:cNvSpPr>
              <a:spLocks noChangeShapeType="1"/>
            </p:cNvSpPr>
            <p:nvPr/>
          </p:nvSpPr>
          <p:spPr bwMode="auto">
            <a:xfrm>
              <a:off x="2581" y="1186"/>
              <a:ext cx="6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8937" name="Line 73"/>
            <p:cNvSpPr>
              <a:spLocks noChangeShapeType="1"/>
            </p:cNvSpPr>
            <p:nvPr/>
          </p:nvSpPr>
          <p:spPr bwMode="auto">
            <a:xfrm>
              <a:off x="2573" y="1298"/>
              <a:ext cx="6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8938" name="Line 74"/>
            <p:cNvSpPr>
              <a:spLocks noChangeShapeType="1"/>
            </p:cNvSpPr>
            <p:nvPr/>
          </p:nvSpPr>
          <p:spPr bwMode="auto">
            <a:xfrm>
              <a:off x="2573" y="866"/>
              <a:ext cx="6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8939" name="Rectangle 75"/>
            <p:cNvSpPr>
              <a:spLocks noChangeArrowheads="1"/>
            </p:cNvSpPr>
            <p:nvPr/>
          </p:nvSpPr>
          <p:spPr bwMode="auto">
            <a:xfrm>
              <a:off x="2577" y="1166"/>
              <a:ext cx="327" cy="28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00">
                  <a:latin typeface="Verdana" charset="0"/>
                </a:rPr>
                <a:t>...</a:t>
              </a:r>
            </a:p>
          </p:txBody>
        </p:sp>
        <p:sp>
          <p:nvSpPr>
            <p:cNvPr id="1828940" name="Rectangle 76"/>
            <p:cNvSpPr>
              <a:spLocks noChangeArrowheads="1"/>
            </p:cNvSpPr>
            <p:nvPr/>
          </p:nvSpPr>
          <p:spPr bwMode="auto">
            <a:xfrm>
              <a:off x="2531" y="719"/>
              <a:ext cx="681" cy="1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200">
                  <a:latin typeface="Verdana" charset="0"/>
                </a:rPr>
                <a:t>instructions</a:t>
              </a:r>
            </a:p>
          </p:txBody>
        </p:sp>
      </p:grpSp>
      <p:sp>
        <p:nvSpPr>
          <p:cNvPr id="1828941" name="Freeform 77"/>
          <p:cNvSpPr>
            <a:spLocks/>
          </p:cNvSpPr>
          <p:nvPr/>
        </p:nvSpPr>
        <p:spPr bwMode="auto">
          <a:xfrm>
            <a:off x="3632200" y="2349500"/>
            <a:ext cx="5373688" cy="2871788"/>
          </a:xfrm>
          <a:custGeom>
            <a:avLst/>
            <a:gdLst/>
            <a:ahLst/>
            <a:cxnLst>
              <a:cxn ang="0">
                <a:pos x="0" y="1808"/>
              </a:cxn>
              <a:cxn ang="0">
                <a:pos x="3384" y="1808"/>
              </a:cxn>
              <a:cxn ang="0">
                <a:pos x="3384" y="0"/>
              </a:cxn>
              <a:cxn ang="0">
                <a:pos x="568" y="0"/>
              </a:cxn>
              <a:cxn ang="0">
                <a:pos x="568" y="480"/>
              </a:cxn>
            </a:cxnLst>
            <a:rect l="0" t="0" r="r" b="b"/>
            <a:pathLst>
              <a:path w="3385" h="1809">
                <a:moveTo>
                  <a:pt x="0" y="1808"/>
                </a:moveTo>
                <a:lnTo>
                  <a:pt x="3384" y="1808"/>
                </a:lnTo>
                <a:lnTo>
                  <a:pt x="3384" y="0"/>
                </a:lnTo>
                <a:lnTo>
                  <a:pt x="568" y="0"/>
                </a:lnTo>
                <a:lnTo>
                  <a:pt x="568" y="48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42" name="Line 78"/>
          <p:cNvSpPr>
            <a:spLocks noChangeShapeType="1"/>
          </p:cNvSpPr>
          <p:nvPr/>
        </p:nvSpPr>
        <p:spPr bwMode="auto">
          <a:xfrm>
            <a:off x="3951288" y="5262564"/>
            <a:ext cx="0" cy="2635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43" name="Freeform 79"/>
          <p:cNvSpPr>
            <a:spLocks/>
          </p:cNvSpPr>
          <p:nvPr/>
        </p:nvSpPr>
        <p:spPr bwMode="auto">
          <a:xfrm>
            <a:off x="3810000" y="2552700"/>
            <a:ext cx="4560888" cy="2986088"/>
          </a:xfrm>
          <a:custGeom>
            <a:avLst/>
            <a:gdLst/>
            <a:ahLst/>
            <a:cxnLst>
              <a:cxn ang="0">
                <a:pos x="2872" y="0"/>
              </a:cxn>
              <a:cxn ang="0">
                <a:pos x="0" y="0"/>
              </a:cxn>
              <a:cxn ang="0">
                <a:pos x="0" y="1880"/>
              </a:cxn>
            </a:cxnLst>
            <a:rect l="0" t="0" r="r" b="b"/>
            <a:pathLst>
              <a:path w="2873" h="1881">
                <a:moveTo>
                  <a:pt x="2872" y="0"/>
                </a:moveTo>
                <a:lnTo>
                  <a:pt x="0" y="0"/>
                </a:lnTo>
                <a:lnTo>
                  <a:pt x="0" y="1880"/>
                </a:lnTo>
              </a:path>
            </a:pathLst>
          </a:custGeom>
          <a:noFill/>
          <a:ln w="28575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44" name="Oval 80"/>
          <p:cNvSpPr>
            <a:spLocks noChangeArrowheads="1"/>
          </p:cNvSpPr>
          <p:nvPr/>
        </p:nvSpPr>
        <p:spPr bwMode="auto">
          <a:xfrm>
            <a:off x="8991600" y="2311400"/>
            <a:ext cx="25400" cy="25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45" name="Oval 81"/>
          <p:cNvSpPr>
            <a:spLocks noChangeArrowheads="1"/>
          </p:cNvSpPr>
          <p:nvPr/>
        </p:nvSpPr>
        <p:spPr bwMode="auto">
          <a:xfrm>
            <a:off x="8039100" y="2324100"/>
            <a:ext cx="25400" cy="25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46" name="Oval 82"/>
          <p:cNvSpPr>
            <a:spLocks noChangeArrowheads="1"/>
          </p:cNvSpPr>
          <p:nvPr/>
        </p:nvSpPr>
        <p:spPr bwMode="auto">
          <a:xfrm>
            <a:off x="7175500" y="2324100"/>
            <a:ext cx="25400" cy="25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47" name="Oval 83"/>
          <p:cNvSpPr>
            <a:spLocks noChangeArrowheads="1"/>
          </p:cNvSpPr>
          <p:nvPr/>
        </p:nvSpPr>
        <p:spPr bwMode="auto">
          <a:xfrm>
            <a:off x="5435600" y="2324100"/>
            <a:ext cx="25400" cy="25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48" name="Oval 84"/>
          <p:cNvSpPr>
            <a:spLocks noChangeArrowheads="1"/>
          </p:cNvSpPr>
          <p:nvPr/>
        </p:nvSpPr>
        <p:spPr bwMode="auto">
          <a:xfrm>
            <a:off x="3944938" y="5238750"/>
            <a:ext cx="25400" cy="25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49" name="Oval 85"/>
          <p:cNvSpPr>
            <a:spLocks noChangeArrowheads="1"/>
          </p:cNvSpPr>
          <p:nvPr/>
        </p:nvSpPr>
        <p:spPr bwMode="auto">
          <a:xfrm>
            <a:off x="8356600" y="2527300"/>
            <a:ext cx="25400" cy="25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50" name="Oval 86"/>
          <p:cNvSpPr>
            <a:spLocks noChangeArrowheads="1"/>
          </p:cNvSpPr>
          <p:nvPr/>
        </p:nvSpPr>
        <p:spPr bwMode="auto">
          <a:xfrm>
            <a:off x="4756150" y="2559050"/>
            <a:ext cx="19050" cy="1905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51" name="Oval 87"/>
          <p:cNvSpPr>
            <a:spLocks noChangeArrowheads="1"/>
          </p:cNvSpPr>
          <p:nvPr/>
        </p:nvSpPr>
        <p:spPr bwMode="auto">
          <a:xfrm>
            <a:off x="5607050" y="2546350"/>
            <a:ext cx="19050" cy="190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52" name="Rectangle 88"/>
          <p:cNvSpPr>
            <a:spLocks noChangeArrowheads="1"/>
          </p:cNvSpPr>
          <p:nvPr/>
        </p:nvSpPr>
        <p:spPr bwMode="auto">
          <a:xfrm>
            <a:off x="4495800" y="5410201"/>
            <a:ext cx="6172200" cy="912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i="1">
                <a:solidFill>
                  <a:srgbClr val="56127A"/>
                </a:solidFill>
                <a:latin typeface="Verdana" charset="0"/>
              </a:rPr>
              <a:t>Common bus ensures that data is made available immediately to all the instructions waiting for it.</a:t>
            </a:r>
          </a:p>
          <a:p>
            <a:pPr algn="l">
              <a:spcBef>
                <a:spcPct val="0"/>
              </a:spcBef>
            </a:pPr>
            <a:r>
              <a:rPr lang="en-US" i="1">
                <a:solidFill>
                  <a:srgbClr val="56127A"/>
                </a:solidFill>
                <a:latin typeface="Verdana" charset="0"/>
              </a:rPr>
              <a:t>Match tag, if equal, copy value &amp; set presence “p”.</a:t>
            </a:r>
          </a:p>
        </p:txBody>
      </p:sp>
      <p:sp>
        <p:nvSpPr>
          <p:cNvPr id="1828953" name="Rectangle 89"/>
          <p:cNvSpPr>
            <a:spLocks noChangeArrowheads="1"/>
          </p:cNvSpPr>
          <p:nvPr/>
        </p:nvSpPr>
        <p:spPr bwMode="auto">
          <a:xfrm>
            <a:off x="1689100" y="2827338"/>
            <a:ext cx="1619250" cy="1917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i="1" dirty="0">
                <a:latin typeface="Verdana" charset="0"/>
              </a:rPr>
              <a:t>Distribute </a:t>
            </a:r>
          </a:p>
          <a:p>
            <a:pPr algn="l">
              <a:spcBef>
                <a:spcPct val="0"/>
              </a:spcBef>
            </a:pPr>
            <a:r>
              <a:rPr lang="en-US" sz="2000" i="1" dirty="0">
                <a:latin typeface="Verdana" charset="0"/>
              </a:rPr>
              <a:t>instruction </a:t>
            </a:r>
          </a:p>
          <a:p>
            <a:pPr algn="l">
              <a:spcBef>
                <a:spcPct val="0"/>
              </a:spcBef>
            </a:pPr>
            <a:r>
              <a:rPr lang="en-US" sz="2000" i="1" dirty="0">
                <a:latin typeface="Verdana" charset="0"/>
              </a:rPr>
              <a:t>templates</a:t>
            </a:r>
          </a:p>
          <a:p>
            <a:pPr algn="l">
              <a:spcBef>
                <a:spcPct val="0"/>
              </a:spcBef>
            </a:pPr>
            <a:r>
              <a:rPr lang="en-US" sz="2000" i="1" dirty="0">
                <a:latin typeface="Verdana" charset="0"/>
              </a:rPr>
              <a:t>by </a:t>
            </a:r>
          </a:p>
          <a:p>
            <a:pPr algn="l">
              <a:spcBef>
                <a:spcPct val="0"/>
              </a:spcBef>
            </a:pPr>
            <a:r>
              <a:rPr lang="en-US" sz="2000" i="1" dirty="0">
                <a:latin typeface="Verdana" charset="0"/>
              </a:rPr>
              <a:t>functional</a:t>
            </a:r>
          </a:p>
          <a:p>
            <a:pPr algn="l">
              <a:spcBef>
                <a:spcPct val="0"/>
              </a:spcBef>
            </a:pPr>
            <a:r>
              <a:rPr lang="en-US" sz="2000" i="1" dirty="0">
                <a:latin typeface="Verdana" charset="0"/>
              </a:rPr>
              <a:t>units</a:t>
            </a:r>
          </a:p>
        </p:txBody>
      </p:sp>
      <p:sp>
        <p:nvSpPr>
          <p:cNvPr id="1828954" name="Rectangle 90"/>
          <p:cNvSpPr>
            <a:spLocks noChangeArrowheads="1"/>
          </p:cNvSpPr>
          <p:nvPr/>
        </p:nvSpPr>
        <p:spPr bwMode="auto">
          <a:xfrm>
            <a:off x="7858125" y="5741989"/>
            <a:ext cx="2749550" cy="11906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55" name="Line 91"/>
          <p:cNvSpPr>
            <a:spLocks noChangeShapeType="1"/>
          </p:cNvSpPr>
          <p:nvPr/>
        </p:nvSpPr>
        <p:spPr bwMode="auto">
          <a:xfrm>
            <a:off x="4764088" y="2568575"/>
            <a:ext cx="0" cy="546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28956" name="Rectangle 92"/>
          <p:cNvSpPr>
            <a:spLocks noChangeArrowheads="1"/>
          </p:cNvSpPr>
          <p:nvPr/>
        </p:nvSpPr>
        <p:spPr bwMode="auto">
          <a:xfrm>
            <a:off x="5486400" y="4876800"/>
            <a:ext cx="209073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&lt; tag, result &gt;</a:t>
            </a:r>
          </a:p>
        </p:txBody>
      </p:sp>
      <p:sp>
        <p:nvSpPr>
          <p:cNvPr id="1828965" name="Freeform 101"/>
          <p:cNvSpPr>
            <a:spLocks/>
          </p:cNvSpPr>
          <p:nvPr/>
        </p:nvSpPr>
        <p:spPr bwMode="auto">
          <a:xfrm>
            <a:off x="8750300" y="1460500"/>
            <a:ext cx="266700" cy="889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68" y="0"/>
              </a:cxn>
              <a:cxn ang="0">
                <a:pos x="168" y="560"/>
              </a:cxn>
            </a:cxnLst>
            <a:rect l="0" t="0" r="r" b="b"/>
            <a:pathLst>
              <a:path w="168" h="560">
                <a:moveTo>
                  <a:pt x="0" y="0"/>
                </a:moveTo>
                <a:lnTo>
                  <a:pt x="168" y="0"/>
                </a:lnTo>
                <a:lnTo>
                  <a:pt x="168" y="56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108"/>
          <p:cNvGrpSpPr>
            <a:grpSpLocks/>
          </p:cNvGrpSpPr>
          <p:nvPr/>
        </p:nvGrpSpPr>
        <p:grpSpPr bwMode="auto">
          <a:xfrm>
            <a:off x="3200400" y="990600"/>
            <a:ext cx="1143000" cy="228600"/>
            <a:chOff x="4896" y="2112"/>
            <a:chExt cx="768" cy="192"/>
          </a:xfrm>
        </p:grpSpPr>
        <p:sp>
          <p:nvSpPr>
            <p:cNvPr id="1828970" name="Rectangle 106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8971" name="Rectangle 107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4" name="Group 133"/>
          <p:cNvGrpSpPr>
            <a:grpSpLocks/>
          </p:cNvGrpSpPr>
          <p:nvPr/>
        </p:nvGrpSpPr>
        <p:grpSpPr bwMode="auto">
          <a:xfrm>
            <a:off x="3200400" y="1219200"/>
            <a:ext cx="1143000" cy="228600"/>
            <a:chOff x="4896" y="2112"/>
            <a:chExt cx="768" cy="192"/>
          </a:xfrm>
        </p:grpSpPr>
        <p:sp>
          <p:nvSpPr>
            <p:cNvPr id="1828998" name="Rectangle 134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8999" name="Rectangle 135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5" name="Group 136"/>
          <p:cNvGrpSpPr>
            <a:grpSpLocks/>
          </p:cNvGrpSpPr>
          <p:nvPr/>
        </p:nvGrpSpPr>
        <p:grpSpPr bwMode="auto">
          <a:xfrm>
            <a:off x="3200400" y="1447800"/>
            <a:ext cx="1143000" cy="228600"/>
            <a:chOff x="4896" y="2112"/>
            <a:chExt cx="768" cy="192"/>
          </a:xfrm>
        </p:grpSpPr>
        <p:sp>
          <p:nvSpPr>
            <p:cNvPr id="1829001" name="Rectangle 137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02" name="Rectangle 138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6" name="Group 139"/>
          <p:cNvGrpSpPr>
            <a:grpSpLocks/>
          </p:cNvGrpSpPr>
          <p:nvPr/>
        </p:nvGrpSpPr>
        <p:grpSpPr bwMode="auto">
          <a:xfrm>
            <a:off x="4038600" y="3124200"/>
            <a:ext cx="1143000" cy="228600"/>
            <a:chOff x="4896" y="2112"/>
            <a:chExt cx="768" cy="192"/>
          </a:xfrm>
        </p:grpSpPr>
        <p:sp>
          <p:nvSpPr>
            <p:cNvPr id="1829004" name="Rectangle 140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05" name="Rectangle 141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7" name="Group 142"/>
          <p:cNvGrpSpPr>
            <a:grpSpLocks/>
          </p:cNvGrpSpPr>
          <p:nvPr/>
        </p:nvGrpSpPr>
        <p:grpSpPr bwMode="auto">
          <a:xfrm>
            <a:off x="4038600" y="3352800"/>
            <a:ext cx="1143000" cy="228600"/>
            <a:chOff x="4896" y="2112"/>
            <a:chExt cx="768" cy="192"/>
          </a:xfrm>
        </p:grpSpPr>
        <p:sp>
          <p:nvSpPr>
            <p:cNvPr id="1829007" name="Rectangle 143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08" name="Rectangle 144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8" name="Group 145"/>
          <p:cNvGrpSpPr>
            <a:grpSpLocks/>
          </p:cNvGrpSpPr>
          <p:nvPr/>
        </p:nvGrpSpPr>
        <p:grpSpPr bwMode="auto">
          <a:xfrm>
            <a:off x="4038600" y="3581400"/>
            <a:ext cx="1143000" cy="228600"/>
            <a:chOff x="4896" y="2112"/>
            <a:chExt cx="768" cy="192"/>
          </a:xfrm>
        </p:grpSpPr>
        <p:sp>
          <p:nvSpPr>
            <p:cNvPr id="1829010" name="Rectangle 146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11" name="Rectangle 147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9" name="Group 148"/>
          <p:cNvGrpSpPr>
            <a:grpSpLocks/>
          </p:cNvGrpSpPr>
          <p:nvPr/>
        </p:nvGrpSpPr>
        <p:grpSpPr bwMode="auto">
          <a:xfrm>
            <a:off x="5181600" y="3124200"/>
            <a:ext cx="1143000" cy="228600"/>
            <a:chOff x="4896" y="2112"/>
            <a:chExt cx="768" cy="192"/>
          </a:xfrm>
        </p:grpSpPr>
        <p:sp>
          <p:nvSpPr>
            <p:cNvPr id="1829013" name="Rectangle 149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14" name="Rectangle 150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10" name="Group 151"/>
          <p:cNvGrpSpPr>
            <a:grpSpLocks/>
          </p:cNvGrpSpPr>
          <p:nvPr/>
        </p:nvGrpSpPr>
        <p:grpSpPr bwMode="auto">
          <a:xfrm>
            <a:off x="5181600" y="3352800"/>
            <a:ext cx="1143000" cy="228600"/>
            <a:chOff x="4896" y="2112"/>
            <a:chExt cx="768" cy="192"/>
          </a:xfrm>
        </p:grpSpPr>
        <p:sp>
          <p:nvSpPr>
            <p:cNvPr id="1829016" name="Rectangle 152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17" name="Rectangle 153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11" name="Group 154"/>
          <p:cNvGrpSpPr>
            <a:grpSpLocks/>
          </p:cNvGrpSpPr>
          <p:nvPr/>
        </p:nvGrpSpPr>
        <p:grpSpPr bwMode="auto">
          <a:xfrm>
            <a:off x="5181600" y="3581400"/>
            <a:ext cx="1143000" cy="228600"/>
            <a:chOff x="4896" y="2112"/>
            <a:chExt cx="768" cy="192"/>
          </a:xfrm>
        </p:grpSpPr>
        <p:sp>
          <p:nvSpPr>
            <p:cNvPr id="1829019" name="Rectangle 155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20" name="Rectangle 156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12" name="Group 160"/>
          <p:cNvGrpSpPr>
            <a:grpSpLocks/>
          </p:cNvGrpSpPr>
          <p:nvPr/>
        </p:nvGrpSpPr>
        <p:grpSpPr bwMode="auto">
          <a:xfrm>
            <a:off x="6553200" y="3352800"/>
            <a:ext cx="1143000" cy="228600"/>
            <a:chOff x="4896" y="2112"/>
            <a:chExt cx="768" cy="192"/>
          </a:xfrm>
        </p:grpSpPr>
        <p:sp>
          <p:nvSpPr>
            <p:cNvPr id="1829025" name="Rectangle 161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26" name="Rectangle 162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13" name="Group 163"/>
          <p:cNvGrpSpPr>
            <a:grpSpLocks/>
          </p:cNvGrpSpPr>
          <p:nvPr/>
        </p:nvGrpSpPr>
        <p:grpSpPr bwMode="auto">
          <a:xfrm>
            <a:off x="6553200" y="3581400"/>
            <a:ext cx="1143000" cy="228600"/>
            <a:chOff x="4896" y="2112"/>
            <a:chExt cx="768" cy="192"/>
          </a:xfrm>
        </p:grpSpPr>
        <p:sp>
          <p:nvSpPr>
            <p:cNvPr id="1829028" name="Rectangle 164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29" name="Rectangle 165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14" name="Group 169"/>
          <p:cNvGrpSpPr>
            <a:grpSpLocks/>
          </p:cNvGrpSpPr>
          <p:nvPr/>
        </p:nvGrpSpPr>
        <p:grpSpPr bwMode="auto">
          <a:xfrm>
            <a:off x="7696200" y="3352800"/>
            <a:ext cx="1143000" cy="228600"/>
            <a:chOff x="4896" y="2112"/>
            <a:chExt cx="768" cy="192"/>
          </a:xfrm>
        </p:grpSpPr>
        <p:sp>
          <p:nvSpPr>
            <p:cNvPr id="1829034" name="Rectangle 170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35" name="Rectangle 171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15" name="Group 172"/>
          <p:cNvGrpSpPr>
            <a:grpSpLocks/>
          </p:cNvGrpSpPr>
          <p:nvPr/>
        </p:nvGrpSpPr>
        <p:grpSpPr bwMode="auto">
          <a:xfrm>
            <a:off x="7696200" y="3581400"/>
            <a:ext cx="1143000" cy="228600"/>
            <a:chOff x="4896" y="2112"/>
            <a:chExt cx="768" cy="192"/>
          </a:xfrm>
        </p:grpSpPr>
        <p:sp>
          <p:nvSpPr>
            <p:cNvPr id="1829037" name="Rectangle 173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38" name="Rectangle 174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sp>
        <p:nvSpPr>
          <p:cNvPr id="1829039" name="Rectangle 175"/>
          <p:cNvSpPr>
            <a:spLocks noChangeArrowheads="1"/>
          </p:cNvSpPr>
          <p:nvPr/>
        </p:nvSpPr>
        <p:spPr bwMode="auto">
          <a:xfrm>
            <a:off x="6324600" y="3505201"/>
            <a:ext cx="330220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>
                <a:latin typeface="Verdana" charset="0"/>
              </a:rPr>
              <a:t>2</a:t>
            </a:r>
          </a:p>
        </p:txBody>
      </p:sp>
      <p:grpSp>
        <p:nvGrpSpPr>
          <p:cNvPr id="16" name="Group 176"/>
          <p:cNvGrpSpPr>
            <a:grpSpLocks/>
          </p:cNvGrpSpPr>
          <p:nvPr/>
        </p:nvGrpSpPr>
        <p:grpSpPr bwMode="auto">
          <a:xfrm>
            <a:off x="3276600" y="5562600"/>
            <a:ext cx="1143000" cy="228600"/>
            <a:chOff x="4896" y="2112"/>
            <a:chExt cx="768" cy="192"/>
          </a:xfrm>
        </p:grpSpPr>
        <p:sp>
          <p:nvSpPr>
            <p:cNvPr id="1829041" name="Rectangle 177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42" name="Rectangle 178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17" name="Group 179"/>
          <p:cNvGrpSpPr>
            <a:grpSpLocks/>
          </p:cNvGrpSpPr>
          <p:nvPr/>
        </p:nvGrpSpPr>
        <p:grpSpPr bwMode="auto">
          <a:xfrm>
            <a:off x="3276600" y="5791200"/>
            <a:ext cx="1143000" cy="228600"/>
            <a:chOff x="4896" y="2112"/>
            <a:chExt cx="768" cy="192"/>
          </a:xfrm>
        </p:grpSpPr>
        <p:sp>
          <p:nvSpPr>
            <p:cNvPr id="1829044" name="Rectangle 180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45" name="Rectangle 181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18" name="Group 182"/>
          <p:cNvGrpSpPr>
            <a:grpSpLocks/>
          </p:cNvGrpSpPr>
          <p:nvPr/>
        </p:nvGrpSpPr>
        <p:grpSpPr bwMode="auto">
          <a:xfrm>
            <a:off x="3276600" y="6019800"/>
            <a:ext cx="1143000" cy="228600"/>
            <a:chOff x="4896" y="2112"/>
            <a:chExt cx="768" cy="192"/>
          </a:xfrm>
        </p:grpSpPr>
        <p:sp>
          <p:nvSpPr>
            <p:cNvPr id="1829047" name="Rectangle 183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48" name="Rectangle 184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19" name="Group 185"/>
          <p:cNvGrpSpPr>
            <a:grpSpLocks/>
          </p:cNvGrpSpPr>
          <p:nvPr/>
        </p:nvGrpSpPr>
        <p:grpSpPr bwMode="auto">
          <a:xfrm>
            <a:off x="3200400" y="1676400"/>
            <a:ext cx="1143000" cy="228600"/>
            <a:chOff x="4896" y="2112"/>
            <a:chExt cx="768" cy="192"/>
          </a:xfrm>
        </p:grpSpPr>
        <p:sp>
          <p:nvSpPr>
            <p:cNvPr id="1829050" name="Rectangle 186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51" name="Rectangle 187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20" name="Group 188"/>
          <p:cNvGrpSpPr>
            <a:grpSpLocks/>
          </p:cNvGrpSpPr>
          <p:nvPr/>
        </p:nvGrpSpPr>
        <p:grpSpPr bwMode="auto">
          <a:xfrm>
            <a:off x="3200400" y="1905000"/>
            <a:ext cx="1143000" cy="228600"/>
            <a:chOff x="4896" y="2112"/>
            <a:chExt cx="768" cy="192"/>
          </a:xfrm>
        </p:grpSpPr>
        <p:sp>
          <p:nvSpPr>
            <p:cNvPr id="1829053" name="Rectangle 189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54" name="Rectangle 190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21" name="Group 191"/>
          <p:cNvGrpSpPr>
            <a:grpSpLocks/>
          </p:cNvGrpSpPr>
          <p:nvPr/>
        </p:nvGrpSpPr>
        <p:grpSpPr bwMode="auto">
          <a:xfrm>
            <a:off x="3200400" y="2133600"/>
            <a:ext cx="1143000" cy="228600"/>
            <a:chOff x="4896" y="2112"/>
            <a:chExt cx="768" cy="192"/>
          </a:xfrm>
        </p:grpSpPr>
        <p:sp>
          <p:nvSpPr>
            <p:cNvPr id="1829056" name="Rectangle 192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57" name="Rectangle 193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22" name="Group 195"/>
          <p:cNvGrpSpPr>
            <a:grpSpLocks/>
          </p:cNvGrpSpPr>
          <p:nvPr/>
        </p:nvGrpSpPr>
        <p:grpSpPr bwMode="auto">
          <a:xfrm>
            <a:off x="7620000" y="1143000"/>
            <a:ext cx="1143000" cy="228600"/>
            <a:chOff x="4896" y="2112"/>
            <a:chExt cx="768" cy="192"/>
          </a:xfrm>
        </p:grpSpPr>
        <p:sp>
          <p:nvSpPr>
            <p:cNvPr id="1829060" name="Rectangle 196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61" name="Rectangle 197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23" name="Group 198"/>
          <p:cNvGrpSpPr>
            <a:grpSpLocks/>
          </p:cNvGrpSpPr>
          <p:nvPr/>
        </p:nvGrpSpPr>
        <p:grpSpPr bwMode="auto">
          <a:xfrm>
            <a:off x="7620000" y="1371600"/>
            <a:ext cx="1143000" cy="228600"/>
            <a:chOff x="4896" y="2112"/>
            <a:chExt cx="768" cy="192"/>
          </a:xfrm>
        </p:grpSpPr>
        <p:sp>
          <p:nvSpPr>
            <p:cNvPr id="1829063" name="Rectangle 199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64" name="Rectangle 200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24" name="Group 201"/>
          <p:cNvGrpSpPr>
            <a:grpSpLocks/>
          </p:cNvGrpSpPr>
          <p:nvPr/>
        </p:nvGrpSpPr>
        <p:grpSpPr bwMode="auto">
          <a:xfrm>
            <a:off x="7620000" y="1600200"/>
            <a:ext cx="1143000" cy="228600"/>
            <a:chOff x="4896" y="2112"/>
            <a:chExt cx="768" cy="192"/>
          </a:xfrm>
        </p:grpSpPr>
        <p:sp>
          <p:nvSpPr>
            <p:cNvPr id="1829066" name="Rectangle 202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67" name="Rectangle 203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  <p:grpSp>
        <p:nvGrpSpPr>
          <p:cNvPr id="25" name="Group 204"/>
          <p:cNvGrpSpPr>
            <a:grpSpLocks/>
          </p:cNvGrpSpPr>
          <p:nvPr/>
        </p:nvGrpSpPr>
        <p:grpSpPr bwMode="auto">
          <a:xfrm>
            <a:off x="7620000" y="1828800"/>
            <a:ext cx="1143000" cy="228600"/>
            <a:chOff x="4896" y="2112"/>
            <a:chExt cx="768" cy="192"/>
          </a:xfrm>
        </p:grpSpPr>
        <p:sp>
          <p:nvSpPr>
            <p:cNvPr id="1829069" name="Rectangle 205"/>
            <p:cNvSpPr>
              <a:spLocks noChangeArrowheads="1"/>
            </p:cNvSpPr>
            <p:nvPr/>
          </p:nvSpPr>
          <p:spPr bwMode="auto">
            <a:xfrm flipV="1">
              <a:off x="4896" y="2112"/>
              <a:ext cx="14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p</a:t>
              </a:r>
            </a:p>
          </p:txBody>
        </p:sp>
        <p:sp>
          <p:nvSpPr>
            <p:cNvPr id="1829070" name="Rectangle 206"/>
            <p:cNvSpPr>
              <a:spLocks noChangeArrowheads="1"/>
            </p:cNvSpPr>
            <p:nvPr/>
          </p:nvSpPr>
          <p:spPr bwMode="auto">
            <a:xfrm flipV="1">
              <a:off x="5040" y="2112"/>
              <a:ext cx="624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600"/>
                <a:t>tag/data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62004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289"/>
            <a:ext cx="10515600" cy="1606594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/>
              <a:t>Instruction result is put on CDB as &lt;</a:t>
            </a:r>
            <a:r>
              <a:rPr lang="en-US" sz="9600" dirty="0" err="1"/>
              <a:t>tag,value</a:t>
            </a:r>
            <a:r>
              <a:rPr lang="en-US" sz="9600" dirty="0"/>
              <a:t>&gt; pair</a:t>
            </a:r>
          </a:p>
          <a:p>
            <a:pPr lvl="1"/>
            <a:r>
              <a:rPr lang="en-US" sz="9600" dirty="0"/>
              <a:t>ROB, Issue </a:t>
            </a:r>
            <a:r>
              <a:rPr lang="en-US" sz="9600" dirty="0" smtClean="0"/>
              <a:t>queue, </a:t>
            </a:r>
            <a:r>
              <a:rPr lang="en-US" sz="9600" dirty="0" err="1" smtClean="0"/>
              <a:t>Reg</a:t>
            </a:r>
            <a:r>
              <a:rPr lang="en-US" sz="9600" smtClean="0"/>
              <a:t> file </a:t>
            </a:r>
            <a:r>
              <a:rPr lang="en-US" sz="9600" dirty="0"/>
              <a:t>and RAT update the value</a:t>
            </a:r>
          </a:p>
          <a:p>
            <a:r>
              <a:rPr lang="en-US" sz="9600" dirty="0"/>
              <a:t>Speculative instruction retire at the top of the ROB in process order</a:t>
            </a:r>
          </a:p>
          <a:p>
            <a:r>
              <a:rPr lang="en-US" sz="9600" dirty="0"/>
              <a:t>Stores execute in the D-Cache when they reach at the top of the ROB</a:t>
            </a:r>
          </a:p>
          <a:p>
            <a:r>
              <a:rPr lang="en-US" sz="9600" dirty="0"/>
              <a:t>Branch outcome if different from prediction then</a:t>
            </a:r>
          </a:p>
          <a:p>
            <a:pPr lvl="1"/>
            <a:r>
              <a:rPr lang="en-US" sz="9600" dirty="0"/>
              <a:t>Wait for branch to reach at top of the ROB</a:t>
            </a:r>
          </a:p>
          <a:p>
            <a:pPr lvl="1"/>
            <a:r>
              <a:rPr lang="en-US" sz="9600" dirty="0"/>
              <a:t>Flush all instructions following branch</a:t>
            </a:r>
          </a:p>
          <a:p>
            <a:r>
              <a:rPr lang="en-US" sz="9600" dirty="0"/>
              <a:t>Precise exceptions are also taken when the faulting instruction reach at the top of the ROB</a:t>
            </a:r>
          </a:p>
          <a:p>
            <a:r>
              <a:rPr lang="en-US" sz="9600" dirty="0"/>
              <a:t>RAT is also made to point at that all values are in the register when in any case speculative execution is rolled back or exception is taken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43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Memory Disambiguation 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374008"/>
          </a:xfrm>
        </p:spPr>
        <p:txBody>
          <a:bodyPr>
            <a:normAutofit fontScale="92500"/>
          </a:bodyPr>
          <a:lstStyle/>
          <a:p>
            <a:r>
              <a:rPr lang="en-US" dirty="0"/>
              <a:t>Load Store queue keeps the process order of all memory operations and resolve all hazards on memory operands</a:t>
            </a:r>
          </a:p>
          <a:p>
            <a:r>
              <a:rPr lang="en-US" dirty="0"/>
              <a:t>Loads commit at the top of the ROB</a:t>
            </a:r>
          </a:p>
          <a:p>
            <a:pPr lvl="1"/>
            <a:r>
              <a:rPr lang="en-US" dirty="0"/>
              <a:t>All previous stores and loads have already retired in process order</a:t>
            </a:r>
          </a:p>
          <a:p>
            <a:pPr lvl="1"/>
            <a:r>
              <a:rPr lang="en-US" dirty="0"/>
              <a:t>No WAW and WAR hazards are possible</a:t>
            </a:r>
          </a:p>
          <a:p>
            <a:pPr lvl="1"/>
            <a:r>
              <a:rPr lang="en-US" dirty="0"/>
              <a:t>RAW hazards are resolved by executing load if it is followed by a store by allowing store to complete first</a:t>
            </a:r>
          </a:p>
          <a:p>
            <a:pPr lvl="1"/>
            <a:r>
              <a:rPr lang="en-US" dirty="0"/>
              <a:t>A completed store is one that has both address and data is ready</a:t>
            </a:r>
          </a:p>
          <a:p>
            <a:pPr lvl="1"/>
            <a:r>
              <a:rPr lang="en-US" dirty="0"/>
              <a:t>If some prior store address is unknown then hardware assume that they are the same and load must wait for the store address to be available to check it</a:t>
            </a:r>
          </a:p>
          <a:p>
            <a:pPr lvl="1"/>
            <a:r>
              <a:rPr lang="en-US" dirty="0"/>
              <a:t>It is rare that loads depend on prior stores in queue</a:t>
            </a:r>
          </a:p>
        </p:txBody>
      </p:sp>
    </p:spTree>
    <p:extLst>
      <p:ext uri="{BB962C8B-B14F-4D97-AF65-F5344CB8AC3E}">
        <p14:creationId xmlns:p14="http://schemas.microsoft.com/office/powerpoint/2010/main" val="3337246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Memory Disambiguation 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441"/>
            <a:ext cx="10515600" cy="2343206"/>
          </a:xfrm>
        </p:spPr>
        <p:txBody>
          <a:bodyPr/>
          <a:lstStyle/>
          <a:p>
            <a:r>
              <a:rPr lang="en-US" dirty="0"/>
              <a:t>If some prior store address is unknown then load can be issued speculatively assuming it is not equal</a:t>
            </a:r>
          </a:p>
          <a:p>
            <a:r>
              <a:rPr lang="en-US" dirty="0"/>
              <a:t>If later, when then address of store is known and is equal to the load then load and all subsequent instructions are replayed as if it was a mis-predicted branch</a:t>
            </a:r>
          </a:p>
          <a:p>
            <a:r>
              <a:rPr lang="en-US" dirty="0"/>
              <a:t>Loads are also predicted like branches</a:t>
            </a:r>
          </a:p>
        </p:txBody>
      </p:sp>
    </p:spTree>
    <p:extLst>
      <p:ext uri="{BB962C8B-B14F-4D97-AF65-F5344CB8AC3E}">
        <p14:creationId xmlns:p14="http://schemas.microsoft.com/office/powerpoint/2010/main" val="19413541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Register Renaming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6181" y="2559125"/>
            <a:ext cx="1316182" cy="1056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126181" y="4101369"/>
            <a:ext cx="1316182" cy="13019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467599" y="2775807"/>
            <a:ext cx="1260764" cy="24750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757796" y="3562980"/>
            <a:ext cx="2760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Register number from ISA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4308763" y="3214246"/>
            <a:ext cx="817418" cy="401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42508" y="3879264"/>
            <a:ext cx="983673" cy="357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47704" y="3253922"/>
            <a:ext cx="74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2954" y="3959587"/>
            <a:ext cx="74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6181" y="2784310"/>
            <a:ext cx="1395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Front end RAT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5195" y="4560694"/>
            <a:ext cx="2171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Retirement RAT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442363" y="2764410"/>
            <a:ext cx="1025236" cy="489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6442363" y="4328919"/>
            <a:ext cx="1025236" cy="634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67599" y="2083320"/>
            <a:ext cx="22721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Physical register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319" y="2490821"/>
            <a:ext cx="49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320" y="4320416"/>
            <a:ext cx="49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426" y="3087575"/>
            <a:ext cx="151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428" y="4181917"/>
            <a:ext cx="151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2999" y="4865574"/>
            <a:ext cx="2306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Speculative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467599" y="3214246"/>
            <a:ext cx="1260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502235" y="3562971"/>
            <a:ext cx="1260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467599" y="4366583"/>
            <a:ext cx="1260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7467599" y="3999472"/>
            <a:ext cx="1260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467599" y="5148003"/>
            <a:ext cx="1260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467599" y="4963337"/>
            <a:ext cx="12607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126181" y="2764410"/>
            <a:ext cx="1316182" cy="11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176403" y="4971840"/>
            <a:ext cx="1224395" cy="10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126181" y="5228551"/>
            <a:ext cx="1350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7842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Register Renaming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2433"/>
            <a:ext cx="10515600" cy="1606594"/>
          </a:xfrm>
        </p:spPr>
        <p:txBody>
          <a:bodyPr/>
          <a:lstStyle/>
          <a:p>
            <a:r>
              <a:rPr lang="en-US" dirty="0"/>
              <a:t>ROB keeps process order of the instructions and supports register renaming</a:t>
            </a:r>
          </a:p>
          <a:p>
            <a:r>
              <a:rPr lang="en-US" dirty="0"/>
              <a:t>Alternatively, ROB can only keep process order of the dispatched instructions and register renaming can be handled by register file</a:t>
            </a:r>
          </a:p>
          <a:p>
            <a:r>
              <a:rPr lang="en-US" dirty="0"/>
              <a:t>Physical register file is larger than registers accessed by the ISA (Architectural Registers)</a:t>
            </a:r>
          </a:p>
          <a:p>
            <a:r>
              <a:rPr lang="en-US" dirty="0"/>
              <a:t>For an architectural register physical register must hold its latest value (speculative or not) and its retired value committed value just in case exception occurs</a:t>
            </a:r>
          </a:p>
        </p:txBody>
      </p:sp>
    </p:spTree>
    <p:extLst>
      <p:ext uri="{BB962C8B-B14F-4D97-AF65-F5344CB8AC3E}">
        <p14:creationId xmlns:p14="http://schemas.microsoft.com/office/powerpoint/2010/main" val="19140122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Register Renaming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5" y="1368424"/>
            <a:ext cx="10515600" cy="5160391"/>
          </a:xfrm>
          <a:noFill/>
        </p:spPr>
        <p:txBody>
          <a:bodyPr vert="horz" wrap="square" lIns="91440" tIns="45720" rIns="91440" bIns="45720" rtlCol="0">
            <a:noAutofit/>
          </a:bodyPr>
          <a:lstStyle/>
          <a:p>
            <a:r>
              <a:rPr lang="en-US" sz="1800" dirty="0"/>
              <a:t>Mapping from architectural to physical is done in two steps</a:t>
            </a:r>
          </a:p>
          <a:p>
            <a:r>
              <a:rPr lang="en-US" sz="1800" dirty="0"/>
              <a:t>Front End RAT</a:t>
            </a:r>
          </a:p>
          <a:p>
            <a:pPr lvl="1"/>
            <a:r>
              <a:rPr lang="en-US" sz="1800" dirty="0"/>
              <a:t>Maps architectural registers to physical register holding its latest value plus one bit indicating if it is pending in the backend</a:t>
            </a:r>
          </a:p>
          <a:p>
            <a:r>
              <a:rPr lang="en-US" sz="1800" dirty="0"/>
              <a:t>Retirement RAT</a:t>
            </a:r>
          </a:p>
          <a:p>
            <a:pPr lvl="1"/>
            <a:r>
              <a:rPr lang="en-US" sz="1800" dirty="0"/>
              <a:t>Maps architectural registers to physical register holding its latest committed value</a:t>
            </a:r>
          </a:p>
          <a:p>
            <a:r>
              <a:rPr lang="en-US" sz="1800" dirty="0"/>
              <a:t>In the dispatch stage </a:t>
            </a:r>
          </a:p>
          <a:p>
            <a:pPr lvl="1"/>
            <a:r>
              <a:rPr lang="en-US" sz="1800" dirty="0"/>
              <a:t>New physical register is allocated to the instruction’s destination architectural register</a:t>
            </a:r>
          </a:p>
          <a:p>
            <a:pPr lvl="1"/>
            <a:r>
              <a:rPr lang="en-US" sz="1800" dirty="0"/>
              <a:t>Front end RAT is looked up to fetch the latest value of the instruction’s input operands if it is not pending in the backend</a:t>
            </a:r>
          </a:p>
          <a:p>
            <a:pPr lvl="1"/>
            <a:r>
              <a:rPr lang="en-US" sz="1800" dirty="0"/>
              <a:t>Otherwise, physical register number is send to issue queue and operands are marked not ready</a:t>
            </a:r>
          </a:p>
          <a:p>
            <a:pPr lvl="1"/>
            <a:r>
              <a:rPr lang="en-US" sz="1800" dirty="0"/>
              <a:t>When a retired value is overwritten by another retired value of the same register then old physical register holding old retired value is reclaimed to the free list of physical registers</a:t>
            </a:r>
          </a:p>
        </p:txBody>
      </p:sp>
    </p:spTree>
    <p:extLst>
      <p:ext uri="{BB962C8B-B14F-4D97-AF65-F5344CB8AC3E}">
        <p14:creationId xmlns:p14="http://schemas.microsoft.com/office/powerpoint/2010/main" val="34850907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609602"/>
            <a:ext cx="7772400" cy="5000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Physical Register Management</a:t>
            </a:r>
            <a:endParaRPr lang="en-US" sz="2400" i="1" dirty="0"/>
          </a:p>
        </p:txBody>
      </p:sp>
      <p:grpSp>
        <p:nvGrpSpPr>
          <p:cNvPr id="141315" name="Group 3"/>
          <p:cNvGrpSpPr>
            <a:grpSpLocks/>
          </p:cNvGrpSpPr>
          <p:nvPr/>
        </p:nvGrpSpPr>
        <p:grpSpPr bwMode="auto">
          <a:xfrm>
            <a:off x="2057400" y="4724400"/>
            <a:ext cx="6324600" cy="1828800"/>
            <a:chOff x="144" y="2928"/>
            <a:chExt cx="3984" cy="1152"/>
          </a:xfrm>
        </p:grpSpPr>
        <p:sp>
          <p:nvSpPr>
            <p:cNvPr id="141316" name="Rectangle 4"/>
            <p:cNvSpPr>
              <a:spLocks noChangeArrowheads="1"/>
            </p:cNvSpPr>
            <p:nvPr/>
          </p:nvSpPr>
          <p:spPr bwMode="auto">
            <a:xfrm>
              <a:off x="672" y="2928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op</a:t>
              </a:r>
            </a:p>
          </p:txBody>
        </p:sp>
        <p:sp>
          <p:nvSpPr>
            <p:cNvPr id="141317" name="Rectangle 5"/>
            <p:cNvSpPr>
              <a:spLocks noChangeArrowheads="1"/>
            </p:cNvSpPr>
            <p:nvPr/>
          </p:nvSpPr>
          <p:spPr bwMode="auto">
            <a:xfrm>
              <a:off x="1104" y="2928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p1</a:t>
              </a:r>
            </a:p>
          </p:txBody>
        </p:sp>
        <p:sp>
          <p:nvSpPr>
            <p:cNvPr id="141318" name="Rectangle 6"/>
            <p:cNvSpPr>
              <a:spLocks noChangeArrowheads="1"/>
            </p:cNvSpPr>
            <p:nvPr/>
          </p:nvSpPr>
          <p:spPr bwMode="auto">
            <a:xfrm>
              <a:off x="1344" y="2928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PR1</a:t>
              </a:r>
            </a:p>
          </p:txBody>
        </p:sp>
        <p:sp>
          <p:nvSpPr>
            <p:cNvPr id="141319" name="Rectangle 7"/>
            <p:cNvSpPr>
              <a:spLocks noChangeArrowheads="1"/>
            </p:cNvSpPr>
            <p:nvPr/>
          </p:nvSpPr>
          <p:spPr bwMode="auto">
            <a:xfrm>
              <a:off x="1872" y="2928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p2</a:t>
              </a:r>
            </a:p>
          </p:txBody>
        </p:sp>
        <p:sp>
          <p:nvSpPr>
            <p:cNvPr id="141320" name="Rectangle 8"/>
            <p:cNvSpPr>
              <a:spLocks noChangeArrowheads="1"/>
            </p:cNvSpPr>
            <p:nvPr/>
          </p:nvSpPr>
          <p:spPr bwMode="auto">
            <a:xfrm>
              <a:off x="2112" y="2928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PR2</a:t>
              </a:r>
            </a:p>
          </p:txBody>
        </p:sp>
        <p:sp>
          <p:nvSpPr>
            <p:cNvPr id="141321" name="Rectangle 9"/>
            <p:cNvSpPr>
              <a:spLocks noChangeArrowheads="1"/>
            </p:cNvSpPr>
            <p:nvPr/>
          </p:nvSpPr>
          <p:spPr bwMode="auto">
            <a:xfrm>
              <a:off x="432" y="2928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ex</a:t>
              </a:r>
            </a:p>
          </p:txBody>
        </p:sp>
        <p:sp>
          <p:nvSpPr>
            <p:cNvPr id="141322" name="Rectangle 10"/>
            <p:cNvSpPr>
              <a:spLocks noChangeArrowheads="1"/>
            </p:cNvSpPr>
            <p:nvPr/>
          </p:nvSpPr>
          <p:spPr bwMode="auto">
            <a:xfrm>
              <a:off x="144" y="2928"/>
              <a:ext cx="28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use</a:t>
              </a:r>
            </a:p>
          </p:txBody>
        </p:sp>
        <p:sp>
          <p:nvSpPr>
            <p:cNvPr id="141323" name="Rectangle 11"/>
            <p:cNvSpPr>
              <a:spLocks noChangeArrowheads="1"/>
            </p:cNvSpPr>
            <p:nvPr/>
          </p:nvSpPr>
          <p:spPr bwMode="auto">
            <a:xfrm>
              <a:off x="672" y="3072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24" name="Rectangle 12"/>
            <p:cNvSpPr>
              <a:spLocks noChangeArrowheads="1"/>
            </p:cNvSpPr>
            <p:nvPr/>
          </p:nvSpPr>
          <p:spPr bwMode="auto">
            <a:xfrm>
              <a:off x="1104" y="3072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25" name="Rectangle 13"/>
            <p:cNvSpPr>
              <a:spLocks noChangeArrowheads="1"/>
            </p:cNvSpPr>
            <p:nvPr/>
          </p:nvSpPr>
          <p:spPr bwMode="auto">
            <a:xfrm>
              <a:off x="1344" y="3072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26" name="Rectangle 14"/>
            <p:cNvSpPr>
              <a:spLocks noChangeArrowheads="1"/>
            </p:cNvSpPr>
            <p:nvPr/>
          </p:nvSpPr>
          <p:spPr bwMode="auto">
            <a:xfrm>
              <a:off x="1872" y="3072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27" name="Rectangle 15"/>
            <p:cNvSpPr>
              <a:spLocks noChangeArrowheads="1"/>
            </p:cNvSpPr>
            <p:nvPr/>
          </p:nvSpPr>
          <p:spPr bwMode="auto">
            <a:xfrm>
              <a:off x="2112" y="3072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28" name="Rectangle 16"/>
            <p:cNvSpPr>
              <a:spLocks noChangeArrowheads="1"/>
            </p:cNvSpPr>
            <p:nvPr/>
          </p:nvSpPr>
          <p:spPr bwMode="auto">
            <a:xfrm>
              <a:off x="432" y="3072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29" name="Rectangle 17"/>
            <p:cNvSpPr>
              <a:spLocks noChangeArrowheads="1"/>
            </p:cNvSpPr>
            <p:nvPr/>
          </p:nvSpPr>
          <p:spPr bwMode="auto">
            <a:xfrm>
              <a:off x="144" y="3072"/>
              <a:ext cx="28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30" name="Rectangle 18"/>
            <p:cNvSpPr>
              <a:spLocks noChangeArrowheads="1"/>
            </p:cNvSpPr>
            <p:nvPr/>
          </p:nvSpPr>
          <p:spPr bwMode="auto">
            <a:xfrm>
              <a:off x="672" y="3216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31" name="Rectangle 19"/>
            <p:cNvSpPr>
              <a:spLocks noChangeArrowheads="1"/>
            </p:cNvSpPr>
            <p:nvPr/>
          </p:nvSpPr>
          <p:spPr bwMode="auto">
            <a:xfrm>
              <a:off x="1104" y="3216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32" name="Rectangle 20"/>
            <p:cNvSpPr>
              <a:spLocks noChangeArrowheads="1"/>
            </p:cNvSpPr>
            <p:nvPr/>
          </p:nvSpPr>
          <p:spPr bwMode="auto">
            <a:xfrm>
              <a:off x="1344" y="3216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33" name="Rectangle 21"/>
            <p:cNvSpPr>
              <a:spLocks noChangeArrowheads="1"/>
            </p:cNvSpPr>
            <p:nvPr/>
          </p:nvSpPr>
          <p:spPr bwMode="auto">
            <a:xfrm>
              <a:off x="1872" y="3216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34" name="Rectangle 22"/>
            <p:cNvSpPr>
              <a:spLocks noChangeArrowheads="1"/>
            </p:cNvSpPr>
            <p:nvPr/>
          </p:nvSpPr>
          <p:spPr bwMode="auto">
            <a:xfrm>
              <a:off x="2112" y="3216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35" name="Rectangle 23"/>
            <p:cNvSpPr>
              <a:spLocks noChangeArrowheads="1"/>
            </p:cNvSpPr>
            <p:nvPr/>
          </p:nvSpPr>
          <p:spPr bwMode="auto">
            <a:xfrm>
              <a:off x="432" y="3216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36" name="Rectangle 24"/>
            <p:cNvSpPr>
              <a:spLocks noChangeArrowheads="1"/>
            </p:cNvSpPr>
            <p:nvPr/>
          </p:nvSpPr>
          <p:spPr bwMode="auto">
            <a:xfrm>
              <a:off x="144" y="3216"/>
              <a:ext cx="28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37" name="Rectangle 25"/>
            <p:cNvSpPr>
              <a:spLocks noChangeArrowheads="1"/>
            </p:cNvSpPr>
            <p:nvPr/>
          </p:nvSpPr>
          <p:spPr bwMode="auto">
            <a:xfrm>
              <a:off x="672" y="3360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38" name="Rectangle 26"/>
            <p:cNvSpPr>
              <a:spLocks noChangeArrowheads="1"/>
            </p:cNvSpPr>
            <p:nvPr/>
          </p:nvSpPr>
          <p:spPr bwMode="auto">
            <a:xfrm>
              <a:off x="1104" y="3360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39" name="Rectangle 27"/>
            <p:cNvSpPr>
              <a:spLocks noChangeArrowheads="1"/>
            </p:cNvSpPr>
            <p:nvPr/>
          </p:nvSpPr>
          <p:spPr bwMode="auto">
            <a:xfrm>
              <a:off x="1344" y="3360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40" name="Rectangle 28"/>
            <p:cNvSpPr>
              <a:spLocks noChangeArrowheads="1"/>
            </p:cNvSpPr>
            <p:nvPr/>
          </p:nvSpPr>
          <p:spPr bwMode="auto">
            <a:xfrm>
              <a:off x="1872" y="3360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41" name="Rectangle 29"/>
            <p:cNvSpPr>
              <a:spLocks noChangeArrowheads="1"/>
            </p:cNvSpPr>
            <p:nvPr/>
          </p:nvSpPr>
          <p:spPr bwMode="auto">
            <a:xfrm>
              <a:off x="2112" y="3360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42" name="Rectangle 30"/>
            <p:cNvSpPr>
              <a:spLocks noChangeArrowheads="1"/>
            </p:cNvSpPr>
            <p:nvPr/>
          </p:nvSpPr>
          <p:spPr bwMode="auto">
            <a:xfrm>
              <a:off x="432" y="3360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43" name="Rectangle 31"/>
            <p:cNvSpPr>
              <a:spLocks noChangeArrowheads="1"/>
            </p:cNvSpPr>
            <p:nvPr/>
          </p:nvSpPr>
          <p:spPr bwMode="auto">
            <a:xfrm>
              <a:off x="144" y="3360"/>
              <a:ext cx="28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44" name="Rectangle 32"/>
            <p:cNvSpPr>
              <a:spLocks noChangeArrowheads="1"/>
            </p:cNvSpPr>
            <p:nvPr/>
          </p:nvSpPr>
          <p:spPr bwMode="auto">
            <a:xfrm>
              <a:off x="672" y="3504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45" name="Rectangle 33"/>
            <p:cNvSpPr>
              <a:spLocks noChangeArrowheads="1"/>
            </p:cNvSpPr>
            <p:nvPr/>
          </p:nvSpPr>
          <p:spPr bwMode="auto">
            <a:xfrm>
              <a:off x="1104" y="3504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46" name="Rectangle 34"/>
            <p:cNvSpPr>
              <a:spLocks noChangeArrowheads="1"/>
            </p:cNvSpPr>
            <p:nvPr/>
          </p:nvSpPr>
          <p:spPr bwMode="auto">
            <a:xfrm>
              <a:off x="1344" y="3504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47" name="Rectangle 35"/>
            <p:cNvSpPr>
              <a:spLocks noChangeArrowheads="1"/>
            </p:cNvSpPr>
            <p:nvPr/>
          </p:nvSpPr>
          <p:spPr bwMode="auto">
            <a:xfrm>
              <a:off x="1872" y="3504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48" name="Rectangle 36"/>
            <p:cNvSpPr>
              <a:spLocks noChangeArrowheads="1"/>
            </p:cNvSpPr>
            <p:nvPr/>
          </p:nvSpPr>
          <p:spPr bwMode="auto">
            <a:xfrm>
              <a:off x="2112" y="3504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49" name="Rectangle 37"/>
            <p:cNvSpPr>
              <a:spLocks noChangeArrowheads="1"/>
            </p:cNvSpPr>
            <p:nvPr/>
          </p:nvSpPr>
          <p:spPr bwMode="auto">
            <a:xfrm>
              <a:off x="432" y="3504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50" name="Rectangle 38"/>
            <p:cNvSpPr>
              <a:spLocks noChangeArrowheads="1"/>
            </p:cNvSpPr>
            <p:nvPr/>
          </p:nvSpPr>
          <p:spPr bwMode="auto">
            <a:xfrm>
              <a:off x="144" y="3504"/>
              <a:ext cx="28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51" name="Rectangle 39"/>
            <p:cNvSpPr>
              <a:spLocks noChangeArrowheads="1"/>
            </p:cNvSpPr>
            <p:nvPr/>
          </p:nvSpPr>
          <p:spPr bwMode="auto">
            <a:xfrm>
              <a:off x="672" y="3648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52" name="Rectangle 40"/>
            <p:cNvSpPr>
              <a:spLocks noChangeArrowheads="1"/>
            </p:cNvSpPr>
            <p:nvPr/>
          </p:nvSpPr>
          <p:spPr bwMode="auto">
            <a:xfrm>
              <a:off x="1104" y="3648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53" name="Rectangle 41"/>
            <p:cNvSpPr>
              <a:spLocks noChangeArrowheads="1"/>
            </p:cNvSpPr>
            <p:nvPr/>
          </p:nvSpPr>
          <p:spPr bwMode="auto">
            <a:xfrm>
              <a:off x="1344" y="3648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54" name="Rectangle 42"/>
            <p:cNvSpPr>
              <a:spLocks noChangeArrowheads="1"/>
            </p:cNvSpPr>
            <p:nvPr/>
          </p:nvSpPr>
          <p:spPr bwMode="auto">
            <a:xfrm>
              <a:off x="1872" y="3648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55" name="Rectangle 43"/>
            <p:cNvSpPr>
              <a:spLocks noChangeArrowheads="1"/>
            </p:cNvSpPr>
            <p:nvPr/>
          </p:nvSpPr>
          <p:spPr bwMode="auto">
            <a:xfrm>
              <a:off x="2112" y="3648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56" name="Rectangle 44"/>
            <p:cNvSpPr>
              <a:spLocks noChangeArrowheads="1"/>
            </p:cNvSpPr>
            <p:nvPr/>
          </p:nvSpPr>
          <p:spPr bwMode="auto">
            <a:xfrm>
              <a:off x="432" y="3648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57" name="Rectangle 45"/>
            <p:cNvSpPr>
              <a:spLocks noChangeArrowheads="1"/>
            </p:cNvSpPr>
            <p:nvPr/>
          </p:nvSpPr>
          <p:spPr bwMode="auto">
            <a:xfrm>
              <a:off x="144" y="3648"/>
              <a:ext cx="28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58" name="Rectangle 46"/>
            <p:cNvSpPr>
              <a:spLocks noChangeArrowheads="1"/>
            </p:cNvSpPr>
            <p:nvPr/>
          </p:nvSpPr>
          <p:spPr bwMode="auto">
            <a:xfrm>
              <a:off x="672" y="3792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59" name="Rectangle 47"/>
            <p:cNvSpPr>
              <a:spLocks noChangeArrowheads="1"/>
            </p:cNvSpPr>
            <p:nvPr/>
          </p:nvSpPr>
          <p:spPr bwMode="auto">
            <a:xfrm>
              <a:off x="1104" y="3792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60" name="Rectangle 48"/>
            <p:cNvSpPr>
              <a:spLocks noChangeArrowheads="1"/>
            </p:cNvSpPr>
            <p:nvPr/>
          </p:nvSpPr>
          <p:spPr bwMode="auto">
            <a:xfrm>
              <a:off x="1344" y="3792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61" name="Rectangle 49"/>
            <p:cNvSpPr>
              <a:spLocks noChangeArrowheads="1"/>
            </p:cNvSpPr>
            <p:nvPr/>
          </p:nvSpPr>
          <p:spPr bwMode="auto">
            <a:xfrm>
              <a:off x="1872" y="3792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62" name="Rectangle 50"/>
            <p:cNvSpPr>
              <a:spLocks noChangeArrowheads="1"/>
            </p:cNvSpPr>
            <p:nvPr/>
          </p:nvSpPr>
          <p:spPr bwMode="auto">
            <a:xfrm>
              <a:off x="2112" y="3792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63" name="Rectangle 51"/>
            <p:cNvSpPr>
              <a:spLocks noChangeArrowheads="1"/>
            </p:cNvSpPr>
            <p:nvPr/>
          </p:nvSpPr>
          <p:spPr bwMode="auto">
            <a:xfrm>
              <a:off x="432" y="3792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64" name="Rectangle 52"/>
            <p:cNvSpPr>
              <a:spLocks noChangeArrowheads="1"/>
            </p:cNvSpPr>
            <p:nvPr/>
          </p:nvSpPr>
          <p:spPr bwMode="auto">
            <a:xfrm>
              <a:off x="144" y="3792"/>
              <a:ext cx="28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65" name="Rectangle 53"/>
            <p:cNvSpPr>
              <a:spLocks noChangeArrowheads="1"/>
            </p:cNvSpPr>
            <p:nvPr/>
          </p:nvSpPr>
          <p:spPr bwMode="auto">
            <a:xfrm>
              <a:off x="672" y="3936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66" name="Rectangle 54"/>
            <p:cNvSpPr>
              <a:spLocks noChangeArrowheads="1"/>
            </p:cNvSpPr>
            <p:nvPr/>
          </p:nvSpPr>
          <p:spPr bwMode="auto">
            <a:xfrm>
              <a:off x="1104" y="3936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67" name="Rectangle 55"/>
            <p:cNvSpPr>
              <a:spLocks noChangeArrowheads="1"/>
            </p:cNvSpPr>
            <p:nvPr/>
          </p:nvSpPr>
          <p:spPr bwMode="auto">
            <a:xfrm>
              <a:off x="1344" y="3936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68" name="Rectangle 56"/>
            <p:cNvSpPr>
              <a:spLocks noChangeArrowheads="1"/>
            </p:cNvSpPr>
            <p:nvPr/>
          </p:nvSpPr>
          <p:spPr bwMode="auto">
            <a:xfrm>
              <a:off x="1872" y="3936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69" name="Rectangle 57"/>
            <p:cNvSpPr>
              <a:spLocks noChangeArrowheads="1"/>
            </p:cNvSpPr>
            <p:nvPr/>
          </p:nvSpPr>
          <p:spPr bwMode="auto">
            <a:xfrm>
              <a:off x="2112" y="3936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70" name="Rectangle 58"/>
            <p:cNvSpPr>
              <a:spLocks noChangeArrowheads="1"/>
            </p:cNvSpPr>
            <p:nvPr/>
          </p:nvSpPr>
          <p:spPr bwMode="auto">
            <a:xfrm>
              <a:off x="2640" y="2928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Rd</a:t>
              </a:r>
            </a:p>
          </p:txBody>
        </p:sp>
        <p:sp>
          <p:nvSpPr>
            <p:cNvPr id="141371" name="Rectangle 59"/>
            <p:cNvSpPr>
              <a:spLocks noChangeArrowheads="1"/>
            </p:cNvSpPr>
            <p:nvPr/>
          </p:nvSpPr>
          <p:spPr bwMode="auto">
            <a:xfrm>
              <a:off x="2640" y="3072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72" name="Rectangle 60"/>
            <p:cNvSpPr>
              <a:spLocks noChangeArrowheads="1"/>
            </p:cNvSpPr>
            <p:nvPr/>
          </p:nvSpPr>
          <p:spPr bwMode="auto">
            <a:xfrm>
              <a:off x="2640" y="3216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73" name="Rectangle 61"/>
            <p:cNvSpPr>
              <a:spLocks noChangeArrowheads="1"/>
            </p:cNvSpPr>
            <p:nvPr/>
          </p:nvSpPr>
          <p:spPr bwMode="auto">
            <a:xfrm>
              <a:off x="2640" y="3360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74" name="Rectangle 62"/>
            <p:cNvSpPr>
              <a:spLocks noChangeArrowheads="1"/>
            </p:cNvSpPr>
            <p:nvPr/>
          </p:nvSpPr>
          <p:spPr bwMode="auto">
            <a:xfrm>
              <a:off x="2640" y="3504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75" name="Rectangle 63"/>
            <p:cNvSpPr>
              <a:spLocks noChangeArrowheads="1"/>
            </p:cNvSpPr>
            <p:nvPr/>
          </p:nvSpPr>
          <p:spPr bwMode="auto">
            <a:xfrm>
              <a:off x="2640" y="3648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76" name="Rectangle 64"/>
            <p:cNvSpPr>
              <a:spLocks noChangeArrowheads="1"/>
            </p:cNvSpPr>
            <p:nvPr/>
          </p:nvSpPr>
          <p:spPr bwMode="auto">
            <a:xfrm>
              <a:off x="2640" y="3792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77" name="Rectangle 65"/>
            <p:cNvSpPr>
              <a:spLocks noChangeArrowheads="1"/>
            </p:cNvSpPr>
            <p:nvPr/>
          </p:nvSpPr>
          <p:spPr bwMode="auto">
            <a:xfrm>
              <a:off x="2640" y="3936"/>
              <a:ext cx="432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78" name="Rectangle 66"/>
            <p:cNvSpPr>
              <a:spLocks noChangeArrowheads="1"/>
            </p:cNvSpPr>
            <p:nvPr/>
          </p:nvSpPr>
          <p:spPr bwMode="auto">
            <a:xfrm>
              <a:off x="432" y="3936"/>
              <a:ext cx="240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79" name="Rectangle 67"/>
            <p:cNvSpPr>
              <a:spLocks noChangeArrowheads="1"/>
            </p:cNvSpPr>
            <p:nvPr/>
          </p:nvSpPr>
          <p:spPr bwMode="auto">
            <a:xfrm>
              <a:off x="144" y="3936"/>
              <a:ext cx="28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80" name="Rectangle 68"/>
            <p:cNvSpPr>
              <a:spLocks noChangeArrowheads="1"/>
            </p:cNvSpPr>
            <p:nvPr/>
          </p:nvSpPr>
          <p:spPr bwMode="auto">
            <a:xfrm>
              <a:off x="3600" y="2928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PRd</a:t>
              </a:r>
            </a:p>
          </p:txBody>
        </p:sp>
        <p:sp>
          <p:nvSpPr>
            <p:cNvPr id="141381" name="Rectangle 69"/>
            <p:cNvSpPr>
              <a:spLocks noChangeArrowheads="1"/>
            </p:cNvSpPr>
            <p:nvPr/>
          </p:nvSpPr>
          <p:spPr bwMode="auto">
            <a:xfrm>
              <a:off x="3600" y="3072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82" name="Rectangle 70"/>
            <p:cNvSpPr>
              <a:spLocks noChangeArrowheads="1"/>
            </p:cNvSpPr>
            <p:nvPr/>
          </p:nvSpPr>
          <p:spPr bwMode="auto">
            <a:xfrm>
              <a:off x="3600" y="3216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83" name="Rectangle 71"/>
            <p:cNvSpPr>
              <a:spLocks noChangeArrowheads="1"/>
            </p:cNvSpPr>
            <p:nvPr/>
          </p:nvSpPr>
          <p:spPr bwMode="auto">
            <a:xfrm>
              <a:off x="3600" y="3360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84" name="Rectangle 72"/>
            <p:cNvSpPr>
              <a:spLocks noChangeArrowheads="1"/>
            </p:cNvSpPr>
            <p:nvPr/>
          </p:nvSpPr>
          <p:spPr bwMode="auto">
            <a:xfrm>
              <a:off x="3600" y="3504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85" name="Rectangle 73"/>
            <p:cNvSpPr>
              <a:spLocks noChangeArrowheads="1"/>
            </p:cNvSpPr>
            <p:nvPr/>
          </p:nvSpPr>
          <p:spPr bwMode="auto">
            <a:xfrm>
              <a:off x="3600" y="3648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86" name="Rectangle 74"/>
            <p:cNvSpPr>
              <a:spLocks noChangeArrowheads="1"/>
            </p:cNvSpPr>
            <p:nvPr/>
          </p:nvSpPr>
          <p:spPr bwMode="auto">
            <a:xfrm>
              <a:off x="3600" y="3792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87" name="Rectangle 75"/>
            <p:cNvSpPr>
              <a:spLocks noChangeArrowheads="1"/>
            </p:cNvSpPr>
            <p:nvPr/>
          </p:nvSpPr>
          <p:spPr bwMode="auto">
            <a:xfrm>
              <a:off x="3600" y="3936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88" name="Rectangle 76"/>
            <p:cNvSpPr>
              <a:spLocks noChangeArrowheads="1"/>
            </p:cNvSpPr>
            <p:nvPr/>
          </p:nvSpPr>
          <p:spPr bwMode="auto">
            <a:xfrm>
              <a:off x="3072" y="2928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LPRd</a:t>
              </a:r>
            </a:p>
          </p:txBody>
        </p:sp>
        <p:sp>
          <p:nvSpPr>
            <p:cNvPr id="141389" name="Rectangle 77"/>
            <p:cNvSpPr>
              <a:spLocks noChangeArrowheads="1"/>
            </p:cNvSpPr>
            <p:nvPr/>
          </p:nvSpPr>
          <p:spPr bwMode="auto">
            <a:xfrm>
              <a:off x="3072" y="3072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90" name="Rectangle 78"/>
            <p:cNvSpPr>
              <a:spLocks noChangeArrowheads="1"/>
            </p:cNvSpPr>
            <p:nvPr/>
          </p:nvSpPr>
          <p:spPr bwMode="auto">
            <a:xfrm>
              <a:off x="3072" y="3216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91" name="Rectangle 79"/>
            <p:cNvSpPr>
              <a:spLocks noChangeArrowheads="1"/>
            </p:cNvSpPr>
            <p:nvPr/>
          </p:nvSpPr>
          <p:spPr bwMode="auto">
            <a:xfrm>
              <a:off x="3072" y="3360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92" name="Rectangle 80"/>
            <p:cNvSpPr>
              <a:spLocks noChangeArrowheads="1"/>
            </p:cNvSpPr>
            <p:nvPr/>
          </p:nvSpPr>
          <p:spPr bwMode="auto">
            <a:xfrm>
              <a:off x="3072" y="3504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93" name="Rectangle 81"/>
            <p:cNvSpPr>
              <a:spLocks noChangeArrowheads="1"/>
            </p:cNvSpPr>
            <p:nvPr/>
          </p:nvSpPr>
          <p:spPr bwMode="auto">
            <a:xfrm>
              <a:off x="3072" y="3648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94" name="Rectangle 82"/>
            <p:cNvSpPr>
              <a:spLocks noChangeArrowheads="1"/>
            </p:cNvSpPr>
            <p:nvPr/>
          </p:nvSpPr>
          <p:spPr bwMode="auto">
            <a:xfrm>
              <a:off x="3072" y="3792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395" name="Rectangle 83"/>
            <p:cNvSpPr>
              <a:spLocks noChangeArrowheads="1"/>
            </p:cNvSpPr>
            <p:nvPr/>
          </p:nvSpPr>
          <p:spPr bwMode="auto">
            <a:xfrm>
              <a:off x="3072" y="3936"/>
              <a:ext cx="528" cy="14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</p:grpSp>
      <p:grpSp>
        <p:nvGrpSpPr>
          <p:cNvPr id="141396" name="Group 84"/>
          <p:cNvGrpSpPr>
            <a:grpSpLocks/>
          </p:cNvGrpSpPr>
          <p:nvPr/>
        </p:nvGrpSpPr>
        <p:grpSpPr bwMode="auto">
          <a:xfrm>
            <a:off x="4262439" y="2738440"/>
            <a:ext cx="1833562" cy="369887"/>
            <a:chOff x="1677" y="1533"/>
            <a:chExt cx="1155" cy="233"/>
          </a:xfrm>
        </p:grpSpPr>
        <p:sp>
          <p:nvSpPr>
            <p:cNvPr id="141397" name="Rectangle 85"/>
            <p:cNvSpPr>
              <a:spLocks noChangeArrowheads="1"/>
            </p:cNvSpPr>
            <p:nvPr/>
          </p:nvSpPr>
          <p:spPr bwMode="auto">
            <a:xfrm>
              <a:off x="1968" y="1584"/>
              <a:ext cx="864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&lt;R6&gt;</a:t>
              </a:r>
            </a:p>
          </p:txBody>
        </p:sp>
        <p:sp>
          <p:nvSpPr>
            <p:cNvPr id="141398" name="Text Box 86"/>
            <p:cNvSpPr txBox="1">
              <a:spLocks noChangeArrowheads="1"/>
            </p:cNvSpPr>
            <p:nvPr/>
          </p:nvSpPr>
          <p:spPr bwMode="auto">
            <a:xfrm>
              <a:off x="1677" y="1533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P5</a:t>
              </a:r>
            </a:p>
          </p:txBody>
        </p:sp>
      </p:grpSp>
      <p:grpSp>
        <p:nvGrpSpPr>
          <p:cNvPr id="141399" name="Group 87"/>
          <p:cNvGrpSpPr>
            <a:grpSpLocks/>
          </p:cNvGrpSpPr>
          <p:nvPr/>
        </p:nvGrpSpPr>
        <p:grpSpPr bwMode="auto">
          <a:xfrm>
            <a:off x="4262439" y="2967040"/>
            <a:ext cx="1833562" cy="369887"/>
            <a:chOff x="1677" y="1677"/>
            <a:chExt cx="1155" cy="233"/>
          </a:xfrm>
        </p:grpSpPr>
        <p:sp>
          <p:nvSpPr>
            <p:cNvPr id="141400" name="Rectangle 88"/>
            <p:cNvSpPr>
              <a:spLocks noChangeArrowheads="1"/>
            </p:cNvSpPr>
            <p:nvPr/>
          </p:nvSpPr>
          <p:spPr bwMode="auto">
            <a:xfrm>
              <a:off x="1968" y="1728"/>
              <a:ext cx="864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&lt;R7&gt;</a:t>
              </a:r>
            </a:p>
          </p:txBody>
        </p:sp>
        <p:sp>
          <p:nvSpPr>
            <p:cNvPr id="141401" name="Text Box 89"/>
            <p:cNvSpPr txBox="1">
              <a:spLocks noChangeArrowheads="1"/>
            </p:cNvSpPr>
            <p:nvPr/>
          </p:nvSpPr>
          <p:spPr bwMode="auto">
            <a:xfrm>
              <a:off x="1677" y="1677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P6</a:t>
              </a:r>
            </a:p>
          </p:txBody>
        </p:sp>
      </p:grpSp>
      <p:grpSp>
        <p:nvGrpSpPr>
          <p:cNvPr id="141402" name="Group 90"/>
          <p:cNvGrpSpPr>
            <a:grpSpLocks/>
          </p:cNvGrpSpPr>
          <p:nvPr/>
        </p:nvGrpSpPr>
        <p:grpSpPr bwMode="auto">
          <a:xfrm>
            <a:off x="4262439" y="3195640"/>
            <a:ext cx="1833562" cy="369887"/>
            <a:chOff x="1677" y="1821"/>
            <a:chExt cx="1155" cy="233"/>
          </a:xfrm>
        </p:grpSpPr>
        <p:sp>
          <p:nvSpPr>
            <p:cNvPr id="141403" name="Rectangle 91"/>
            <p:cNvSpPr>
              <a:spLocks noChangeArrowheads="1"/>
            </p:cNvSpPr>
            <p:nvPr/>
          </p:nvSpPr>
          <p:spPr bwMode="auto">
            <a:xfrm>
              <a:off x="1968" y="1872"/>
              <a:ext cx="864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&lt;R3&gt;</a:t>
              </a:r>
            </a:p>
          </p:txBody>
        </p:sp>
        <p:sp>
          <p:nvSpPr>
            <p:cNvPr id="141404" name="Text Box 92"/>
            <p:cNvSpPr txBox="1">
              <a:spLocks noChangeArrowheads="1"/>
            </p:cNvSpPr>
            <p:nvPr/>
          </p:nvSpPr>
          <p:spPr bwMode="auto">
            <a:xfrm>
              <a:off x="1677" y="1821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P7</a:t>
              </a:r>
            </a:p>
          </p:txBody>
        </p:sp>
      </p:grpSp>
      <p:grpSp>
        <p:nvGrpSpPr>
          <p:cNvPr id="141405" name="Group 93"/>
          <p:cNvGrpSpPr>
            <a:grpSpLocks/>
          </p:cNvGrpSpPr>
          <p:nvPr/>
        </p:nvGrpSpPr>
        <p:grpSpPr bwMode="auto">
          <a:xfrm>
            <a:off x="4262439" y="1595439"/>
            <a:ext cx="1833562" cy="369887"/>
            <a:chOff x="1677" y="813"/>
            <a:chExt cx="1155" cy="233"/>
          </a:xfrm>
        </p:grpSpPr>
        <p:sp>
          <p:nvSpPr>
            <p:cNvPr id="141406" name="Rectangle 94"/>
            <p:cNvSpPr>
              <a:spLocks noChangeArrowheads="1"/>
            </p:cNvSpPr>
            <p:nvPr/>
          </p:nvSpPr>
          <p:spPr bwMode="auto">
            <a:xfrm>
              <a:off x="1968" y="864"/>
              <a:ext cx="864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407" name="Text Box 95"/>
            <p:cNvSpPr txBox="1">
              <a:spLocks noChangeArrowheads="1"/>
            </p:cNvSpPr>
            <p:nvPr/>
          </p:nvSpPr>
          <p:spPr bwMode="auto">
            <a:xfrm>
              <a:off x="1677" y="813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P0</a:t>
              </a:r>
            </a:p>
          </p:txBody>
        </p:sp>
      </p:grpSp>
      <p:grpSp>
        <p:nvGrpSpPr>
          <p:cNvPr id="141408" name="Group 96"/>
          <p:cNvGrpSpPr>
            <a:grpSpLocks/>
          </p:cNvGrpSpPr>
          <p:nvPr/>
        </p:nvGrpSpPr>
        <p:grpSpPr bwMode="auto">
          <a:xfrm>
            <a:off x="4270377" y="4033839"/>
            <a:ext cx="1831974" cy="369887"/>
            <a:chOff x="1682" y="2349"/>
            <a:chExt cx="1154" cy="233"/>
          </a:xfrm>
        </p:grpSpPr>
        <p:sp>
          <p:nvSpPr>
            <p:cNvPr id="141409" name="Rectangle 97"/>
            <p:cNvSpPr>
              <a:spLocks noChangeArrowheads="1"/>
            </p:cNvSpPr>
            <p:nvPr/>
          </p:nvSpPr>
          <p:spPr bwMode="auto">
            <a:xfrm>
              <a:off x="1972" y="2400"/>
              <a:ext cx="864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410" name="Text Box 98"/>
            <p:cNvSpPr txBox="1">
              <a:spLocks noChangeArrowheads="1"/>
            </p:cNvSpPr>
            <p:nvPr/>
          </p:nvSpPr>
          <p:spPr bwMode="auto">
            <a:xfrm>
              <a:off x="1682" y="2349"/>
              <a:ext cx="296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Pn</a:t>
              </a:r>
            </a:p>
          </p:txBody>
        </p:sp>
      </p:grpSp>
      <p:grpSp>
        <p:nvGrpSpPr>
          <p:cNvPr id="141411" name="Group 99"/>
          <p:cNvGrpSpPr>
            <a:grpSpLocks/>
          </p:cNvGrpSpPr>
          <p:nvPr/>
        </p:nvGrpSpPr>
        <p:grpSpPr bwMode="auto">
          <a:xfrm>
            <a:off x="4262439" y="1824039"/>
            <a:ext cx="1833562" cy="369887"/>
            <a:chOff x="1677" y="957"/>
            <a:chExt cx="1155" cy="233"/>
          </a:xfrm>
        </p:grpSpPr>
        <p:sp>
          <p:nvSpPr>
            <p:cNvPr id="141412" name="Rectangle 100"/>
            <p:cNvSpPr>
              <a:spLocks noChangeArrowheads="1"/>
            </p:cNvSpPr>
            <p:nvPr/>
          </p:nvSpPr>
          <p:spPr bwMode="auto">
            <a:xfrm>
              <a:off x="1968" y="1008"/>
              <a:ext cx="864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413" name="Text Box 101"/>
            <p:cNvSpPr txBox="1">
              <a:spLocks noChangeArrowheads="1"/>
            </p:cNvSpPr>
            <p:nvPr/>
          </p:nvSpPr>
          <p:spPr bwMode="auto">
            <a:xfrm>
              <a:off x="1677" y="957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P1</a:t>
              </a:r>
            </a:p>
          </p:txBody>
        </p:sp>
      </p:grpSp>
      <p:grpSp>
        <p:nvGrpSpPr>
          <p:cNvPr id="141414" name="Group 102"/>
          <p:cNvGrpSpPr>
            <a:grpSpLocks/>
          </p:cNvGrpSpPr>
          <p:nvPr/>
        </p:nvGrpSpPr>
        <p:grpSpPr bwMode="auto">
          <a:xfrm>
            <a:off x="4262439" y="2052639"/>
            <a:ext cx="1833562" cy="369887"/>
            <a:chOff x="1677" y="1101"/>
            <a:chExt cx="1155" cy="233"/>
          </a:xfrm>
        </p:grpSpPr>
        <p:sp>
          <p:nvSpPr>
            <p:cNvPr id="141415" name="Rectangle 103"/>
            <p:cNvSpPr>
              <a:spLocks noChangeArrowheads="1"/>
            </p:cNvSpPr>
            <p:nvPr/>
          </p:nvSpPr>
          <p:spPr bwMode="auto">
            <a:xfrm>
              <a:off x="1968" y="1152"/>
              <a:ext cx="864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416" name="Text Box 104"/>
            <p:cNvSpPr txBox="1">
              <a:spLocks noChangeArrowheads="1"/>
            </p:cNvSpPr>
            <p:nvPr/>
          </p:nvSpPr>
          <p:spPr bwMode="auto">
            <a:xfrm>
              <a:off x="1677" y="1101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P2</a:t>
              </a:r>
            </a:p>
          </p:txBody>
        </p:sp>
      </p:grpSp>
      <p:grpSp>
        <p:nvGrpSpPr>
          <p:cNvPr id="141417" name="Group 105"/>
          <p:cNvGrpSpPr>
            <a:grpSpLocks/>
          </p:cNvGrpSpPr>
          <p:nvPr/>
        </p:nvGrpSpPr>
        <p:grpSpPr bwMode="auto">
          <a:xfrm>
            <a:off x="4262439" y="2281240"/>
            <a:ext cx="1833562" cy="369887"/>
            <a:chOff x="1677" y="1245"/>
            <a:chExt cx="1155" cy="233"/>
          </a:xfrm>
        </p:grpSpPr>
        <p:sp>
          <p:nvSpPr>
            <p:cNvPr id="141418" name="Rectangle 106"/>
            <p:cNvSpPr>
              <a:spLocks noChangeArrowheads="1"/>
            </p:cNvSpPr>
            <p:nvPr/>
          </p:nvSpPr>
          <p:spPr bwMode="auto">
            <a:xfrm>
              <a:off x="1968" y="1296"/>
              <a:ext cx="864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419" name="Text Box 107"/>
            <p:cNvSpPr txBox="1">
              <a:spLocks noChangeArrowheads="1"/>
            </p:cNvSpPr>
            <p:nvPr/>
          </p:nvSpPr>
          <p:spPr bwMode="auto">
            <a:xfrm>
              <a:off x="1677" y="1245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P3</a:t>
              </a:r>
            </a:p>
          </p:txBody>
        </p:sp>
      </p:grpSp>
      <p:grpSp>
        <p:nvGrpSpPr>
          <p:cNvPr id="141420" name="Group 108"/>
          <p:cNvGrpSpPr>
            <a:grpSpLocks/>
          </p:cNvGrpSpPr>
          <p:nvPr/>
        </p:nvGrpSpPr>
        <p:grpSpPr bwMode="auto">
          <a:xfrm>
            <a:off x="4262439" y="2509840"/>
            <a:ext cx="1833562" cy="369887"/>
            <a:chOff x="1677" y="1389"/>
            <a:chExt cx="1155" cy="233"/>
          </a:xfrm>
        </p:grpSpPr>
        <p:sp>
          <p:nvSpPr>
            <p:cNvPr id="141421" name="Rectangle 109"/>
            <p:cNvSpPr>
              <a:spLocks noChangeArrowheads="1"/>
            </p:cNvSpPr>
            <p:nvPr/>
          </p:nvSpPr>
          <p:spPr bwMode="auto">
            <a:xfrm>
              <a:off x="1968" y="1440"/>
              <a:ext cx="864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1422" name="Text Box 110"/>
            <p:cNvSpPr txBox="1">
              <a:spLocks noChangeArrowheads="1"/>
            </p:cNvSpPr>
            <p:nvPr/>
          </p:nvSpPr>
          <p:spPr bwMode="auto">
            <a:xfrm>
              <a:off x="1677" y="138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P4</a:t>
              </a:r>
            </a:p>
          </p:txBody>
        </p:sp>
      </p:grpSp>
      <p:sp>
        <p:nvSpPr>
          <p:cNvPr id="141423" name="Line 111"/>
          <p:cNvSpPr>
            <a:spLocks noChangeShapeType="1"/>
          </p:cNvSpPr>
          <p:nvPr/>
        </p:nvSpPr>
        <p:spPr bwMode="auto">
          <a:xfrm>
            <a:off x="4724400" y="3505200"/>
            <a:ext cx="0" cy="609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41424" name="Line 112"/>
          <p:cNvSpPr>
            <a:spLocks noChangeShapeType="1"/>
          </p:cNvSpPr>
          <p:nvPr/>
        </p:nvSpPr>
        <p:spPr bwMode="auto">
          <a:xfrm>
            <a:off x="6096000" y="3505200"/>
            <a:ext cx="0" cy="609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sv-SE"/>
          </a:p>
        </p:txBody>
      </p:sp>
      <p:grpSp>
        <p:nvGrpSpPr>
          <p:cNvPr id="141425" name="Group 113"/>
          <p:cNvGrpSpPr>
            <a:grpSpLocks/>
          </p:cNvGrpSpPr>
          <p:nvPr/>
        </p:nvGrpSpPr>
        <p:grpSpPr bwMode="auto">
          <a:xfrm>
            <a:off x="1973265" y="1824040"/>
            <a:ext cx="1843087" cy="1970087"/>
            <a:chOff x="235" y="957"/>
            <a:chExt cx="1161" cy="1241"/>
          </a:xfrm>
        </p:grpSpPr>
        <p:grpSp>
          <p:nvGrpSpPr>
            <p:cNvPr id="141426" name="Group 114"/>
            <p:cNvGrpSpPr>
              <a:grpSpLocks/>
            </p:cNvGrpSpPr>
            <p:nvPr/>
          </p:nvGrpSpPr>
          <p:grpSpPr bwMode="auto">
            <a:xfrm>
              <a:off x="235" y="1677"/>
              <a:ext cx="1161" cy="233"/>
              <a:chOff x="235" y="1677"/>
              <a:chExt cx="1161" cy="233"/>
            </a:xfrm>
          </p:grpSpPr>
          <p:sp>
            <p:nvSpPr>
              <p:cNvPr id="141427" name="Rectangle 115"/>
              <p:cNvSpPr>
                <a:spLocks noChangeArrowheads="1"/>
              </p:cNvSpPr>
              <p:nvPr/>
            </p:nvSpPr>
            <p:spPr bwMode="auto">
              <a:xfrm>
                <a:off x="532" y="172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1428" name="Text Box 116"/>
              <p:cNvSpPr txBox="1">
                <a:spLocks noChangeArrowheads="1"/>
              </p:cNvSpPr>
              <p:nvPr/>
            </p:nvSpPr>
            <p:spPr bwMode="auto">
              <a:xfrm>
                <a:off x="235" y="1677"/>
                <a:ext cx="310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R5</a:t>
                </a:r>
              </a:p>
            </p:txBody>
          </p:sp>
        </p:grpSp>
        <p:grpSp>
          <p:nvGrpSpPr>
            <p:cNvPr id="141429" name="Group 117"/>
            <p:cNvGrpSpPr>
              <a:grpSpLocks/>
            </p:cNvGrpSpPr>
            <p:nvPr/>
          </p:nvGrpSpPr>
          <p:grpSpPr bwMode="auto">
            <a:xfrm>
              <a:off x="235" y="1821"/>
              <a:ext cx="1161" cy="233"/>
              <a:chOff x="235" y="1821"/>
              <a:chExt cx="1161" cy="233"/>
            </a:xfrm>
          </p:grpSpPr>
          <p:sp>
            <p:nvSpPr>
              <p:cNvPr id="141430" name="Rectangle 118"/>
              <p:cNvSpPr>
                <a:spLocks noChangeArrowheads="1"/>
              </p:cNvSpPr>
              <p:nvPr/>
            </p:nvSpPr>
            <p:spPr bwMode="auto">
              <a:xfrm>
                <a:off x="532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P5</a:t>
                </a:r>
              </a:p>
            </p:txBody>
          </p:sp>
          <p:sp>
            <p:nvSpPr>
              <p:cNvPr id="141431" name="Text Box 119"/>
              <p:cNvSpPr txBox="1">
                <a:spLocks noChangeArrowheads="1"/>
              </p:cNvSpPr>
              <p:nvPr/>
            </p:nvSpPr>
            <p:spPr bwMode="auto">
              <a:xfrm>
                <a:off x="235" y="1821"/>
                <a:ext cx="310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R6</a:t>
                </a:r>
              </a:p>
            </p:txBody>
          </p:sp>
        </p:grpSp>
        <p:grpSp>
          <p:nvGrpSpPr>
            <p:cNvPr id="141432" name="Group 120"/>
            <p:cNvGrpSpPr>
              <a:grpSpLocks/>
            </p:cNvGrpSpPr>
            <p:nvPr/>
          </p:nvGrpSpPr>
          <p:grpSpPr bwMode="auto">
            <a:xfrm>
              <a:off x="235" y="1965"/>
              <a:ext cx="1161" cy="233"/>
              <a:chOff x="235" y="1965"/>
              <a:chExt cx="1161" cy="233"/>
            </a:xfrm>
          </p:grpSpPr>
          <p:sp>
            <p:nvSpPr>
              <p:cNvPr id="141433" name="Rectangle 121"/>
              <p:cNvSpPr>
                <a:spLocks noChangeArrowheads="1"/>
              </p:cNvSpPr>
              <p:nvPr/>
            </p:nvSpPr>
            <p:spPr bwMode="auto">
              <a:xfrm>
                <a:off x="532" y="2016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P6</a:t>
                </a:r>
              </a:p>
            </p:txBody>
          </p:sp>
          <p:sp>
            <p:nvSpPr>
              <p:cNvPr id="141434" name="Text Box 122"/>
              <p:cNvSpPr txBox="1">
                <a:spLocks noChangeArrowheads="1"/>
              </p:cNvSpPr>
              <p:nvPr/>
            </p:nvSpPr>
            <p:spPr bwMode="auto">
              <a:xfrm>
                <a:off x="235" y="1965"/>
                <a:ext cx="310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R7</a:t>
                </a:r>
              </a:p>
            </p:txBody>
          </p:sp>
        </p:grpSp>
        <p:grpSp>
          <p:nvGrpSpPr>
            <p:cNvPr id="141435" name="Group 123"/>
            <p:cNvGrpSpPr>
              <a:grpSpLocks/>
            </p:cNvGrpSpPr>
            <p:nvPr/>
          </p:nvGrpSpPr>
          <p:grpSpPr bwMode="auto">
            <a:xfrm>
              <a:off x="235" y="957"/>
              <a:ext cx="1161" cy="233"/>
              <a:chOff x="235" y="957"/>
              <a:chExt cx="1161" cy="233"/>
            </a:xfrm>
          </p:grpSpPr>
          <p:sp>
            <p:nvSpPr>
              <p:cNvPr id="141436" name="Rectangle 124"/>
              <p:cNvSpPr>
                <a:spLocks noChangeArrowheads="1"/>
              </p:cNvSpPr>
              <p:nvPr/>
            </p:nvSpPr>
            <p:spPr bwMode="auto">
              <a:xfrm>
                <a:off x="532" y="100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1437" name="Text Box 125"/>
              <p:cNvSpPr txBox="1">
                <a:spLocks noChangeArrowheads="1"/>
              </p:cNvSpPr>
              <p:nvPr/>
            </p:nvSpPr>
            <p:spPr bwMode="auto">
              <a:xfrm>
                <a:off x="235" y="957"/>
                <a:ext cx="310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R0</a:t>
                </a:r>
              </a:p>
            </p:txBody>
          </p:sp>
        </p:grpSp>
        <p:grpSp>
          <p:nvGrpSpPr>
            <p:cNvPr id="141438" name="Group 126"/>
            <p:cNvGrpSpPr>
              <a:grpSpLocks/>
            </p:cNvGrpSpPr>
            <p:nvPr/>
          </p:nvGrpSpPr>
          <p:grpSpPr bwMode="auto">
            <a:xfrm>
              <a:off x="235" y="1101"/>
              <a:ext cx="1161" cy="233"/>
              <a:chOff x="235" y="1101"/>
              <a:chExt cx="1161" cy="233"/>
            </a:xfrm>
          </p:grpSpPr>
          <p:sp>
            <p:nvSpPr>
              <p:cNvPr id="141439" name="Rectangle 127"/>
              <p:cNvSpPr>
                <a:spLocks noChangeArrowheads="1"/>
              </p:cNvSpPr>
              <p:nvPr/>
            </p:nvSpPr>
            <p:spPr bwMode="auto">
              <a:xfrm>
                <a:off x="532" y="115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P8</a:t>
                </a:r>
              </a:p>
            </p:txBody>
          </p:sp>
          <p:sp>
            <p:nvSpPr>
              <p:cNvPr id="141440" name="Text Box 128"/>
              <p:cNvSpPr txBox="1">
                <a:spLocks noChangeArrowheads="1"/>
              </p:cNvSpPr>
              <p:nvPr/>
            </p:nvSpPr>
            <p:spPr bwMode="auto">
              <a:xfrm>
                <a:off x="235" y="1101"/>
                <a:ext cx="310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R1</a:t>
                </a:r>
              </a:p>
            </p:txBody>
          </p:sp>
        </p:grpSp>
        <p:grpSp>
          <p:nvGrpSpPr>
            <p:cNvPr id="141441" name="Group 129"/>
            <p:cNvGrpSpPr>
              <a:grpSpLocks/>
            </p:cNvGrpSpPr>
            <p:nvPr/>
          </p:nvGrpSpPr>
          <p:grpSpPr bwMode="auto">
            <a:xfrm>
              <a:off x="235" y="1245"/>
              <a:ext cx="1161" cy="233"/>
              <a:chOff x="235" y="1245"/>
              <a:chExt cx="1161" cy="233"/>
            </a:xfrm>
          </p:grpSpPr>
          <p:sp>
            <p:nvSpPr>
              <p:cNvPr id="141442" name="Rectangle 130"/>
              <p:cNvSpPr>
                <a:spLocks noChangeArrowheads="1"/>
              </p:cNvSpPr>
              <p:nvPr/>
            </p:nvSpPr>
            <p:spPr bwMode="auto">
              <a:xfrm>
                <a:off x="532" y="1296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1443" name="Text Box 131"/>
              <p:cNvSpPr txBox="1">
                <a:spLocks noChangeArrowheads="1"/>
              </p:cNvSpPr>
              <p:nvPr/>
            </p:nvSpPr>
            <p:spPr bwMode="auto">
              <a:xfrm>
                <a:off x="235" y="1245"/>
                <a:ext cx="310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R2</a:t>
                </a:r>
              </a:p>
            </p:txBody>
          </p:sp>
        </p:grpSp>
        <p:grpSp>
          <p:nvGrpSpPr>
            <p:cNvPr id="141444" name="Group 132"/>
            <p:cNvGrpSpPr>
              <a:grpSpLocks/>
            </p:cNvGrpSpPr>
            <p:nvPr/>
          </p:nvGrpSpPr>
          <p:grpSpPr bwMode="auto">
            <a:xfrm>
              <a:off x="235" y="1389"/>
              <a:ext cx="1161" cy="233"/>
              <a:chOff x="235" y="1389"/>
              <a:chExt cx="1161" cy="233"/>
            </a:xfrm>
          </p:grpSpPr>
          <p:sp>
            <p:nvSpPr>
              <p:cNvPr id="141445" name="Rectangle 133"/>
              <p:cNvSpPr>
                <a:spLocks noChangeArrowheads="1"/>
              </p:cNvSpPr>
              <p:nvPr/>
            </p:nvSpPr>
            <p:spPr bwMode="auto">
              <a:xfrm>
                <a:off x="532" y="144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P7</a:t>
                </a:r>
              </a:p>
            </p:txBody>
          </p:sp>
          <p:sp>
            <p:nvSpPr>
              <p:cNvPr id="141446" name="Text Box 134"/>
              <p:cNvSpPr txBox="1">
                <a:spLocks noChangeArrowheads="1"/>
              </p:cNvSpPr>
              <p:nvPr/>
            </p:nvSpPr>
            <p:spPr bwMode="auto">
              <a:xfrm>
                <a:off x="235" y="1389"/>
                <a:ext cx="310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R3</a:t>
                </a:r>
              </a:p>
            </p:txBody>
          </p:sp>
        </p:grpSp>
        <p:grpSp>
          <p:nvGrpSpPr>
            <p:cNvPr id="141447" name="Group 135"/>
            <p:cNvGrpSpPr>
              <a:grpSpLocks/>
            </p:cNvGrpSpPr>
            <p:nvPr/>
          </p:nvGrpSpPr>
          <p:grpSpPr bwMode="auto">
            <a:xfrm>
              <a:off x="235" y="1533"/>
              <a:ext cx="1161" cy="233"/>
              <a:chOff x="235" y="1533"/>
              <a:chExt cx="1161" cy="233"/>
            </a:xfrm>
          </p:grpSpPr>
          <p:sp>
            <p:nvSpPr>
              <p:cNvPr id="141448" name="Rectangle 136"/>
              <p:cNvSpPr>
                <a:spLocks noChangeArrowheads="1"/>
              </p:cNvSpPr>
              <p:nvPr/>
            </p:nvSpPr>
            <p:spPr bwMode="auto">
              <a:xfrm>
                <a:off x="532" y="158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1449" name="Text Box 137"/>
              <p:cNvSpPr txBox="1">
                <a:spLocks noChangeArrowheads="1"/>
              </p:cNvSpPr>
              <p:nvPr/>
            </p:nvSpPr>
            <p:spPr bwMode="auto">
              <a:xfrm>
                <a:off x="235" y="1533"/>
                <a:ext cx="310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R4</a:t>
                </a:r>
              </a:p>
            </p:txBody>
          </p:sp>
        </p:grpSp>
      </p:grpSp>
      <p:sp>
        <p:nvSpPr>
          <p:cNvPr id="141450" name="Text Box 138"/>
          <p:cNvSpPr txBox="1">
            <a:spLocks noChangeArrowheads="1"/>
          </p:cNvSpPr>
          <p:nvPr/>
        </p:nvSpPr>
        <p:spPr bwMode="auto">
          <a:xfrm>
            <a:off x="2089650" y="4287839"/>
            <a:ext cx="684803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i="1">
                <a:latin typeface="Verdana" pitchFamily="34" charset="0"/>
              </a:rPr>
              <a:t>ROB</a:t>
            </a:r>
          </a:p>
        </p:txBody>
      </p:sp>
      <p:sp>
        <p:nvSpPr>
          <p:cNvPr id="141451" name="Text Box 139"/>
          <p:cNvSpPr txBox="1">
            <a:spLocks noChangeArrowheads="1"/>
          </p:cNvSpPr>
          <p:nvPr/>
        </p:nvSpPr>
        <p:spPr bwMode="auto">
          <a:xfrm>
            <a:off x="2286001" y="1219201"/>
            <a:ext cx="1735139" cy="70788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i="1">
                <a:latin typeface="Verdana" pitchFamily="34" charset="0"/>
              </a:rPr>
              <a:t>Rename Table</a:t>
            </a:r>
          </a:p>
        </p:txBody>
      </p:sp>
      <p:sp>
        <p:nvSpPr>
          <p:cNvPr id="141452" name="Text Box 140"/>
          <p:cNvSpPr txBox="1">
            <a:spLocks noChangeArrowheads="1"/>
          </p:cNvSpPr>
          <p:nvPr/>
        </p:nvSpPr>
        <p:spPr bwMode="auto">
          <a:xfrm>
            <a:off x="4411720" y="1214438"/>
            <a:ext cx="1925527" cy="4001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i="1">
                <a:latin typeface="Verdana" pitchFamily="34" charset="0"/>
              </a:rPr>
              <a:t>Physical Regs</a:t>
            </a:r>
          </a:p>
        </p:txBody>
      </p:sp>
      <p:sp>
        <p:nvSpPr>
          <p:cNvPr id="141453" name="Text Box 141"/>
          <p:cNvSpPr txBox="1">
            <a:spLocks noChangeArrowheads="1"/>
          </p:cNvSpPr>
          <p:nvPr/>
        </p:nvSpPr>
        <p:spPr bwMode="auto">
          <a:xfrm>
            <a:off x="6608753" y="1290638"/>
            <a:ext cx="1282723" cy="4001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i="1">
                <a:latin typeface="Verdana" pitchFamily="34" charset="0"/>
              </a:rPr>
              <a:t>Free List</a:t>
            </a:r>
          </a:p>
        </p:txBody>
      </p:sp>
      <p:sp>
        <p:nvSpPr>
          <p:cNvPr id="141454" name="Rectangle 142"/>
          <p:cNvSpPr>
            <a:spLocks noChangeArrowheads="1"/>
          </p:cNvSpPr>
          <p:nvPr/>
        </p:nvSpPr>
        <p:spPr bwMode="auto">
          <a:xfrm>
            <a:off x="8077200" y="1981200"/>
            <a:ext cx="2895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r1, 0(r3)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r1, #4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sub r6, r7,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r3,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r6, 0(r1)</a:t>
            </a:r>
          </a:p>
        </p:txBody>
      </p:sp>
      <p:sp>
        <p:nvSpPr>
          <p:cNvPr id="141455" name="Rectangle 143"/>
          <p:cNvSpPr>
            <a:spLocks noChangeArrowheads="1"/>
          </p:cNvSpPr>
          <p:nvPr/>
        </p:nvSpPr>
        <p:spPr bwMode="auto">
          <a:xfrm>
            <a:off x="6096001" y="2819400"/>
            <a:ext cx="303213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</a:t>
            </a:r>
          </a:p>
        </p:txBody>
      </p:sp>
      <p:sp>
        <p:nvSpPr>
          <p:cNvPr id="141456" name="Rectangle 144"/>
          <p:cNvSpPr>
            <a:spLocks noChangeArrowheads="1"/>
          </p:cNvSpPr>
          <p:nvPr/>
        </p:nvSpPr>
        <p:spPr bwMode="auto">
          <a:xfrm>
            <a:off x="6096001" y="3048000"/>
            <a:ext cx="303213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</a:t>
            </a:r>
          </a:p>
        </p:txBody>
      </p:sp>
      <p:sp>
        <p:nvSpPr>
          <p:cNvPr id="141457" name="Rectangle 145"/>
          <p:cNvSpPr>
            <a:spLocks noChangeArrowheads="1"/>
          </p:cNvSpPr>
          <p:nvPr/>
        </p:nvSpPr>
        <p:spPr bwMode="auto">
          <a:xfrm>
            <a:off x="6096001" y="3276600"/>
            <a:ext cx="303213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</a:t>
            </a:r>
          </a:p>
        </p:txBody>
      </p:sp>
      <p:sp>
        <p:nvSpPr>
          <p:cNvPr id="141458" name="Rectangle 146"/>
          <p:cNvSpPr>
            <a:spLocks noChangeArrowheads="1"/>
          </p:cNvSpPr>
          <p:nvPr/>
        </p:nvSpPr>
        <p:spPr bwMode="auto">
          <a:xfrm>
            <a:off x="6096001" y="1676400"/>
            <a:ext cx="303213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endParaRPr lang="sv-SE">
              <a:latin typeface="Verdana" pitchFamily="34" charset="0"/>
            </a:endParaRPr>
          </a:p>
        </p:txBody>
      </p:sp>
      <p:sp>
        <p:nvSpPr>
          <p:cNvPr id="141459" name="Rectangle 147"/>
          <p:cNvSpPr>
            <a:spLocks noChangeArrowheads="1"/>
          </p:cNvSpPr>
          <p:nvPr/>
        </p:nvSpPr>
        <p:spPr bwMode="auto">
          <a:xfrm>
            <a:off x="6097589" y="4114800"/>
            <a:ext cx="303212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endParaRPr lang="sv-SE">
              <a:latin typeface="Verdana" pitchFamily="34" charset="0"/>
            </a:endParaRPr>
          </a:p>
        </p:txBody>
      </p:sp>
      <p:sp>
        <p:nvSpPr>
          <p:cNvPr id="141460" name="Rectangle 148"/>
          <p:cNvSpPr>
            <a:spLocks noChangeArrowheads="1"/>
          </p:cNvSpPr>
          <p:nvPr/>
        </p:nvSpPr>
        <p:spPr bwMode="auto">
          <a:xfrm>
            <a:off x="6096001" y="1905000"/>
            <a:ext cx="303213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endParaRPr lang="sv-SE">
              <a:latin typeface="Verdana" pitchFamily="34" charset="0"/>
            </a:endParaRPr>
          </a:p>
        </p:txBody>
      </p:sp>
      <p:sp>
        <p:nvSpPr>
          <p:cNvPr id="141461" name="Rectangle 149"/>
          <p:cNvSpPr>
            <a:spLocks noChangeArrowheads="1"/>
          </p:cNvSpPr>
          <p:nvPr/>
        </p:nvSpPr>
        <p:spPr bwMode="auto">
          <a:xfrm>
            <a:off x="6096001" y="2133600"/>
            <a:ext cx="303213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endParaRPr lang="sv-SE">
              <a:latin typeface="Verdana" pitchFamily="34" charset="0"/>
            </a:endParaRPr>
          </a:p>
        </p:txBody>
      </p:sp>
      <p:sp>
        <p:nvSpPr>
          <p:cNvPr id="141462" name="Rectangle 150"/>
          <p:cNvSpPr>
            <a:spLocks noChangeArrowheads="1"/>
          </p:cNvSpPr>
          <p:nvPr/>
        </p:nvSpPr>
        <p:spPr bwMode="auto">
          <a:xfrm>
            <a:off x="6096001" y="2362200"/>
            <a:ext cx="303213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endParaRPr lang="sv-SE">
              <a:latin typeface="Verdana" pitchFamily="34" charset="0"/>
            </a:endParaRPr>
          </a:p>
        </p:txBody>
      </p:sp>
      <p:sp>
        <p:nvSpPr>
          <p:cNvPr id="141463" name="Rectangle 151"/>
          <p:cNvSpPr>
            <a:spLocks noChangeArrowheads="1"/>
          </p:cNvSpPr>
          <p:nvPr/>
        </p:nvSpPr>
        <p:spPr bwMode="auto">
          <a:xfrm>
            <a:off x="6096001" y="2590800"/>
            <a:ext cx="303213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endParaRPr lang="sv-SE">
              <a:latin typeface="Verdana" pitchFamily="34" charset="0"/>
            </a:endParaRPr>
          </a:p>
        </p:txBody>
      </p:sp>
      <p:sp>
        <p:nvSpPr>
          <p:cNvPr id="141464" name="Line 152"/>
          <p:cNvSpPr>
            <a:spLocks noChangeShapeType="1"/>
          </p:cNvSpPr>
          <p:nvPr/>
        </p:nvSpPr>
        <p:spPr bwMode="auto">
          <a:xfrm>
            <a:off x="6096000" y="3505200"/>
            <a:ext cx="0" cy="609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41465" name="Line 153"/>
          <p:cNvSpPr>
            <a:spLocks noChangeShapeType="1"/>
          </p:cNvSpPr>
          <p:nvPr/>
        </p:nvSpPr>
        <p:spPr bwMode="auto">
          <a:xfrm>
            <a:off x="6399213" y="3505200"/>
            <a:ext cx="0" cy="609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41466" name="Rectangle 154"/>
          <p:cNvSpPr>
            <a:spLocks noChangeArrowheads="1"/>
          </p:cNvSpPr>
          <p:nvPr/>
        </p:nvSpPr>
        <p:spPr bwMode="auto">
          <a:xfrm>
            <a:off x="6858002" y="2819400"/>
            <a:ext cx="682625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spcBef>
                <a:spcPct val="50000"/>
              </a:spcBef>
            </a:pPr>
            <a:endParaRPr lang="sv-SE">
              <a:latin typeface="Verdana" pitchFamily="34" charset="0"/>
            </a:endParaRPr>
          </a:p>
        </p:txBody>
      </p:sp>
      <p:sp>
        <p:nvSpPr>
          <p:cNvPr id="141467" name="Rectangle 155"/>
          <p:cNvSpPr>
            <a:spLocks noChangeArrowheads="1"/>
          </p:cNvSpPr>
          <p:nvPr/>
        </p:nvSpPr>
        <p:spPr bwMode="auto">
          <a:xfrm>
            <a:off x="6858002" y="3048000"/>
            <a:ext cx="682625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spcBef>
                <a:spcPct val="50000"/>
              </a:spcBef>
            </a:pPr>
            <a:endParaRPr lang="sv-SE">
              <a:latin typeface="Verdana" pitchFamily="34" charset="0"/>
            </a:endParaRPr>
          </a:p>
        </p:txBody>
      </p:sp>
      <p:sp>
        <p:nvSpPr>
          <p:cNvPr id="141468" name="Rectangle 156"/>
          <p:cNvSpPr>
            <a:spLocks noChangeArrowheads="1"/>
          </p:cNvSpPr>
          <p:nvPr/>
        </p:nvSpPr>
        <p:spPr bwMode="auto">
          <a:xfrm>
            <a:off x="6858002" y="3276600"/>
            <a:ext cx="682625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spcBef>
                <a:spcPct val="50000"/>
              </a:spcBef>
            </a:pPr>
            <a:endParaRPr lang="sv-SE">
              <a:latin typeface="Verdana" pitchFamily="34" charset="0"/>
            </a:endParaRPr>
          </a:p>
        </p:txBody>
      </p:sp>
      <p:sp>
        <p:nvSpPr>
          <p:cNvPr id="141469" name="Rectangle 157"/>
          <p:cNvSpPr>
            <a:spLocks noChangeArrowheads="1"/>
          </p:cNvSpPr>
          <p:nvPr/>
        </p:nvSpPr>
        <p:spPr bwMode="auto">
          <a:xfrm>
            <a:off x="6858002" y="1676400"/>
            <a:ext cx="682625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P0</a:t>
            </a:r>
          </a:p>
        </p:txBody>
      </p:sp>
      <p:sp>
        <p:nvSpPr>
          <p:cNvPr id="141470" name="Rectangle 158"/>
          <p:cNvSpPr>
            <a:spLocks noChangeArrowheads="1"/>
          </p:cNvSpPr>
          <p:nvPr/>
        </p:nvSpPr>
        <p:spPr bwMode="auto">
          <a:xfrm>
            <a:off x="6861178" y="4114800"/>
            <a:ext cx="682625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endParaRPr lang="sv-SE">
              <a:latin typeface="Verdana" pitchFamily="34" charset="0"/>
            </a:endParaRPr>
          </a:p>
        </p:txBody>
      </p:sp>
      <p:sp>
        <p:nvSpPr>
          <p:cNvPr id="141471" name="Rectangle 159"/>
          <p:cNvSpPr>
            <a:spLocks noChangeArrowheads="1"/>
          </p:cNvSpPr>
          <p:nvPr/>
        </p:nvSpPr>
        <p:spPr bwMode="auto">
          <a:xfrm>
            <a:off x="6858002" y="1905000"/>
            <a:ext cx="682625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P1</a:t>
            </a:r>
          </a:p>
        </p:txBody>
      </p:sp>
      <p:sp>
        <p:nvSpPr>
          <p:cNvPr id="141472" name="Rectangle 160"/>
          <p:cNvSpPr>
            <a:spLocks noChangeArrowheads="1"/>
          </p:cNvSpPr>
          <p:nvPr/>
        </p:nvSpPr>
        <p:spPr bwMode="auto">
          <a:xfrm>
            <a:off x="6858002" y="2133600"/>
            <a:ext cx="682625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P3</a:t>
            </a:r>
          </a:p>
        </p:txBody>
      </p:sp>
      <p:sp>
        <p:nvSpPr>
          <p:cNvPr id="141473" name="Rectangle 161"/>
          <p:cNvSpPr>
            <a:spLocks noChangeArrowheads="1"/>
          </p:cNvSpPr>
          <p:nvPr/>
        </p:nvSpPr>
        <p:spPr bwMode="auto">
          <a:xfrm>
            <a:off x="6858002" y="2362200"/>
            <a:ext cx="682625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P2</a:t>
            </a:r>
          </a:p>
        </p:txBody>
      </p:sp>
      <p:sp>
        <p:nvSpPr>
          <p:cNvPr id="141474" name="Rectangle 162"/>
          <p:cNvSpPr>
            <a:spLocks noChangeArrowheads="1"/>
          </p:cNvSpPr>
          <p:nvPr/>
        </p:nvSpPr>
        <p:spPr bwMode="auto">
          <a:xfrm>
            <a:off x="6858002" y="2590800"/>
            <a:ext cx="682625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P4</a:t>
            </a:r>
          </a:p>
        </p:txBody>
      </p:sp>
      <p:sp>
        <p:nvSpPr>
          <p:cNvPr id="141475" name="Line 163"/>
          <p:cNvSpPr>
            <a:spLocks noChangeShapeType="1"/>
          </p:cNvSpPr>
          <p:nvPr/>
        </p:nvSpPr>
        <p:spPr bwMode="auto">
          <a:xfrm>
            <a:off x="6858000" y="3505200"/>
            <a:ext cx="0" cy="609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41476" name="Line 164"/>
          <p:cNvSpPr>
            <a:spLocks noChangeShapeType="1"/>
          </p:cNvSpPr>
          <p:nvPr/>
        </p:nvSpPr>
        <p:spPr bwMode="auto">
          <a:xfrm>
            <a:off x="7540625" y="3505200"/>
            <a:ext cx="0" cy="6096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41477" name="Text Box 165"/>
          <p:cNvSpPr txBox="1">
            <a:spLocks noChangeArrowheads="1"/>
          </p:cNvSpPr>
          <p:nvPr/>
        </p:nvSpPr>
        <p:spPr bwMode="auto">
          <a:xfrm>
            <a:off x="8534400" y="4664075"/>
            <a:ext cx="2133600" cy="163121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i="1">
                <a:latin typeface="Verdana" pitchFamily="34" charset="0"/>
              </a:rPr>
              <a:t>(LPRd requires third read port on Rename Table for each instruction)</a:t>
            </a:r>
          </a:p>
        </p:txBody>
      </p:sp>
      <p:grpSp>
        <p:nvGrpSpPr>
          <p:cNvPr id="141478" name="Group 166"/>
          <p:cNvGrpSpPr>
            <a:grpSpLocks/>
          </p:cNvGrpSpPr>
          <p:nvPr/>
        </p:nvGrpSpPr>
        <p:grpSpPr bwMode="auto">
          <a:xfrm>
            <a:off x="4262439" y="3424240"/>
            <a:ext cx="1833562" cy="369887"/>
            <a:chOff x="1677" y="1821"/>
            <a:chExt cx="1155" cy="233"/>
          </a:xfrm>
        </p:grpSpPr>
        <p:sp>
          <p:nvSpPr>
            <p:cNvPr id="141479" name="Rectangle 167"/>
            <p:cNvSpPr>
              <a:spLocks noChangeArrowheads="1"/>
            </p:cNvSpPr>
            <p:nvPr/>
          </p:nvSpPr>
          <p:spPr bwMode="auto">
            <a:xfrm>
              <a:off x="1968" y="1872"/>
              <a:ext cx="864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&lt;R1&gt;</a:t>
              </a:r>
            </a:p>
          </p:txBody>
        </p:sp>
        <p:sp>
          <p:nvSpPr>
            <p:cNvPr id="141480" name="Text Box 168"/>
            <p:cNvSpPr txBox="1">
              <a:spLocks noChangeArrowheads="1"/>
            </p:cNvSpPr>
            <p:nvPr/>
          </p:nvSpPr>
          <p:spPr bwMode="auto">
            <a:xfrm>
              <a:off x="1677" y="1821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P8</a:t>
              </a:r>
            </a:p>
          </p:txBody>
        </p:sp>
      </p:grpSp>
      <p:sp>
        <p:nvSpPr>
          <p:cNvPr id="141481" name="Rectangle 169"/>
          <p:cNvSpPr>
            <a:spLocks noChangeArrowheads="1"/>
          </p:cNvSpPr>
          <p:nvPr/>
        </p:nvSpPr>
        <p:spPr bwMode="auto">
          <a:xfrm>
            <a:off x="6096001" y="3505200"/>
            <a:ext cx="303213" cy="2286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725698527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609602"/>
            <a:ext cx="7772400" cy="500063"/>
          </a:xfrm>
        </p:spPr>
        <p:txBody>
          <a:bodyPr>
            <a:normAutofit fontScale="90000"/>
          </a:bodyPr>
          <a:lstStyle/>
          <a:p>
            <a:r>
              <a:rPr lang="en-US"/>
              <a:t>Physical Register Management</a:t>
            </a:r>
            <a:endParaRPr lang="en-US" sz="2800" i="1"/>
          </a:p>
        </p:txBody>
      </p:sp>
      <p:grpSp>
        <p:nvGrpSpPr>
          <p:cNvPr id="143363" name="Group 3"/>
          <p:cNvGrpSpPr>
            <a:grpSpLocks/>
          </p:cNvGrpSpPr>
          <p:nvPr/>
        </p:nvGrpSpPr>
        <p:grpSpPr bwMode="auto">
          <a:xfrm>
            <a:off x="2063753" y="4287838"/>
            <a:ext cx="6324601" cy="2265362"/>
            <a:chOff x="144" y="2557"/>
            <a:chExt cx="3984" cy="1427"/>
          </a:xfrm>
        </p:grpSpPr>
        <p:grpSp>
          <p:nvGrpSpPr>
            <p:cNvPr id="143364" name="Group 4"/>
            <p:cNvGrpSpPr>
              <a:grpSpLocks/>
            </p:cNvGrpSpPr>
            <p:nvPr/>
          </p:nvGrpSpPr>
          <p:grpSpPr bwMode="auto">
            <a:xfrm>
              <a:off x="144" y="2832"/>
              <a:ext cx="3984" cy="1152"/>
              <a:chOff x="144" y="2928"/>
              <a:chExt cx="3984" cy="1152"/>
            </a:xfrm>
          </p:grpSpPr>
          <p:sp>
            <p:nvSpPr>
              <p:cNvPr id="143365" name="Rectangle 5"/>
              <p:cNvSpPr>
                <a:spLocks noChangeArrowheads="1"/>
              </p:cNvSpPr>
              <p:nvPr/>
            </p:nvSpPr>
            <p:spPr bwMode="auto">
              <a:xfrm>
                <a:off x="672" y="292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op</a:t>
                </a:r>
              </a:p>
            </p:txBody>
          </p:sp>
          <p:sp>
            <p:nvSpPr>
              <p:cNvPr id="143366" name="Rectangle 6"/>
              <p:cNvSpPr>
                <a:spLocks noChangeArrowheads="1"/>
              </p:cNvSpPr>
              <p:nvPr/>
            </p:nvSpPr>
            <p:spPr bwMode="auto">
              <a:xfrm>
                <a:off x="1104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p1</a:t>
                </a:r>
              </a:p>
            </p:txBody>
          </p:sp>
          <p:sp>
            <p:nvSpPr>
              <p:cNvPr id="143367" name="Rectangle 7"/>
              <p:cNvSpPr>
                <a:spLocks noChangeArrowheads="1"/>
              </p:cNvSpPr>
              <p:nvPr/>
            </p:nvSpPr>
            <p:spPr bwMode="auto">
              <a:xfrm>
                <a:off x="1344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PR1</a:t>
                </a:r>
              </a:p>
            </p:txBody>
          </p:sp>
          <p:sp>
            <p:nvSpPr>
              <p:cNvPr id="143368" name="Rectangle 8"/>
              <p:cNvSpPr>
                <a:spLocks noChangeArrowheads="1"/>
              </p:cNvSpPr>
              <p:nvPr/>
            </p:nvSpPr>
            <p:spPr bwMode="auto">
              <a:xfrm>
                <a:off x="1872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p2</a:t>
                </a:r>
              </a:p>
            </p:txBody>
          </p:sp>
          <p:sp>
            <p:nvSpPr>
              <p:cNvPr id="143369" name="Rectangle 9"/>
              <p:cNvSpPr>
                <a:spLocks noChangeArrowheads="1"/>
              </p:cNvSpPr>
              <p:nvPr/>
            </p:nvSpPr>
            <p:spPr bwMode="auto">
              <a:xfrm>
                <a:off x="2112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PR2</a:t>
                </a:r>
              </a:p>
            </p:txBody>
          </p:sp>
          <p:sp>
            <p:nvSpPr>
              <p:cNvPr id="143370" name="Rectangle 10"/>
              <p:cNvSpPr>
                <a:spLocks noChangeArrowheads="1"/>
              </p:cNvSpPr>
              <p:nvPr/>
            </p:nvSpPr>
            <p:spPr bwMode="auto">
              <a:xfrm>
                <a:off x="432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ex</a:t>
                </a:r>
              </a:p>
            </p:txBody>
          </p:sp>
          <p:sp>
            <p:nvSpPr>
              <p:cNvPr id="143371" name="Rectangle 11"/>
              <p:cNvSpPr>
                <a:spLocks noChangeArrowheads="1"/>
              </p:cNvSpPr>
              <p:nvPr/>
            </p:nvSpPr>
            <p:spPr bwMode="auto">
              <a:xfrm>
                <a:off x="144" y="2928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use</a:t>
                </a:r>
              </a:p>
            </p:txBody>
          </p:sp>
          <p:sp>
            <p:nvSpPr>
              <p:cNvPr id="143372" name="Rectangle 12"/>
              <p:cNvSpPr>
                <a:spLocks noChangeArrowheads="1"/>
              </p:cNvSpPr>
              <p:nvPr/>
            </p:nvSpPr>
            <p:spPr bwMode="auto">
              <a:xfrm>
                <a:off x="672" y="307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73" name="Rectangle 13"/>
              <p:cNvSpPr>
                <a:spLocks noChangeArrowheads="1"/>
              </p:cNvSpPr>
              <p:nvPr/>
            </p:nvSpPr>
            <p:spPr bwMode="auto">
              <a:xfrm>
                <a:off x="1104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74" name="Rectangle 14"/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75" name="Rectangle 15"/>
              <p:cNvSpPr>
                <a:spLocks noChangeArrowheads="1"/>
              </p:cNvSpPr>
              <p:nvPr/>
            </p:nvSpPr>
            <p:spPr bwMode="auto">
              <a:xfrm>
                <a:off x="1872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76" name="Rectangle 16"/>
              <p:cNvSpPr>
                <a:spLocks noChangeArrowheads="1"/>
              </p:cNvSpPr>
              <p:nvPr/>
            </p:nvSpPr>
            <p:spPr bwMode="auto">
              <a:xfrm>
                <a:off x="2112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77" name="Rectangle 17"/>
              <p:cNvSpPr>
                <a:spLocks noChangeArrowheads="1"/>
              </p:cNvSpPr>
              <p:nvPr/>
            </p:nvSpPr>
            <p:spPr bwMode="auto">
              <a:xfrm>
                <a:off x="432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78" name="Rectangle 18"/>
              <p:cNvSpPr>
                <a:spLocks noChangeArrowheads="1"/>
              </p:cNvSpPr>
              <p:nvPr/>
            </p:nvSpPr>
            <p:spPr bwMode="auto">
              <a:xfrm>
                <a:off x="144" y="3072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79" name="Rectangle 19"/>
              <p:cNvSpPr>
                <a:spLocks noChangeArrowheads="1"/>
              </p:cNvSpPr>
              <p:nvPr/>
            </p:nvSpPr>
            <p:spPr bwMode="auto">
              <a:xfrm>
                <a:off x="672" y="321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80" name="Rectangle 20"/>
              <p:cNvSpPr>
                <a:spLocks noChangeArrowheads="1"/>
              </p:cNvSpPr>
              <p:nvPr/>
            </p:nvSpPr>
            <p:spPr bwMode="auto">
              <a:xfrm>
                <a:off x="1104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81" name="Rectangle 21"/>
              <p:cNvSpPr>
                <a:spLocks noChangeArrowheads="1"/>
              </p:cNvSpPr>
              <p:nvPr/>
            </p:nvSpPr>
            <p:spPr bwMode="auto">
              <a:xfrm>
                <a:off x="1344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82" name="Rectangle 22"/>
              <p:cNvSpPr>
                <a:spLocks noChangeArrowheads="1"/>
              </p:cNvSpPr>
              <p:nvPr/>
            </p:nvSpPr>
            <p:spPr bwMode="auto">
              <a:xfrm>
                <a:off x="1872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83" name="Rectangle 23"/>
              <p:cNvSpPr>
                <a:spLocks noChangeArrowheads="1"/>
              </p:cNvSpPr>
              <p:nvPr/>
            </p:nvSpPr>
            <p:spPr bwMode="auto">
              <a:xfrm>
                <a:off x="2112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84" name="Rectangle 24"/>
              <p:cNvSpPr>
                <a:spLocks noChangeArrowheads="1"/>
              </p:cNvSpPr>
              <p:nvPr/>
            </p:nvSpPr>
            <p:spPr bwMode="auto">
              <a:xfrm>
                <a:off x="432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85" name="Rectangle 25"/>
              <p:cNvSpPr>
                <a:spLocks noChangeArrowheads="1"/>
              </p:cNvSpPr>
              <p:nvPr/>
            </p:nvSpPr>
            <p:spPr bwMode="auto">
              <a:xfrm>
                <a:off x="144" y="3216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86" name="Rectangle 26"/>
              <p:cNvSpPr>
                <a:spLocks noChangeArrowheads="1"/>
              </p:cNvSpPr>
              <p:nvPr/>
            </p:nvSpPr>
            <p:spPr bwMode="auto">
              <a:xfrm>
                <a:off x="672" y="3360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87" name="Rectangle 27"/>
              <p:cNvSpPr>
                <a:spLocks noChangeArrowheads="1"/>
              </p:cNvSpPr>
              <p:nvPr/>
            </p:nvSpPr>
            <p:spPr bwMode="auto">
              <a:xfrm>
                <a:off x="1104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88" name="Rectangle 28"/>
              <p:cNvSpPr>
                <a:spLocks noChangeArrowheads="1"/>
              </p:cNvSpPr>
              <p:nvPr/>
            </p:nvSpPr>
            <p:spPr bwMode="auto">
              <a:xfrm>
                <a:off x="1344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89" name="Rectangle 29"/>
              <p:cNvSpPr>
                <a:spLocks noChangeArrowheads="1"/>
              </p:cNvSpPr>
              <p:nvPr/>
            </p:nvSpPr>
            <p:spPr bwMode="auto">
              <a:xfrm>
                <a:off x="1872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90" name="Rectangle 30"/>
              <p:cNvSpPr>
                <a:spLocks noChangeArrowheads="1"/>
              </p:cNvSpPr>
              <p:nvPr/>
            </p:nvSpPr>
            <p:spPr bwMode="auto">
              <a:xfrm>
                <a:off x="2112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91" name="Rectangle 31"/>
              <p:cNvSpPr>
                <a:spLocks noChangeArrowheads="1"/>
              </p:cNvSpPr>
              <p:nvPr/>
            </p:nvSpPr>
            <p:spPr bwMode="auto">
              <a:xfrm>
                <a:off x="432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92" name="Rectangle 32"/>
              <p:cNvSpPr>
                <a:spLocks noChangeArrowheads="1"/>
              </p:cNvSpPr>
              <p:nvPr/>
            </p:nvSpPr>
            <p:spPr bwMode="auto">
              <a:xfrm>
                <a:off x="144" y="3360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93" name="Rectangle 33"/>
              <p:cNvSpPr>
                <a:spLocks noChangeArrowheads="1"/>
              </p:cNvSpPr>
              <p:nvPr/>
            </p:nvSpPr>
            <p:spPr bwMode="auto">
              <a:xfrm>
                <a:off x="672" y="35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94" name="Rectangle 34"/>
              <p:cNvSpPr>
                <a:spLocks noChangeArrowheads="1"/>
              </p:cNvSpPr>
              <p:nvPr/>
            </p:nvSpPr>
            <p:spPr bwMode="auto">
              <a:xfrm>
                <a:off x="1104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95" name="Rectangle 35"/>
              <p:cNvSpPr>
                <a:spLocks noChangeArrowheads="1"/>
              </p:cNvSpPr>
              <p:nvPr/>
            </p:nvSpPr>
            <p:spPr bwMode="auto">
              <a:xfrm>
                <a:off x="1344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96" name="Rectangle 36"/>
              <p:cNvSpPr>
                <a:spLocks noChangeArrowheads="1"/>
              </p:cNvSpPr>
              <p:nvPr/>
            </p:nvSpPr>
            <p:spPr bwMode="auto">
              <a:xfrm>
                <a:off x="1872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97" name="Rectangle 37"/>
              <p:cNvSpPr>
                <a:spLocks noChangeArrowheads="1"/>
              </p:cNvSpPr>
              <p:nvPr/>
            </p:nvSpPr>
            <p:spPr bwMode="auto">
              <a:xfrm>
                <a:off x="2112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98" name="Rectangle 38"/>
              <p:cNvSpPr>
                <a:spLocks noChangeArrowheads="1"/>
              </p:cNvSpPr>
              <p:nvPr/>
            </p:nvSpPr>
            <p:spPr bwMode="auto">
              <a:xfrm>
                <a:off x="432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399" name="Rectangle 39"/>
              <p:cNvSpPr>
                <a:spLocks noChangeArrowheads="1"/>
              </p:cNvSpPr>
              <p:nvPr/>
            </p:nvSpPr>
            <p:spPr bwMode="auto">
              <a:xfrm>
                <a:off x="144" y="3504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00" name="Rectangle 40"/>
              <p:cNvSpPr>
                <a:spLocks noChangeArrowheads="1"/>
              </p:cNvSpPr>
              <p:nvPr/>
            </p:nvSpPr>
            <p:spPr bwMode="auto">
              <a:xfrm>
                <a:off x="672" y="364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01" name="Rectangle 41"/>
              <p:cNvSpPr>
                <a:spLocks noChangeArrowheads="1"/>
              </p:cNvSpPr>
              <p:nvPr/>
            </p:nvSpPr>
            <p:spPr bwMode="auto">
              <a:xfrm>
                <a:off x="1104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02" name="Rectangle 42"/>
              <p:cNvSpPr>
                <a:spLocks noChangeArrowheads="1"/>
              </p:cNvSpPr>
              <p:nvPr/>
            </p:nvSpPr>
            <p:spPr bwMode="auto">
              <a:xfrm>
                <a:off x="1344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03" name="Rectangle 43"/>
              <p:cNvSpPr>
                <a:spLocks noChangeArrowheads="1"/>
              </p:cNvSpPr>
              <p:nvPr/>
            </p:nvSpPr>
            <p:spPr bwMode="auto">
              <a:xfrm>
                <a:off x="1872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04" name="Rectangle 44"/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05" name="Rectangle 45"/>
              <p:cNvSpPr>
                <a:spLocks noChangeArrowheads="1"/>
              </p:cNvSpPr>
              <p:nvPr/>
            </p:nvSpPr>
            <p:spPr bwMode="auto">
              <a:xfrm>
                <a:off x="432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06" name="Rectangle 46"/>
              <p:cNvSpPr>
                <a:spLocks noChangeArrowheads="1"/>
              </p:cNvSpPr>
              <p:nvPr/>
            </p:nvSpPr>
            <p:spPr bwMode="auto">
              <a:xfrm>
                <a:off x="144" y="3648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07" name="Rectangle 47"/>
              <p:cNvSpPr>
                <a:spLocks noChangeArrowheads="1"/>
              </p:cNvSpPr>
              <p:nvPr/>
            </p:nvSpPr>
            <p:spPr bwMode="auto">
              <a:xfrm>
                <a:off x="672" y="379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08" name="Rectangle 48"/>
              <p:cNvSpPr>
                <a:spLocks noChangeArrowheads="1"/>
              </p:cNvSpPr>
              <p:nvPr/>
            </p:nvSpPr>
            <p:spPr bwMode="auto">
              <a:xfrm>
                <a:off x="1104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09" name="Rectangle 49"/>
              <p:cNvSpPr>
                <a:spLocks noChangeArrowheads="1"/>
              </p:cNvSpPr>
              <p:nvPr/>
            </p:nvSpPr>
            <p:spPr bwMode="auto">
              <a:xfrm>
                <a:off x="1344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10" name="Rectangle 50"/>
              <p:cNvSpPr>
                <a:spLocks noChangeArrowheads="1"/>
              </p:cNvSpPr>
              <p:nvPr/>
            </p:nvSpPr>
            <p:spPr bwMode="auto">
              <a:xfrm>
                <a:off x="1872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11" name="Rectangle 51"/>
              <p:cNvSpPr>
                <a:spLocks noChangeArrowheads="1"/>
              </p:cNvSpPr>
              <p:nvPr/>
            </p:nvSpPr>
            <p:spPr bwMode="auto">
              <a:xfrm>
                <a:off x="2112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12" name="Rectangle 52"/>
              <p:cNvSpPr>
                <a:spLocks noChangeArrowheads="1"/>
              </p:cNvSpPr>
              <p:nvPr/>
            </p:nvSpPr>
            <p:spPr bwMode="auto">
              <a:xfrm>
                <a:off x="432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13" name="Rectangle 53"/>
              <p:cNvSpPr>
                <a:spLocks noChangeArrowheads="1"/>
              </p:cNvSpPr>
              <p:nvPr/>
            </p:nvSpPr>
            <p:spPr bwMode="auto">
              <a:xfrm>
                <a:off x="144" y="3792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14" name="Rectangle 54"/>
              <p:cNvSpPr>
                <a:spLocks noChangeArrowheads="1"/>
              </p:cNvSpPr>
              <p:nvPr/>
            </p:nvSpPr>
            <p:spPr bwMode="auto">
              <a:xfrm>
                <a:off x="672" y="393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15" name="Rectangle 55"/>
              <p:cNvSpPr>
                <a:spLocks noChangeArrowheads="1"/>
              </p:cNvSpPr>
              <p:nvPr/>
            </p:nvSpPr>
            <p:spPr bwMode="auto">
              <a:xfrm>
                <a:off x="1104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16" name="Rectangle 56"/>
              <p:cNvSpPr>
                <a:spLocks noChangeArrowheads="1"/>
              </p:cNvSpPr>
              <p:nvPr/>
            </p:nvSpPr>
            <p:spPr bwMode="auto">
              <a:xfrm>
                <a:off x="1344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17" name="Rectangle 57"/>
              <p:cNvSpPr>
                <a:spLocks noChangeArrowheads="1"/>
              </p:cNvSpPr>
              <p:nvPr/>
            </p:nvSpPr>
            <p:spPr bwMode="auto">
              <a:xfrm>
                <a:off x="1872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18" name="Rectangle 58"/>
              <p:cNvSpPr>
                <a:spLocks noChangeArrowheads="1"/>
              </p:cNvSpPr>
              <p:nvPr/>
            </p:nvSpPr>
            <p:spPr bwMode="auto">
              <a:xfrm>
                <a:off x="2112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19" name="Rectangle 59"/>
              <p:cNvSpPr>
                <a:spLocks noChangeArrowheads="1"/>
              </p:cNvSpPr>
              <p:nvPr/>
            </p:nvSpPr>
            <p:spPr bwMode="auto">
              <a:xfrm>
                <a:off x="2640" y="292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Rd</a:t>
                </a:r>
              </a:p>
            </p:txBody>
          </p:sp>
          <p:sp>
            <p:nvSpPr>
              <p:cNvPr id="143420" name="Rectangle 60"/>
              <p:cNvSpPr>
                <a:spLocks noChangeArrowheads="1"/>
              </p:cNvSpPr>
              <p:nvPr/>
            </p:nvSpPr>
            <p:spPr bwMode="auto">
              <a:xfrm>
                <a:off x="2640" y="307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21" name="Rectangle 61"/>
              <p:cNvSpPr>
                <a:spLocks noChangeArrowheads="1"/>
              </p:cNvSpPr>
              <p:nvPr/>
            </p:nvSpPr>
            <p:spPr bwMode="auto">
              <a:xfrm>
                <a:off x="2640" y="321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22" name="Rectangle 62"/>
              <p:cNvSpPr>
                <a:spLocks noChangeArrowheads="1"/>
              </p:cNvSpPr>
              <p:nvPr/>
            </p:nvSpPr>
            <p:spPr bwMode="auto">
              <a:xfrm>
                <a:off x="2640" y="3360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23" name="Rectangle 63"/>
              <p:cNvSpPr>
                <a:spLocks noChangeArrowheads="1"/>
              </p:cNvSpPr>
              <p:nvPr/>
            </p:nvSpPr>
            <p:spPr bwMode="auto">
              <a:xfrm>
                <a:off x="2640" y="35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24" name="Rectangle 64"/>
              <p:cNvSpPr>
                <a:spLocks noChangeArrowheads="1"/>
              </p:cNvSpPr>
              <p:nvPr/>
            </p:nvSpPr>
            <p:spPr bwMode="auto">
              <a:xfrm>
                <a:off x="2640" y="364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25" name="Rectangle 65"/>
              <p:cNvSpPr>
                <a:spLocks noChangeArrowheads="1"/>
              </p:cNvSpPr>
              <p:nvPr/>
            </p:nvSpPr>
            <p:spPr bwMode="auto">
              <a:xfrm>
                <a:off x="2640" y="379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26" name="Rectangle 66"/>
              <p:cNvSpPr>
                <a:spLocks noChangeArrowheads="1"/>
              </p:cNvSpPr>
              <p:nvPr/>
            </p:nvSpPr>
            <p:spPr bwMode="auto">
              <a:xfrm>
                <a:off x="2640" y="393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27" name="Rectangle 67"/>
              <p:cNvSpPr>
                <a:spLocks noChangeArrowheads="1"/>
              </p:cNvSpPr>
              <p:nvPr/>
            </p:nvSpPr>
            <p:spPr bwMode="auto">
              <a:xfrm>
                <a:off x="432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28" name="Rectangle 68"/>
              <p:cNvSpPr>
                <a:spLocks noChangeArrowheads="1"/>
              </p:cNvSpPr>
              <p:nvPr/>
            </p:nvSpPr>
            <p:spPr bwMode="auto">
              <a:xfrm>
                <a:off x="144" y="3936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29" name="Rectangle 69"/>
              <p:cNvSpPr>
                <a:spLocks noChangeArrowheads="1"/>
              </p:cNvSpPr>
              <p:nvPr/>
            </p:nvSpPr>
            <p:spPr bwMode="auto">
              <a:xfrm>
                <a:off x="3600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PRd</a:t>
                </a:r>
              </a:p>
            </p:txBody>
          </p:sp>
          <p:sp>
            <p:nvSpPr>
              <p:cNvPr id="143430" name="Rectangle 70"/>
              <p:cNvSpPr>
                <a:spLocks noChangeArrowheads="1"/>
              </p:cNvSpPr>
              <p:nvPr/>
            </p:nvSpPr>
            <p:spPr bwMode="auto">
              <a:xfrm>
                <a:off x="3600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31" name="Rectangle 71"/>
              <p:cNvSpPr>
                <a:spLocks noChangeArrowheads="1"/>
              </p:cNvSpPr>
              <p:nvPr/>
            </p:nvSpPr>
            <p:spPr bwMode="auto">
              <a:xfrm>
                <a:off x="3600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32" name="Rectangle 72"/>
              <p:cNvSpPr>
                <a:spLocks noChangeArrowheads="1"/>
              </p:cNvSpPr>
              <p:nvPr/>
            </p:nvSpPr>
            <p:spPr bwMode="auto">
              <a:xfrm>
                <a:off x="3600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33" name="Rectangle 73"/>
              <p:cNvSpPr>
                <a:spLocks noChangeArrowheads="1"/>
              </p:cNvSpPr>
              <p:nvPr/>
            </p:nvSpPr>
            <p:spPr bwMode="auto">
              <a:xfrm>
                <a:off x="3600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34" name="Rectangle 74"/>
              <p:cNvSpPr>
                <a:spLocks noChangeArrowheads="1"/>
              </p:cNvSpPr>
              <p:nvPr/>
            </p:nvSpPr>
            <p:spPr bwMode="auto">
              <a:xfrm>
                <a:off x="3600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35" name="Rectangle 75"/>
              <p:cNvSpPr>
                <a:spLocks noChangeArrowheads="1"/>
              </p:cNvSpPr>
              <p:nvPr/>
            </p:nvSpPr>
            <p:spPr bwMode="auto">
              <a:xfrm>
                <a:off x="3600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36" name="Rectangle 76"/>
              <p:cNvSpPr>
                <a:spLocks noChangeArrowheads="1"/>
              </p:cNvSpPr>
              <p:nvPr/>
            </p:nvSpPr>
            <p:spPr bwMode="auto">
              <a:xfrm>
                <a:off x="3600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37" name="Rectangle 77"/>
              <p:cNvSpPr>
                <a:spLocks noChangeArrowheads="1"/>
              </p:cNvSpPr>
              <p:nvPr/>
            </p:nvSpPr>
            <p:spPr bwMode="auto">
              <a:xfrm>
                <a:off x="3072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LPRd</a:t>
                </a:r>
              </a:p>
            </p:txBody>
          </p:sp>
          <p:sp>
            <p:nvSpPr>
              <p:cNvPr id="143438" name="Rectangle 78"/>
              <p:cNvSpPr>
                <a:spLocks noChangeArrowheads="1"/>
              </p:cNvSpPr>
              <p:nvPr/>
            </p:nvSpPr>
            <p:spPr bwMode="auto">
              <a:xfrm>
                <a:off x="3072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39" name="Rectangle 79"/>
              <p:cNvSpPr>
                <a:spLocks noChangeArrowheads="1"/>
              </p:cNvSpPr>
              <p:nvPr/>
            </p:nvSpPr>
            <p:spPr bwMode="auto">
              <a:xfrm>
                <a:off x="3072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40" name="Rectangle 80"/>
              <p:cNvSpPr>
                <a:spLocks noChangeArrowheads="1"/>
              </p:cNvSpPr>
              <p:nvPr/>
            </p:nvSpPr>
            <p:spPr bwMode="auto">
              <a:xfrm>
                <a:off x="3072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41" name="Rectangle 81"/>
              <p:cNvSpPr>
                <a:spLocks noChangeArrowheads="1"/>
              </p:cNvSpPr>
              <p:nvPr/>
            </p:nvSpPr>
            <p:spPr bwMode="auto">
              <a:xfrm>
                <a:off x="3072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42" name="Rectangle 82"/>
              <p:cNvSpPr>
                <a:spLocks noChangeArrowheads="1"/>
              </p:cNvSpPr>
              <p:nvPr/>
            </p:nvSpPr>
            <p:spPr bwMode="auto">
              <a:xfrm>
                <a:off x="3072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43" name="Rectangle 83"/>
              <p:cNvSpPr>
                <a:spLocks noChangeArrowheads="1"/>
              </p:cNvSpPr>
              <p:nvPr/>
            </p:nvSpPr>
            <p:spPr bwMode="auto">
              <a:xfrm>
                <a:off x="3072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44" name="Rectangle 84"/>
              <p:cNvSpPr>
                <a:spLocks noChangeArrowheads="1"/>
              </p:cNvSpPr>
              <p:nvPr/>
            </p:nvSpPr>
            <p:spPr bwMode="auto">
              <a:xfrm>
                <a:off x="3072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</p:grpSp>
        <p:sp>
          <p:nvSpPr>
            <p:cNvPr id="143445" name="Text Box 85"/>
            <p:cNvSpPr txBox="1">
              <a:spLocks noChangeArrowheads="1"/>
            </p:cNvSpPr>
            <p:nvPr/>
          </p:nvSpPr>
          <p:spPr bwMode="auto">
            <a:xfrm>
              <a:off x="164" y="2557"/>
              <a:ext cx="431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>
                  <a:latin typeface="Verdana" pitchFamily="34" charset="0"/>
                </a:rPr>
                <a:t>ROB</a:t>
              </a:r>
            </a:p>
          </p:txBody>
        </p:sp>
      </p:grpSp>
      <p:sp>
        <p:nvSpPr>
          <p:cNvPr id="143446" name="Rectangle 86"/>
          <p:cNvSpPr>
            <a:spLocks noChangeArrowheads="1"/>
          </p:cNvSpPr>
          <p:nvPr/>
        </p:nvSpPr>
        <p:spPr bwMode="auto">
          <a:xfrm>
            <a:off x="8083551" y="1981200"/>
            <a:ext cx="2895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r1, 0(r3)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r1, #4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sub r6, r7,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r3,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r6, 0(r1)</a:t>
            </a:r>
          </a:p>
        </p:txBody>
      </p:sp>
      <p:grpSp>
        <p:nvGrpSpPr>
          <p:cNvPr id="143447" name="Group 87"/>
          <p:cNvGrpSpPr>
            <a:grpSpLocks/>
          </p:cNvGrpSpPr>
          <p:nvPr/>
        </p:nvGrpSpPr>
        <p:grpSpPr bwMode="auto">
          <a:xfrm>
            <a:off x="6613528" y="1290639"/>
            <a:ext cx="1282700" cy="3052762"/>
            <a:chOff x="3010" y="669"/>
            <a:chExt cx="808" cy="1923"/>
          </a:xfrm>
        </p:grpSpPr>
        <p:sp>
          <p:nvSpPr>
            <p:cNvPr id="143448" name="Text Box 88"/>
            <p:cNvSpPr txBox="1">
              <a:spLocks noChangeArrowheads="1"/>
            </p:cNvSpPr>
            <p:nvPr/>
          </p:nvSpPr>
          <p:spPr bwMode="auto">
            <a:xfrm>
              <a:off x="3010" y="669"/>
              <a:ext cx="808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Free List</a:t>
              </a:r>
            </a:p>
          </p:txBody>
        </p:sp>
        <p:sp>
          <p:nvSpPr>
            <p:cNvPr id="143449" name="Rectangle 89"/>
            <p:cNvSpPr>
              <a:spLocks noChangeArrowheads="1"/>
            </p:cNvSpPr>
            <p:nvPr/>
          </p:nvSpPr>
          <p:spPr bwMode="auto">
            <a:xfrm>
              <a:off x="3168" y="1632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3450" name="Rectangle 90"/>
            <p:cNvSpPr>
              <a:spLocks noChangeArrowheads="1"/>
            </p:cNvSpPr>
            <p:nvPr/>
          </p:nvSpPr>
          <p:spPr bwMode="auto">
            <a:xfrm>
              <a:off x="3168" y="1776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3451" name="Rectangle 91"/>
            <p:cNvSpPr>
              <a:spLocks noChangeArrowheads="1"/>
            </p:cNvSpPr>
            <p:nvPr/>
          </p:nvSpPr>
          <p:spPr bwMode="auto">
            <a:xfrm>
              <a:off x="3168" y="1920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3452" name="Rectangle 92"/>
            <p:cNvSpPr>
              <a:spLocks noChangeArrowheads="1"/>
            </p:cNvSpPr>
            <p:nvPr/>
          </p:nvSpPr>
          <p:spPr bwMode="auto">
            <a:xfrm>
              <a:off x="3168" y="912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P0</a:t>
              </a:r>
            </a:p>
          </p:txBody>
        </p:sp>
        <p:sp>
          <p:nvSpPr>
            <p:cNvPr id="143453" name="Rectangle 93"/>
            <p:cNvSpPr>
              <a:spLocks noChangeArrowheads="1"/>
            </p:cNvSpPr>
            <p:nvPr/>
          </p:nvSpPr>
          <p:spPr bwMode="auto">
            <a:xfrm>
              <a:off x="3170" y="2448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3454" name="Rectangle 94"/>
            <p:cNvSpPr>
              <a:spLocks noChangeArrowheads="1"/>
            </p:cNvSpPr>
            <p:nvPr/>
          </p:nvSpPr>
          <p:spPr bwMode="auto">
            <a:xfrm>
              <a:off x="3168" y="1056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P1</a:t>
              </a:r>
            </a:p>
          </p:txBody>
        </p:sp>
        <p:sp>
          <p:nvSpPr>
            <p:cNvPr id="143455" name="Rectangle 95"/>
            <p:cNvSpPr>
              <a:spLocks noChangeArrowheads="1"/>
            </p:cNvSpPr>
            <p:nvPr/>
          </p:nvSpPr>
          <p:spPr bwMode="auto">
            <a:xfrm>
              <a:off x="3168" y="1200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P3</a:t>
              </a:r>
            </a:p>
          </p:txBody>
        </p:sp>
        <p:sp>
          <p:nvSpPr>
            <p:cNvPr id="143456" name="Rectangle 96"/>
            <p:cNvSpPr>
              <a:spLocks noChangeArrowheads="1"/>
            </p:cNvSpPr>
            <p:nvPr/>
          </p:nvSpPr>
          <p:spPr bwMode="auto">
            <a:xfrm>
              <a:off x="3168" y="1344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P2</a:t>
              </a:r>
            </a:p>
          </p:txBody>
        </p:sp>
        <p:sp>
          <p:nvSpPr>
            <p:cNvPr id="143457" name="Rectangle 97"/>
            <p:cNvSpPr>
              <a:spLocks noChangeArrowheads="1"/>
            </p:cNvSpPr>
            <p:nvPr/>
          </p:nvSpPr>
          <p:spPr bwMode="auto">
            <a:xfrm>
              <a:off x="3168" y="1488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P4</a:t>
              </a:r>
            </a:p>
          </p:txBody>
        </p:sp>
        <p:sp>
          <p:nvSpPr>
            <p:cNvPr id="143458" name="Line 98"/>
            <p:cNvSpPr>
              <a:spLocks noChangeShapeType="1"/>
            </p:cNvSpPr>
            <p:nvPr/>
          </p:nvSpPr>
          <p:spPr bwMode="auto">
            <a:xfrm>
              <a:off x="316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3459" name="Line 99"/>
            <p:cNvSpPr>
              <a:spLocks noChangeShapeType="1"/>
            </p:cNvSpPr>
            <p:nvPr/>
          </p:nvSpPr>
          <p:spPr bwMode="auto">
            <a:xfrm>
              <a:off x="359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</p:grpSp>
      <p:grpSp>
        <p:nvGrpSpPr>
          <p:cNvPr id="143460" name="Group 100"/>
          <p:cNvGrpSpPr>
            <a:grpSpLocks/>
          </p:cNvGrpSpPr>
          <p:nvPr/>
        </p:nvGrpSpPr>
        <p:grpSpPr bwMode="auto">
          <a:xfrm>
            <a:off x="4268791" y="1214440"/>
            <a:ext cx="2138363" cy="3189287"/>
            <a:chOff x="1533" y="621"/>
            <a:chExt cx="1347" cy="2009"/>
          </a:xfrm>
        </p:grpSpPr>
        <p:grpSp>
          <p:nvGrpSpPr>
            <p:cNvPr id="143461" name="Group 101"/>
            <p:cNvGrpSpPr>
              <a:grpSpLocks/>
            </p:cNvGrpSpPr>
            <p:nvPr/>
          </p:nvGrpSpPr>
          <p:grpSpPr bwMode="auto">
            <a:xfrm>
              <a:off x="1533" y="1581"/>
              <a:ext cx="1155" cy="233"/>
              <a:chOff x="1677" y="1533"/>
              <a:chExt cx="1155" cy="233"/>
            </a:xfrm>
          </p:grpSpPr>
          <p:sp>
            <p:nvSpPr>
              <p:cNvPr id="143462" name="Rectangle 102"/>
              <p:cNvSpPr>
                <a:spLocks noChangeArrowheads="1"/>
              </p:cNvSpPr>
              <p:nvPr/>
            </p:nvSpPr>
            <p:spPr bwMode="auto">
              <a:xfrm>
                <a:off x="1968" y="158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&lt;R6&gt;</a:t>
                </a:r>
              </a:p>
            </p:txBody>
          </p:sp>
          <p:sp>
            <p:nvSpPr>
              <p:cNvPr id="143463" name="Text Box 103"/>
              <p:cNvSpPr txBox="1">
                <a:spLocks noChangeArrowheads="1"/>
              </p:cNvSpPr>
              <p:nvPr/>
            </p:nvSpPr>
            <p:spPr bwMode="auto">
              <a:xfrm>
                <a:off x="1677" y="1533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P5</a:t>
                </a:r>
              </a:p>
            </p:txBody>
          </p:sp>
        </p:grpSp>
        <p:grpSp>
          <p:nvGrpSpPr>
            <p:cNvPr id="143464" name="Group 104"/>
            <p:cNvGrpSpPr>
              <a:grpSpLocks/>
            </p:cNvGrpSpPr>
            <p:nvPr/>
          </p:nvGrpSpPr>
          <p:grpSpPr bwMode="auto">
            <a:xfrm>
              <a:off x="1533" y="1725"/>
              <a:ext cx="1155" cy="233"/>
              <a:chOff x="1677" y="1677"/>
              <a:chExt cx="1155" cy="233"/>
            </a:xfrm>
          </p:grpSpPr>
          <p:sp>
            <p:nvSpPr>
              <p:cNvPr id="143465" name="Rectangle 105"/>
              <p:cNvSpPr>
                <a:spLocks noChangeArrowheads="1"/>
              </p:cNvSpPr>
              <p:nvPr/>
            </p:nvSpPr>
            <p:spPr bwMode="auto">
              <a:xfrm>
                <a:off x="1968" y="172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&lt;R7&gt;</a:t>
                </a:r>
              </a:p>
            </p:txBody>
          </p:sp>
          <p:sp>
            <p:nvSpPr>
              <p:cNvPr id="143466" name="Text Box 106"/>
              <p:cNvSpPr txBox="1">
                <a:spLocks noChangeArrowheads="1"/>
              </p:cNvSpPr>
              <p:nvPr/>
            </p:nvSpPr>
            <p:spPr bwMode="auto">
              <a:xfrm>
                <a:off x="1677" y="1677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P6</a:t>
                </a:r>
              </a:p>
            </p:txBody>
          </p:sp>
        </p:grpSp>
        <p:grpSp>
          <p:nvGrpSpPr>
            <p:cNvPr id="143467" name="Group 107"/>
            <p:cNvGrpSpPr>
              <a:grpSpLocks/>
            </p:cNvGrpSpPr>
            <p:nvPr/>
          </p:nvGrpSpPr>
          <p:grpSpPr bwMode="auto">
            <a:xfrm>
              <a:off x="1533" y="1869"/>
              <a:ext cx="1155" cy="233"/>
              <a:chOff x="1677" y="1821"/>
              <a:chExt cx="1155" cy="233"/>
            </a:xfrm>
          </p:grpSpPr>
          <p:sp>
            <p:nvSpPr>
              <p:cNvPr id="143468" name="Rectangle 108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&lt;R3&gt;</a:t>
                </a:r>
              </a:p>
            </p:txBody>
          </p:sp>
          <p:sp>
            <p:nvSpPr>
              <p:cNvPr id="143469" name="Text Box 109"/>
              <p:cNvSpPr txBox="1">
                <a:spLocks noChangeArrowheads="1"/>
              </p:cNvSpPr>
              <p:nvPr/>
            </p:nvSpPr>
            <p:spPr bwMode="auto">
              <a:xfrm>
                <a:off x="1677" y="182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P7</a:t>
                </a:r>
              </a:p>
            </p:txBody>
          </p:sp>
        </p:grpSp>
        <p:grpSp>
          <p:nvGrpSpPr>
            <p:cNvPr id="143470" name="Group 110"/>
            <p:cNvGrpSpPr>
              <a:grpSpLocks/>
            </p:cNvGrpSpPr>
            <p:nvPr/>
          </p:nvGrpSpPr>
          <p:grpSpPr bwMode="auto">
            <a:xfrm>
              <a:off x="1533" y="861"/>
              <a:ext cx="1155" cy="233"/>
              <a:chOff x="1677" y="813"/>
              <a:chExt cx="1155" cy="233"/>
            </a:xfrm>
          </p:grpSpPr>
          <p:sp>
            <p:nvSpPr>
              <p:cNvPr id="143471" name="Rectangle 111"/>
              <p:cNvSpPr>
                <a:spLocks noChangeArrowheads="1"/>
              </p:cNvSpPr>
              <p:nvPr/>
            </p:nvSpPr>
            <p:spPr bwMode="auto">
              <a:xfrm>
                <a:off x="1968" y="86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72" name="Text Box 112"/>
              <p:cNvSpPr txBox="1">
                <a:spLocks noChangeArrowheads="1"/>
              </p:cNvSpPr>
              <p:nvPr/>
            </p:nvSpPr>
            <p:spPr bwMode="auto">
              <a:xfrm>
                <a:off x="1677" y="813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P0</a:t>
                </a:r>
              </a:p>
            </p:txBody>
          </p:sp>
        </p:grpSp>
        <p:grpSp>
          <p:nvGrpSpPr>
            <p:cNvPr id="143473" name="Group 113"/>
            <p:cNvGrpSpPr>
              <a:grpSpLocks/>
            </p:cNvGrpSpPr>
            <p:nvPr/>
          </p:nvGrpSpPr>
          <p:grpSpPr bwMode="auto">
            <a:xfrm>
              <a:off x="1538" y="2397"/>
              <a:ext cx="1154" cy="233"/>
              <a:chOff x="1682" y="2349"/>
              <a:chExt cx="1154" cy="233"/>
            </a:xfrm>
          </p:grpSpPr>
          <p:sp>
            <p:nvSpPr>
              <p:cNvPr id="143474" name="Rectangle 114"/>
              <p:cNvSpPr>
                <a:spLocks noChangeArrowheads="1"/>
              </p:cNvSpPr>
              <p:nvPr/>
            </p:nvSpPr>
            <p:spPr bwMode="auto">
              <a:xfrm>
                <a:off x="1972" y="240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75" name="Text Box 115"/>
              <p:cNvSpPr txBox="1">
                <a:spLocks noChangeArrowheads="1"/>
              </p:cNvSpPr>
              <p:nvPr/>
            </p:nvSpPr>
            <p:spPr bwMode="auto">
              <a:xfrm>
                <a:off x="1682" y="2349"/>
                <a:ext cx="296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Pn</a:t>
                </a:r>
              </a:p>
            </p:txBody>
          </p:sp>
        </p:grpSp>
        <p:grpSp>
          <p:nvGrpSpPr>
            <p:cNvPr id="143476" name="Group 116"/>
            <p:cNvGrpSpPr>
              <a:grpSpLocks/>
            </p:cNvGrpSpPr>
            <p:nvPr/>
          </p:nvGrpSpPr>
          <p:grpSpPr bwMode="auto">
            <a:xfrm>
              <a:off x="1533" y="1005"/>
              <a:ext cx="1155" cy="233"/>
              <a:chOff x="1677" y="957"/>
              <a:chExt cx="1155" cy="233"/>
            </a:xfrm>
          </p:grpSpPr>
          <p:sp>
            <p:nvSpPr>
              <p:cNvPr id="143477" name="Rectangle 117"/>
              <p:cNvSpPr>
                <a:spLocks noChangeArrowheads="1"/>
              </p:cNvSpPr>
              <p:nvPr/>
            </p:nvSpPr>
            <p:spPr bwMode="auto">
              <a:xfrm>
                <a:off x="1968" y="100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78" name="Text Box 118"/>
              <p:cNvSpPr txBox="1">
                <a:spLocks noChangeArrowheads="1"/>
              </p:cNvSpPr>
              <p:nvPr/>
            </p:nvSpPr>
            <p:spPr bwMode="auto">
              <a:xfrm>
                <a:off x="1677" y="957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P1</a:t>
                </a:r>
              </a:p>
            </p:txBody>
          </p:sp>
        </p:grpSp>
        <p:grpSp>
          <p:nvGrpSpPr>
            <p:cNvPr id="143479" name="Group 119"/>
            <p:cNvGrpSpPr>
              <a:grpSpLocks/>
            </p:cNvGrpSpPr>
            <p:nvPr/>
          </p:nvGrpSpPr>
          <p:grpSpPr bwMode="auto">
            <a:xfrm>
              <a:off x="1533" y="1149"/>
              <a:ext cx="1155" cy="233"/>
              <a:chOff x="1677" y="1101"/>
              <a:chExt cx="1155" cy="233"/>
            </a:xfrm>
          </p:grpSpPr>
          <p:sp>
            <p:nvSpPr>
              <p:cNvPr id="143480" name="Rectangle 120"/>
              <p:cNvSpPr>
                <a:spLocks noChangeArrowheads="1"/>
              </p:cNvSpPr>
              <p:nvPr/>
            </p:nvSpPr>
            <p:spPr bwMode="auto">
              <a:xfrm>
                <a:off x="1968" y="115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81" name="Text Box 121"/>
              <p:cNvSpPr txBox="1">
                <a:spLocks noChangeArrowheads="1"/>
              </p:cNvSpPr>
              <p:nvPr/>
            </p:nvSpPr>
            <p:spPr bwMode="auto">
              <a:xfrm>
                <a:off x="1677" y="110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P2</a:t>
                </a:r>
              </a:p>
            </p:txBody>
          </p:sp>
        </p:grpSp>
        <p:grpSp>
          <p:nvGrpSpPr>
            <p:cNvPr id="143482" name="Group 122"/>
            <p:cNvGrpSpPr>
              <a:grpSpLocks/>
            </p:cNvGrpSpPr>
            <p:nvPr/>
          </p:nvGrpSpPr>
          <p:grpSpPr bwMode="auto">
            <a:xfrm>
              <a:off x="1533" y="1293"/>
              <a:ext cx="1155" cy="233"/>
              <a:chOff x="1677" y="1245"/>
              <a:chExt cx="1155" cy="233"/>
            </a:xfrm>
          </p:grpSpPr>
          <p:sp>
            <p:nvSpPr>
              <p:cNvPr id="143483" name="Rectangle 123"/>
              <p:cNvSpPr>
                <a:spLocks noChangeArrowheads="1"/>
              </p:cNvSpPr>
              <p:nvPr/>
            </p:nvSpPr>
            <p:spPr bwMode="auto">
              <a:xfrm>
                <a:off x="1968" y="1296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84" name="Text Box 124"/>
              <p:cNvSpPr txBox="1">
                <a:spLocks noChangeArrowheads="1"/>
              </p:cNvSpPr>
              <p:nvPr/>
            </p:nvSpPr>
            <p:spPr bwMode="auto">
              <a:xfrm>
                <a:off x="1677" y="1245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P3</a:t>
                </a:r>
              </a:p>
            </p:txBody>
          </p:sp>
        </p:grpSp>
        <p:grpSp>
          <p:nvGrpSpPr>
            <p:cNvPr id="143485" name="Group 125"/>
            <p:cNvGrpSpPr>
              <a:grpSpLocks/>
            </p:cNvGrpSpPr>
            <p:nvPr/>
          </p:nvGrpSpPr>
          <p:grpSpPr bwMode="auto">
            <a:xfrm>
              <a:off x="1533" y="1437"/>
              <a:ext cx="1155" cy="233"/>
              <a:chOff x="1677" y="1389"/>
              <a:chExt cx="1155" cy="233"/>
            </a:xfrm>
          </p:grpSpPr>
          <p:sp>
            <p:nvSpPr>
              <p:cNvPr id="143486" name="Rectangle 126"/>
              <p:cNvSpPr>
                <a:spLocks noChangeArrowheads="1"/>
              </p:cNvSpPr>
              <p:nvPr/>
            </p:nvSpPr>
            <p:spPr bwMode="auto">
              <a:xfrm>
                <a:off x="1968" y="144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3487" name="Text Box 127"/>
              <p:cNvSpPr txBox="1">
                <a:spLocks noChangeArrowheads="1"/>
              </p:cNvSpPr>
              <p:nvPr/>
            </p:nvSpPr>
            <p:spPr bwMode="auto">
              <a:xfrm>
                <a:off x="1677" y="1389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P4</a:t>
                </a:r>
              </a:p>
            </p:txBody>
          </p:sp>
        </p:grpSp>
        <p:sp>
          <p:nvSpPr>
            <p:cNvPr id="143488" name="Line 128"/>
            <p:cNvSpPr>
              <a:spLocks noChangeShapeType="1"/>
            </p:cNvSpPr>
            <p:nvPr/>
          </p:nvSpPr>
          <p:spPr bwMode="auto">
            <a:xfrm>
              <a:off x="1824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3489" name="Line 129"/>
            <p:cNvSpPr>
              <a:spLocks noChangeShapeType="1"/>
            </p:cNvSpPr>
            <p:nvPr/>
          </p:nvSpPr>
          <p:spPr bwMode="auto">
            <a:xfrm>
              <a:off x="268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3490" name="Text Box 130"/>
            <p:cNvSpPr txBox="1">
              <a:spLocks noChangeArrowheads="1"/>
            </p:cNvSpPr>
            <p:nvPr/>
          </p:nvSpPr>
          <p:spPr bwMode="auto">
            <a:xfrm>
              <a:off x="1627" y="621"/>
              <a:ext cx="1213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Physical Regs</a:t>
              </a:r>
            </a:p>
          </p:txBody>
        </p:sp>
        <p:sp>
          <p:nvSpPr>
            <p:cNvPr id="143491" name="Rectangle 131"/>
            <p:cNvSpPr>
              <a:spLocks noChangeArrowheads="1"/>
            </p:cNvSpPr>
            <p:nvPr/>
          </p:nvSpPr>
          <p:spPr bwMode="auto">
            <a:xfrm>
              <a:off x="2688" y="1632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43492" name="Rectangle 132"/>
            <p:cNvSpPr>
              <a:spLocks noChangeArrowheads="1"/>
            </p:cNvSpPr>
            <p:nvPr/>
          </p:nvSpPr>
          <p:spPr bwMode="auto">
            <a:xfrm>
              <a:off x="2688" y="1776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43493" name="Rectangle 133"/>
            <p:cNvSpPr>
              <a:spLocks noChangeArrowheads="1"/>
            </p:cNvSpPr>
            <p:nvPr/>
          </p:nvSpPr>
          <p:spPr bwMode="auto">
            <a:xfrm>
              <a:off x="2688" y="1920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43494" name="Rectangle 134"/>
            <p:cNvSpPr>
              <a:spLocks noChangeArrowheads="1"/>
            </p:cNvSpPr>
            <p:nvPr/>
          </p:nvSpPr>
          <p:spPr bwMode="auto">
            <a:xfrm>
              <a:off x="2688" y="912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3495" name="Rectangle 135"/>
            <p:cNvSpPr>
              <a:spLocks noChangeArrowheads="1"/>
            </p:cNvSpPr>
            <p:nvPr/>
          </p:nvSpPr>
          <p:spPr bwMode="auto">
            <a:xfrm>
              <a:off x="2689" y="2448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3496" name="Rectangle 136"/>
            <p:cNvSpPr>
              <a:spLocks noChangeArrowheads="1"/>
            </p:cNvSpPr>
            <p:nvPr/>
          </p:nvSpPr>
          <p:spPr bwMode="auto">
            <a:xfrm>
              <a:off x="2688" y="1056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3497" name="Rectangle 137"/>
            <p:cNvSpPr>
              <a:spLocks noChangeArrowheads="1"/>
            </p:cNvSpPr>
            <p:nvPr/>
          </p:nvSpPr>
          <p:spPr bwMode="auto">
            <a:xfrm>
              <a:off x="2688" y="1200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3498" name="Rectangle 138"/>
            <p:cNvSpPr>
              <a:spLocks noChangeArrowheads="1"/>
            </p:cNvSpPr>
            <p:nvPr/>
          </p:nvSpPr>
          <p:spPr bwMode="auto">
            <a:xfrm>
              <a:off x="2688" y="1344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3499" name="Rectangle 139"/>
            <p:cNvSpPr>
              <a:spLocks noChangeArrowheads="1"/>
            </p:cNvSpPr>
            <p:nvPr/>
          </p:nvSpPr>
          <p:spPr bwMode="auto">
            <a:xfrm>
              <a:off x="2688" y="1488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3500" name="Line 140"/>
            <p:cNvSpPr>
              <a:spLocks noChangeShapeType="1"/>
            </p:cNvSpPr>
            <p:nvPr/>
          </p:nvSpPr>
          <p:spPr bwMode="auto">
            <a:xfrm>
              <a:off x="268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3501" name="Line 141"/>
            <p:cNvSpPr>
              <a:spLocks noChangeShapeType="1"/>
            </p:cNvSpPr>
            <p:nvPr/>
          </p:nvSpPr>
          <p:spPr bwMode="auto">
            <a:xfrm>
              <a:off x="2879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grpSp>
          <p:nvGrpSpPr>
            <p:cNvPr id="143502" name="Group 142"/>
            <p:cNvGrpSpPr>
              <a:grpSpLocks/>
            </p:cNvGrpSpPr>
            <p:nvPr/>
          </p:nvGrpSpPr>
          <p:grpSpPr bwMode="auto">
            <a:xfrm>
              <a:off x="1533" y="2013"/>
              <a:ext cx="1155" cy="233"/>
              <a:chOff x="1677" y="1821"/>
              <a:chExt cx="1155" cy="233"/>
            </a:xfrm>
          </p:grpSpPr>
          <p:sp>
            <p:nvSpPr>
              <p:cNvPr id="143503" name="Rectangle 143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&lt;R1&gt;</a:t>
                </a:r>
              </a:p>
            </p:txBody>
          </p:sp>
          <p:sp>
            <p:nvSpPr>
              <p:cNvPr id="143504" name="Text Box 144"/>
              <p:cNvSpPr txBox="1">
                <a:spLocks noChangeArrowheads="1"/>
              </p:cNvSpPr>
              <p:nvPr/>
            </p:nvSpPr>
            <p:spPr bwMode="auto">
              <a:xfrm>
                <a:off x="1677" y="182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P8</a:t>
                </a:r>
              </a:p>
            </p:txBody>
          </p:sp>
        </p:grpSp>
        <p:sp>
          <p:nvSpPr>
            <p:cNvPr id="143505" name="Rectangle 145"/>
            <p:cNvSpPr>
              <a:spLocks noChangeArrowheads="1"/>
            </p:cNvSpPr>
            <p:nvPr/>
          </p:nvSpPr>
          <p:spPr bwMode="auto">
            <a:xfrm>
              <a:off x="2688" y="2064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</p:grpSp>
      <p:sp>
        <p:nvSpPr>
          <p:cNvPr id="143506" name="Line 146"/>
          <p:cNvSpPr>
            <a:spLocks noChangeShapeType="1"/>
          </p:cNvSpPr>
          <p:nvPr/>
        </p:nvSpPr>
        <p:spPr bwMode="auto">
          <a:xfrm>
            <a:off x="7778751" y="2133600"/>
            <a:ext cx="304800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grpSp>
        <p:nvGrpSpPr>
          <p:cNvPr id="143507" name="Group 147"/>
          <p:cNvGrpSpPr>
            <a:grpSpLocks/>
          </p:cNvGrpSpPr>
          <p:nvPr/>
        </p:nvGrpSpPr>
        <p:grpSpPr bwMode="auto">
          <a:xfrm>
            <a:off x="6864351" y="1676400"/>
            <a:ext cx="685800" cy="228600"/>
            <a:chOff x="3168" y="912"/>
            <a:chExt cx="432" cy="144"/>
          </a:xfrm>
        </p:grpSpPr>
        <p:sp>
          <p:nvSpPr>
            <p:cNvPr id="143508" name="Line 148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3509" name="Line 149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43510" name="Text Box 150"/>
          <p:cNvSpPr txBox="1">
            <a:spLocks noChangeArrowheads="1"/>
          </p:cNvSpPr>
          <p:nvPr/>
        </p:nvSpPr>
        <p:spPr bwMode="auto">
          <a:xfrm>
            <a:off x="2063751" y="48768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  <a:latin typeface="Verdana" pitchFamily="34" charset="0"/>
              </a:rPr>
              <a:t>x          ld     p     P7                      r1               P0</a:t>
            </a:r>
          </a:p>
        </p:txBody>
      </p:sp>
      <p:grpSp>
        <p:nvGrpSpPr>
          <p:cNvPr id="143511" name="Group 151"/>
          <p:cNvGrpSpPr>
            <a:grpSpLocks/>
          </p:cNvGrpSpPr>
          <p:nvPr/>
        </p:nvGrpSpPr>
        <p:grpSpPr bwMode="auto">
          <a:xfrm>
            <a:off x="1979615" y="1219201"/>
            <a:ext cx="2047875" cy="2574925"/>
            <a:chOff x="91" y="624"/>
            <a:chExt cx="1290" cy="1622"/>
          </a:xfrm>
        </p:grpSpPr>
        <p:grpSp>
          <p:nvGrpSpPr>
            <p:cNvPr id="143512" name="Group 152"/>
            <p:cNvGrpSpPr>
              <a:grpSpLocks/>
            </p:cNvGrpSpPr>
            <p:nvPr/>
          </p:nvGrpSpPr>
          <p:grpSpPr bwMode="auto">
            <a:xfrm>
              <a:off x="91" y="1005"/>
              <a:ext cx="1161" cy="1241"/>
              <a:chOff x="235" y="957"/>
              <a:chExt cx="1161" cy="1241"/>
            </a:xfrm>
          </p:grpSpPr>
          <p:grpSp>
            <p:nvGrpSpPr>
              <p:cNvPr id="143513" name="Group 153"/>
              <p:cNvGrpSpPr>
                <a:grpSpLocks/>
              </p:cNvGrpSpPr>
              <p:nvPr/>
            </p:nvGrpSpPr>
            <p:grpSpPr bwMode="auto">
              <a:xfrm>
                <a:off x="235" y="1677"/>
                <a:ext cx="1161" cy="233"/>
                <a:chOff x="235" y="1677"/>
                <a:chExt cx="1161" cy="233"/>
              </a:xfrm>
            </p:grpSpPr>
            <p:sp>
              <p:nvSpPr>
                <p:cNvPr id="143514" name="Rectangle 154"/>
                <p:cNvSpPr>
                  <a:spLocks noChangeArrowheads="1"/>
                </p:cNvSpPr>
                <p:nvPr/>
              </p:nvSpPr>
              <p:spPr bwMode="auto">
                <a:xfrm>
                  <a:off x="532" y="1728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3515" name="Text Box 155"/>
                <p:cNvSpPr txBox="1">
                  <a:spLocks noChangeArrowheads="1"/>
                </p:cNvSpPr>
                <p:nvPr/>
              </p:nvSpPr>
              <p:spPr bwMode="auto">
                <a:xfrm>
                  <a:off x="235" y="1677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R5</a:t>
                  </a:r>
                </a:p>
              </p:txBody>
            </p:sp>
          </p:grpSp>
          <p:grpSp>
            <p:nvGrpSpPr>
              <p:cNvPr id="143516" name="Group 156"/>
              <p:cNvGrpSpPr>
                <a:grpSpLocks/>
              </p:cNvGrpSpPr>
              <p:nvPr/>
            </p:nvGrpSpPr>
            <p:grpSpPr bwMode="auto">
              <a:xfrm>
                <a:off x="235" y="1821"/>
                <a:ext cx="1161" cy="233"/>
                <a:chOff x="235" y="1821"/>
                <a:chExt cx="1161" cy="233"/>
              </a:xfrm>
            </p:grpSpPr>
            <p:sp>
              <p:nvSpPr>
                <p:cNvPr id="143517" name="Rectangle 157"/>
                <p:cNvSpPr>
                  <a:spLocks noChangeArrowheads="1"/>
                </p:cNvSpPr>
                <p:nvPr/>
              </p:nvSpPr>
              <p:spPr bwMode="auto">
                <a:xfrm>
                  <a:off x="532" y="1872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P5</a:t>
                  </a:r>
                </a:p>
              </p:txBody>
            </p:sp>
            <p:sp>
              <p:nvSpPr>
                <p:cNvPr id="143518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235" y="1821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R6</a:t>
                  </a:r>
                </a:p>
              </p:txBody>
            </p:sp>
          </p:grpSp>
          <p:grpSp>
            <p:nvGrpSpPr>
              <p:cNvPr id="143519" name="Group 159"/>
              <p:cNvGrpSpPr>
                <a:grpSpLocks/>
              </p:cNvGrpSpPr>
              <p:nvPr/>
            </p:nvGrpSpPr>
            <p:grpSpPr bwMode="auto">
              <a:xfrm>
                <a:off x="235" y="1965"/>
                <a:ext cx="1161" cy="233"/>
                <a:chOff x="235" y="1965"/>
                <a:chExt cx="1161" cy="233"/>
              </a:xfrm>
            </p:grpSpPr>
            <p:sp>
              <p:nvSpPr>
                <p:cNvPr id="143520" name="Rectangle 160"/>
                <p:cNvSpPr>
                  <a:spLocks noChangeArrowheads="1"/>
                </p:cNvSpPr>
                <p:nvPr/>
              </p:nvSpPr>
              <p:spPr bwMode="auto">
                <a:xfrm>
                  <a:off x="532" y="2016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P6</a:t>
                  </a:r>
                </a:p>
              </p:txBody>
            </p:sp>
            <p:sp>
              <p:nvSpPr>
                <p:cNvPr id="143521" name="Text Box 161"/>
                <p:cNvSpPr txBox="1">
                  <a:spLocks noChangeArrowheads="1"/>
                </p:cNvSpPr>
                <p:nvPr/>
              </p:nvSpPr>
              <p:spPr bwMode="auto">
                <a:xfrm>
                  <a:off x="235" y="1965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R7</a:t>
                  </a:r>
                </a:p>
              </p:txBody>
            </p:sp>
          </p:grpSp>
          <p:grpSp>
            <p:nvGrpSpPr>
              <p:cNvPr id="143522" name="Group 162"/>
              <p:cNvGrpSpPr>
                <a:grpSpLocks/>
              </p:cNvGrpSpPr>
              <p:nvPr/>
            </p:nvGrpSpPr>
            <p:grpSpPr bwMode="auto">
              <a:xfrm>
                <a:off x="235" y="957"/>
                <a:ext cx="1161" cy="233"/>
                <a:chOff x="235" y="957"/>
                <a:chExt cx="1161" cy="233"/>
              </a:xfrm>
            </p:grpSpPr>
            <p:sp>
              <p:nvSpPr>
                <p:cNvPr id="143523" name="Rectangle 163"/>
                <p:cNvSpPr>
                  <a:spLocks noChangeArrowheads="1"/>
                </p:cNvSpPr>
                <p:nvPr/>
              </p:nvSpPr>
              <p:spPr bwMode="auto">
                <a:xfrm>
                  <a:off x="532" y="1008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3524" name="Text Box 164"/>
                <p:cNvSpPr txBox="1">
                  <a:spLocks noChangeArrowheads="1"/>
                </p:cNvSpPr>
                <p:nvPr/>
              </p:nvSpPr>
              <p:spPr bwMode="auto">
                <a:xfrm>
                  <a:off x="235" y="957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R0</a:t>
                  </a:r>
                </a:p>
              </p:txBody>
            </p:sp>
          </p:grpSp>
          <p:grpSp>
            <p:nvGrpSpPr>
              <p:cNvPr id="143525" name="Group 165"/>
              <p:cNvGrpSpPr>
                <a:grpSpLocks/>
              </p:cNvGrpSpPr>
              <p:nvPr/>
            </p:nvGrpSpPr>
            <p:grpSpPr bwMode="auto">
              <a:xfrm>
                <a:off x="235" y="1101"/>
                <a:ext cx="1161" cy="233"/>
                <a:chOff x="235" y="1101"/>
                <a:chExt cx="1161" cy="233"/>
              </a:xfrm>
            </p:grpSpPr>
            <p:sp>
              <p:nvSpPr>
                <p:cNvPr id="143526" name="Rectangle 166"/>
                <p:cNvSpPr>
                  <a:spLocks noChangeArrowheads="1"/>
                </p:cNvSpPr>
                <p:nvPr/>
              </p:nvSpPr>
              <p:spPr bwMode="auto">
                <a:xfrm>
                  <a:off x="532" y="1152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P8</a:t>
                  </a:r>
                </a:p>
              </p:txBody>
            </p:sp>
            <p:sp>
              <p:nvSpPr>
                <p:cNvPr id="143527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235" y="1101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R1</a:t>
                  </a:r>
                </a:p>
              </p:txBody>
            </p:sp>
          </p:grpSp>
          <p:grpSp>
            <p:nvGrpSpPr>
              <p:cNvPr id="143528" name="Group 168"/>
              <p:cNvGrpSpPr>
                <a:grpSpLocks/>
              </p:cNvGrpSpPr>
              <p:nvPr/>
            </p:nvGrpSpPr>
            <p:grpSpPr bwMode="auto">
              <a:xfrm>
                <a:off x="235" y="1245"/>
                <a:ext cx="1161" cy="233"/>
                <a:chOff x="235" y="1245"/>
                <a:chExt cx="1161" cy="233"/>
              </a:xfrm>
            </p:grpSpPr>
            <p:sp>
              <p:nvSpPr>
                <p:cNvPr id="143529" name="Rectangle 169"/>
                <p:cNvSpPr>
                  <a:spLocks noChangeArrowheads="1"/>
                </p:cNvSpPr>
                <p:nvPr/>
              </p:nvSpPr>
              <p:spPr bwMode="auto">
                <a:xfrm>
                  <a:off x="532" y="1296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3530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235" y="1245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R2</a:t>
                  </a:r>
                </a:p>
              </p:txBody>
            </p:sp>
          </p:grpSp>
          <p:grpSp>
            <p:nvGrpSpPr>
              <p:cNvPr id="143531" name="Group 171"/>
              <p:cNvGrpSpPr>
                <a:grpSpLocks/>
              </p:cNvGrpSpPr>
              <p:nvPr/>
            </p:nvGrpSpPr>
            <p:grpSpPr bwMode="auto">
              <a:xfrm>
                <a:off x="235" y="1389"/>
                <a:ext cx="1161" cy="233"/>
                <a:chOff x="235" y="1389"/>
                <a:chExt cx="1161" cy="233"/>
              </a:xfrm>
            </p:grpSpPr>
            <p:sp>
              <p:nvSpPr>
                <p:cNvPr id="143532" name="Rectangle 172"/>
                <p:cNvSpPr>
                  <a:spLocks noChangeArrowheads="1"/>
                </p:cNvSpPr>
                <p:nvPr/>
              </p:nvSpPr>
              <p:spPr bwMode="auto">
                <a:xfrm>
                  <a:off x="532" y="1440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P7</a:t>
                  </a:r>
                </a:p>
              </p:txBody>
            </p:sp>
            <p:sp>
              <p:nvSpPr>
                <p:cNvPr id="143533" name="Text Box 173"/>
                <p:cNvSpPr txBox="1">
                  <a:spLocks noChangeArrowheads="1"/>
                </p:cNvSpPr>
                <p:nvPr/>
              </p:nvSpPr>
              <p:spPr bwMode="auto">
                <a:xfrm>
                  <a:off x="235" y="1389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R3</a:t>
                  </a:r>
                </a:p>
              </p:txBody>
            </p:sp>
          </p:grpSp>
          <p:grpSp>
            <p:nvGrpSpPr>
              <p:cNvPr id="143534" name="Group 174"/>
              <p:cNvGrpSpPr>
                <a:grpSpLocks/>
              </p:cNvGrpSpPr>
              <p:nvPr/>
            </p:nvGrpSpPr>
            <p:grpSpPr bwMode="auto">
              <a:xfrm>
                <a:off x="235" y="1533"/>
                <a:ext cx="1161" cy="233"/>
                <a:chOff x="235" y="1533"/>
                <a:chExt cx="1161" cy="233"/>
              </a:xfrm>
            </p:grpSpPr>
            <p:sp>
              <p:nvSpPr>
                <p:cNvPr id="143535" name="Rectangle 175"/>
                <p:cNvSpPr>
                  <a:spLocks noChangeArrowheads="1"/>
                </p:cNvSpPr>
                <p:nvPr/>
              </p:nvSpPr>
              <p:spPr bwMode="auto">
                <a:xfrm>
                  <a:off x="532" y="1584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3536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235" y="1533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R4</a:t>
                  </a:r>
                </a:p>
              </p:txBody>
            </p:sp>
          </p:grpSp>
        </p:grpSp>
        <p:sp>
          <p:nvSpPr>
            <p:cNvPr id="143537" name="Text Box 177"/>
            <p:cNvSpPr txBox="1">
              <a:spLocks noChangeArrowheads="1"/>
            </p:cNvSpPr>
            <p:nvPr/>
          </p:nvSpPr>
          <p:spPr bwMode="auto">
            <a:xfrm>
              <a:off x="288" y="624"/>
              <a:ext cx="1093" cy="44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Rename Table</a:t>
              </a:r>
            </a:p>
          </p:txBody>
        </p:sp>
      </p:grpSp>
      <p:grpSp>
        <p:nvGrpSpPr>
          <p:cNvPr id="143538" name="Group 178"/>
          <p:cNvGrpSpPr>
            <a:grpSpLocks/>
          </p:cNvGrpSpPr>
          <p:nvPr/>
        </p:nvGrpSpPr>
        <p:grpSpPr bwMode="auto">
          <a:xfrm>
            <a:off x="2444750" y="2052639"/>
            <a:ext cx="847726" cy="369887"/>
            <a:chOff x="384" y="1149"/>
            <a:chExt cx="534" cy="233"/>
          </a:xfrm>
        </p:grpSpPr>
        <p:grpSp>
          <p:nvGrpSpPr>
            <p:cNvPr id="143539" name="Group 179"/>
            <p:cNvGrpSpPr>
              <a:grpSpLocks/>
            </p:cNvGrpSpPr>
            <p:nvPr/>
          </p:nvGrpSpPr>
          <p:grpSpPr bwMode="auto">
            <a:xfrm>
              <a:off x="384" y="1200"/>
              <a:ext cx="288" cy="144"/>
              <a:chOff x="3168" y="912"/>
              <a:chExt cx="432" cy="144"/>
            </a:xfrm>
          </p:grpSpPr>
          <p:sp>
            <p:nvSpPr>
              <p:cNvPr id="143540" name="Line 180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43541" name="Line 181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43542" name="Text Box 182"/>
            <p:cNvSpPr txBox="1">
              <a:spLocks noChangeArrowheads="1"/>
            </p:cNvSpPr>
            <p:nvPr/>
          </p:nvSpPr>
          <p:spPr bwMode="auto">
            <a:xfrm>
              <a:off x="621" y="114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Verdana" pitchFamily="34" charset="0"/>
                </a:rPr>
                <a:t>P0</a:t>
              </a:r>
            </a:p>
          </p:txBody>
        </p:sp>
      </p:grpSp>
      <p:grpSp>
        <p:nvGrpSpPr>
          <p:cNvPr id="143543" name="Group 183"/>
          <p:cNvGrpSpPr>
            <a:grpSpLocks/>
          </p:cNvGrpSpPr>
          <p:nvPr/>
        </p:nvGrpSpPr>
        <p:grpSpPr bwMode="auto">
          <a:xfrm>
            <a:off x="3282951" y="1828800"/>
            <a:ext cx="4724400" cy="3124200"/>
            <a:chOff x="912" y="1008"/>
            <a:chExt cx="2976" cy="1968"/>
          </a:xfrm>
        </p:grpSpPr>
        <p:sp>
          <p:nvSpPr>
            <p:cNvPr id="143544" name="Line 184"/>
            <p:cNvSpPr>
              <a:spLocks noChangeShapeType="1"/>
            </p:cNvSpPr>
            <p:nvPr/>
          </p:nvSpPr>
          <p:spPr bwMode="auto">
            <a:xfrm>
              <a:off x="3456" y="1056"/>
              <a:ext cx="432" cy="192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3545" name="Line 185"/>
            <p:cNvSpPr>
              <a:spLocks noChangeShapeType="1"/>
            </p:cNvSpPr>
            <p:nvPr/>
          </p:nvSpPr>
          <p:spPr bwMode="auto">
            <a:xfrm flipH="1">
              <a:off x="912" y="1008"/>
              <a:ext cx="2304" cy="24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43546" name="Line 186"/>
          <p:cNvSpPr>
            <a:spLocks noChangeShapeType="1"/>
          </p:cNvSpPr>
          <p:nvPr/>
        </p:nvSpPr>
        <p:spPr bwMode="auto">
          <a:xfrm>
            <a:off x="2901951" y="2362200"/>
            <a:ext cx="4038600" cy="26670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43547" name="Text Box 187"/>
          <p:cNvSpPr txBox="1">
            <a:spLocks noChangeArrowheads="1"/>
          </p:cNvSpPr>
          <p:nvPr/>
        </p:nvSpPr>
        <p:spPr bwMode="auto">
          <a:xfrm>
            <a:off x="6788149" y="48768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  <a:latin typeface="Verdana" pitchFamily="34" charset="0"/>
              </a:rPr>
              <a:t>P8</a:t>
            </a:r>
          </a:p>
        </p:txBody>
      </p:sp>
    </p:spTree>
    <p:extLst>
      <p:ext uri="{BB962C8B-B14F-4D97-AF65-F5344CB8AC3E}">
        <p14:creationId xmlns:p14="http://schemas.microsoft.com/office/powerpoint/2010/main" val="13741933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06" grpId="0" animBg="1"/>
      <p:bldP spid="143510" grpId="0" autoUpdateAnimBg="0"/>
      <p:bldP spid="143546" grpId="0" animBg="1"/>
      <p:bldP spid="143547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609602"/>
            <a:ext cx="7772400" cy="500063"/>
          </a:xfrm>
        </p:spPr>
        <p:txBody>
          <a:bodyPr>
            <a:normAutofit fontScale="90000"/>
          </a:bodyPr>
          <a:lstStyle/>
          <a:p>
            <a:r>
              <a:rPr lang="en-US"/>
              <a:t>Physical Register Management</a:t>
            </a:r>
            <a:endParaRPr lang="en-US" sz="2800" i="1"/>
          </a:p>
        </p:txBody>
      </p:sp>
      <p:grpSp>
        <p:nvGrpSpPr>
          <p:cNvPr id="145411" name="Group 3"/>
          <p:cNvGrpSpPr>
            <a:grpSpLocks/>
          </p:cNvGrpSpPr>
          <p:nvPr/>
        </p:nvGrpSpPr>
        <p:grpSpPr bwMode="auto">
          <a:xfrm>
            <a:off x="2063753" y="4287838"/>
            <a:ext cx="6324601" cy="2265362"/>
            <a:chOff x="144" y="2557"/>
            <a:chExt cx="3984" cy="1427"/>
          </a:xfrm>
        </p:grpSpPr>
        <p:grpSp>
          <p:nvGrpSpPr>
            <p:cNvPr id="145412" name="Group 4"/>
            <p:cNvGrpSpPr>
              <a:grpSpLocks/>
            </p:cNvGrpSpPr>
            <p:nvPr/>
          </p:nvGrpSpPr>
          <p:grpSpPr bwMode="auto">
            <a:xfrm>
              <a:off x="144" y="2832"/>
              <a:ext cx="3984" cy="1152"/>
              <a:chOff x="144" y="2928"/>
              <a:chExt cx="3984" cy="1152"/>
            </a:xfrm>
          </p:grpSpPr>
          <p:sp>
            <p:nvSpPr>
              <p:cNvPr id="145413" name="Rectangle 5"/>
              <p:cNvSpPr>
                <a:spLocks noChangeArrowheads="1"/>
              </p:cNvSpPr>
              <p:nvPr/>
            </p:nvSpPr>
            <p:spPr bwMode="auto">
              <a:xfrm>
                <a:off x="672" y="292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op</a:t>
                </a:r>
              </a:p>
            </p:txBody>
          </p:sp>
          <p:sp>
            <p:nvSpPr>
              <p:cNvPr id="145414" name="Rectangle 6"/>
              <p:cNvSpPr>
                <a:spLocks noChangeArrowheads="1"/>
              </p:cNvSpPr>
              <p:nvPr/>
            </p:nvSpPr>
            <p:spPr bwMode="auto">
              <a:xfrm>
                <a:off x="1104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p1</a:t>
                </a:r>
              </a:p>
            </p:txBody>
          </p:sp>
          <p:sp>
            <p:nvSpPr>
              <p:cNvPr id="145415" name="Rectangle 7"/>
              <p:cNvSpPr>
                <a:spLocks noChangeArrowheads="1"/>
              </p:cNvSpPr>
              <p:nvPr/>
            </p:nvSpPr>
            <p:spPr bwMode="auto">
              <a:xfrm>
                <a:off x="1344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PR1</a:t>
                </a:r>
              </a:p>
            </p:txBody>
          </p:sp>
          <p:sp>
            <p:nvSpPr>
              <p:cNvPr id="145416" name="Rectangle 8"/>
              <p:cNvSpPr>
                <a:spLocks noChangeArrowheads="1"/>
              </p:cNvSpPr>
              <p:nvPr/>
            </p:nvSpPr>
            <p:spPr bwMode="auto">
              <a:xfrm>
                <a:off x="1872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p2</a:t>
                </a:r>
              </a:p>
            </p:txBody>
          </p:sp>
          <p:sp>
            <p:nvSpPr>
              <p:cNvPr id="145417" name="Rectangle 9"/>
              <p:cNvSpPr>
                <a:spLocks noChangeArrowheads="1"/>
              </p:cNvSpPr>
              <p:nvPr/>
            </p:nvSpPr>
            <p:spPr bwMode="auto">
              <a:xfrm>
                <a:off x="2112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PR2</a:t>
                </a:r>
              </a:p>
            </p:txBody>
          </p:sp>
          <p:sp>
            <p:nvSpPr>
              <p:cNvPr id="145418" name="Rectangle 10"/>
              <p:cNvSpPr>
                <a:spLocks noChangeArrowheads="1"/>
              </p:cNvSpPr>
              <p:nvPr/>
            </p:nvSpPr>
            <p:spPr bwMode="auto">
              <a:xfrm>
                <a:off x="432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ex</a:t>
                </a:r>
              </a:p>
            </p:txBody>
          </p:sp>
          <p:sp>
            <p:nvSpPr>
              <p:cNvPr id="145419" name="Rectangle 11"/>
              <p:cNvSpPr>
                <a:spLocks noChangeArrowheads="1"/>
              </p:cNvSpPr>
              <p:nvPr/>
            </p:nvSpPr>
            <p:spPr bwMode="auto">
              <a:xfrm>
                <a:off x="144" y="2928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use</a:t>
                </a:r>
              </a:p>
            </p:txBody>
          </p:sp>
          <p:sp>
            <p:nvSpPr>
              <p:cNvPr id="145420" name="Rectangle 12"/>
              <p:cNvSpPr>
                <a:spLocks noChangeArrowheads="1"/>
              </p:cNvSpPr>
              <p:nvPr/>
            </p:nvSpPr>
            <p:spPr bwMode="auto">
              <a:xfrm>
                <a:off x="672" y="307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21" name="Rectangle 13"/>
              <p:cNvSpPr>
                <a:spLocks noChangeArrowheads="1"/>
              </p:cNvSpPr>
              <p:nvPr/>
            </p:nvSpPr>
            <p:spPr bwMode="auto">
              <a:xfrm>
                <a:off x="1104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22" name="Rectangle 14"/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23" name="Rectangle 15"/>
              <p:cNvSpPr>
                <a:spLocks noChangeArrowheads="1"/>
              </p:cNvSpPr>
              <p:nvPr/>
            </p:nvSpPr>
            <p:spPr bwMode="auto">
              <a:xfrm>
                <a:off x="1872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24" name="Rectangle 16"/>
              <p:cNvSpPr>
                <a:spLocks noChangeArrowheads="1"/>
              </p:cNvSpPr>
              <p:nvPr/>
            </p:nvSpPr>
            <p:spPr bwMode="auto">
              <a:xfrm>
                <a:off x="2112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25" name="Rectangle 17"/>
              <p:cNvSpPr>
                <a:spLocks noChangeArrowheads="1"/>
              </p:cNvSpPr>
              <p:nvPr/>
            </p:nvSpPr>
            <p:spPr bwMode="auto">
              <a:xfrm>
                <a:off x="432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26" name="Rectangle 18"/>
              <p:cNvSpPr>
                <a:spLocks noChangeArrowheads="1"/>
              </p:cNvSpPr>
              <p:nvPr/>
            </p:nvSpPr>
            <p:spPr bwMode="auto">
              <a:xfrm>
                <a:off x="144" y="3072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27" name="Rectangle 19"/>
              <p:cNvSpPr>
                <a:spLocks noChangeArrowheads="1"/>
              </p:cNvSpPr>
              <p:nvPr/>
            </p:nvSpPr>
            <p:spPr bwMode="auto">
              <a:xfrm>
                <a:off x="672" y="321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28" name="Rectangle 20"/>
              <p:cNvSpPr>
                <a:spLocks noChangeArrowheads="1"/>
              </p:cNvSpPr>
              <p:nvPr/>
            </p:nvSpPr>
            <p:spPr bwMode="auto">
              <a:xfrm>
                <a:off x="1104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29" name="Rectangle 21"/>
              <p:cNvSpPr>
                <a:spLocks noChangeArrowheads="1"/>
              </p:cNvSpPr>
              <p:nvPr/>
            </p:nvSpPr>
            <p:spPr bwMode="auto">
              <a:xfrm>
                <a:off x="1344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30" name="Rectangle 22"/>
              <p:cNvSpPr>
                <a:spLocks noChangeArrowheads="1"/>
              </p:cNvSpPr>
              <p:nvPr/>
            </p:nvSpPr>
            <p:spPr bwMode="auto">
              <a:xfrm>
                <a:off x="1872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31" name="Rectangle 23"/>
              <p:cNvSpPr>
                <a:spLocks noChangeArrowheads="1"/>
              </p:cNvSpPr>
              <p:nvPr/>
            </p:nvSpPr>
            <p:spPr bwMode="auto">
              <a:xfrm>
                <a:off x="2112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32" name="Rectangle 24"/>
              <p:cNvSpPr>
                <a:spLocks noChangeArrowheads="1"/>
              </p:cNvSpPr>
              <p:nvPr/>
            </p:nvSpPr>
            <p:spPr bwMode="auto">
              <a:xfrm>
                <a:off x="432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33" name="Rectangle 25"/>
              <p:cNvSpPr>
                <a:spLocks noChangeArrowheads="1"/>
              </p:cNvSpPr>
              <p:nvPr/>
            </p:nvSpPr>
            <p:spPr bwMode="auto">
              <a:xfrm>
                <a:off x="144" y="3216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34" name="Rectangle 26"/>
              <p:cNvSpPr>
                <a:spLocks noChangeArrowheads="1"/>
              </p:cNvSpPr>
              <p:nvPr/>
            </p:nvSpPr>
            <p:spPr bwMode="auto">
              <a:xfrm>
                <a:off x="672" y="3360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35" name="Rectangle 27"/>
              <p:cNvSpPr>
                <a:spLocks noChangeArrowheads="1"/>
              </p:cNvSpPr>
              <p:nvPr/>
            </p:nvSpPr>
            <p:spPr bwMode="auto">
              <a:xfrm>
                <a:off x="1104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36" name="Rectangle 28"/>
              <p:cNvSpPr>
                <a:spLocks noChangeArrowheads="1"/>
              </p:cNvSpPr>
              <p:nvPr/>
            </p:nvSpPr>
            <p:spPr bwMode="auto">
              <a:xfrm>
                <a:off x="1344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37" name="Rectangle 29"/>
              <p:cNvSpPr>
                <a:spLocks noChangeArrowheads="1"/>
              </p:cNvSpPr>
              <p:nvPr/>
            </p:nvSpPr>
            <p:spPr bwMode="auto">
              <a:xfrm>
                <a:off x="1872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38" name="Rectangle 30"/>
              <p:cNvSpPr>
                <a:spLocks noChangeArrowheads="1"/>
              </p:cNvSpPr>
              <p:nvPr/>
            </p:nvSpPr>
            <p:spPr bwMode="auto">
              <a:xfrm>
                <a:off x="2112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39" name="Rectangle 31"/>
              <p:cNvSpPr>
                <a:spLocks noChangeArrowheads="1"/>
              </p:cNvSpPr>
              <p:nvPr/>
            </p:nvSpPr>
            <p:spPr bwMode="auto">
              <a:xfrm>
                <a:off x="432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40" name="Rectangle 32"/>
              <p:cNvSpPr>
                <a:spLocks noChangeArrowheads="1"/>
              </p:cNvSpPr>
              <p:nvPr/>
            </p:nvSpPr>
            <p:spPr bwMode="auto">
              <a:xfrm>
                <a:off x="144" y="3360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41" name="Rectangle 33"/>
              <p:cNvSpPr>
                <a:spLocks noChangeArrowheads="1"/>
              </p:cNvSpPr>
              <p:nvPr/>
            </p:nvSpPr>
            <p:spPr bwMode="auto">
              <a:xfrm>
                <a:off x="672" y="35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42" name="Rectangle 34"/>
              <p:cNvSpPr>
                <a:spLocks noChangeArrowheads="1"/>
              </p:cNvSpPr>
              <p:nvPr/>
            </p:nvSpPr>
            <p:spPr bwMode="auto">
              <a:xfrm>
                <a:off x="1104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43" name="Rectangle 35"/>
              <p:cNvSpPr>
                <a:spLocks noChangeArrowheads="1"/>
              </p:cNvSpPr>
              <p:nvPr/>
            </p:nvSpPr>
            <p:spPr bwMode="auto">
              <a:xfrm>
                <a:off x="1344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44" name="Rectangle 36"/>
              <p:cNvSpPr>
                <a:spLocks noChangeArrowheads="1"/>
              </p:cNvSpPr>
              <p:nvPr/>
            </p:nvSpPr>
            <p:spPr bwMode="auto">
              <a:xfrm>
                <a:off x="1872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45" name="Rectangle 37"/>
              <p:cNvSpPr>
                <a:spLocks noChangeArrowheads="1"/>
              </p:cNvSpPr>
              <p:nvPr/>
            </p:nvSpPr>
            <p:spPr bwMode="auto">
              <a:xfrm>
                <a:off x="2112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46" name="Rectangle 38"/>
              <p:cNvSpPr>
                <a:spLocks noChangeArrowheads="1"/>
              </p:cNvSpPr>
              <p:nvPr/>
            </p:nvSpPr>
            <p:spPr bwMode="auto">
              <a:xfrm>
                <a:off x="432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47" name="Rectangle 39"/>
              <p:cNvSpPr>
                <a:spLocks noChangeArrowheads="1"/>
              </p:cNvSpPr>
              <p:nvPr/>
            </p:nvSpPr>
            <p:spPr bwMode="auto">
              <a:xfrm>
                <a:off x="144" y="3504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48" name="Rectangle 40"/>
              <p:cNvSpPr>
                <a:spLocks noChangeArrowheads="1"/>
              </p:cNvSpPr>
              <p:nvPr/>
            </p:nvSpPr>
            <p:spPr bwMode="auto">
              <a:xfrm>
                <a:off x="672" y="364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49" name="Rectangle 41"/>
              <p:cNvSpPr>
                <a:spLocks noChangeArrowheads="1"/>
              </p:cNvSpPr>
              <p:nvPr/>
            </p:nvSpPr>
            <p:spPr bwMode="auto">
              <a:xfrm>
                <a:off x="1104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50" name="Rectangle 42"/>
              <p:cNvSpPr>
                <a:spLocks noChangeArrowheads="1"/>
              </p:cNvSpPr>
              <p:nvPr/>
            </p:nvSpPr>
            <p:spPr bwMode="auto">
              <a:xfrm>
                <a:off x="1344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51" name="Rectangle 43"/>
              <p:cNvSpPr>
                <a:spLocks noChangeArrowheads="1"/>
              </p:cNvSpPr>
              <p:nvPr/>
            </p:nvSpPr>
            <p:spPr bwMode="auto">
              <a:xfrm>
                <a:off x="1872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52" name="Rectangle 44"/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53" name="Rectangle 45"/>
              <p:cNvSpPr>
                <a:spLocks noChangeArrowheads="1"/>
              </p:cNvSpPr>
              <p:nvPr/>
            </p:nvSpPr>
            <p:spPr bwMode="auto">
              <a:xfrm>
                <a:off x="432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54" name="Rectangle 46"/>
              <p:cNvSpPr>
                <a:spLocks noChangeArrowheads="1"/>
              </p:cNvSpPr>
              <p:nvPr/>
            </p:nvSpPr>
            <p:spPr bwMode="auto">
              <a:xfrm>
                <a:off x="144" y="3648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55" name="Rectangle 47"/>
              <p:cNvSpPr>
                <a:spLocks noChangeArrowheads="1"/>
              </p:cNvSpPr>
              <p:nvPr/>
            </p:nvSpPr>
            <p:spPr bwMode="auto">
              <a:xfrm>
                <a:off x="672" y="379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56" name="Rectangle 48"/>
              <p:cNvSpPr>
                <a:spLocks noChangeArrowheads="1"/>
              </p:cNvSpPr>
              <p:nvPr/>
            </p:nvSpPr>
            <p:spPr bwMode="auto">
              <a:xfrm>
                <a:off x="1104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57" name="Rectangle 49"/>
              <p:cNvSpPr>
                <a:spLocks noChangeArrowheads="1"/>
              </p:cNvSpPr>
              <p:nvPr/>
            </p:nvSpPr>
            <p:spPr bwMode="auto">
              <a:xfrm>
                <a:off x="1344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58" name="Rectangle 50"/>
              <p:cNvSpPr>
                <a:spLocks noChangeArrowheads="1"/>
              </p:cNvSpPr>
              <p:nvPr/>
            </p:nvSpPr>
            <p:spPr bwMode="auto">
              <a:xfrm>
                <a:off x="1872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59" name="Rectangle 51"/>
              <p:cNvSpPr>
                <a:spLocks noChangeArrowheads="1"/>
              </p:cNvSpPr>
              <p:nvPr/>
            </p:nvSpPr>
            <p:spPr bwMode="auto">
              <a:xfrm>
                <a:off x="2112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60" name="Rectangle 52"/>
              <p:cNvSpPr>
                <a:spLocks noChangeArrowheads="1"/>
              </p:cNvSpPr>
              <p:nvPr/>
            </p:nvSpPr>
            <p:spPr bwMode="auto">
              <a:xfrm>
                <a:off x="432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61" name="Rectangle 53"/>
              <p:cNvSpPr>
                <a:spLocks noChangeArrowheads="1"/>
              </p:cNvSpPr>
              <p:nvPr/>
            </p:nvSpPr>
            <p:spPr bwMode="auto">
              <a:xfrm>
                <a:off x="144" y="3792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62" name="Rectangle 54"/>
              <p:cNvSpPr>
                <a:spLocks noChangeArrowheads="1"/>
              </p:cNvSpPr>
              <p:nvPr/>
            </p:nvSpPr>
            <p:spPr bwMode="auto">
              <a:xfrm>
                <a:off x="672" y="393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63" name="Rectangle 55"/>
              <p:cNvSpPr>
                <a:spLocks noChangeArrowheads="1"/>
              </p:cNvSpPr>
              <p:nvPr/>
            </p:nvSpPr>
            <p:spPr bwMode="auto">
              <a:xfrm>
                <a:off x="1104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64" name="Rectangle 56"/>
              <p:cNvSpPr>
                <a:spLocks noChangeArrowheads="1"/>
              </p:cNvSpPr>
              <p:nvPr/>
            </p:nvSpPr>
            <p:spPr bwMode="auto">
              <a:xfrm>
                <a:off x="1344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65" name="Rectangle 57"/>
              <p:cNvSpPr>
                <a:spLocks noChangeArrowheads="1"/>
              </p:cNvSpPr>
              <p:nvPr/>
            </p:nvSpPr>
            <p:spPr bwMode="auto">
              <a:xfrm>
                <a:off x="1872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66" name="Rectangle 58"/>
              <p:cNvSpPr>
                <a:spLocks noChangeArrowheads="1"/>
              </p:cNvSpPr>
              <p:nvPr/>
            </p:nvSpPr>
            <p:spPr bwMode="auto">
              <a:xfrm>
                <a:off x="2112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67" name="Rectangle 59"/>
              <p:cNvSpPr>
                <a:spLocks noChangeArrowheads="1"/>
              </p:cNvSpPr>
              <p:nvPr/>
            </p:nvSpPr>
            <p:spPr bwMode="auto">
              <a:xfrm>
                <a:off x="2640" y="292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Rd</a:t>
                </a:r>
              </a:p>
            </p:txBody>
          </p:sp>
          <p:sp>
            <p:nvSpPr>
              <p:cNvPr id="145468" name="Rectangle 60"/>
              <p:cNvSpPr>
                <a:spLocks noChangeArrowheads="1"/>
              </p:cNvSpPr>
              <p:nvPr/>
            </p:nvSpPr>
            <p:spPr bwMode="auto">
              <a:xfrm>
                <a:off x="2640" y="307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69" name="Rectangle 61"/>
              <p:cNvSpPr>
                <a:spLocks noChangeArrowheads="1"/>
              </p:cNvSpPr>
              <p:nvPr/>
            </p:nvSpPr>
            <p:spPr bwMode="auto">
              <a:xfrm>
                <a:off x="2640" y="321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70" name="Rectangle 62"/>
              <p:cNvSpPr>
                <a:spLocks noChangeArrowheads="1"/>
              </p:cNvSpPr>
              <p:nvPr/>
            </p:nvSpPr>
            <p:spPr bwMode="auto">
              <a:xfrm>
                <a:off x="2640" y="3360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71" name="Rectangle 63"/>
              <p:cNvSpPr>
                <a:spLocks noChangeArrowheads="1"/>
              </p:cNvSpPr>
              <p:nvPr/>
            </p:nvSpPr>
            <p:spPr bwMode="auto">
              <a:xfrm>
                <a:off x="2640" y="35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72" name="Rectangle 64"/>
              <p:cNvSpPr>
                <a:spLocks noChangeArrowheads="1"/>
              </p:cNvSpPr>
              <p:nvPr/>
            </p:nvSpPr>
            <p:spPr bwMode="auto">
              <a:xfrm>
                <a:off x="2640" y="364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73" name="Rectangle 65"/>
              <p:cNvSpPr>
                <a:spLocks noChangeArrowheads="1"/>
              </p:cNvSpPr>
              <p:nvPr/>
            </p:nvSpPr>
            <p:spPr bwMode="auto">
              <a:xfrm>
                <a:off x="2640" y="379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74" name="Rectangle 66"/>
              <p:cNvSpPr>
                <a:spLocks noChangeArrowheads="1"/>
              </p:cNvSpPr>
              <p:nvPr/>
            </p:nvSpPr>
            <p:spPr bwMode="auto">
              <a:xfrm>
                <a:off x="2640" y="393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75" name="Rectangle 67"/>
              <p:cNvSpPr>
                <a:spLocks noChangeArrowheads="1"/>
              </p:cNvSpPr>
              <p:nvPr/>
            </p:nvSpPr>
            <p:spPr bwMode="auto">
              <a:xfrm>
                <a:off x="432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76" name="Rectangle 68"/>
              <p:cNvSpPr>
                <a:spLocks noChangeArrowheads="1"/>
              </p:cNvSpPr>
              <p:nvPr/>
            </p:nvSpPr>
            <p:spPr bwMode="auto">
              <a:xfrm>
                <a:off x="144" y="3936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77" name="Rectangle 69"/>
              <p:cNvSpPr>
                <a:spLocks noChangeArrowheads="1"/>
              </p:cNvSpPr>
              <p:nvPr/>
            </p:nvSpPr>
            <p:spPr bwMode="auto">
              <a:xfrm>
                <a:off x="3600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PRd</a:t>
                </a:r>
              </a:p>
            </p:txBody>
          </p:sp>
          <p:sp>
            <p:nvSpPr>
              <p:cNvPr id="145478" name="Rectangle 70"/>
              <p:cNvSpPr>
                <a:spLocks noChangeArrowheads="1"/>
              </p:cNvSpPr>
              <p:nvPr/>
            </p:nvSpPr>
            <p:spPr bwMode="auto">
              <a:xfrm>
                <a:off x="3600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79" name="Rectangle 71"/>
              <p:cNvSpPr>
                <a:spLocks noChangeArrowheads="1"/>
              </p:cNvSpPr>
              <p:nvPr/>
            </p:nvSpPr>
            <p:spPr bwMode="auto">
              <a:xfrm>
                <a:off x="3600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80" name="Rectangle 72"/>
              <p:cNvSpPr>
                <a:spLocks noChangeArrowheads="1"/>
              </p:cNvSpPr>
              <p:nvPr/>
            </p:nvSpPr>
            <p:spPr bwMode="auto">
              <a:xfrm>
                <a:off x="3600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81" name="Rectangle 73"/>
              <p:cNvSpPr>
                <a:spLocks noChangeArrowheads="1"/>
              </p:cNvSpPr>
              <p:nvPr/>
            </p:nvSpPr>
            <p:spPr bwMode="auto">
              <a:xfrm>
                <a:off x="3600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82" name="Rectangle 74"/>
              <p:cNvSpPr>
                <a:spLocks noChangeArrowheads="1"/>
              </p:cNvSpPr>
              <p:nvPr/>
            </p:nvSpPr>
            <p:spPr bwMode="auto">
              <a:xfrm>
                <a:off x="3600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83" name="Rectangle 75"/>
              <p:cNvSpPr>
                <a:spLocks noChangeArrowheads="1"/>
              </p:cNvSpPr>
              <p:nvPr/>
            </p:nvSpPr>
            <p:spPr bwMode="auto">
              <a:xfrm>
                <a:off x="3600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84" name="Rectangle 76"/>
              <p:cNvSpPr>
                <a:spLocks noChangeArrowheads="1"/>
              </p:cNvSpPr>
              <p:nvPr/>
            </p:nvSpPr>
            <p:spPr bwMode="auto">
              <a:xfrm>
                <a:off x="3600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85" name="Rectangle 77"/>
              <p:cNvSpPr>
                <a:spLocks noChangeArrowheads="1"/>
              </p:cNvSpPr>
              <p:nvPr/>
            </p:nvSpPr>
            <p:spPr bwMode="auto">
              <a:xfrm>
                <a:off x="3072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LPRd</a:t>
                </a:r>
              </a:p>
            </p:txBody>
          </p:sp>
          <p:sp>
            <p:nvSpPr>
              <p:cNvPr id="145486" name="Rectangle 78"/>
              <p:cNvSpPr>
                <a:spLocks noChangeArrowheads="1"/>
              </p:cNvSpPr>
              <p:nvPr/>
            </p:nvSpPr>
            <p:spPr bwMode="auto">
              <a:xfrm>
                <a:off x="3072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87" name="Rectangle 79"/>
              <p:cNvSpPr>
                <a:spLocks noChangeArrowheads="1"/>
              </p:cNvSpPr>
              <p:nvPr/>
            </p:nvSpPr>
            <p:spPr bwMode="auto">
              <a:xfrm>
                <a:off x="3072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88" name="Rectangle 80"/>
              <p:cNvSpPr>
                <a:spLocks noChangeArrowheads="1"/>
              </p:cNvSpPr>
              <p:nvPr/>
            </p:nvSpPr>
            <p:spPr bwMode="auto">
              <a:xfrm>
                <a:off x="3072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89" name="Rectangle 81"/>
              <p:cNvSpPr>
                <a:spLocks noChangeArrowheads="1"/>
              </p:cNvSpPr>
              <p:nvPr/>
            </p:nvSpPr>
            <p:spPr bwMode="auto">
              <a:xfrm>
                <a:off x="3072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90" name="Rectangle 82"/>
              <p:cNvSpPr>
                <a:spLocks noChangeArrowheads="1"/>
              </p:cNvSpPr>
              <p:nvPr/>
            </p:nvSpPr>
            <p:spPr bwMode="auto">
              <a:xfrm>
                <a:off x="3072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91" name="Rectangle 83"/>
              <p:cNvSpPr>
                <a:spLocks noChangeArrowheads="1"/>
              </p:cNvSpPr>
              <p:nvPr/>
            </p:nvSpPr>
            <p:spPr bwMode="auto">
              <a:xfrm>
                <a:off x="3072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492" name="Rectangle 84"/>
              <p:cNvSpPr>
                <a:spLocks noChangeArrowheads="1"/>
              </p:cNvSpPr>
              <p:nvPr/>
            </p:nvSpPr>
            <p:spPr bwMode="auto">
              <a:xfrm>
                <a:off x="3072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</p:grpSp>
        <p:sp>
          <p:nvSpPr>
            <p:cNvPr id="145493" name="Text Box 85"/>
            <p:cNvSpPr txBox="1">
              <a:spLocks noChangeArrowheads="1"/>
            </p:cNvSpPr>
            <p:nvPr/>
          </p:nvSpPr>
          <p:spPr bwMode="auto">
            <a:xfrm>
              <a:off x="164" y="2557"/>
              <a:ext cx="431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>
                  <a:latin typeface="Verdana" pitchFamily="34" charset="0"/>
                </a:rPr>
                <a:t>ROB</a:t>
              </a:r>
            </a:p>
          </p:txBody>
        </p:sp>
      </p:grpSp>
      <p:sp>
        <p:nvSpPr>
          <p:cNvPr id="145494" name="Rectangle 86"/>
          <p:cNvSpPr>
            <a:spLocks noChangeArrowheads="1"/>
          </p:cNvSpPr>
          <p:nvPr/>
        </p:nvSpPr>
        <p:spPr bwMode="auto">
          <a:xfrm>
            <a:off x="8083551" y="1981200"/>
            <a:ext cx="2895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r1, 0(r3)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r1, #4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sub r6, r7,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r3,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r6, 0(r1)</a:t>
            </a:r>
          </a:p>
        </p:txBody>
      </p:sp>
      <p:grpSp>
        <p:nvGrpSpPr>
          <p:cNvPr id="145495" name="Group 87"/>
          <p:cNvGrpSpPr>
            <a:grpSpLocks/>
          </p:cNvGrpSpPr>
          <p:nvPr/>
        </p:nvGrpSpPr>
        <p:grpSpPr bwMode="auto">
          <a:xfrm>
            <a:off x="6613528" y="1290639"/>
            <a:ext cx="1282700" cy="3052762"/>
            <a:chOff x="3010" y="669"/>
            <a:chExt cx="808" cy="1923"/>
          </a:xfrm>
        </p:grpSpPr>
        <p:sp>
          <p:nvSpPr>
            <p:cNvPr id="145496" name="Text Box 88"/>
            <p:cNvSpPr txBox="1">
              <a:spLocks noChangeArrowheads="1"/>
            </p:cNvSpPr>
            <p:nvPr/>
          </p:nvSpPr>
          <p:spPr bwMode="auto">
            <a:xfrm>
              <a:off x="3010" y="669"/>
              <a:ext cx="808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Free List</a:t>
              </a:r>
            </a:p>
          </p:txBody>
        </p:sp>
        <p:sp>
          <p:nvSpPr>
            <p:cNvPr id="145497" name="Rectangle 89"/>
            <p:cNvSpPr>
              <a:spLocks noChangeArrowheads="1"/>
            </p:cNvSpPr>
            <p:nvPr/>
          </p:nvSpPr>
          <p:spPr bwMode="auto">
            <a:xfrm>
              <a:off x="3168" y="1632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5498" name="Rectangle 90"/>
            <p:cNvSpPr>
              <a:spLocks noChangeArrowheads="1"/>
            </p:cNvSpPr>
            <p:nvPr/>
          </p:nvSpPr>
          <p:spPr bwMode="auto">
            <a:xfrm>
              <a:off x="3168" y="1776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5499" name="Rectangle 91"/>
            <p:cNvSpPr>
              <a:spLocks noChangeArrowheads="1"/>
            </p:cNvSpPr>
            <p:nvPr/>
          </p:nvSpPr>
          <p:spPr bwMode="auto">
            <a:xfrm>
              <a:off x="3168" y="1920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5500" name="Rectangle 92"/>
            <p:cNvSpPr>
              <a:spLocks noChangeArrowheads="1"/>
            </p:cNvSpPr>
            <p:nvPr/>
          </p:nvSpPr>
          <p:spPr bwMode="auto">
            <a:xfrm>
              <a:off x="3168" y="912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P0</a:t>
              </a:r>
            </a:p>
          </p:txBody>
        </p:sp>
        <p:sp>
          <p:nvSpPr>
            <p:cNvPr id="145501" name="Rectangle 93"/>
            <p:cNvSpPr>
              <a:spLocks noChangeArrowheads="1"/>
            </p:cNvSpPr>
            <p:nvPr/>
          </p:nvSpPr>
          <p:spPr bwMode="auto">
            <a:xfrm>
              <a:off x="3170" y="2448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5502" name="Rectangle 94"/>
            <p:cNvSpPr>
              <a:spLocks noChangeArrowheads="1"/>
            </p:cNvSpPr>
            <p:nvPr/>
          </p:nvSpPr>
          <p:spPr bwMode="auto">
            <a:xfrm>
              <a:off x="3168" y="1056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P1</a:t>
              </a:r>
            </a:p>
          </p:txBody>
        </p:sp>
        <p:sp>
          <p:nvSpPr>
            <p:cNvPr id="145503" name="Rectangle 95"/>
            <p:cNvSpPr>
              <a:spLocks noChangeArrowheads="1"/>
            </p:cNvSpPr>
            <p:nvPr/>
          </p:nvSpPr>
          <p:spPr bwMode="auto">
            <a:xfrm>
              <a:off x="3168" y="1200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P3</a:t>
              </a:r>
            </a:p>
          </p:txBody>
        </p:sp>
        <p:sp>
          <p:nvSpPr>
            <p:cNvPr id="145504" name="Rectangle 96"/>
            <p:cNvSpPr>
              <a:spLocks noChangeArrowheads="1"/>
            </p:cNvSpPr>
            <p:nvPr/>
          </p:nvSpPr>
          <p:spPr bwMode="auto">
            <a:xfrm>
              <a:off x="3168" y="1344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P2</a:t>
              </a:r>
            </a:p>
          </p:txBody>
        </p:sp>
        <p:sp>
          <p:nvSpPr>
            <p:cNvPr id="145505" name="Rectangle 97"/>
            <p:cNvSpPr>
              <a:spLocks noChangeArrowheads="1"/>
            </p:cNvSpPr>
            <p:nvPr/>
          </p:nvSpPr>
          <p:spPr bwMode="auto">
            <a:xfrm>
              <a:off x="3168" y="1488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P4</a:t>
              </a:r>
            </a:p>
          </p:txBody>
        </p:sp>
        <p:sp>
          <p:nvSpPr>
            <p:cNvPr id="145506" name="Line 98"/>
            <p:cNvSpPr>
              <a:spLocks noChangeShapeType="1"/>
            </p:cNvSpPr>
            <p:nvPr/>
          </p:nvSpPr>
          <p:spPr bwMode="auto">
            <a:xfrm>
              <a:off x="316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5507" name="Line 99"/>
            <p:cNvSpPr>
              <a:spLocks noChangeShapeType="1"/>
            </p:cNvSpPr>
            <p:nvPr/>
          </p:nvSpPr>
          <p:spPr bwMode="auto">
            <a:xfrm>
              <a:off x="359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</p:grpSp>
      <p:grpSp>
        <p:nvGrpSpPr>
          <p:cNvPr id="145508" name="Group 100"/>
          <p:cNvGrpSpPr>
            <a:grpSpLocks/>
          </p:cNvGrpSpPr>
          <p:nvPr/>
        </p:nvGrpSpPr>
        <p:grpSpPr bwMode="auto">
          <a:xfrm>
            <a:off x="4268791" y="1214440"/>
            <a:ext cx="2138363" cy="3189287"/>
            <a:chOff x="1533" y="621"/>
            <a:chExt cx="1347" cy="2009"/>
          </a:xfrm>
        </p:grpSpPr>
        <p:grpSp>
          <p:nvGrpSpPr>
            <p:cNvPr id="145509" name="Group 101"/>
            <p:cNvGrpSpPr>
              <a:grpSpLocks/>
            </p:cNvGrpSpPr>
            <p:nvPr/>
          </p:nvGrpSpPr>
          <p:grpSpPr bwMode="auto">
            <a:xfrm>
              <a:off x="1533" y="1581"/>
              <a:ext cx="1155" cy="233"/>
              <a:chOff x="1677" y="1533"/>
              <a:chExt cx="1155" cy="233"/>
            </a:xfrm>
          </p:grpSpPr>
          <p:sp>
            <p:nvSpPr>
              <p:cNvPr id="145510" name="Rectangle 102"/>
              <p:cNvSpPr>
                <a:spLocks noChangeArrowheads="1"/>
              </p:cNvSpPr>
              <p:nvPr/>
            </p:nvSpPr>
            <p:spPr bwMode="auto">
              <a:xfrm>
                <a:off x="1968" y="158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&lt;R6&gt;</a:t>
                </a:r>
              </a:p>
            </p:txBody>
          </p:sp>
          <p:sp>
            <p:nvSpPr>
              <p:cNvPr id="145511" name="Text Box 103"/>
              <p:cNvSpPr txBox="1">
                <a:spLocks noChangeArrowheads="1"/>
              </p:cNvSpPr>
              <p:nvPr/>
            </p:nvSpPr>
            <p:spPr bwMode="auto">
              <a:xfrm>
                <a:off x="1677" y="1533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P5</a:t>
                </a:r>
              </a:p>
            </p:txBody>
          </p:sp>
        </p:grpSp>
        <p:grpSp>
          <p:nvGrpSpPr>
            <p:cNvPr id="145512" name="Group 104"/>
            <p:cNvGrpSpPr>
              <a:grpSpLocks/>
            </p:cNvGrpSpPr>
            <p:nvPr/>
          </p:nvGrpSpPr>
          <p:grpSpPr bwMode="auto">
            <a:xfrm>
              <a:off x="1533" y="1725"/>
              <a:ext cx="1155" cy="233"/>
              <a:chOff x="1677" y="1677"/>
              <a:chExt cx="1155" cy="233"/>
            </a:xfrm>
          </p:grpSpPr>
          <p:sp>
            <p:nvSpPr>
              <p:cNvPr id="145513" name="Rectangle 105"/>
              <p:cNvSpPr>
                <a:spLocks noChangeArrowheads="1"/>
              </p:cNvSpPr>
              <p:nvPr/>
            </p:nvSpPr>
            <p:spPr bwMode="auto">
              <a:xfrm>
                <a:off x="1968" y="172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&lt;R7&gt;</a:t>
                </a:r>
              </a:p>
            </p:txBody>
          </p:sp>
          <p:sp>
            <p:nvSpPr>
              <p:cNvPr id="145514" name="Text Box 106"/>
              <p:cNvSpPr txBox="1">
                <a:spLocks noChangeArrowheads="1"/>
              </p:cNvSpPr>
              <p:nvPr/>
            </p:nvSpPr>
            <p:spPr bwMode="auto">
              <a:xfrm>
                <a:off x="1677" y="1677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P6</a:t>
                </a:r>
              </a:p>
            </p:txBody>
          </p:sp>
        </p:grpSp>
        <p:grpSp>
          <p:nvGrpSpPr>
            <p:cNvPr id="145515" name="Group 107"/>
            <p:cNvGrpSpPr>
              <a:grpSpLocks/>
            </p:cNvGrpSpPr>
            <p:nvPr/>
          </p:nvGrpSpPr>
          <p:grpSpPr bwMode="auto">
            <a:xfrm>
              <a:off x="1533" y="1869"/>
              <a:ext cx="1155" cy="233"/>
              <a:chOff x="1677" y="1821"/>
              <a:chExt cx="1155" cy="233"/>
            </a:xfrm>
          </p:grpSpPr>
          <p:sp>
            <p:nvSpPr>
              <p:cNvPr id="145516" name="Rectangle 108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&lt;R3&gt;</a:t>
                </a:r>
              </a:p>
            </p:txBody>
          </p:sp>
          <p:sp>
            <p:nvSpPr>
              <p:cNvPr id="145517" name="Text Box 109"/>
              <p:cNvSpPr txBox="1">
                <a:spLocks noChangeArrowheads="1"/>
              </p:cNvSpPr>
              <p:nvPr/>
            </p:nvSpPr>
            <p:spPr bwMode="auto">
              <a:xfrm>
                <a:off x="1677" y="182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P7</a:t>
                </a:r>
              </a:p>
            </p:txBody>
          </p:sp>
        </p:grpSp>
        <p:grpSp>
          <p:nvGrpSpPr>
            <p:cNvPr id="145518" name="Group 110"/>
            <p:cNvGrpSpPr>
              <a:grpSpLocks/>
            </p:cNvGrpSpPr>
            <p:nvPr/>
          </p:nvGrpSpPr>
          <p:grpSpPr bwMode="auto">
            <a:xfrm>
              <a:off x="1533" y="861"/>
              <a:ext cx="1155" cy="233"/>
              <a:chOff x="1677" y="813"/>
              <a:chExt cx="1155" cy="233"/>
            </a:xfrm>
          </p:grpSpPr>
          <p:sp>
            <p:nvSpPr>
              <p:cNvPr id="145519" name="Rectangle 111"/>
              <p:cNvSpPr>
                <a:spLocks noChangeArrowheads="1"/>
              </p:cNvSpPr>
              <p:nvPr/>
            </p:nvSpPr>
            <p:spPr bwMode="auto">
              <a:xfrm>
                <a:off x="1968" y="86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520" name="Text Box 112"/>
              <p:cNvSpPr txBox="1">
                <a:spLocks noChangeArrowheads="1"/>
              </p:cNvSpPr>
              <p:nvPr/>
            </p:nvSpPr>
            <p:spPr bwMode="auto">
              <a:xfrm>
                <a:off x="1677" y="813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P0</a:t>
                </a:r>
              </a:p>
            </p:txBody>
          </p:sp>
        </p:grpSp>
        <p:grpSp>
          <p:nvGrpSpPr>
            <p:cNvPr id="145521" name="Group 113"/>
            <p:cNvGrpSpPr>
              <a:grpSpLocks/>
            </p:cNvGrpSpPr>
            <p:nvPr/>
          </p:nvGrpSpPr>
          <p:grpSpPr bwMode="auto">
            <a:xfrm>
              <a:off x="1538" y="2397"/>
              <a:ext cx="1154" cy="233"/>
              <a:chOff x="1682" y="2349"/>
              <a:chExt cx="1154" cy="233"/>
            </a:xfrm>
          </p:grpSpPr>
          <p:sp>
            <p:nvSpPr>
              <p:cNvPr id="145522" name="Rectangle 114"/>
              <p:cNvSpPr>
                <a:spLocks noChangeArrowheads="1"/>
              </p:cNvSpPr>
              <p:nvPr/>
            </p:nvSpPr>
            <p:spPr bwMode="auto">
              <a:xfrm>
                <a:off x="1972" y="240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523" name="Text Box 115"/>
              <p:cNvSpPr txBox="1">
                <a:spLocks noChangeArrowheads="1"/>
              </p:cNvSpPr>
              <p:nvPr/>
            </p:nvSpPr>
            <p:spPr bwMode="auto">
              <a:xfrm>
                <a:off x="1682" y="2349"/>
                <a:ext cx="296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Pn</a:t>
                </a:r>
              </a:p>
            </p:txBody>
          </p:sp>
        </p:grpSp>
        <p:grpSp>
          <p:nvGrpSpPr>
            <p:cNvPr id="145524" name="Group 116"/>
            <p:cNvGrpSpPr>
              <a:grpSpLocks/>
            </p:cNvGrpSpPr>
            <p:nvPr/>
          </p:nvGrpSpPr>
          <p:grpSpPr bwMode="auto">
            <a:xfrm>
              <a:off x="1533" y="1005"/>
              <a:ext cx="1155" cy="233"/>
              <a:chOff x="1677" y="957"/>
              <a:chExt cx="1155" cy="233"/>
            </a:xfrm>
          </p:grpSpPr>
          <p:sp>
            <p:nvSpPr>
              <p:cNvPr id="145525" name="Rectangle 117"/>
              <p:cNvSpPr>
                <a:spLocks noChangeArrowheads="1"/>
              </p:cNvSpPr>
              <p:nvPr/>
            </p:nvSpPr>
            <p:spPr bwMode="auto">
              <a:xfrm>
                <a:off x="1968" y="100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526" name="Text Box 118"/>
              <p:cNvSpPr txBox="1">
                <a:spLocks noChangeArrowheads="1"/>
              </p:cNvSpPr>
              <p:nvPr/>
            </p:nvSpPr>
            <p:spPr bwMode="auto">
              <a:xfrm>
                <a:off x="1677" y="957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P1</a:t>
                </a:r>
              </a:p>
            </p:txBody>
          </p:sp>
        </p:grpSp>
        <p:grpSp>
          <p:nvGrpSpPr>
            <p:cNvPr id="145527" name="Group 119"/>
            <p:cNvGrpSpPr>
              <a:grpSpLocks/>
            </p:cNvGrpSpPr>
            <p:nvPr/>
          </p:nvGrpSpPr>
          <p:grpSpPr bwMode="auto">
            <a:xfrm>
              <a:off x="1533" y="1149"/>
              <a:ext cx="1155" cy="233"/>
              <a:chOff x="1677" y="1101"/>
              <a:chExt cx="1155" cy="233"/>
            </a:xfrm>
          </p:grpSpPr>
          <p:sp>
            <p:nvSpPr>
              <p:cNvPr id="145528" name="Rectangle 120"/>
              <p:cNvSpPr>
                <a:spLocks noChangeArrowheads="1"/>
              </p:cNvSpPr>
              <p:nvPr/>
            </p:nvSpPr>
            <p:spPr bwMode="auto">
              <a:xfrm>
                <a:off x="1968" y="115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529" name="Text Box 121"/>
              <p:cNvSpPr txBox="1">
                <a:spLocks noChangeArrowheads="1"/>
              </p:cNvSpPr>
              <p:nvPr/>
            </p:nvSpPr>
            <p:spPr bwMode="auto">
              <a:xfrm>
                <a:off x="1677" y="110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P2</a:t>
                </a:r>
              </a:p>
            </p:txBody>
          </p:sp>
        </p:grpSp>
        <p:grpSp>
          <p:nvGrpSpPr>
            <p:cNvPr id="145530" name="Group 122"/>
            <p:cNvGrpSpPr>
              <a:grpSpLocks/>
            </p:cNvGrpSpPr>
            <p:nvPr/>
          </p:nvGrpSpPr>
          <p:grpSpPr bwMode="auto">
            <a:xfrm>
              <a:off x="1533" y="1293"/>
              <a:ext cx="1155" cy="233"/>
              <a:chOff x="1677" y="1245"/>
              <a:chExt cx="1155" cy="233"/>
            </a:xfrm>
          </p:grpSpPr>
          <p:sp>
            <p:nvSpPr>
              <p:cNvPr id="145531" name="Rectangle 123"/>
              <p:cNvSpPr>
                <a:spLocks noChangeArrowheads="1"/>
              </p:cNvSpPr>
              <p:nvPr/>
            </p:nvSpPr>
            <p:spPr bwMode="auto">
              <a:xfrm>
                <a:off x="1968" y="1296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532" name="Text Box 124"/>
              <p:cNvSpPr txBox="1">
                <a:spLocks noChangeArrowheads="1"/>
              </p:cNvSpPr>
              <p:nvPr/>
            </p:nvSpPr>
            <p:spPr bwMode="auto">
              <a:xfrm>
                <a:off x="1677" y="1245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P3</a:t>
                </a:r>
              </a:p>
            </p:txBody>
          </p:sp>
        </p:grpSp>
        <p:grpSp>
          <p:nvGrpSpPr>
            <p:cNvPr id="145533" name="Group 125"/>
            <p:cNvGrpSpPr>
              <a:grpSpLocks/>
            </p:cNvGrpSpPr>
            <p:nvPr/>
          </p:nvGrpSpPr>
          <p:grpSpPr bwMode="auto">
            <a:xfrm>
              <a:off x="1533" y="1437"/>
              <a:ext cx="1155" cy="233"/>
              <a:chOff x="1677" y="1389"/>
              <a:chExt cx="1155" cy="233"/>
            </a:xfrm>
          </p:grpSpPr>
          <p:sp>
            <p:nvSpPr>
              <p:cNvPr id="145534" name="Rectangle 126"/>
              <p:cNvSpPr>
                <a:spLocks noChangeArrowheads="1"/>
              </p:cNvSpPr>
              <p:nvPr/>
            </p:nvSpPr>
            <p:spPr bwMode="auto">
              <a:xfrm>
                <a:off x="1968" y="144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5535" name="Text Box 127"/>
              <p:cNvSpPr txBox="1">
                <a:spLocks noChangeArrowheads="1"/>
              </p:cNvSpPr>
              <p:nvPr/>
            </p:nvSpPr>
            <p:spPr bwMode="auto">
              <a:xfrm>
                <a:off x="1677" y="1389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P4</a:t>
                </a:r>
              </a:p>
            </p:txBody>
          </p:sp>
        </p:grpSp>
        <p:sp>
          <p:nvSpPr>
            <p:cNvPr id="145536" name="Line 128"/>
            <p:cNvSpPr>
              <a:spLocks noChangeShapeType="1"/>
            </p:cNvSpPr>
            <p:nvPr/>
          </p:nvSpPr>
          <p:spPr bwMode="auto">
            <a:xfrm>
              <a:off x="1824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5537" name="Line 129"/>
            <p:cNvSpPr>
              <a:spLocks noChangeShapeType="1"/>
            </p:cNvSpPr>
            <p:nvPr/>
          </p:nvSpPr>
          <p:spPr bwMode="auto">
            <a:xfrm>
              <a:off x="268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5538" name="Text Box 130"/>
            <p:cNvSpPr txBox="1">
              <a:spLocks noChangeArrowheads="1"/>
            </p:cNvSpPr>
            <p:nvPr/>
          </p:nvSpPr>
          <p:spPr bwMode="auto">
            <a:xfrm>
              <a:off x="1627" y="621"/>
              <a:ext cx="1213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Physical Regs</a:t>
              </a:r>
            </a:p>
          </p:txBody>
        </p:sp>
        <p:sp>
          <p:nvSpPr>
            <p:cNvPr id="145539" name="Rectangle 131"/>
            <p:cNvSpPr>
              <a:spLocks noChangeArrowheads="1"/>
            </p:cNvSpPr>
            <p:nvPr/>
          </p:nvSpPr>
          <p:spPr bwMode="auto">
            <a:xfrm>
              <a:off x="2688" y="1632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45540" name="Rectangle 132"/>
            <p:cNvSpPr>
              <a:spLocks noChangeArrowheads="1"/>
            </p:cNvSpPr>
            <p:nvPr/>
          </p:nvSpPr>
          <p:spPr bwMode="auto">
            <a:xfrm>
              <a:off x="2688" y="1776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45541" name="Rectangle 133"/>
            <p:cNvSpPr>
              <a:spLocks noChangeArrowheads="1"/>
            </p:cNvSpPr>
            <p:nvPr/>
          </p:nvSpPr>
          <p:spPr bwMode="auto">
            <a:xfrm>
              <a:off x="2688" y="1920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45542" name="Rectangle 134"/>
            <p:cNvSpPr>
              <a:spLocks noChangeArrowheads="1"/>
            </p:cNvSpPr>
            <p:nvPr/>
          </p:nvSpPr>
          <p:spPr bwMode="auto">
            <a:xfrm>
              <a:off x="2688" y="912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5543" name="Rectangle 135"/>
            <p:cNvSpPr>
              <a:spLocks noChangeArrowheads="1"/>
            </p:cNvSpPr>
            <p:nvPr/>
          </p:nvSpPr>
          <p:spPr bwMode="auto">
            <a:xfrm>
              <a:off x="2689" y="2448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5544" name="Rectangle 136"/>
            <p:cNvSpPr>
              <a:spLocks noChangeArrowheads="1"/>
            </p:cNvSpPr>
            <p:nvPr/>
          </p:nvSpPr>
          <p:spPr bwMode="auto">
            <a:xfrm>
              <a:off x="2688" y="1056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5545" name="Rectangle 137"/>
            <p:cNvSpPr>
              <a:spLocks noChangeArrowheads="1"/>
            </p:cNvSpPr>
            <p:nvPr/>
          </p:nvSpPr>
          <p:spPr bwMode="auto">
            <a:xfrm>
              <a:off x="2688" y="1200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5546" name="Rectangle 138"/>
            <p:cNvSpPr>
              <a:spLocks noChangeArrowheads="1"/>
            </p:cNvSpPr>
            <p:nvPr/>
          </p:nvSpPr>
          <p:spPr bwMode="auto">
            <a:xfrm>
              <a:off x="2688" y="1344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5547" name="Rectangle 139"/>
            <p:cNvSpPr>
              <a:spLocks noChangeArrowheads="1"/>
            </p:cNvSpPr>
            <p:nvPr/>
          </p:nvSpPr>
          <p:spPr bwMode="auto">
            <a:xfrm>
              <a:off x="2688" y="1488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5548" name="Line 140"/>
            <p:cNvSpPr>
              <a:spLocks noChangeShapeType="1"/>
            </p:cNvSpPr>
            <p:nvPr/>
          </p:nvSpPr>
          <p:spPr bwMode="auto">
            <a:xfrm>
              <a:off x="268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5549" name="Line 141"/>
            <p:cNvSpPr>
              <a:spLocks noChangeShapeType="1"/>
            </p:cNvSpPr>
            <p:nvPr/>
          </p:nvSpPr>
          <p:spPr bwMode="auto">
            <a:xfrm>
              <a:off x="2879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grpSp>
          <p:nvGrpSpPr>
            <p:cNvPr id="145550" name="Group 142"/>
            <p:cNvGrpSpPr>
              <a:grpSpLocks/>
            </p:cNvGrpSpPr>
            <p:nvPr/>
          </p:nvGrpSpPr>
          <p:grpSpPr bwMode="auto">
            <a:xfrm>
              <a:off x="1533" y="2013"/>
              <a:ext cx="1155" cy="233"/>
              <a:chOff x="1677" y="1821"/>
              <a:chExt cx="1155" cy="233"/>
            </a:xfrm>
          </p:grpSpPr>
          <p:sp>
            <p:nvSpPr>
              <p:cNvPr id="145551" name="Rectangle 143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&lt;R1&gt;</a:t>
                </a:r>
              </a:p>
            </p:txBody>
          </p:sp>
          <p:sp>
            <p:nvSpPr>
              <p:cNvPr id="145552" name="Text Box 144"/>
              <p:cNvSpPr txBox="1">
                <a:spLocks noChangeArrowheads="1"/>
              </p:cNvSpPr>
              <p:nvPr/>
            </p:nvSpPr>
            <p:spPr bwMode="auto">
              <a:xfrm>
                <a:off x="1677" y="182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P8</a:t>
                </a:r>
              </a:p>
            </p:txBody>
          </p:sp>
        </p:grpSp>
        <p:sp>
          <p:nvSpPr>
            <p:cNvPr id="145553" name="Rectangle 145"/>
            <p:cNvSpPr>
              <a:spLocks noChangeArrowheads="1"/>
            </p:cNvSpPr>
            <p:nvPr/>
          </p:nvSpPr>
          <p:spPr bwMode="auto">
            <a:xfrm>
              <a:off x="2688" y="2064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</p:grpSp>
      <p:sp>
        <p:nvSpPr>
          <p:cNvPr id="145554" name="Line 146"/>
          <p:cNvSpPr>
            <a:spLocks noChangeShapeType="1"/>
          </p:cNvSpPr>
          <p:nvPr/>
        </p:nvSpPr>
        <p:spPr bwMode="auto">
          <a:xfrm>
            <a:off x="7778751" y="2514600"/>
            <a:ext cx="304800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grpSp>
        <p:nvGrpSpPr>
          <p:cNvPr id="145555" name="Group 147"/>
          <p:cNvGrpSpPr>
            <a:grpSpLocks/>
          </p:cNvGrpSpPr>
          <p:nvPr/>
        </p:nvGrpSpPr>
        <p:grpSpPr bwMode="auto">
          <a:xfrm>
            <a:off x="6864351" y="1676400"/>
            <a:ext cx="685800" cy="228600"/>
            <a:chOff x="3168" y="912"/>
            <a:chExt cx="432" cy="144"/>
          </a:xfrm>
        </p:grpSpPr>
        <p:sp>
          <p:nvSpPr>
            <p:cNvPr id="145556" name="Line 148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5557" name="Line 149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45558" name="Text Box 150"/>
          <p:cNvSpPr txBox="1">
            <a:spLocks noChangeArrowheads="1"/>
          </p:cNvSpPr>
          <p:nvPr/>
        </p:nvSpPr>
        <p:spPr bwMode="auto">
          <a:xfrm>
            <a:off x="2063751" y="48768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x          ld     p     P7                      r1               P0</a:t>
            </a:r>
          </a:p>
        </p:txBody>
      </p:sp>
      <p:grpSp>
        <p:nvGrpSpPr>
          <p:cNvPr id="145559" name="Group 151"/>
          <p:cNvGrpSpPr>
            <a:grpSpLocks/>
          </p:cNvGrpSpPr>
          <p:nvPr/>
        </p:nvGrpSpPr>
        <p:grpSpPr bwMode="auto">
          <a:xfrm>
            <a:off x="1979615" y="1219201"/>
            <a:ext cx="2047875" cy="2574925"/>
            <a:chOff x="91" y="624"/>
            <a:chExt cx="1290" cy="1622"/>
          </a:xfrm>
        </p:grpSpPr>
        <p:grpSp>
          <p:nvGrpSpPr>
            <p:cNvPr id="145560" name="Group 152"/>
            <p:cNvGrpSpPr>
              <a:grpSpLocks/>
            </p:cNvGrpSpPr>
            <p:nvPr/>
          </p:nvGrpSpPr>
          <p:grpSpPr bwMode="auto">
            <a:xfrm>
              <a:off x="91" y="1005"/>
              <a:ext cx="1161" cy="1241"/>
              <a:chOff x="235" y="957"/>
              <a:chExt cx="1161" cy="1241"/>
            </a:xfrm>
          </p:grpSpPr>
          <p:grpSp>
            <p:nvGrpSpPr>
              <p:cNvPr id="145561" name="Group 153"/>
              <p:cNvGrpSpPr>
                <a:grpSpLocks/>
              </p:cNvGrpSpPr>
              <p:nvPr/>
            </p:nvGrpSpPr>
            <p:grpSpPr bwMode="auto">
              <a:xfrm>
                <a:off x="235" y="1677"/>
                <a:ext cx="1161" cy="233"/>
                <a:chOff x="235" y="1677"/>
                <a:chExt cx="1161" cy="233"/>
              </a:xfrm>
            </p:grpSpPr>
            <p:sp>
              <p:nvSpPr>
                <p:cNvPr id="145562" name="Rectangle 154"/>
                <p:cNvSpPr>
                  <a:spLocks noChangeArrowheads="1"/>
                </p:cNvSpPr>
                <p:nvPr/>
              </p:nvSpPr>
              <p:spPr bwMode="auto">
                <a:xfrm>
                  <a:off x="532" y="1728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5563" name="Text Box 155"/>
                <p:cNvSpPr txBox="1">
                  <a:spLocks noChangeArrowheads="1"/>
                </p:cNvSpPr>
                <p:nvPr/>
              </p:nvSpPr>
              <p:spPr bwMode="auto">
                <a:xfrm>
                  <a:off x="235" y="1677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R5</a:t>
                  </a:r>
                </a:p>
              </p:txBody>
            </p:sp>
          </p:grpSp>
          <p:grpSp>
            <p:nvGrpSpPr>
              <p:cNvPr id="145564" name="Group 156"/>
              <p:cNvGrpSpPr>
                <a:grpSpLocks/>
              </p:cNvGrpSpPr>
              <p:nvPr/>
            </p:nvGrpSpPr>
            <p:grpSpPr bwMode="auto">
              <a:xfrm>
                <a:off x="235" y="1821"/>
                <a:ext cx="1161" cy="233"/>
                <a:chOff x="235" y="1821"/>
                <a:chExt cx="1161" cy="233"/>
              </a:xfrm>
            </p:grpSpPr>
            <p:sp>
              <p:nvSpPr>
                <p:cNvPr id="145565" name="Rectangle 157"/>
                <p:cNvSpPr>
                  <a:spLocks noChangeArrowheads="1"/>
                </p:cNvSpPr>
                <p:nvPr/>
              </p:nvSpPr>
              <p:spPr bwMode="auto">
                <a:xfrm>
                  <a:off x="532" y="1872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P5</a:t>
                  </a:r>
                </a:p>
              </p:txBody>
            </p:sp>
            <p:sp>
              <p:nvSpPr>
                <p:cNvPr id="145566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235" y="1821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R6</a:t>
                  </a:r>
                </a:p>
              </p:txBody>
            </p:sp>
          </p:grpSp>
          <p:grpSp>
            <p:nvGrpSpPr>
              <p:cNvPr id="145567" name="Group 159"/>
              <p:cNvGrpSpPr>
                <a:grpSpLocks/>
              </p:cNvGrpSpPr>
              <p:nvPr/>
            </p:nvGrpSpPr>
            <p:grpSpPr bwMode="auto">
              <a:xfrm>
                <a:off x="235" y="1965"/>
                <a:ext cx="1161" cy="233"/>
                <a:chOff x="235" y="1965"/>
                <a:chExt cx="1161" cy="233"/>
              </a:xfrm>
            </p:grpSpPr>
            <p:sp>
              <p:nvSpPr>
                <p:cNvPr id="145568" name="Rectangle 160"/>
                <p:cNvSpPr>
                  <a:spLocks noChangeArrowheads="1"/>
                </p:cNvSpPr>
                <p:nvPr/>
              </p:nvSpPr>
              <p:spPr bwMode="auto">
                <a:xfrm>
                  <a:off x="532" y="2016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P6</a:t>
                  </a:r>
                </a:p>
              </p:txBody>
            </p:sp>
            <p:sp>
              <p:nvSpPr>
                <p:cNvPr id="145569" name="Text Box 161"/>
                <p:cNvSpPr txBox="1">
                  <a:spLocks noChangeArrowheads="1"/>
                </p:cNvSpPr>
                <p:nvPr/>
              </p:nvSpPr>
              <p:spPr bwMode="auto">
                <a:xfrm>
                  <a:off x="235" y="1965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R7</a:t>
                  </a:r>
                </a:p>
              </p:txBody>
            </p:sp>
          </p:grpSp>
          <p:grpSp>
            <p:nvGrpSpPr>
              <p:cNvPr id="145570" name="Group 162"/>
              <p:cNvGrpSpPr>
                <a:grpSpLocks/>
              </p:cNvGrpSpPr>
              <p:nvPr/>
            </p:nvGrpSpPr>
            <p:grpSpPr bwMode="auto">
              <a:xfrm>
                <a:off x="235" y="957"/>
                <a:ext cx="1161" cy="233"/>
                <a:chOff x="235" y="957"/>
                <a:chExt cx="1161" cy="233"/>
              </a:xfrm>
            </p:grpSpPr>
            <p:sp>
              <p:nvSpPr>
                <p:cNvPr id="145571" name="Rectangle 163"/>
                <p:cNvSpPr>
                  <a:spLocks noChangeArrowheads="1"/>
                </p:cNvSpPr>
                <p:nvPr/>
              </p:nvSpPr>
              <p:spPr bwMode="auto">
                <a:xfrm>
                  <a:off x="532" y="1008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5572" name="Text Box 164"/>
                <p:cNvSpPr txBox="1">
                  <a:spLocks noChangeArrowheads="1"/>
                </p:cNvSpPr>
                <p:nvPr/>
              </p:nvSpPr>
              <p:spPr bwMode="auto">
                <a:xfrm>
                  <a:off x="235" y="957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R0</a:t>
                  </a:r>
                </a:p>
              </p:txBody>
            </p:sp>
          </p:grpSp>
          <p:grpSp>
            <p:nvGrpSpPr>
              <p:cNvPr id="145573" name="Group 165"/>
              <p:cNvGrpSpPr>
                <a:grpSpLocks/>
              </p:cNvGrpSpPr>
              <p:nvPr/>
            </p:nvGrpSpPr>
            <p:grpSpPr bwMode="auto">
              <a:xfrm>
                <a:off x="235" y="1101"/>
                <a:ext cx="1161" cy="233"/>
                <a:chOff x="235" y="1101"/>
                <a:chExt cx="1161" cy="233"/>
              </a:xfrm>
            </p:grpSpPr>
            <p:sp>
              <p:nvSpPr>
                <p:cNvPr id="145574" name="Rectangle 166"/>
                <p:cNvSpPr>
                  <a:spLocks noChangeArrowheads="1"/>
                </p:cNvSpPr>
                <p:nvPr/>
              </p:nvSpPr>
              <p:spPr bwMode="auto">
                <a:xfrm>
                  <a:off x="532" y="1152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P8</a:t>
                  </a:r>
                </a:p>
              </p:txBody>
            </p:sp>
            <p:sp>
              <p:nvSpPr>
                <p:cNvPr id="145575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235" y="1101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R1</a:t>
                  </a:r>
                </a:p>
              </p:txBody>
            </p:sp>
          </p:grpSp>
          <p:grpSp>
            <p:nvGrpSpPr>
              <p:cNvPr id="145576" name="Group 168"/>
              <p:cNvGrpSpPr>
                <a:grpSpLocks/>
              </p:cNvGrpSpPr>
              <p:nvPr/>
            </p:nvGrpSpPr>
            <p:grpSpPr bwMode="auto">
              <a:xfrm>
                <a:off x="235" y="1245"/>
                <a:ext cx="1161" cy="233"/>
                <a:chOff x="235" y="1245"/>
                <a:chExt cx="1161" cy="233"/>
              </a:xfrm>
            </p:grpSpPr>
            <p:sp>
              <p:nvSpPr>
                <p:cNvPr id="145577" name="Rectangle 169"/>
                <p:cNvSpPr>
                  <a:spLocks noChangeArrowheads="1"/>
                </p:cNvSpPr>
                <p:nvPr/>
              </p:nvSpPr>
              <p:spPr bwMode="auto">
                <a:xfrm>
                  <a:off x="532" y="1296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5578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235" y="1245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R2</a:t>
                  </a:r>
                </a:p>
              </p:txBody>
            </p:sp>
          </p:grpSp>
          <p:grpSp>
            <p:nvGrpSpPr>
              <p:cNvPr id="145579" name="Group 171"/>
              <p:cNvGrpSpPr>
                <a:grpSpLocks/>
              </p:cNvGrpSpPr>
              <p:nvPr/>
            </p:nvGrpSpPr>
            <p:grpSpPr bwMode="auto">
              <a:xfrm>
                <a:off x="235" y="1389"/>
                <a:ext cx="1161" cy="233"/>
                <a:chOff x="235" y="1389"/>
                <a:chExt cx="1161" cy="233"/>
              </a:xfrm>
            </p:grpSpPr>
            <p:sp>
              <p:nvSpPr>
                <p:cNvPr id="145580" name="Rectangle 172"/>
                <p:cNvSpPr>
                  <a:spLocks noChangeArrowheads="1"/>
                </p:cNvSpPr>
                <p:nvPr/>
              </p:nvSpPr>
              <p:spPr bwMode="auto">
                <a:xfrm>
                  <a:off x="532" y="1440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P7</a:t>
                  </a:r>
                </a:p>
              </p:txBody>
            </p:sp>
            <p:sp>
              <p:nvSpPr>
                <p:cNvPr id="145581" name="Text Box 173"/>
                <p:cNvSpPr txBox="1">
                  <a:spLocks noChangeArrowheads="1"/>
                </p:cNvSpPr>
                <p:nvPr/>
              </p:nvSpPr>
              <p:spPr bwMode="auto">
                <a:xfrm>
                  <a:off x="235" y="1389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R3</a:t>
                  </a:r>
                </a:p>
              </p:txBody>
            </p:sp>
          </p:grpSp>
          <p:grpSp>
            <p:nvGrpSpPr>
              <p:cNvPr id="145582" name="Group 174"/>
              <p:cNvGrpSpPr>
                <a:grpSpLocks/>
              </p:cNvGrpSpPr>
              <p:nvPr/>
            </p:nvGrpSpPr>
            <p:grpSpPr bwMode="auto">
              <a:xfrm>
                <a:off x="235" y="1533"/>
                <a:ext cx="1161" cy="233"/>
                <a:chOff x="235" y="1533"/>
                <a:chExt cx="1161" cy="233"/>
              </a:xfrm>
            </p:grpSpPr>
            <p:sp>
              <p:nvSpPr>
                <p:cNvPr id="145583" name="Rectangle 175"/>
                <p:cNvSpPr>
                  <a:spLocks noChangeArrowheads="1"/>
                </p:cNvSpPr>
                <p:nvPr/>
              </p:nvSpPr>
              <p:spPr bwMode="auto">
                <a:xfrm>
                  <a:off x="532" y="1584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5584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235" y="1533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R4</a:t>
                  </a:r>
                </a:p>
              </p:txBody>
            </p:sp>
          </p:grpSp>
        </p:grpSp>
        <p:sp>
          <p:nvSpPr>
            <p:cNvPr id="145585" name="Text Box 177"/>
            <p:cNvSpPr txBox="1">
              <a:spLocks noChangeArrowheads="1"/>
            </p:cNvSpPr>
            <p:nvPr/>
          </p:nvSpPr>
          <p:spPr bwMode="auto">
            <a:xfrm>
              <a:off x="288" y="624"/>
              <a:ext cx="1093" cy="44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Rename Table</a:t>
              </a:r>
            </a:p>
          </p:txBody>
        </p:sp>
      </p:grpSp>
      <p:grpSp>
        <p:nvGrpSpPr>
          <p:cNvPr id="145586" name="Group 178"/>
          <p:cNvGrpSpPr>
            <a:grpSpLocks/>
          </p:cNvGrpSpPr>
          <p:nvPr/>
        </p:nvGrpSpPr>
        <p:grpSpPr bwMode="auto">
          <a:xfrm>
            <a:off x="2444750" y="2052639"/>
            <a:ext cx="847726" cy="369887"/>
            <a:chOff x="384" y="1149"/>
            <a:chExt cx="534" cy="233"/>
          </a:xfrm>
        </p:grpSpPr>
        <p:grpSp>
          <p:nvGrpSpPr>
            <p:cNvPr id="145587" name="Group 179"/>
            <p:cNvGrpSpPr>
              <a:grpSpLocks/>
            </p:cNvGrpSpPr>
            <p:nvPr/>
          </p:nvGrpSpPr>
          <p:grpSpPr bwMode="auto">
            <a:xfrm>
              <a:off x="384" y="1200"/>
              <a:ext cx="288" cy="144"/>
              <a:chOff x="3168" y="912"/>
              <a:chExt cx="432" cy="144"/>
            </a:xfrm>
          </p:grpSpPr>
          <p:sp>
            <p:nvSpPr>
              <p:cNvPr id="145588" name="Line 180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45589" name="Line 181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45590" name="Text Box 182"/>
            <p:cNvSpPr txBox="1">
              <a:spLocks noChangeArrowheads="1"/>
            </p:cNvSpPr>
            <p:nvPr/>
          </p:nvSpPr>
          <p:spPr bwMode="auto">
            <a:xfrm>
              <a:off x="621" y="114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Verdana" pitchFamily="34" charset="0"/>
                </a:rPr>
                <a:t>P0</a:t>
              </a:r>
            </a:p>
          </p:txBody>
        </p:sp>
      </p:grpSp>
      <p:sp>
        <p:nvSpPr>
          <p:cNvPr id="145591" name="Text Box 183"/>
          <p:cNvSpPr txBox="1">
            <a:spLocks noChangeArrowheads="1"/>
          </p:cNvSpPr>
          <p:nvPr/>
        </p:nvSpPr>
        <p:spPr bwMode="auto">
          <a:xfrm>
            <a:off x="6788149" y="48768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P8</a:t>
            </a:r>
          </a:p>
        </p:txBody>
      </p:sp>
      <p:sp>
        <p:nvSpPr>
          <p:cNvPr id="145592" name="Line 184"/>
          <p:cNvSpPr>
            <a:spLocks noChangeShapeType="1"/>
          </p:cNvSpPr>
          <p:nvPr/>
        </p:nvSpPr>
        <p:spPr bwMode="auto">
          <a:xfrm>
            <a:off x="2825751" y="2743200"/>
            <a:ext cx="4038600" cy="25146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45593" name="Text Box 185"/>
          <p:cNvSpPr txBox="1">
            <a:spLocks noChangeArrowheads="1"/>
          </p:cNvSpPr>
          <p:nvPr/>
        </p:nvSpPr>
        <p:spPr bwMode="auto">
          <a:xfrm>
            <a:off x="6788149" y="51054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  <a:latin typeface="Verdana" pitchFamily="34" charset="0"/>
              </a:rPr>
              <a:t>P7</a:t>
            </a:r>
          </a:p>
        </p:txBody>
      </p:sp>
      <p:grpSp>
        <p:nvGrpSpPr>
          <p:cNvPr id="145594" name="Group 186"/>
          <p:cNvGrpSpPr>
            <a:grpSpLocks/>
          </p:cNvGrpSpPr>
          <p:nvPr/>
        </p:nvGrpSpPr>
        <p:grpSpPr bwMode="auto">
          <a:xfrm>
            <a:off x="6864351" y="1905000"/>
            <a:ext cx="685800" cy="228600"/>
            <a:chOff x="3168" y="912"/>
            <a:chExt cx="432" cy="144"/>
          </a:xfrm>
        </p:grpSpPr>
        <p:sp>
          <p:nvSpPr>
            <p:cNvPr id="145595" name="Line 187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5596" name="Line 188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45597" name="Group 189"/>
          <p:cNvGrpSpPr>
            <a:grpSpLocks/>
          </p:cNvGrpSpPr>
          <p:nvPr/>
        </p:nvGrpSpPr>
        <p:grpSpPr bwMode="auto">
          <a:xfrm>
            <a:off x="3206751" y="1981200"/>
            <a:ext cx="4648200" cy="3200400"/>
            <a:chOff x="864" y="1104"/>
            <a:chExt cx="2928" cy="2016"/>
          </a:xfrm>
        </p:grpSpPr>
        <p:sp>
          <p:nvSpPr>
            <p:cNvPr id="145598" name="Line 190"/>
            <p:cNvSpPr>
              <a:spLocks noChangeShapeType="1"/>
            </p:cNvSpPr>
            <p:nvPr/>
          </p:nvSpPr>
          <p:spPr bwMode="auto">
            <a:xfrm flipH="1">
              <a:off x="864" y="1104"/>
              <a:ext cx="2352" cy="432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5599" name="Line 191"/>
            <p:cNvSpPr>
              <a:spLocks noChangeShapeType="1"/>
            </p:cNvSpPr>
            <p:nvPr/>
          </p:nvSpPr>
          <p:spPr bwMode="auto">
            <a:xfrm>
              <a:off x="3408" y="1200"/>
              <a:ext cx="384" cy="192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45600" name="Group 192"/>
          <p:cNvGrpSpPr>
            <a:grpSpLocks/>
          </p:cNvGrpSpPr>
          <p:nvPr/>
        </p:nvGrpSpPr>
        <p:grpSpPr bwMode="auto">
          <a:xfrm>
            <a:off x="2444750" y="2509840"/>
            <a:ext cx="847726" cy="369887"/>
            <a:chOff x="384" y="1437"/>
            <a:chExt cx="534" cy="233"/>
          </a:xfrm>
        </p:grpSpPr>
        <p:grpSp>
          <p:nvGrpSpPr>
            <p:cNvPr id="145601" name="Group 193"/>
            <p:cNvGrpSpPr>
              <a:grpSpLocks/>
            </p:cNvGrpSpPr>
            <p:nvPr/>
          </p:nvGrpSpPr>
          <p:grpSpPr bwMode="auto">
            <a:xfrm>
              <a:off x="384" y="1488"/>
              <a:ext cx="288" cy="144"/>
              <a:chOff x="3168" y="912"/>
              <a:chExt cx="432" cy="144"/>
            </a:xfrm>
          </p:grpSpPr>
          <p:sp>
            <p:nvSpPr>
              <p:cNvPr id="145602" name="Line 194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45603" name="Line 195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45604" name="Text Box 196"/>
            <p:cNvSpPr txBox="1">
              <a:spLocks noChangeArrowheads="1"/>
            </p:cNvSpPr>
            <p:nvPr/>
          </p:nvSpPr>
          <p:spPr bwMode="auto">
            <a:xfrm>
              <a:off x="621" y="1437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Verdana" pitchFamily="34" charset="0"/>
                </a:rPr>
                <a:t>P1</a:t>
              </a:r>
            </a:p>
          </p:txBody>
        </p:sp>
      </p:grpSp>
      <p:sp>
        <p:nvSpPr>
          <p:cNvPr id="145605" name="Text Box 197"/>
          <p:cNvSpPr txBox="1">
            <a:spLocks noChangeArrowheads="1"/>
          </p:cNvSpPr>
          <p:nvPr/>
        </p:nvSpPr>
        <p:spPr bwMode="auto">
          <a:xfrm>
            <a:off x="2063751" y="51054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  <a:latin typeface="Verdana" pitchFamily="34" charset="0"/>
              </a:rPr>
              <a:t>x          add         P0                      r3               P1</a:t>
            </a:r>
          </a:p>
        </p:txBody>
      </p:sp>
    </p:spTree>
    <p:extLst>
      <p:ext uri="{BB962C8B-B14F-4D97-AF65-F5344CB8AC3E}">
        <p14:creationId xmlns:p14="http://schemas.microsoft.com/office/powerpoint/2010/main" val="9742301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554" grpId="0" animBg="1"/>
      <p:bldP spid="145592" grpId="0" animBg="1"/>
      <p:bldP spid="145593" grpId="0" autoUpdateAnimBg="0"/>
      <p:bldP spid="145605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609602"/>
            <a:ext cx="7772400" cy="500063"/>
          </a:xfrm>
        </p:spPr>
        <p:txBody>
          <a:bodyPr>
            <a:normAutofit fontScale="90000"/>
          </a:bodyPr>
          <a:lstStyle/>
          <a:p>
            <a:r>
              <a:rPr lang="en-US"/>
              <a:t>Physical Register Management</a:t>
            </a:r>
            <a:endParaRPr lang="en-US" sz="2800" i="1"/>
          </a:p>
        </p:txBody>
      </p:sp>
      <p:grpSp>
        <p:nvGrpSpPr>
          <p:cNvPr id="147459" name="Group 3"/>
          <p:cNvGrpSpPr>
            <a:grpSpLocks/>
          </p:cNvGrpSpPr>
          <p:nvPr/>
        </p:nvGrpSpPr>
        <p:grpSpPr bwMode="auto">
          <a:xfrm>
            <a:off x="2063753" y="4287838"/>
            <a:ext cx="6324601" cy="2265362"/>
            <a:chOff x="144" y="2557"/>
            <a:chExt cx="3984" cy="1427"/>
          </a:xfrm>
        </p:grpSpPr>
        <p:grpSp>
          <p:nvGrpSpPr>
            <p:cNvPr id="147460" name="Group 4"/>
            <p:cNvGrpSpPr>
              <a:grpSpLocks/>
            </p:cNvGrpSpPr>
            <p:nvPr/>
          </p:nvGrpSpPr>
          <p:grpSpPr bwMode="auto">
            <a:xfrm>
              <a:off x="144" y="2832"/>
              <a:ext cx="3984" cy="1152"/>
              <a:chOff x="144" y="2928"/>
              <a:chExt cx="3984" cy="1152"/>
            </a:xfrm>
          </p:grpSpPr>
          <p:sp>
            <p:nvSpPr>
              <p:cNvPr id="147461" name="Rectangle 5"/>
              <p:cNvSpPr>
                <a:spLocks noChangeArrowheads="1"/>
              </p:cNvSpPr>
              <p:nvPr/>
            </p:nvSpPr>
            <p:spPr bwMode="auto">
              <a:xfrm>
                <a:off x="672" y="292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op</a:t>
                </a:r>
              </a:p>
            </p:txBody>
          </p:sp>
          <p:sp>
            <p:nvSpPr>
              <p:cNvPr id="147462" name="Rectangle 6"/>
              <p:cNvSpPr>
                <a:spLocks noChangeArrowheads="1"/>
              </p:cNvSpPr>
              <p:nvPr/>
            </p:nvSpPr>
            <p:spPr bwMode="auto">
              <a:xfrm>
                <a:off x="1104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p1</a:t>
                </a:r>
              </a:p>
            </p:txBody>
          </p:sp>
          <p:sp>
            <p:nvSpPr>
              <p:cNvPr id="147463" name="Rectangle 7"/>
              <p:cNvSpPr>
                <a:spLocks noChangeArrowheads="1"/>
              </p:cNvSpPr>
              <p:nvPr/>
            </p:nvSpPr>
            <p:spPr bwMode="auto">
              <a:xfrm>
                <a:off x="1344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PR1</a:t>
                </a:r>
              </a:p>
            </p:txBody>
          </p:sp>
          <p:sp>
            <p:nvSpPr>
              <p:cNvPr id="147464" name="Rectangle 8"/>
              <p:cNvSpPr>
                <a:spLocks noChangeArrowheads="1"/>
              </p:cNvSpPr>
              <p:nvPr/>
            </p:nvSpPr>
            <p:spPr bwMode="auto">
              <a:xfrm>
                <a:off x="1872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p2</a:t>
                </a:r>
              </a:p>
            </p:txBody>
          </p:sp>
          <p:sp>
            <p:nvSpPr>
              <p:cNvPr id="147465" name="Rectangle 9"/>
              <p:cNvSpPr>
                <a:spLocks noChangeArrowheads="1"/>
              </p:cNvSpPr>
              <p:nvPr/>
            </p:nvSpPr>
            <p:spPr bwMode="auto">
              <a:xfrm>
                <a:off x="2112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PR2</a:t>
                </a:r>
              </a:p>
            </p:txBody>
          </p:sp>
          <p:sp>
            <p:nvSpPr>
              <p:cNvPr id="147466" name="Rectangle 10"/>
              <p:cNvSpPr>
                <a:spLocks noChangeArrowheads="1"/>
              </p:cNvSpPr>
              <p:nvPr/>
            </p:nvSpPr>
            <p:spPr bwMode="auto">
              <a:xfrm>
                <a:off x="432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ex</a:t>
                </a:r>
              </a:p>
            </p:txBody>
          </p:sp>
          <p:sp>
            <p:nvSpPr>
              <p:cNvPr id="147467" name="Rectangle 11"/>
              <p:cNvSpPr>
                <a:spLocks noChangeArrowheads="1"/>
              </p:cNvSpPr>
              <p:nvPr/>
            </p:nvSpPr>
            <p:spPr bwMode="auto">
              <a:xfrm>
                <a:off x="144" y="2928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use</a:t>
                </a:r>
              </a:p>
            </p:txBody>
          </p:sp>
          <p:sp>
            <p:nvSpPr>
              <p:cNvPr id="147468" name="Rectangle 12"/>
              <p:cNvSpPr>
                <a:spLocks noChangeArrowheads="1"/>
              </p:cNvSpPr>
              <p:nvPr/>
            </p:nvSpPr>
            <p:spPr bwMode="auto">
              <a:xfrm>
                <a:off x="672" y="307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69" name="Rectangle 13"/>
              <p:cNvSpPr>
                <a:spLocks noChangeArrowheads="1"/>
              </p:cNvSpPr>
              <p:nvPr/>
            </p:nvSpPr>
            <p:spPr bwMode="auto">
              <a:xfrm>
                <a:off x="1104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70" name="Rectangle 14"/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71" name="Rectangle 15"/>
              <p:cNvSpPr>
                <a:spLocks noChangeArrowheads="1"/>
              </p:cNvSpPr>
              <p:nvPr/>
            </p:nvSpPr>
            <p:spPr bwMode="auto">
              <a:xfrm>
                <a:off x="1872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72" name="Rectangle 16"/>
              <p:cNvSpPr>
                <a:spLocks noChangeArrowheads="1"/>
              </p:cNvSpPr>
              <p:nvPr/>
            </p:nvSpPr>
            <p:spPr bwMode="auto">
              <a:xfrm>
                <a:off x="2112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73" name="Rectangle 17"/>
              <p:cNvSpPr>
                <a:spLocks noChangeArrowheads="1"/>
              </p:cNvSpPr>
              <p:nvPr/>
            </p:nvSpPr>
            <p:spPr bwMode="auto">
              <a:xfrm>
                <a:off x="432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74" name="Rectangle 18"/>
              <p:cNvSpPr>
                <a:spLocks noChangeArrowheads="1"/>
              </p:cNvSpPr>
              <p:nvPr/>
            </p:nvSpPr>
            <p:spPr bwMode="auto">
              <a:xfrm>
                <a:off x="144" y="3072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75" name="Rectangle 19"/>
              <p:cNvSpPr>
                <a:spLocks noChangeArrowheads="1"/>
              </p:cNvSpPr>
              <p:nvPr/>
            </p:nvSpPr>
            <p:spPr bwMode="auto">
              <a:xfrm>
                <a:off x="672" y="321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76" name="Rectangle 20"/>
              <p:cNvSpPr>
                <a:spLocks noChangeArrowheads="1"/>
              </p:cNvSpPr>
              <p:nvPr/>
            </p:nvSpPr>
            <p:spPr bwMode="auto">
              <a:xfrm>
                <a:off x="1104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77" name="Rectangle 21"/>
              <p:cNvSpPr>
                <a:spLocks noChangeArrowheads="1"/>
              </p:cNvSpPr>
              <p:nvPr/>
            </p:nvSpPr>
            <p:spPr bwMode="auto">
              <a:xfrm>
                <a:off x="1344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78" name="Rectangle 22"/>
              <p:cNvSpPr>
                <a:spLocks noChangeArrowheads="1"/>
              </p:cNvSpPr>
              <p:nvPr/>
            </p:nvSpPr>
            <p:spPr bwMode="auto">
              <a:xfrm>
                <a:off x="1872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79" name="Rectangle 23"/>
              <p:cNvSpPr>
                <a:spLocks noChangeArrowheads="1"/>
              </p:cNvSpPr>
              <p:nvPr/>
            </p:nvSpPr>
            <p:spPr bwMode="auto">
              <a:xfrm>
                <a:off x="2112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80" name="Rectangle 24"/>
              <p:cNvSpPr>
                <a:spLocks noChangeArrowheads="1"/>
              </p:cNvSpPr>
              <p:nvPr/>
            </p:nvSpPr>
            <p:spPr bwMode="auto">
              <a:xfrm>
                <a:off x="432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81" name="Rectangle 25"/>
              <p:cNvSpPr>
                <a:spLocks noChangeArrowheads="1"/>
              </p:cNvSpPr>
              <p:nvPr/>
            </p:nvSpPr>
            <p:spPr bwMode="auto">
              <a:xfrm>
                <a:off x="144" y="3216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82" name="Rectangle 26"/>
              <p:cNvSpPr>
                <a:spLocks noChangeArrowheads="1"/>
              </p:cNvSpPr>
              <p:nvPr/>
            </p:nvSpPr>
            <p:spPr bwMode="auto">
              <a:xfrm>
                <a:off x="672" y="3360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83" name="Rectangle 27"/>
              <p:cNvSpPr>
                <a:spLocks noChangeArrowheads="1"/>
              </p:cNvSpPr>
              <p:nvPr/>
            </p:nvSpPr>
            <p:spPr bwMode="auto">
              <a:xfrm>
                <a:off x="1104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84" name="Rectangle 28"/>
              <p:cNvSpPr>
                <a:spLocks noChangeArrowheads="1"/>
              </p:cNvSpPr>
              <p:nvPr/>
            </p:nvSpPr>
            <p:spPr bwMode="auto">
              <a:xfrm>
                <a:off x="1344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85" name="Rectangle 29"/>
              <p:cNvSpPr>
                <a:spLocks noChangeArrowheads="1"/>
              </p:cNvSpPr>
              <p:nvPr/>
            </p:nvSpPr>
            <p:spPr bwMode="auto">
              <a:xfrm>
                <a:off x="1872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86" name="Rectangle 30"/>
              <p:cNvSpPr>
                <a:spLocks noChangeArrowheads="1"/>
              </p:cNvSpPr>
              <p:nvPr/>
            </p:nvSpPr>
            <p:spPr bwMode="auto">
              <a:xfrm>
                <a:off x="2112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87" name="Rectangle 31"/>
              <p:cNvSpPr>
                <a:spLocks noChangeArrowheads="1"/>
              </p:cNvSpPr>
              <p:nvPr/>
            </p:nvSpPr>
            <p:spPr bwMode="auto">
              <a:xfrm>
                <a:off x="432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88" name="Rectangle 32"/>
              <p:cNvSpPr>
                <a:spLocks noChangeArrowheads="1"/>
              </p:cNvSpPr>
              <p:nvPr/>
            </p:nvSpPr>
            <p:spPr bwMode="auto">
              <a:xfrm>
                <a:off x="144" y="3360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89" name="Rectangle 33"/>
              <p:cNvSpPr>
                <a:spLocks noChangeArrowheads="1"/>
              </p:cNvSpPr>
              <p:nvPr/>
            </p:nvSpPr>
            <p:spPr bwMode="auto">
              <a:xfrm>
                <a:off x="672" y="35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90" name="Rectangle 34"/>
              <p:cNvSpPr>
                <a:spLocks noChangeArrowheads="1"/>
              </p:cNvSpPr>
              <p:nvPr/>
            </p:nvSpPr>
            <p:spPr bwMode="auto">
              <a:xfrm>
                <a:off x="1104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91" name="Rectangle 35"/>
              <p:cNvSpPr>
                <a:spLocks noChangeArrowheads="1"/>
              </p:cNvSpPr>
              <p:nvPr/>
            </p:nvSpPr>
            <p:spPr bwMode="auto">
              <a:xfrm>
                <a:off x="1344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92" name="Rectangle 36"/>
              <p:cNvSpPr>
                <a:spLocks noChangeArrowheads="1"/>
              </p:cNvSpPr>
              <p:nvPr/>
            </p:nvSpPr>
            <p:spPr bwMode="auto">
              <a:xfrm>
                <a:off x="1872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93" name="Rectangle 37"/>
              <p:cNvSpPr>
                <a:spLocks noChangeArrowheads="1"/>
              </p:cNvSpPr>
              <p:nvPr/>
            </p:nvSpPr>
            <p:spPr bwMode="auto">
              <a:xfrm>
                <a:off x="2112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94" name="Rectangle 38"/>
              <p:cNvSpPr>
                <a:spLocks noChangeArrowheads="1"/>
              </p:cNvSpPr>
              <p:nvPr/>
            </p:nvSpPr>
            <p:spPr bwMode="auto">
              <a:xfrm>
                <a:off x="432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95" name="Rectangle 39"/>
              <p:cNvSpPr>
                <a:spLocks noChangeArrowheads="1"/>
              </p:cNvSpPr>
              <p:nvPr/>
            </p:nvSpPr>
            <p:spPr bwMode="auto">
              <a:xfrm>
                <a:off x="144" y="3504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96" name="Rectangle 40"/>
              <p:cNvSpPr>
                <a:spLocks noChangeArrowheads="1"/>
              </p:cNvSpPr>
              <p:nvPr/>
            </p:nvSpPr>
            <p:spPr bwMode="auto">
              <a:xfrm>
                <a:off x="672" y="364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97" name="Rectangle 41"/>
              <p:cNvSpPr>
                <a:spLocks noChangeArrowheads="1"/>
              </p:cNvSpPr>
              <p:nvPr/>
            </p:nvSpPr>
            <p:spPr bwMode="auto">
              <a:xfrm>
                <a:off x="1104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98" name="Rectangle 42"/>
              <p:cNvSpPr>
                <a:spLocks noChangeArrowheads="1"/>
              </p:cNvSpPr>
              <p:nvPr/>
            </p:nvSpPr>
            <p:spPr bwMode="auto">
              <a:xfrm>
                <a:off x="1344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499" name="Rectangle 43"/>
              <p:cNvSpPr>
                <a:spLocks noChangeArrowheads="1"/>
              </p:cNvSpPr>
              <p:nvPr/>
            </p:nvSpPr>
            <p:spPr bwMode="auto">
              <a:xfrm>
                <a:off x="1872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00" name="Rectangle 44"/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01" name="Rectangle 45"/>
              <p:cNvSpPr>
                <a:spLocks noChangeArrowheads="1"/>
              </p:cNvSpPr>
              <p:nvPr/>
            </p:nvSpPr>
            <p:spPr bwMode="auto">
              <a:xfrm>
                <a:off x="432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02" name="Rectangle 46"/>
              <p:cNvSpPr>
                <a:spLocks noChangeArrowheads="1"/>
              </p:cNvSpPr>
              <p:nvPr/>
            </p:nvSpPr>
            <p:spPr bwMode="auto">
              <a:xfrm>
                <a:off x="144" y="3648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03" name="Rectangle 47"/>
              <p:cNvSpPr>
                <a:spLocks noChangeArrowheads="1"/>
              </p:cNvSpPr>
              <p:nvPr/>
            </p:nvSpPr>
            <p:spPr bwMode="auto">
              <a:xfrm>
                <a:off x="672" y="379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04" name="Rectangle 48"/>
              <p:cNvSpPr>
                <a:spLocks noChangeArrowheads="1"/>
              </p:cNvSpPr>
              <p:nvPr/>
            </p:nvSpPr>
            <p:spPr bwMode="auto">
              <a:xfrm>
                <a:off x="1104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05" name="Rectangle 49"/>
              <p:cNvSpPr>
                <a:spLocks noChangeArrowheads="1"/>
              </p:cNvSpPr>
              <p:nvPr/>
            </p:nvSpPr>
            <p:spPr bwMode="auto">
              <a:xfrm>
                <a:off x="1344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06" name="Rectangle 50"/>
              <p:cNvSpPr>
                <a:spLocks noChangeArrowheads="1"/>
              </p:cNvSpPr>
              <p:nvPr/>
            </p:nvSpPr>
            <p:spPr bwMode="auto">
              <a:xfrm>
                <a:off x="1872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07" name="Rectangle 51"/>
              <p:cNvSpPr>
                <a:spLocks noChangeArrowheads="1"/>
              </p:cNvSpPr>
              <p:nvPr/>
            </p:nvSpPr>
            <p:spPr bwMode="auto">
              <a:xfrm>
                <a:off x="2112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08" name="Rectangle 52"/>
              <p:cNvSpPr>
                <a:spLocks noChangeArrowheads="1"/>
              </p:cNvSpPr>
              <p:nvPr/>
            </p:nvSpPr>
            <p:spPr bwMode="auto">
              <a:xfrm>
                <a:off x="432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09" name="Rectangle 53"/>
              <p:cNvSpPr>
                <a:spLocks noChangeArrowheads="1"/>
              </p:cNvSpPr>
              <p:nvPr/>
            </p:nvSpPr>
            <p:spPr bwMode="auto">
              <a:xfrm>
                <a:off x="144" y="3792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10" name="Rectangle 54"/>
              <p:cNvSpPr>
                <a:spLocks noChangeArrowheads="1"/>
              </p:cNvSpPr>
              <p:nvPr/>
            </p:nvSpPr>
            <p:spPr bwMode="auto">
              <a:xfrm>
                <a:off x="672" y="393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11" name="Rectangle 55"/>
              <p:cNvSpPr>
                <a:spLocks noChangeArrowheads="1"/>
              </p:cNvSpPr>
              <p:nvPr/>
            </p:nvSpPr>
            <p:spPr bwMode="auto">
              <a:xfrm>
                <a:off x="1104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12" name="Rectangle 56"/>
              <p:cNvSpPr>
                <a:spLocks noChangeArrowheads="1"/>
              </p:cNvSpPr>
              <p:nvPr/>
            </p:nvSpPr>
            <p:spPr bwMode="auto">
              <a:xfrm>
                <a:off x="1344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13" name="Rectangle 57"/>
              <p:cNvSpPr>
                <a:spLocks noChangeArrowheads="1"/>
              </p:cNvSpPr>
              <p:nvPr/>
            </p:nvSpPr>
            <p:spPr bwMode="auto">
              <a:xfrm>
                <a:off x="1872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14" name="Rectangle 58"/>
              <p:cNvSpPr>
                <a:spLocks noChangeArrowheads="1"/>
              </p:cNvSpPr>
              <p:nvPr/>
            </p:nvSpPr>
            <p:spPr bwMode="auto">
              <a:xfrm>
                <a:off x="2112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15" name="Rectangle 59"/>
              <p:cNvSpPr>
                <a:spLocks noChangeArrowheads="1"/>
              </p:cNvSpPr>
              <p:nvPr/>
            </p:nvSpPr>
            <p:spPr bwMode="auto">
              <a:xfrm>
                <a:off x="2640" y="292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Rd</a:t>
                </a:r>
              </a:p>
            </p:txBody>
          </p:sp>
          <p:sp>
            <p:nvSpPr>
              <p:cNvPr id="147516" name="Rectangle 60"/>
              <p:cNvSpPr>
                <a:spLocks noChangeArrowheads="1"/>
              </p:cNvSpPr>
              <p:nvPr/>
            </p:nvSpPr>
            <p:spPr bwMode="auto">
              <a:xfrm>
                <a:off x="2640" y="307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17" name="Rectangle 61"/>
              <p:cNvSpPr>
                <a:spLocks noChangeArrowheads="1"/>
              </p:cNvSpPr>
              <p:nvPr/>
            </p:nvSpPr>
            <p:spPr bwMode="auto">
              <a:xfrm>
                <a:off x="2640" y="321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18" name="Rectangle 62"/>
              <p:cNvSpPr>
                <a:spLocks noChangeArrowheads="1"/>
              </p:cNvSpPr>
              <p:nvPr/>
            </p:nvSpPr>
            <p:spPr bwMode="auto">
              <a:xfrm>
                <a:off x="2640" y="3360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19" name="Rectangle 63"/>
              <p:cNvSpPr>
                <a:spLocks noChangeArrowheads="1"/>
              </p:cNvSpPr>
              <p:nvPr/>
            </p:nvSpPr>
            <p:spPr bwMode="auto">
              <a:xfrm>
                <a:off x="2640" y="35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20" name="Rectangle 64"/>
              <p:cNvSpPr>
                <a:spLocks noChangeArrowheads="1"/>
              </p:cNvSpPr>
              <p:nvPr/>
            </p:nvSpPr>
            <p:spPr bwMode="auto">
              <a:xfrm>
                <a:off x="2640" y="364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21" name="Rectangle 65"/>
              <p:cNvSpPr>
                <a:spLocks noChangeArrowheads="1"/>
              </p:cNvSpPr>
              <p:nvPr/>
            </p:nvSpPr>
            <p:spPr bwMode="auto">
              <a:xfrm>
                <a:off x="2640" y="379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22" name="Rectangle 66"/>
              <p:cNvSpPr>
                <a:spLocks noChangeArrowheads="1"/>
              </p:cNvSpPr>
              <p:nvPr/>
            </p:nvSpPr>
            <p:spPr bwMode="auto">
              <a:xfrm>
                <a:off x="2640" y="393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23" name="Rectangle 67"/>
              <p:cNvSpPr>
                <a:spLocks noChangeArrowheads="1"/>
              </p:cNvSpPr>
              <p:nvPr/>
            </p:nvSpPr>
            <p:spPr bwMode="auto">
              <a:xfrm>
                <a:off x="432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24" name="Rectangle 68"/>
              <p:cNvSpPr>
                <a:spLocks noChangeArrowheads="1"/>
              </p:cNvSpPr>
              <p:nvPr/>
            </p:nvSpPr>
            <p:spPr bwMode="auto">
              <a:xfrm>
                <a:off x="144" y="3936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25" name="Rectangle 69"/>
              <p:cNvSpPr>
                <a:spLocks noChangeArrowheads="1"/>
              </p:cNvSpPr>
              <p:nvPr/>
            </p:nvSpPr>
            <p:spPr bwMode="auto">
              <a:xfrm>
                <a:off x="3600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PRd</a:t>
                </a:r>
              </a:p>
            </p:txBody>
          </p:sp>
          <p:sp>
            <p:nvSpPr>
              <p:cNvPr id="147526" name="Rectangle 70"/>
              <p:cNvSpPr>
                <a:spLocks noChangeArrowheads="1"/>
              </p:cNvSpPr>
              <p:nvPr/>
            </p:nvSpPr>
            <p:spPr bwMode="auto">
              <a:xfrm>
                <a:off x="3600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27" name="Rectangle 71"/>
              <p:cNvSpPr>
                <a:spLocks noChangeArrowheads="1"/>
              </p:cNvSpPr>
              <p:nvPr/>
            </p:nvSpPr>
            <p:spPr bwMode="auto">
              <a:xfrm>
                <a:off x="3600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28" name="Rectangle 72"/>
              <p:cNvSpPr>
                <a:spLocks noChangeArrowheads="1"/>
              </p:cNvSpPr>
              <p:nvPr/>
            </p:nvSpPr>
            <p:spPr bwMode="auto">
              <a:xfrm>
                <a:off x="3600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29" name="Rectangle 73"/>
              <p:cNvSpPr>
                <a:spLocks noChangeArrowheads="1"/>
              </p:cNvSpPr>
              <p:nvPr/>
            </p:nvSpPr>
            <p:spPr bwMode="auto">
              <a:xfrm>
                <a:off x="3600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30" name="Rectangle 74"/>
              <p:cNvSpPr>
                <a:spLocks noChangeArrowheads="1"/>
              </p:cNvSpPr>
              <p:nvPr/>
            </p:nvSpPr>
            <p:spPr bwMode="auto">
              <a:xfrm>
                <a:off x="3600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31" name="Rectangle 75"/>
              <p:cNvSpPr>
                <a:spLocks noChangeArrowheads="1"/>
              </p:cNvSpPr>
              <p:nvPr/>
            </p:nvSpPr>
            <p:spPr bwMode="auto">
              <a:xfrm>
                <a:off x="3600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32" name="Rectangle 76"/>
              <p:cNvSpPr>
                <a:spLocks noChangeArrowheads="1"/>
              </p:cNvSpPr>
              <p:nvPr/>
            </p:nvSpPr>
            <p:spPr bwMode="auto">
              <a:xfrm>
                <a:off x="3600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33" name="Rectangle 77"/>
              <p:cNvSpPr>
                <a:spLocks noChangeArrowheads="1"/>
              </p:cNvSpPr>
              <p:nvPr/>
            </p:nvSpPr>
            <p:spPr bwMode="auto">
              <a:xfrm>
                <a:off x="3072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LPRd</a:t>
                </a:r>
              </a:p>
            </p:txBody>
          </p:sp>
          <p:sp>
            <p:nvSpPr>
              <p:cNvPr id="147534" name="Rectangle 78"/>
              <p:cNvSpPr>
                <a:spLocks noChangeArrowheads="1"/>
              </p:cNvSpPr>
              <p:nvPr/>
            </p:nvSpPr>
            <p:spPr bwMode="auto">
              <a:xfrm>
                <a:off x="3072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35" name="Rectangle 79"/>
              <p:cNvSpPr>
                <a:spLocks noChangeArrowheads="1"/>
              </p:cNvSpPr>
              <p:nvPr/>
            </p:nvSpPr>
            <p:spPr bwMode="auto">
              <a:xfrm>
                <a:off x="3072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36" name="Rectangle 80"/>
              <p:cNvSpPr>
                <a:spLocks noChangeArrowheads="1"/>
              </p:cNvSpPr>
              <p:nvPr/>
            </p:nvSpPr>
            <p:spPr bwMode="auto">
              <a:xfrm>
                <a:off x="3072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37" name="Rectangle 81"/>
              <p:cNvSpPr>
                <a:spLocks noChangeArrowheads="1"/>
              </p:cNvSpPr>
              <p:nvPr/>
            </p:nvSpPr>
            <p:spPr bwMode="auto">
              <a:xfrm>
                <a:off x="3072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38" name="Rectangle 82"/>
              <p:cNvSpPr>
                <a:spLocks noChangeArrowheads="1"/>
              </p:cNvSpPr>
              <p:nvPr/>
            </p:nvSpPr>
            <p:spPr bwMode="auto">
              <a:xfrm>
                <a:off x="3072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39" name="Rectangle 83"/>
              <p:cNvSpPr>
                <a:spLocks noChangeArrowheads="1"/>
              </p:cNvSpPr>
              <p:nvPr/>
            </p:nvSpPr>
            <p:spPr bwMode="auto">
              <a:xfrm>
                <a:off x="3072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40" name="Rectangle 84"/>
              <p:cNvSpPr>
                <a:spLocks noChangeArrowheads="1"/>
              </p:cNvSpPr>
              <p:nvPr/>
            </p:nvSpPr>
            <p:spPr bwMode="auto">
              <a:xfrm>
                <a:off x="3072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</p:grpSp>
        <p:sp>
          <p:nvSpPr>
            <p:cNvPr id="147541" name="Text Box 85"/>
            <p:cNvSpPr txBox="1">
              <a:spLocks noChangeArrowheads="1"/>
            </p:cNvSpPr>
            <p:nvPr/>
          </p:nvSpPr>
          <p:spPr bwMode="auto">
            <a:xfrm>
              <a:off x="164" y="2557"/>
              <a:ext cx="431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>
                  <a:latin typeface="Verdana" pitchFamily="34" charset="0"/>
                </a:rPr>
                <a:t>ROB</a:t>
              </a:r>
            </a:p>
          </p:txBody>
        </p:sp>
      </p:grpSp>
      <p:sp>
        <p:nvSpPr>
          <p:cNvPr id="147542" name="Rectangle 86"/>
          <p:cNvSpPr>
            <a:spLocks noChangeArrowheads="1"/>
          </p:cNvSpPr>
          <p:nvPr/>
        </p:nvSpPr>
        <p:spPr bwMode="auto">
          <a:xfrm>
            <a:off x="8083551" y="1981200"/>
            <a:ext cx="2895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r1, 0(r3)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r1, #4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sub r6, r7,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r3,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r6, 0(r1)</a:t>
            </a:r>
          </a:p>
        </p:txBody>
      </p:sp>
      <p:grpSp>
        <p:nvGrpSpPr>
          <p:cNvPr id="147543" name="Group 87"/>
          <p:cNvGrpSpPr>
            <a:grpSpLocks/>
          </p:cNvGrpSpPr>
          <p:nvPr/>
        </p:nvGrpSpPr>
        <p:grpSpPr bwMode="auto">
          <a:xfrm>
            <a:off x="6613528" y="1290639"/>
            <a:ext cx="1282700" cy="3052762"/>
            <a:chOff x="3010" y="669"/>
            <a:chExt cx="808" cy="1923"/>
          </a:xfrm>
        </p:grpSpPr>
        <p:sp>
          <p:nvSpPr>
            <p:cNvPr id="147544" name="Text Box 88"/>
            <p:cNvSpPr txBox="1">
              <a:spLocks noChangeArrowheads="1"/>
            </p:cNvSpPr>
            <p:nvPr/>
          </p:nvSpPr>
          <p:spPr bwMode="auto">
            <a:xfrm>
              <a:off x="3010" y="669"/>
              <a:ext cx="808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Free List</a:t>
              </a:r>
            </a:p>
          </p:txBody>
        </p:sp>
        <p:sp>
          <p:nvSpPr>
            <p:cNvPr id="147545" name="Rectangle 89"/>
            <p:cNvSpPr>
              <a:spLocks noChangeArrowheads="1"/>
            </p:cNvSpPr>
            <p:nvPr/>
          </p:nvSpPr>
          <p:spPr bwMode="auto">
            <a:xfrm>
              <a:off x="3168" y="1632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7546" name="Rectangle 90"/>
            <p:cNvSpPr>
              <a:spLocks noChangeArrowheads="1"/>
            </p:cNvSpPr>
            <p:nvPr/>
          </p:nvSpPr>
          <p:spPr bwMode="auto">
            <a:xfrm>
              <a:off x="3168" y="1776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7547" name="Rectangle 91"/>
            <p:cNvSpPr>
              <a:spLocks noChangeArrowheads="1"/>
            </p:cNvSpPr>
            <p:nvPr/>
          </p:nvSpPr>
          <p:spPr bwMode="auto">
            <a:xfrm>
              <a:off x="3168" y="1920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7548" name="Rectangle 92"/>
            <p:cNvSpPr>
              <a:spLocks noChangeArrowheads="1"/>
            </p:cNvSpPr>
            <p:nvPr/>
          </p:nvSpPr>
          <p:spPr bwMode="auto">
            <a:xfrm>
              <a:off x="3168" y="912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P0</a:t>
              </a:r>
            </a:p>
          </p:txBody>
        </p:sp>
        <p:sp>
          <p:nvSpPr>
            <p:cNvPr id="147549" name="Rectangle 93"/>
            <p:cNvSpPr>
              <a:spLocks noChangeArrowheads="1"/>
            </p:cNvSpPr>
            <p:nvPr/>
          </p:nvSpPr>
          <p:spPr bwMode="auto">
            <a:xfrm>
              <a:off x="3170" y="2448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7550" name="Rectangle 94"/>
            <p:cNvSpPr>
              <a:spLocks noChangeArrowheads="1"/>
            </p:cNvSpPr>
            <p:nvPr/>
          </p:nvSpPr>
          <p:spPr bwMode="auto">
            <a:xfrm>
              <a:off x="3168" y="1056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P1</a:t>
              </a:r>
            </a:p>
          </p:txBody>
        </p:sp>
        <p:sp>
          <p:nvSpPr>
            <p:cNvPr id="147551" name="Rectangle 95"/>
            <p:cNvSpPr>
              <a:spLocks noChangeArrowheads="1"/>
            </p:cNvSpPr>
            <p:nvPr/>
          </p:nvSpPr>
          <p:spPr bwMode="auto">
            <a:xfrm>
              <a:off x="3168" y="1200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P3</a:t>
              </a:r>
            </a:p>
          </p:txBody>
        </p:sp>
        <p:sp>
          <p:nvSpPr>
            <p:cNvPr id="147552" name="Rectangle 96"/>
            <p:cNvSpPr>
              <a:spLocks noChangeArrowheads="1"/>
            </p:cNvSpPr>
            <p:nvPr/>
          </p:nvSpPr>
          <p:spPr bwMode="auto">
            <a:xfrm>
              <a:off x="3168" y="1344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P2</a:t>
              </a:r>
            </a:p>
          </p:txBody>
        </p:sp>
        <p:sp>
          <p:nvSpPr>
            <p:cNvPr id="147553" name="Rectangle 97"/>
            <p:cNvSpPr>
              <a:spLocks noChangeArrowheads="1"/>
            </p:cNvSpPr>
            <p:nvPr/>
          </p:nvSpPr>
          <p:spPr bwMode="auto">
            <a:xfrm>
              <a:off x="3168" y="1488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P4</a:t>
              </a:r>
            </a:p>
          </p:txBody>
        </p:sp>
        <p:sp>
          <p:nvSpPr>
            <p:cNvPr id="147554" name="Line 98"/>
            <p:cNvSpPr>
              <a:spLocks noChangeShapeType="1"/>
            </p:cNvSpPr>
            <p:nvPr/>
          </p:nvSpPr>
          <p:spPr bwMode="auto">
            <a:xfrm>
              <a:off x="316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7555" name="Line 99"/>
            <p:cNvSpPr>
              <a:spLocks noChangeShapeType="1"/>
            </p:cNvSpPr>
            <p:nvPr/>
          </p:nvSpPr>
          <p:spPr bwMode="auto">
            <a:xfrm>
              <a:off x="359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</p:grpSp>
      <p:grpSp>
        <p:nvGrpSpPr>
          <p:cNvPr id="147556" name="Group 100"/>
          <p:cNvGrpSpPr>
            <a:grpSpLocks/>
          </p:cNvGrpSpPr>
          <p:nvPr/>
        </p:nvGrpSpPr>
        <p:grpSpPr bwMode="auto">
          <a:xfrm>
            <a:off x="4268791" y="1214440"/>
            <a:ext cx="2138363" cy="3189287"/>
            <a:chOff x="1533" y="621"/>
            <a:chExt cx="1347" cy="2009"/>
          </a:xfrm>
        </p:grpSpPr>
        <p:grpSp>
          <p:nvGrpSpPr>
            <p:cNvPr id="147557" name="Group 101"/>
            <p:cNvGrpSpPr>
              <a:grpSpLocks/>
            </p:cNvGrpSpPr>
            <p:nvPr/>
          </p:nvGrpSpPr>
          <p:grpSpPr bwMode="auto">
            <a:xfrm>
              <a:off x="1533" y="1581"/>
              <a:ext cx="1155" cy="233"/>
              <a:chOff x="1677" y="1533"/>
              <a:chExt cx="1155" cy="233"/>
            </a:xfrm>
          </p:grpSpPr>
          <p:sp>
            <p:nvSpPr>
              <p:cNvPr id="147558" name="Rectangle 102"/>
              <p:cNvSpPr>
                <a:spLocks noChangeArrowheads="1"/>
              </p:cNvSpPr>
              <p:nvPr/>
            </p:nvSpPr>
            <p:spPr bwMode="auto">
              <a:xfrm>
                <a:off x="1968" y="158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&lt;R6&gt;</a:t>
                </a:r>
              </a:p>
            </p:txBody>
          </p:sp>
          <p:sp>
            <p:nvSpPr>
              <p:cNvPr id="147559" name="Text Box 103"/>
              <p:cNvSpPr txBox="1">
                <a:spLocks noChangeArrowheads="1"/>
              </p:cNvSpPr>
              <p:nvPr/>
            </p:nvSpPr>
            <p:spPr bwMode="auto">
              <a:xfrm>
                <a:off x="1677" y="1533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P5</a:t>
                </a:r>
              </a:p>
            </p:txBody>
          </p:sp>
        </p:grpSp>
        <p:grpSp>
          <p:nvGrpSpPr>
            <p:cNvPr id="147560" name="Group 104"/>
            <p:cNvGrpSpPr>
              <a:grpSpLocks/>
            </p:cNvGrpSpPr>
            <p:nvPr/>
          </p:nvGrpSpPr>
          <p:grpSpPr bwMode="auto">
            <a:xfrm>
              <a:off x="1533" y="1725"/>
              <a:ext cx="1155" cy="233"/>
              <a:chOff x="1677" y="1677"/>
              <a:chExt cx="1155" cy="233"/>
            </a:xfrm>
          </p:grpSpPr>
          <p:sp>
            <p:nvSpPr>
              <p:cNvPr id="147561" name="Rectangle 105"/>
              <p:cNvSpPr>
                <a:spLocks noChangeArrowheads="1"/>
              </p:cNvSpPr>
              <p:nvPr/>
            </p:nvSpPr>
            <p:spPr bwMode="auto">
              <a:xfrm>
                <a:off x="1968" y="172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&lt;R7&gt;</a:t>
                </a:r>
              </a:p>
            </p:txBody>
          </p:sp>
          <p:sp>
            <p:nvSpPr>
              <p:cNvPr id="147562" name="Text Box 106"/>
              <p:cNvSpPr txBox="1">
                <a:spLocks noChangeArrowheads="1"/>
              </p:cNvSpPr>
              <p:nvPr/>
            </p:nvSpPr>
            <p:spPr bwMode="auto">
              <a:xfrm>
                <a:off x="1677" y="1677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P6</a:t>
                </a:r>
              </a:p>
            </p:txBody>
          </p:sp>
        </p:grpSp>
        <p:grpSp>
          <p:nvGrpSpPr>
            <p:cNvPr id="147563" name="Group 107"/>
            <p:cNvGrpSpPr>
              <a:grpSpLocks/>
            </p:cNvGrpSpPr>
            <p:nvPr/>
          </p:nvGrpSpPr>
          <p:grpSpPr bwMode="auto">
            <a:xfrm>
              <a:off x="1533" y="1869"/>
              <a:ext cx="1155" cy="233"/>
              <a:chOff x="1677" y="1821"/>
              <a:chExt cx="1155" cy="233"/>
            </a:xfrm>
          </p:grpSpPr>
          <p:sp>
            <p:nvSpPr>
              <p:cNvPr id="147564" name="Rectangle 108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&lt;R3&gt;</a:t>
                </a:r>
              </a:p>
            </p:txBody>
          </p:sp>
          <p:sp>
            <p:nvSpPr>
              <p:cNvPr id="147565" name="Text Box 109"/>
              <p:cNvSpPr txBox="1">
                <a:spLocks noChangeArrowheads="1"/>
              </p:cNvSpPr>
              <p:nvPr/>
            </p:nvSpPr>
            <p:spPr bwMode="auto">
              <a:xfrm>
                <a:off x="1677" y="182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P7</a:t>
                </a:r>
              </a:p>
            </p:txBody>
          </p:sp>
        </p:grpSp>
        <p:grpSp>
          <p:nvGrpSpPr>
            <p:cNvPr id="147566" name="Group 110"/>
            <p:cNvGrpSpPr>
              <a:grpSpLocks/>
            </p:cNvGrpSpPr>
            <p:nvPr/>
          </p:nvGrpSpPr>
          <p:grpSpPr bwMode="auto">
            <a:xfrm>
              <a:off x="1533" y="861"/>
              <a:ext cx="1155" cy="233"/>
              <a:chOff x="1677" y="813"/>
              <a:chExt cx="1155" cy="233"/>
            </a:xfrm>
          </p:grpSpPr>
          <p:sp>
            <p:nvSpPr>
              <p:cNvPr id="147567" name="Rectangle 111"/>
              <p:cNvSpPr>
                <a:spLocks noChangeArrowheads="1"/>
              </p:cNvSpPr>
              <p:nvPr/>
            </p:nvSpPr>
            <p:spPr bwMode="auto">
              <a:xfrm>
                <a:off x="1968" y="86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68" name="Text Box 112"/>
              <p:cNvSpPr txBox="1">
                <a:spLocks noChangeArrowheads="1"/>
              </p:cNvSpPr>
              <p:nvPr/>
            </p:nvSpPr>
            <p:spPr bwMode="auto">
              <a:xfrm>
                <a:off x="1677" y="813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P0</a:t>
                </a:r>
              </a:p>
            </p:txBody>
          </p:sp>
        </p:grpSp>
        <p:grpSp>
          <p:nvGrpSpPr>
            <p:cNvPr id="147569" name="Group 113"/>
            <p:cNvGrpSpPr>
              <a:grpSpLocks/>
            </p:cNvGrpSpPr>
            <p:nvPr/>
          </p:nvGrpSpPr>
          <p:grpSpPr bwMode="auto">
            <a:xfrm>
              <a:off x="1538" y="2397"/>
              <a:ext cx="1154" cy="233"/>
              <a:chOff x="1682" y="2349"/>
              <a:chExt cx="1154" cy="233"/>
            </a:xfrm>
          </p:grpSpPr>
          <p:sp>
            <p:nvSpPr>
              <p:cNvPr id="147570" name="Rectangle 114"/>
              <p:cNvSpPr>
                <a:spLocks noChangeArrowheads="1"/>
              </p:cNvSpPr>
              <p:nvPr/>
            </p:nvSpPr>
            <p:spPr bwMode="auto">
              <a:xfrm>
                <a:off x="1972" y="240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71" name="Text Box 115"/>
              <p:cNvSpPr txBox="1">
                <a:spLocks noChangeArrowheads="1"/>
              </p:cNvSpPr>
              <p:nvPr/>
            </p:nvSpPr>
            <p:spPr bwMode="auto">
              <a:xfrm>
                <a:off x="1682" y="2349"/>
                <a:ext cx="296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Pn</a:t>
                </a:r>
              </a:p>
            </p:txBody>
          </p:sp>
        </p:grpSp>
        <p:grpSp>
          <p:nvGrpSpPr>
            <p:cNvPr id="147572" name="Group 116"/>
            <p:cNvGrpSpPr>
              <a:grpSpLocks/>
            </p:cNvGrpSpPr>
            <p:nvPr/>
          </p:nvGrpSpPr>
          <p:grpSpPr bwMode="auto">
            <a:xfrm>
              <a:off x="1533" y="1005"/>
              <a:ext cx="1155" cy="233"/>
              <a:chOff x="1677" y="957"/>
              <a:chExt cx="1155" cy="233"/>
            </a:xfrm>
          </p:grpSpPr>
          <p:sp>
            <p:nvSpPr>
              <p:cNvPr id="147573" name="Rectangle 117"/>
              <p:cNvSpPr>
                <a:spLocks noChangeArrowheads="1"/>
              </p:cNvSpPr>
              <p:nvPr/>
            </p:nvSpPr>
            <p:spPr bwMode="auto">
              <a:xfrm>
                <a:off x="1968" y="100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74" name="Text Box 118"/>
              <p:cNvSpPr txBox="1">
                <a:spLocks noChangeArrowheads="1"/>
              </p:cNvSpPr>
              <p:nvPr/>
            </p:nvSpPr>
            <p:spPr bwMode="auto">
              <a:xfrm>
                <a:off x="1677" y="957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P1</a:t>
                </a:r>
              </a:p>
            </p:txBody>
          </p:sp>
        </p:grpSp>
        <p:grpSp>
          <p:nvGrpSpPr>
            <p:cNvPr id="147575" name="Group 119"/>
            <p:cNvGrpSpPr>
              <a:grpSpLocks/>
            </p:cNvGrpSpPr>
            <p:nvPr/>
          </p:nvGrpSpPr>
          <p:grpSpPr bwMode="auto">
            <a:xfrm>
              <a:off x="1533" y="1149"/>
              <a:ext cx="1155" cy="233"/>
              <a:chOff x="1677" y="1101"/>
              <a:chExt cx="1155" cy="233"/>
            </a:xfrm>
          </p:grpSpPr>
          <p:sp>
            <p:nvSpPr>
              <p:cNvPr id="147576" name="Rectangle 120"/>
              <p:cNvSpPr>
                <a:spLocks noChangeArrowheads="1"/>
              </p:cNvSpPr>
              <p:nvPr/>
            </p:nvSpPr>
            <p:spPr bwMode="auto">
              <a:xfrm>
                <a:off x="1968" y="115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77" name="Text Box 121"/>
              <p:cNvSpPr txBox="1">
                <a:spLocks noChangeArrowheads="1"/>
              </p:cNvSpPr>
              <p:nvPr/>
            </p:nvSpPr>
            <p:spPr bwMode="auto">
              <a:xfrm>
                <a:off x="1677" y="110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P2</a:t>
                </a:r>
              </a:p>
            </p:txBody>
          </p:sp>
        </p:grpSp>
        <p:grpSp>
          <p:nvGrpSpPr>
            <p:cNvPr id="147578" name="Group 122"/>
            <p:cNvGrpSpPr>
              <a:grpSpLocks/>
            </p:cNvGrpSpPr>
            <p:nvPr/>
          </p:nvGrpSpPr>
          <p:grpSpPr bwMode="auto">
            <a:xfrm>
              <a:off x="1533" y="1293"/>
              <a:ext cx="1155" cy="233"/>
              <a:chOff x="1677" y="1245"/>
              <a:chExt cx="1155" cy="233"/>
            </a:xfrm>
          </p:grpSpPr>
          <p:sp>
            <p:nvSpPr>
              <p:cNvPr id="147579" name="Rectangle 123"/>
              <p:cNvSpPr>
                <a:spLocks noChangeArrowheads="1"/>
              </p:cNvSpPr>
              <p:nvPr/>
            </p:nvSpPr>
            <p:spPr bwMode="auto">
              <a:xfrm>
                <a:off x="1968" y="1296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80" name="Text Box 124"/>
              <p:cNvSpPr txBox="1">
                <a:spLocks noChangeArrowheads="1"/>
              </p:cNvSpPr>
              <p:nvPr/>
            </p:nvSpPr>
            <p:spPr bwMode="auto">
              <a:xfrm>
                <a:off x="1677" y="1245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P3</a:t>
                </a:r>
              </a:p>
            </p:txBody>
          </p:sp>
        </p:grpSp>
        <p:grpSp>
          <p:nvGrpSpPr>
            <p:cNvPr id="147581" name="Group 125"/>
            <p:cNvGrpSpPr>
              <a:grpSpLocks/>
            </p:cNvGrpSpPr>
            <p:nvPr/>
          </p:nvGrpSpPr>
          <p:grpSpPr bwMode="auto">
            <a:xfrm>
              <a:off x="1533" y="1437"/>
              <a:ext cx="1155" cy="233"/>
              <a:chOff x="1677" y="1389"/>
              <a:chExt cx="1155" cy="233"/>
            </a:xfrm>
          </p:grpSpPr>
          <p:sp>
            <p:nvSpPr>
              <p:cNvPr id="147582" name="Rectangle 126"/>
              <p:cNvSpPr>
                <a:spLocks noChangeArrowheads="1"/>
              </p:cNvSpPr>
              <p:nvPr/>
            </p:nvSpPr>
            <p:spPr bwMode="auto">
              <a:xfrm>
                <a:off x="1968" y="144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7583" name="Text Box 127"/>
              <p:cNvSpPr txBox="1">
                <a:spLocks noChangeArrowheads="1"/>
              </p:cNvSpPr>
              <p:nvPr/>
            </p:nvSpPr>
            <p:spPr bwMode="auto">
              <a:xfrm>
                <a:off x="1677" y="1389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P4</a:t>
                </a:r>
              </a:p>
            </p:txBody>
          </p:sp>
        </p:grpSp>
        <p:sp>
          <p:nvSpPr>
            <p:cNvPr id="147584" name="Line 128"/>
            <p:cNvSpPr>
              <a:spLocks noChangeShapeType="1"/>
            </p:cNvSpPr>
            <p:nvPr/>
          </p:nvSpPr>
          <p:spPr bwMode="auto">
            <a:xfrm>
              <a:off x="1824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7585" name="Line 129"/>
            <p:cNvSpPr>
              <a:spLocks noChangeShapeType="1"/>
            </p:cNvSpPr>
            <p:nvPr/>
          </p:nvSpPr>
          <p:spPr bwMode="auto">
            <a:xfrm>
              <a:off x="268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7586" name="Text Box 130"/>
            <p:cNvSpPr txBox="1">
              <a:spLocks noChangeArrowheads="1"/>
            </p:cNvSpPr>
            <p:nvPr/>
          </p:nvSpPr>
          <p:spPr bwMode="auto">
            <a:xfrm>
              <a:off x="1627" y="621"/>
              <a:ext cx="1213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Physical Regs</a:t>
              </a:r>
            </a:p>
          </p:txBody>
        </p:sp>
        <p:sp>
          <p:nvSpPr>
            <p:cNvPr id="147587" name="Rectangle 131"/>
            <p:cNvSpPr>
              <a:spLocks noChangeArrowheads="1"/>
            </p:cNvSpPr>
            <p:nvPr/>
          </p:nvSpPr>
          <p:spPr bwMode="auto">
            <a:xfrm>
              <a:off x="2688" y="1632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47588" name="Rectangle 132"/>
            <p:cNvSpPr>
              <a:spLocks noChangeArrowheads="1"/>
            </p:cNvSpPr>
            <p:nvPr/>
          </p:nvSpPr>
          <p:spPr bwMode="auto">
            <a:xfrm>
              <a:off x="2688" y="1776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47589" name="Rectangle 133"/>
            <p:cNvSpPr>
              <a:spLocks noChangeArrowheads="1"/>
            </p:cNvSpPr>
            <p:nvPr/>
          </p:nvSpPr>
          <p:spPr bwMode="auto">
            <a:xfrm>
              <a:off x="2688" y="1920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47590" name="Rectangle 134"/>
            <p:cNvSpPr>
              <a:spLocks noChangeArrowheads="1"/>
            </p:cNvSpPr>
            <p:nvPr/>
          </p:nvSpPr>
          <p:spPr bwMode="auto">
            <a:xfrm>
              <a:off x="2688" y="912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7591" name="Rectangle 135"/>
            <p:cNvSpPr>
              <a:spLocks noChangeArrowheads="1"/>
            </p:cNvSpPr>
            <p:nvPr/>
          </p:nvSpPr>
          <p:spPr bwMode="auto">
            <a:xfrm>
              <a:off x="2689" y="2448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7592" name="Rectangle 136"/>
            <p:cNvSpPr>
              <a:spLocks noChangeArrowheads="1"/>
            </p:cNvSpPr>
            <p:nvPr/>
          </p:nvSpPr>
          <p:spPr bwMode="auto">
            <a:xfrm>
              <a:off x="2688" y="1056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7593" name="Rectangle 137"/>
            <p:cNvSpPr>
              <a:spLocks noChangeArrowheads="1"/>
            </p:cNvSpPr>
            <p:nvPr/>
          </p:nvSpPr>
          <p:spPr bwMode="auto">
            <a:xfrm>
              <a:off x="2688" y="1200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7594" name="Rectangle 138"/>
            <p:cNvSpPr>
              <a:spLocks noChangeArrowheads="1"/>
            </p:cNvSpPr>
            <p:nvPr/>
          </p:nvSpPr>
          <p:spPr bwMode="auto">
            <a:xfrm>
              <a:off x="2688" y="1344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7595" name="Rectangle 139"/>
            <p:cNvSpPr>
              <a:spLocks noChangeArrowheads="1"/>
            </p:cNvSpPr>
            <p:nvPr/>
          </p:nvSpPr>
          <p:spPr bwMode="auto">
            <a:xfrm>
              <a:off x="2688" y="1488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7596" name="Line 140"/>
            <p:cNvSpPr>
              <a:spLocks noChangeShapeType="1"/>
            </p:cNvSpPr>
            <p:nvPr/>
          </p:nvSpPr>
          <p:spPr bwMode="auto">
            <a:xfrm>
              <a:off x="268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7597" name="Line 141"/>
            <p:cNvSpPr>
              <a:spLocks noChangeShapeType="1"/>
            </p:cNvSpPr>
            <p:nvPr/>
          </p:nvSpPr>
          <p:spPr bwMode="auto">
            <a:xfrm>
              <a:off x="2879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grpSp>
          <p:nvGrpSpPr>
            <p:cNvPr id="147598" name="Group 142"/>
            <p:cNvGrpSpPr>
              <a:grpSpLocks/>
            </p:cNvGrpSpPr>
            <p:nvPr/>
          </p:nvGrpSpPr>
          <p:grpSpPr bwMode="auto">
            <a:xfrm>
              <a:off x="1533" y="2013"/>
              <a:ext cx="1155" cy="233"/>
              <a:chOff x="1677" y="1821"/>
              <a:chExt cx="1155" cy="233"/>
            </a:xfrm>
          </p:grpSpPr>
          <p:sp>
            <p:nvSpPr>
              <p:cNvPr id="147599" name="Rectangle 143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&lt;R1&gt;</a:t>
                </a:r>
              </a:p>
            </p:txBody>
          </p:sp>
          <p:sp>
            <p:nvSpPr>
              <p:cNvPr id="147600" name="Text Box 144"/>
              <p:cNvSpPr txBox="1">
                <a:spLocks noChangeArrowheads="1"/>
              </p:cNvSpPr>
              <p:nvPr/>
            </p:nvSpPr>
            <p:spPr bwMode="auto">
              <a:xfrm>
                <a:off x="1677" y="182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P8</a:t>
                </a:r>
              </a:p>
            </p:txBody>
          </p:sp>
        </p:grpSp>
        <p:sp>
          <p:nvSpPr>
            <p:cNvPr id="147601" name="Rectangle 145"/>
            <p:cNvSpPr>
              <a:spLocks noChangeArrowheads="1"/>
            </p:cNvSpPr>
            <p:nvPr/>
          </p:nvSpPr>
          <p:spPr bwMode="auto">
            <a:xfrm>
              <a:off x="2688" y="2064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</p:grpSp>
      <p:sp>
        <p:nvSpPr>
          <p:cNvPr id="147602" name="Line 146"/>
          <p:cNvSpPr>
            <a:spLocks noChangeShapeType="1"/>
          </p:cNvSpPr>
          <p:nvPr/>
        </p:nvSpPr>
        <p:spPr bwMode="auto">
          <a:xfrm>
            <a:off x="7778751" y="2971800"/>
            <a:ext cx="304800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grpSp>
        <p:nvGrpSpPr>
          <p:cNvPr id="147603" name="Group 147"/>
          <p:cNvGrpSpPr>
            <a:grpSpLocks/>
          </p:cNvGrpSpPr>
          <p:nvPr/>
        </p:nvGrpSpPr>
        <p:grpSpPr bwMode="auto">
          <a:xfrm>
            <a:off x="6864351" y="1676400"/>
            <a:ext cx="685800" cy="228600"/>
            <a:chOff x="3168" y="912"/>
            <a:chExt cx="432" cy="144"/>
          </a:xfrm>
        </p:grpSpPr>
        <p:sp>
          <p:nvSpPr>
            <p:cNvPr id="147604" name="Line 148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7605" name="Line 149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47606" name="Text Box 150"/>
          <p:cNvSpPr txBox="1">
            <a:spLocks noChangeArrowheads="1"/>
          </p:cNvSpPr>
          <p:nvPr/>
        </p:nvSpPr>
        <p:spPr bwMode="auto">
          <a:xfrm>
            <a:off x="2063751" y="48768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x          ld     p     P7                      r1               P0</a:t>
            </a:r>
          </a:p>
        </p:txBody>
      </p:sp>
      <p:grpSp>
        <p:nvGrpSpPr>
          <p:cNvPr id="147607" name="Group 151"/>
          <p:cNvGrpSpPr>
            <a:grpSpLocks/>
          </p:cNvGrpSpPr>
          <p:nvPr/>
        </p:nvGrpSpPr>
        <p:grpSpPr bwMode="auto">
          <a:xfrm>
            <a:off x="1979615" y="1219201"/>
            <a:ext cx="2047875" cy="2574925"/>
            <a:chOff x="91" y="624"/>
            <a:chExt cx="1290" cy="1622"/>
          </a:xfrm>
        </p:grpSpPr>
        <p:grpSp>
          <p:nvGrpSpPr>
            <p:cNvPr id="147608" name="Group 152"/>
            <p:cNvGrpSpPr>
              <a:grpSpLocks/>
            </p:cNvGrpSpPr>
            <p:nvPr/>
          </p:nvGrpSpPr>
          <p:grpSpPr bwMode="auto">
            <a:xfrm>
              <a:off x="91" y="1005"/>
              <a:ext cx="1161" cy="1241"/>
              <a:chOff x="235" y="957"/>
              <a:chExt cx="1161" cy="1241"/>
            </a:xfrm>
          </p:grpSpPr>
          <p:grpSp>
            <p:nvGrpSpPr>
              <p:cNvPr id="147609" name="Group 153"/>
              <p:cNvGrpSpPr>
                <a:grpSpLocks/>
              </p:cNvGrpSpPr>
              <p:nvPr/>
            </p:nvGrpSpPr>
            <p:grpSpPr bwMode="auto">
              <a:xfrm>
                <a:off x="235" y="1677"/>
                <a:ext cx="1161" cy="233"/>
                <a:chOff x="235" y="1677"/>
                <a:chExt cx="1161" cy="233"/>
              </a:xfrm>
            </p:grpSpPr>
            <p:sp>
              <p:nvSpPr>
                <p:cNvPr id="147610" name="Rectangle 154"/>
                <p:cNvSpPr>
                  <a:spLocks noChangeArrowheads="1"/>
                </p:cNvSpPr>
                <p:nvPr/>
              </p:nvSpPr>
              <p:spPr bwMode="auto">
                <a:xfrm>
                  <a:off x="532" y="1728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7611" name="Text Box 155"/>
                <p:cNvSpPr txBox="1">
                  <a:spLocks noChangeArrowheads="1"/>
                </p:cNvSpPr>
                <p:nvPr/>
              </p:nvSpPr>
              <p:spPr bwMode="auto">
                <a:xfrm>
                  <a:off x="235" y="1677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R5</a:t>
                  </a:r>
                </a:p>
              </p:txBody>
            </p:sp>
          </p:grpSp>
          <p:grpSp>
            <p:nvGrpSpPr>
              <p:cNvPr id="147612" name="Group 156"/>
              <p:cNvGrpSpPr>
                <a:grpSpLocks/>
              </p:cNvGrpSpPr>
              <p:nvPr/>
            </p:nvGrpSpPr>
            <p:grpSpPr bwMode="auto">
              <a:xfrm>
                <a:off x="235" y="1821"/>
                <a:ext cx="1161" cy="233"/>
                <a:chOff x="235" y="1821"/>
                <a:chExt cx="1161" cy="233"/>
              </a:xfrm>
            </p:grpSpPr>
            <p:sp>
              <p:nvSpPr>
                <p:cNvPr id="147613" name="Rectangle 157"/>
                <p:cNvSpPr>
                  <a:spLocks noChangeArrowheads="1"/>
                </p:cNvSpPr>
                <p:nvPr/>
              </p:nvSpPr>
              <p:spPr bwMode="auto">
                <a:xfrm>
                  <a:off x="532" y="1872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P5</a:t>
                  </a:r>
                </a:p>
              </p:txBody>
            </p:sp>
            <p:sp>
              <p:nvSpPr>
                <p:cNvPr id="147614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235" y="1821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R6</a:t>
                  </a:r>
                </a:p>
              </p:txBody>
            </p:sp>
          </p:grpSp>
          <p:grpSp>
            <p:nvGrpSpPr>
              <p:cNvPr id="147615" name="Group 159"/>
              <p:cNvGrpSpPr>
                <a:grpSpLocks/>
              </p:cNvGrpSpPr>
              <p:nvPr/>
            </p:nvGrpSpPr>
            <p:grpSpPr bwMode="auto">
              <a:xfrm>
                <a:off x="235" y="1965"/>
                <a:ext cx="1161" cy="233"/>
                <a:chOff x="235" y="1965"/>
                <a:chExt cx="1161" cy="233"/>
              </a:xfrm>
            </p:grpSpPr>
            <p:sp>
              <p:nvSpPr>
                <p:cNvPr id="147616" name="Rectangle 160"/>
                <p:cNvSpPr>
                  <a:spLocks noChangeArrowheads="1"/>
                </p:cNvSpPr>
                <p:nvPr/>
              </p:nvSpPr>
              <p:spPr bwMode="auto">
                <a:xfrm>
                  <a:off x="532" y="2016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P6</a:t>
                  </a:r>
                </a:p>
              </p:txBody>
            </p:sp>
            <p:sp>
              <p:nvSpPr>
                <p:cNvPr id="147617" name="Text Box 161"/>
                <p:cNvSpPr txBox="1">
                  <a:spLocks noChangeArrowheads="1"/>
                </p:cNvSpPr>
                <p:nvPr/>
              </p:nvSpPr>
              <p:spPr bwMode="auto">
                <a:xfrm>
                  <a:off x="235" y="1965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R7</a:t>
                  </a:r>
                </a:p>
              </p:txBody>
            </p:sp>
          </p:grpSp>
          <p:grpSp>
            <p:nvGrpSpPr>
              <p:cNvPr id="147618" name="Group 162"/>
              <p:cNvGrpSpPr>
                <a:grpSpLocks/>
              </p:cNvGrpSpPr>
              <p:nvPr/>
            </p:nvGrpSpPr>
            <p:grpSpPr bwMode="auto">
              <a:xfrm>
                <a:off x="235" y="957"/>
                <a:ext cx="1161" cy="233"/>
                <a:chOff x="235" y="957"/>
                <a:chExt cx="1161" cy="233"/>
              </a:xfrm>
            </p:grpSpPr>
            <p:sp>
              <p:nvSpPr>
                <p:cNvPr id="147619" name="Rectangle 163"/>
                <p:cNvSpPr>
                  <a:spLocks noChangeArrowheads="1"/>
                </p:cNvSpPr>
                <p:nvPr/>
              </p:nvSpPr>
              <p:spPr bwMode="auto">
                <a:xfrm>
                  <a:off x="532" y="1008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7620" name="Text Box 164"/>
                <p:cNvSpPr txBox="1">
                  <a:spLocks noChangeArrowheads="1"/>
                </p:cNvSpPr>
                <p:nvPr/>
              </p:nvSpPr>
              <p:spPr bwMode="auto">
                <a:xfrm>
                  <a:off x="235" y="957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R0</a:t>
                  </a:r>
                </a:p>
              </p:txBody>
            </p:sp>
          </p:grpSp>
          <p:grpSp>
            <p:nvGrpSpPr>
              <p:cNvPr id="147621" name="Group 165"/>
              <p:cNvGrpSpPr>
                <a:grpSpLocks/>
              </p:cNvGrpSpPr>
              <p:nvPr/>
            </p:nvGrpSpPr>
            <p:grpSpPr bwMode="auto">
              <a:xfrm>
                <a:off x="235" y="1101"/>
                <a:ext cx="1161" cy="233"/>
                <a:chOff x="235" y="1101"/>
                <a:chExt cx="1161" cy="233"/>
              </a:xfrm>
            </p:grpSpPr>
            <p:sp>
              <p:nvSpPr>
                <p:cNvPr id="147622" name="Rectangle 166"/>
                <p:cNvSpPr>
                  <a:spLocks noChangeArrowheads="1"/>
                </p:cNvSpPr>
                <p:nvPr/>
              </p:nvSpPr>
              <p:spPr bwMode="auto">
                <a:xfrm>
                  <a:off x="532" y="1152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P8</a:t>
                  </a:r>
                </a:p>
              </p:txBody>
            </p:sp>
            <p:sp>
              <p:nvSpPr>
                <p:cNvPr id="147623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235" y="1101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R1</a:t>
                  </a:r>
                </a:p>
              </p:txBody>
            </p:sp>
          </p:grpSp>
          <p:grpSp>
            <p:nvGrpSpPr>
              <p:cNvPr id="147624" name="Group 168"/>
              <p:cNvGrpSpPr>
                <a:grpSpLocks/>
              </p:cNvGrpSpPr>
              <p:nvPr/>
            </p:nvGrpSpPr>
            <p:grpSpPr bwMode="auto">
              <a:xfrm>
                <a:off x="235" y="1245"/>
                <a:ext cx="1161" cy="233"/>
                <a:chOff x="235" y="1245"/>
                <a:chExt cx="1161" cy="233"/>
              </a:xfrm>
            </p:grpSpPr>
            <p:sp>
              <p:nvSpPr>
                <p:cNvPr id="147625" name="Rectangle 169"/>
                <p:cNvSpPr>
                  <a:spLocks noChangeArrowheads="1"/>
                </p:cNvSpPr>
                <p:nvPr/>
              </p:nvSpPr>
              <p:spPr bwMode="auto">
                <a:xfrm>
                  <a:off x="532" y="1296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7626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235" y="1245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R2</a:t>
                  </a:r>
                </a:p>
              </p:txBody>
            </p:sp>
          </p:grpSp>
          <p:grpSp>
            <p:nvGrpSpPr>
              <p:cNvPr id="147627" name="Group 171"/>
              <p:cNvGrpSpPr>
                <a:grpSpLocks/>
              </p:cNvGrpSpPr>
              <p:nvPr/>
            </p:nvGrpSpPr>
            <p:grpSpPr bwMode="auto">
              <a:xfrm>
                <a:off x="235" y="1389"/>
                <a:ext cx="1161" cy="233"/>
                <a:chOff x="235" y="1389"/>
                <a:chExt cx="1161" cy="233"/>
              </a:xfrm>
            </p:grpSpPr>
            <p:sp>
              <p:nvSpPr>
                <p:cNvPr id="147628" name="Rectangle 172"/>
                <p:cNvSpPr>
                  <a:spLocks noChangeArrowheads="1"/>
                </p:cNvSpPr>
                <p:nvPr/>
              </p:nvSpPr>
              <p:spPr bwMode="auto">
                <a:xfrm>
                  <a:off x="532" y="1440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P7</a:t>
                  </a:r>
                </a:p>
              </p:txBody>
            </p:sp>
            <p:sp>
              <p:nvSpPr>
                <p:cNvPr id="147629" name="Text Box 173"/>
                <p:cNvSpPr txBox="1">
                  <a:spLocks noChangeArrowheads="1"/>
                </p:cNvSpPr>
                <p:nvPr/>
              </p:nvSpPr>
              <p:spPr bwMode="auto">
                <a:xfrm>
                  <a:off x="235" y="1389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R3</a:t>
                  </a:r>
                </a:p>
              </p:txBody>
            </p:sp>
          </p:grpSp>
          <p:grpSp>
            <p:nvGrpSpPr>
              <p:cNvPr id="147630" name="Group 174"/>
              <p:cNvGrpSpPr>
                <a:grpSpLocks/>
              </p:cNvGrpSpPr>
              <p:nvPr/>
            </p:nvGrpSpPr>
            <p:grpSpPr bwMode="auto">
              <a:xfrm>
                <a:off x="235" y="1533"/>
                <a:ext cx="1161" cy="233"/>
                <a:chOff x="235" y="1533"/>
                <a:chExt cx="1161" cy="233"/>
              </a:xfrm>
            </p:grpSpPr>
            <p:sp>
              <p:nvSpPr>
                <p:cNvPr id="147631" name="Rectangle 175"/>
                <p:cNvSpPr>
                  <a:spLocks noChangeArrowheads="1"/>
                </p:cNvSpPr>
                <p:nvPr/>
              </p:nvSpPr>
              <p:spPr bwMode="auto">
                <a:xfrm>
                  <a:off x="532" y="1584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7632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235" y="1533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R4</a:t>
                  </a:r>
                </a:p>
              </p:txBody>
            </p:sp>
          </p:grpSp>
        </p:grpSp>
        <p:sp>
          <p:nvSpPr>
            <p:cNvPr id="147633" name="Text Box 177"/>
            <p:cNvSpPr txBox="1">
              <a:spLocks noChangeArrowheads="1"/>
            </p:cNvSpPr>
            <p:nvPr/>
          </p:nvSpPr>
          <p:spPr bwMode="auto">
            <a:xfrm>
              <a:off x="288" y="624"/>
              <a:ext cx="1093" cy="44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Rename Table</a:t>
              </a:r>
            </a:p>
          </p:txBody>
        </p:sp>
      </p:grpSp>
      <p:grpSp>
        <p:nvGrpSpPr>
          <p:cNvPr id="147634" name="Group 178"/>
          <p:cNvGrpSpPr>
            <a:grpSpLocks/>
          </p:cNvGrpSpPr>
          <p:nvPr/>
        </p:nvGrpSpPr>
        <p:grpSpPr bwMode="auto">
          <a:xfrm>
            <a:off x="2444750" y="2052639"/>
            <a:ext cx="847726" cy="369887"/>
            <a:chOff x="384" y="1149"/>
            <a:chExt cx="534" cy="233"/>
          </a:xfrm>
        </p:grpSpPr>
        <p:grpSp>
          <p:nvGrpSpPr>
            <p:cNvPr id="147635" name="Group 179"/>
            <p:cNvGrpSpPr>
              <a:grpSpLocks/>
            </p:cNvGrpSpPr>
            <p:nvPr/>
          </p:nvGrpSpPr>
          <p:grpSpPr bwMode="auto">
            <a:xfrm>
              <a:off x="384" y="1200"/>
              <a:ext cx="288" cy="144"/>
              <a:chOff x="3168" y="912"/>
              <a:chExt cx="432" cy="144"/>
            </a:xfrm>
          </p:grpSpPr>
          <p:sp>
            <p:nvSpPr>
              <p:cNvPr id="147636" name="Line 180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47637" name="Line 181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47638" name="Text Box 182"/>
            <p:cNvSpPr txBox="1">
              <a:spLocks noChangeArrowheads="1"/>
            </p:cNvSpPr>
            <p:nvPr/>
          </p:nvSpPr>
          <p:spPr bwMode="auto">
            <a:xfrm>
              <a:off x="621" y="114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Verdana" pitchFamily="34" charset="0"/>
                </a:rPr>
                <a:t>P0</a:t>
              </a:r>
            </a:p>
          </p:txBody>
        </p:sp>
      </p:grpSp>
      <p:sp>
        <p:nvSpPr>
          <p:cNvPr id="147639" name="Text Box 183"/>
          <p:cNvSpPr txBox="1">
            <a:spLocks noChangeArrowheads="1"/>
          </p:cNvSpPr>
          <p:nvPr/>
        </p:nvSpPr>
        <p:spPr bwMode="auto">
          <a:xfrm>
            <a:off x="6788149" y="48768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P8</a:t>
            </a:r>
          </a:p>
        </p:txBody>
      </p:sp>
      <p:sp>
        <p:nvSpPr>
          <p:cNvPr id="147640" name="Text Box 184"/>
          <p:cNvSpPr txBox="1">
            <a:spLocks noChangeArrowheads="1"/>
          </p:cNvSpPr>
          <p:nvPr/>
        </p:nvSpPr>
        <p:spPr bwMode="auto">
          <a:xfrm>
            <a:off x="6788149" y="51054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P7</a:t>
            </a:r>
          </a:p>
        </p:txBody>
      </p:sp>
      <p:grpSp>
        <p:nvGrpSpPr>
          <p:cNvPr id="147641" name="Group 185"/>
          <p:cNvGrpSpPr>
            <a:grpSpLocks/>
          </p:cNvGrpSpPr>
          <p:nvPr/>
        </p:nvGrpSpPr>
        <p:grpSpPr bwMode="auto">
          <a:xfrm>
            <a:off x="6864351" y="1905000"/>
            <a:ext cx="685800" cy="228600"/>
            <a:chOff x="3168" y="912"/>
            <a:chExt cx="432" cy="144"/>
          </a:xfrm>
        </p:grpSpPr>
        <p:sp>
          <p:nvSpPr>
            <p:cNvPr id="147642" name="Line 186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7643" name="Line 187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47644" name="Group 188"/>
          <p:cNvGrpSpPr>
            <a:grpSpLocks/>
          </p:cNvGrpSpPr>
          <p:nvPr/>
        </p:nvGrpSpPr>
        <p:grpSpPr bwMode="auto">
          <a:xfrm>
            <a:off x="2444750" y="2509840"/>
            <a:ext cx="847726" cy="369887"/>
            <a:chOff x="384" y="1437"/>
            <a:chExt cx="534" cy="233"/>
          </a:xfrm>
        </p:grpSpPr>
        <p:grpSp>
          <p:nvGrpSpPr>
            <p:cNvPr id="147645" name="Group 189"/>
            <p:cNvGrpSpPr>
              <a:grpSpLocks/>
            </p:cNvGrpSpPr>
            <p:nvPr/>
          </p:nvGrpSpPr>
          <p:grpSpPr bwMode="auto">
            <a:xfrm>
              <a:off x="384" y="1488"/>
              <a:ext cx="288" cy="144"/>
              <a:chOff x="3168" y="912"/>
              <a:chExt cx="432" cy="144"/>
            </a:xfrm>
          </p:grpSpPr>
          <p:sp>
            <p:nvSpPr>
              <p:cNvPr id="147646" name="Line 190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47647" name="Line 191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47648" name="Text Box 192"/>
            <p:cNvSpPr txBox="1">
              <a:spLocks noChangeArrowheads="1"/>
            </p:cNvSpPr>
            <p:nvPr/>
          </p:nvSpPr>
          <p:spPr bwMode="auto">
            <a:xfrm>
              <a:off x="621" y="1437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Verdana" pitchFamily="34" charset="0"/>
                </a:rPr>
                <a:t>P1</a:t>
              </a:r>
            </a:p>
          </p:txBody>
        </p:sp>
      </p:grpSp>
      <p:sp>
        <p:nvSpPr>
          <p:cNvPr id="147649" name="Text Box 193"/>
          <p:cNvSpPr txBox="1">
            <a:spLocks noChangeArrowheads="1"/>
          </p:cNvSpPr>
          <p:nvPr/>
        </p:nvSpPr>
        <p:spPr bwMode="auto">
          <a:xfrm>
            <a:off x="2063751" y="51054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x          add         P0                      r3               P1</a:t>
            </a:r>
          </a:p>
        </p:txBody>
      </p:sp>
      <p:sp>
        <p:nvSpPr>
          <p:cNvPr id="147650" name="Line 194"/>
          <p:cNvSpPr>
            <a:spLocks noChangeShapeType="1"/>
          </p:cNvSpPr>
          <p:nvPr/>
        </p:nvSpPr>
        <p:spPr bwMode="auto">
          <a:xfrm>
            <a:off x="2825751" y="3429000"/>
            <a:ext cx="4114800" cy="2057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47651" name="Text Box 195"/>
          <p:cNvSpPr txBox="1">
            <a:spLocks noChangeArrowheads="1"/>
          </p:cNvSpPr>
          <p:nvPr/>
        </p:nvSpPr>
        <p:spPr bwMode="auto">
          <a:xfrm>
            <a:off x="6788149" y="53340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  <a:latin typeface="Verdana" pitchFamily="34" charset="0"/>
              </a:rPr>
              <a:t>P5</a:t>
            </a:r>
          </a:p>
        </p:txBody>
      </p:sp>
      <p:grpSp>
        <p:nvGrpSpPr>
          <p:cNvPr id="147652" name="Group 196"/>
          <p:cNvGrpSpPr>
            <a:grpSpLocks/>
          </p:cNvGrpSpPr>
          <p:nvPr/>
        </p:nvGrpSpPr>
        <p:grpSpPr bwMode="auto">
          <a:xfrm>
            <a:off x="3435351" y="2286000"/>
            <a:ext cx="4419600" cy="3124200"/>
            <a:chOff x="1008" y="1296"/>
            <a:chExt cx="2784" cy="1968"/>
          </a:xfrm>
        </p:grpSpPr>
        <p:sp>
          <p:nvSpPr>
            <p:cNvPr id="147653" name="Line 197"/>
            <p:cNvSpPr>
              <a:spLocks noChangeShapeType="1"/>
            </p:cNvSpPr>
            <p:nvPr/>
          </p:nvSpPr>
          <p:spPr bwMode="auto">
            <a:xfrm flipH="1">
              <a:off x="1008" y="1296"/>
              <a:ext cx="2208" cy="672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7654" name="Line 198"/>
            <p:cNvSpPr>
              <a:spLocks noChangeShapeType="1"/>
            </p:cNvSpPr>
            <p:nvPr/>
          </p:nvSpPr>
          <p:spPr bwMode="auto">
            <a:xfrm>
              <a:off x="3456" y="1392"/>
              <a:ext cx="336" cy="1872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47655" name="Group 199"/>
          <p:cNvGrpSpPr>
            <a:grpSpLocks/>
          </p:cNvGrpSpPr>
          <p:nvPr/>
        </p:nvGrpSpPr>
        <p:grpSpPr bwMode="auto">
          <a:xfrm>
            <a:off x="2444750" y="3195640"/>
            <a:ext cx="847726" cy="369887"/>
            <a:chOff x="384" y="1869"/>
            <a:chExt cx="534" cy="233"/>
          </a:xfrm>
        </p:grpSpPr>
        <p:grpSp>
          <p:nvGrpSpPr>
            <p:cNvPr id="147656" name="Group 200"/>
            <p:cNvGrpSpPr>
              <a:grpSpLocks/>
            </p:cNvGrpSpPr>
            <p:nvPr/>
          </p:nvGrpSpPr>
          <p:grpSpPr bwMode="auto">
            <a:xfrm>
              <a:off x="384" y="1920"/>
              <a:ext cx="288" cy="144"/>
              <a:chOff x="3168" y="912"/>
              <a:chExt cx="432" cy="144"/>
            </a:xfrm>
          </p:grpSpPr>
          <p:sp>
            <p:nvSpPr>
              <p:cNvPr id="147657" name="Line 201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47658" name="Line 202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47659" name="Text Box 203"/>
            <p:cNvSpPr txBox="1">
              <a:spLocks noChangeArrowheads="1"/>
            </p:cNvSpPr>
            <p:nvPr/>
          </p:nvSpPr>
          <p:spPr bwMode="auto">
            <a:xfrm>
              <a:off x="621" y="186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Verdana" pitchFamily="34" charset="0"/>
                </a:rPr>
                <a:t>P3</a:t>
              </a:r>
            </a:p>
          </p:txBody>
        </p:sp>
      </p:grpSp>
      <p:sp>
        <p:nvSpPr>
          <p:cNvPr id="147660" name="Text Box 204"/>
          <p:cNvSpPr txBox="1">
            <a:spLocks noChangeArrowheads="1"/>
          </p:cNvSpPr>
          <p:nvPr/>
        </p:nvSpPr>
        <p:spPr bwMode="auto">
          <a:xfrm>
            <a:off x="2063751" y="53340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  <a:latin typeface="Verdana" pitchFamily="34" charset="0"/>
              </a:rPr>
              <a:t>x          sub   p    P6     p     P5       r6               P3</a:t>
            </a:r>
          </a:p>
        </p:txBody>
      </p:sp>
      <p:grpSp>
        <p:nvGrpSpPr>
          <p:cNvPr id="147661" name="Group 205"/>
          <p:cNvGrpSpPr>
            <a:grpSpLocks/>
          </p:cNvGrpSpPr>
          <p:nvPr/>
        </p:nvGrpSpPr>
        <p:grpSpPr bwMode="auto">
          <a:xfrm>
            <a:off x="6864351" y="2133600"/>
            <a:ext cx="685800" cy="228600"/>
            <a:chOff x="3168" y="912"/>
            <a:chExt cx="432" cy="144"/>
          </a:xfrm>
        </p:grpSpPr>
        <p:sp>
          <p:nvSpPr>
            <p:cNvPr id="147662" name="Line 206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7663" name="Line 207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19771720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602" grpId="0" animBg="1"/>
      <p:bldP spid="147650" grpId="0" animBg="1"/>
      <p:bldP spid="147651" grpId="0" autoUpdateAnimBg="0"/>
      <p:bldP spid="147660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609602"/>
            <a:ext cx="7772400" cy="500063"/>
          </a:xfrm>
        </p:spPr>
        <p:txBody>
          <a:bodyPr>
            <a:normAutofit fontScale="90000"/>
          </a:bodyPr>
          <a:lstStyle/>
          <a:p>
            <a:r>
              <a:rPr lang="en-US"/>
              <a:t>Physical Register Management</a:t>
            </a:r>
            <a:endParaRPr lang="en-US" sz="2800" i="1"/>
          </a:p>
        </p:txBody>
      </p:sp>
      <p:grpSp>
        <p:nvGrpSpPr>
          <p:cNvPr id="149507" name="Group 3"/>
          <p:cNvGrpSpPr>
            <a:grpSpLocks/>
          </p:cNvGrpSpPr>
          <p:nvPr/>
        </p:nvGrpSpPr>
        <p:grpSpPr bwMode="auto">
          <a:xfrm>
            <a:off x="2063753" y="4287838"/>
            <a:ext cx="6324601" cy="2265362"/>
            <a:chOff x="144" y="2557"/>
            <a:chExt cx="3984" cy="1427"/>
          </a:xfrm>
        </p:grpSpPr>
        <p:grpSp>
          <p:nvGrpSpPr>
            <p:cNvPr id="149508" name="Group 4"/>
            <p:cNvGrpSpPr>
              <a:grpSpLocks/>
            </p:cNvGrpSpPr>
            <p:nvPr/>
          </p:nvGrpSpPr>
          <p:grpSpPr bwMode="auto">
            <a:xfrm>
              <a:off x="144" y="2832"/>
              <a:ext cx="3984" cy="1152"/>
              <a:chOff x="144" y="2928"/>
              <a:chExt cx="3984" cy="1152"/>
            </a:xfrm>
          </p:grpSpPr>
          <p:sp>
            <p:nvSpPr>
              <p:cNvPr id="149509" name="Rectangle 5"/>
              <p:cNvSpPr>
                <a:spLocks noChangeArrowheads="1"/>
              </p:cNvSpPr>
              <p:nvPr/>
            </p:nvSpPr>
            <p:spPr bwMode="auto">
              <a:xfrm>
                <a:off x="672" y="292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op</a:t>
                </a:r>
              </a:p>
            </p:txBody>
          </p:sp>
          <p:sp>
            <p:nvSpPr>
              <p:cNvPr id="149510" name="Rectangle 6"/>
              <p:cNvSpPr>
                <a:spLocks noChangeArrowheads="1"/>
              </p:cNvSpPr>
              <p:nvPr/>
            </p:nvSpPr>
            <p:spPr bwMode="auto">
              <a:xfrm>
                <a:off x="1104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p1</a:t>
                </a:r>
              </a:p>
            </p:txBody>
          </p:sp>
          <p:sp>
            <p:nvSpPr>
              <p:cNvPr id="149511" name="Rectangle 7"/>
              <p:cNvSpPr>
                <a:spLocks noChangeArrowheads="1"/>
              </p:cNvSpPr>
              <p:nvPr/>
            </p:nvSpPr>
            <p:spPr bwMode="auto">
              <a:xfrm>
                <a:off x="1344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PR1</a:t>
                </a:r>
              </a:p>
            </p:txBody>
          </p:sp>
          <p:sp>
            <p:nvSpPr>
              <p:cNvPr id="149512" name="Rectangle 8"/>
              <p:cNvSpPr>
                <a:spLocks noChangeArrowheads="1"/>
              </p:cNvSpPr>
              <p:nvPr/>
            </p:nvSpPr>
            <p:spPr bwMode="auto">
              <a:xfrm>
                <a:off x="1872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p2</a:t>
                </a:r>
              </a:p>
            </p:txBody>
          </p:sp>
          <p:sp>
            <p:nvSpPr>
              <p:cNvPr id="149513" name="Rectangle 9"/>
              <p:cNvSpPr>
                <a:spLocks noChangeArrowheads="1"/>
              </p:cNvSpPr>
              <p:nvPr/>
            </p:nvSpPr>
            <p:spPr bwMode="auto">
              <a:xfrm>
                <a:off x="2112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PR2</a:t>
                </a:r>
              </a:p>
            </p:txBody>
          </p:sp>
          <p:sp>
            <p:nvSpPr>
              <p:cNvPr id="149514" name="Rectangle 10"/>
              <p:cNvSpPr>
                <a:spLocks noChangeArrowheads="1"/>
              </p:cNvSpPr>
              <p:nvPr/>
            </p:nvSpPr>
            <p:spPr bwMode="auto">
              <a:xfrm>
                <a:off x="432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ex</a:t>
                </a:r>
              </a:p>
            </p:txBody>
          </p:sp>
          <p:sp>
            <p:nvSpPr>
              <p:cNvPr id="149515" name="Rectangle 11"/>
              <p:cNvSpPr>
                <a:spLocks noChangeArrowheads="1"/>
              </p:cNvSpPr>
              <p:nvPr/>
            </p:nvSpPr>
            <p:spPr bwMode="auto">
              <a:xfrm>
                <a:off x="144" y="2928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use</a:t>
                </a:r>
              </a:p>
            </p:txBody>
          </p:sp>
          <p:sp>
            <p:nvSpPr>
              <p:cNvPr id="149516" name="Rectangle 12"/>
              <p:cNvSpPr>
                <a:spLocks noChangeArrowheads="1"/>
              </p:cNvSpPr>
              <p:nvPr/>
            </p:nvSpPr>
            <p:spPr bwMode="auto">
              <a:xfrm>
                <a:off x="672" y="307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17" name="Rectangle 13"/>
              <p:cNvSpPr>
                <a:spLocks noChangeArrowheads="1"/>
              </p:cNvSpPr>
              <p:nvPr/>
            </p:nvSpPr>
            <p:spPr bwMode="auto">
              <a:xfrm>
                <a:off x="1104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18" name="Rectangle 14"/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19" name="Rectangle 15"/>
              <p:cNvSpPr>
                <a:spLocks noChangeArrowheads="1"/>
              </p:cNvSpPr>
              <p:nvPr/>
            </p:nvSpPr>
            <p:spPr bwMode="auto">
              <a:xfrm>
                <a:off x="1872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20" name="Rectangle 16"/>
              <p:cNvSpPr>
                <a:spLocks noChangeArrowheads="1"/>
              </p:cNvSpPr>
              <p:nvPr/>
            </p:nvSpPr>
            <p:spPr bwMode="auto">
              <a:xfrm>
                <a:off x="2112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21" name="Rectangle 17"/>
              <p:cNvSpPr>
                <a:spLocks noChangeArrowheads="1"/>
              </p:cNvSpPr>
              <p:nvPr/>
            </p:nvSpPr>
            <p:spPr bwMode="auto">
              <a:xfrm>
                <a:off x="432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22" name="Rectangle 18"/>
              <p:cNvSpPr>
                <a:spLocks noChangeArrowheads="1"/>
              </p:cNvSpPr>
              <p:nvPr/>
            </p:nvSpPr>
            <p:spPr bwMode="auto">
              <a:xfrm>
                <a:off x="144" y="3072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23" name="Rectangle 19"/>
              <p:cNvSpPr>
                <a:spLocks noChangeArrowheads="1"/>
              </p:cNvSpPr>
              <p:nvPr/>
            </p:nvSpPr>
            <p:spPr bwMode="auto">
              <a:xfrm>
                <a:off x="672" y="321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24" name="Rectangle 20"/>
              <p:cNvSpPr>
                <a:spLocks noChangeArrowheads="1"/>
              </p:cNvSpPr>
              <p:nvPr/>
            </p:nvSpPr>
            <p:spPr bwMode="auto">
              <a:xfrm>
                <a:off x="1104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25" name="Rectangle 21"/>
              <p:cNvSpPr>
                <a:spLocks noChangeArrowheads="1"/>
              </p:cNvSpPr>
              <p:nvPr/>
            </p:nvSpPr>
            <p:spPr bwMode="auto">
              <a:xfrm>
                <a:off x="1344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26" name="Rectangle 22"/>
              <p:cNvSpPr>
                <a:spLocks noChangeArrowheads="1"/>
              </p:cNvSpPr>
              <p:nvPr/>
            </p:nvSpPr>
            <p:spPr bwMode="auto">
              <a:xfrm>
                <a:off x="1872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27" name="Rectangle 23"/>
              <p:cNvSpPr>
                <a:spLocks noChangeArrowheads="1"/>
              </p:cNvSpPr>
              <p:nvPr/>
            </p:nvSpPr>
            <p:spPr bwMode="auto">
              <a:xfrm>
                <a:off x="2112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28" name="Rectangle 24"/>
              <p:cNvSpPr>
                <a:spLocks noChangeArrowheads="1"/>
              </p:cNvSpPr>
              <p:nvPr/>
            </p:nvSpPr>
            <p:spPr bwMode="auto">
              <a:xfrm>
                <a:off x="432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29" name="Rectangle 25"/>
              <p:cNvSpPr>
                <a:spLocks noChangeArrowheads="1"/>
              </p:cNvSpPr>
              <p:nvPr/>
            </p:nvSpPr>
            <p:spPr bwMode="auto">
              <a:xfrm>
                <a:off x="144" y="3216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30" name="Rectangle 26"/>
              <p:cNvSpPr>
                <a:spLocks noChangeArrowheads="1"/>
              </p:cNvSpPr>
              <p:nvPr/>
            </p:nvSpPr>
            <p:spPr bwMode="auto">
              <a:xfrm>
                <a:off x="672" y="3360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31" name="Rectangle 27"/>
              <p:cNvSpPr>
                <a:spLocks noChangeArrowheads="1"/>
              </p:cNvSpPr>
              <p:nvPr/>
            </p:nvSpPr>
            <p:spPr bwMode="auto">
              <a:xfrm>
                <a:off x="1104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32" name="Rectangle 28"/>
              <p:cNvSpPr>
                <a:spLocks noChangeArrowheads="1"/>
              </p:cNvSpPr>
              <p:nvPr/>
            </p:nvSpPr>
            <p:spPr bwMode="auto">
              <a:xfrm>
                <a:off x="1344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33" name="Rectangle 29"/>
              <p:cNvSpPr>
                <a:spLocks noChangeArrowheads="1"/>
              </p:cNvSpPr>
              <p:nvPr/>
            </p:nvSpPr>
            <p:spPr bwMode="auto">
              <a:xfrm>
                <a:off x="1872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34" name="Rectangle 30"/>
              <p:cNvSpPr>
                <a:spLocks noChangeArrowheads="1"/>
              </p:cNvSpPr>
              <p:nvPr/>
            </p:nvSpPr>
            <p:spPr bwMode="auto">
              <a:xfrm>
                <a:off x="2112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35" name="Rectangle 31"/>
              <p:cNvSpPr>
                <a:spLocks noChangeArrowheads="1"/>
              </p:cNvSpPr>
              <p:nvPr/>
            </p:nvSpPr>
            <p:spPr bwMode="auto">
              <a:xfrm>
                <a:off x="432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36" name="Rectangle 32"/>
              <p:cNvSpPr>
                <a:spLocks noChangeArrowheads="1"/>
              </p:cNvSpPr>
              <p:nvPr/>
            </p:nvSpPr>
            <p:spPr bwMode="auto">
              <a:xfrm>
                <a:off x="144" y="3360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37" name="Rectangle 33"/>
              <p:cNvSpPr>
                <a:spLocks noChangeArrowheads="1"/>
              </p:cNvSpPr>
              <p:nvPr/>
            </p:nvSpPr>
            <p:spPr bwMode="auto">
              <a:xfrm>
                <a:off x="672" y="35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38" name="Rectangle 34"/>
              <p:cNvSpPr>
                <a:spLocks noChangeArrowheads="1"/>
              </p:cNvSpPr>
              <p:nvPr/>
            </p:nvSpPr>
            <p:spPr bwMode="auto">
              <a:xfrm>
                <a:off x="1104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39" name="Rectangle 35"/>
              <p:cNvSpPr>
                <a:spLocks noChangeArrowheads="1"/>
              </p:cNvSpPr>
              <p:nvPr/>
            </p:nvSpPr>
            <p:spPr bwMode="auto">
              <a:xfrm>
                <a:off x="1344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40" name="Rectangle 36"/>
              <p:cNvSpPr>
                <a:spLocks noChangeArrowheads="1"/>
              </p:cNvSpPr>
              <p:nvPr/>
            </p:nvSpPr>
            <p:spPr bwMode="auto">
              <a:xfrm>
                <a:off x="1872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41" name="Rectangle 37"/>
              <p:cNvSpPr>
                <a:spLocks noChangeArrowheads="1"/>
              </p:cNvSpPr>
              <p:nvPr/>
            </p:nvSpPr>
            <p:spPr bwMode="auto">
              <a:xfrm>
                <a:off x="2112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42" name="Rectangle 38"/>
              <p:cNvSpPr>
                <a:spLocks noChangeArrowheads="1"/>
              </p:cNvSpPr>
              <p:nvPr/>
            </p:nvSpPr>
            <p:spPr bwMode="auto">
              <a:xfrm>
                <a:off x="432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43" name="Rectangle 39"/>
              <p:cNvSpPr>
                <a:spLocks noChangeArrowheads="1"/>
              </p:cNvSpPr>
              <p:nvPr/>
            </p:nvSpPr>
            <p:spPr bwMode="auto">
              <a:xfrm>
                <a:off x="144" y="3504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44" name="Rectangle 40"/>
              <p:cNvSpPr>
                <a:spLocks noChangeArrowheads="1"/>
              </p:cNvSpPr>
              <p:nvPr/>
            </p:nvSpPr>
            <p:spPr bwMode="auto">
              <a:xfrm>
                <a:off x="672" y="364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45" name="Rectangle 41"/>
              <p:cNvSpPr>
                <a:spLocks noChangeArrowheads="1"/>
              </p:cNvSpPr>
              <p:nvPr/>
            </p:nvSpPr>
            <p:spPr bwMode="auto">
              <a:xfrm>
                <a:off x="1104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46" name="Rectangle 42"/>
              <p:cNvSpPr>
                <a:spLocks noChangeArrowheads="1"/>
              </p:cNvSpPr>
              <p:nvPr/>
            </p:nvSpPr>
            <p:spPr bwMode="auto">
              <a:xfrm>
                <a:off x="1344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47" name="Rectangle 43"/>
              <p:cNvSpPr>
                <a:spLocks noChangeArrowheads="1"/>
              </p:cNvSpPr>
              <p:nvPr/>
            </p:nvSpPr>
            <p:spPr bwMode="auto">
              <a:xfrm>
                <a:off x="1872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48" name="Rectangle 44"/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49" name="Rectangle 45"/>
              <p:cNvSpPr>
                <a:spLocks noChangeArrowheads="1"/>
              </p:cNvSpPr>
              <p:nvPr/>
            </p:nvSpPr>
            <p:spPr bwMode="auto">
              <a:xfrm>
                <a:off x="432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50" name="Rectangle 46"/>
              <p:cNvSpPr>
                <a:spLocks noChangeArrowheads="1"/>
              </p:cNvSpPr>
              <p:nvPr/>
            </p:nvSpPr>
            <p:spPr bwMode="auto">
              <a:xfrm>
                <a:off x="144" y="3648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51" name="Rectangle 47"/>
              <p:cNvSpPr>
                <a:spLocks noChangeArrowheads="1"/>
              </p:cNvSpPr>
              <p:nvPr/>
            </p:nvSpPr>
            <p:spPr bwMode="auto">
              <a:xfrm>
                <a:off x="672" y="379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52" name="Rectangle 48"/>
              <p:cNvSpPr>
                <a:spLocks noChangeArrowheads="1"/>
              </p:cNvSpPr>
              <p:nvPr/>
            </p:nvSpPr>
            <p:spPr bwMode="auto">
              <a:xfrm>
                <a:off x="1104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53" name="Rectangle 49"/>
              <p:cNvSpPr>
                <a:spLocks noChangeArrowheads="1"/>
              </p:cNvSpPr>
              <p:nvPr/>
            </p:nvSpPr>
            <p:spPr bwMode="auto">
              <a:xfrm>
                <a:off x="1344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54" name="Rectangle 50"/>
              <p:cNvSpPr>
                <a:spLocks noChangeArrowheads="1"/>
              </p:cNvSpPr>
              <p:nvPr/>
            </p:nvSpPr>
            <p:spPr bwMode="auto">
              <a:xfrm>
                <a:off x="1872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55" name="Rectangle 51"/>
              <p:cNvSpPr>
                <a:spLocks noChangeArrowheads="1"/>
              </p:cNvSpPr>
              <p:nvPr/>
            </p:nvSpPr>
            <p:spPr bwMode="auto">
              <a:xfrm>
                <a:off x="2112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56" name="Rectangle 52"/>
              <p:cNvSpPr>
                <a:spLocks noChangeArrowheads="1"/>
              </p:cNvSpPr>
              <p:nvPr/>
            </p:nvSpPr>
            <p:spPr bwMode="auto">
              <a:xfrm>
                <a:off x="432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57" name="Rectangle 53"/>
              <p:cNvSpPr>
                <a:spLocks noChangeArrowheads="1"/>
              </p:cNvSpPr>
              <p:nvPr/>
            </p:nvSpPr>
            <p:spPr bwMode="auto">
              <a:xfrm>
                <a:off x="144" y="3792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58" name="Rectangle 54"/>
              <p:cNvSpPr>
                <a:spLocks noChangeArrowheads="1"/>
              </p:cNvSpPr>
              <p:nvPr/>
            </p:nvSpPr>
            <p:spPr bwMode="auto">
              <a:xfrm>
                <a:off x="672" y="393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59" name="Rectangle 55"/>
              <p:cNvSpPr>
                <a:spLocks noChangeArrowheads="1"/>
              </p:cNvSpPr>
              <p:nvPr/>
            </p:nvSpPr>
            <p:spPr bwMode="auto">
              <a:xfrm>
                <a:off x="1104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60" name="Rectangle 56"/>
              <p:cNvSpPr>
                <a:spLocks noChangeArrowheads="1"/>
              </p:cNvSpPr>
              <p:nvPr/>
            </p:nvSpPr>
            <p:spPr bwMode="auto">
              <a:xfrm>
                <a:off x="1344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61" name="Rectangle 57"/>
              <p:cNvSpPr>
                <a:spLocks noChangeArrowheads="1"/>
              </p:cNvSpPr>
              <p:nvPr/>
            </p:nvSpPr>
            <p:spPr bwMode="auto">
              <a:xfrm>
                <a:off x="1872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62" name="Rectangle 58"/>
              <p:cNvSpPr>
                <a:spLocks noChangeArrowheads="1"/>
              </p:cNvSpPr>
              <p:nvPr/>
            </p:nvSpPr>
            <p:spPr bwMode="auto">
              <a:xfrm>
                <a:off x="2112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63" name="Rectangle 59"/>
              <p:cNvSpPr>
                <a:spLocks noChangeArrowheads="1"/>
              </p:cNvSpPr>
              <p:nvPr/>
            </p:nvSpPr>
            <p:spPr bwMode="auto">
              <a:xfrm>
                <a:off x="2640" y="292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Rd</a:t>
                </a:r>
              </a:p>
            </p:txBody>
          </p:sp>
          <p:sp>
            <p:nvSpPr>
              <p:cNvPr id="149564" name="Rectangle 60"/>
              <p:cNvSpPr>
                <a:spLocks noChangeArrowheads="1"/>
              </p:cNvSpPr>
              <p:nvPr/>
            </p:nvSpPr>
            <p:spPr bwMode="auto">
              <a:xfrm>
                <a:off x="2640" y="307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65" name="Rectangle 61"/>
              <p:cNvSpPr>
                <a:spLocks noChangeArrowheads="1"/>
              </p:cNvSpPr>
              <p:nvPr/>
            </p:nvSpPr>
            <p:spPr bwMode="auto">
              <a:xfrm>
                <a:off x="2640" y="321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66" name="Rectangle 62"/>
              <p:cNvSpPr>
                <a:spLocks noChangeArrowheads="1"/>
              </p:cNvSpPr>
              <p:nvPr/>
            </p:nvSpPr>
            <p:spPr bwMode="auto">
              <a:xfrm>
                <a:off x="2640" y="3360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67" name="Rectangle 63"/>
              <p:cNvSpPr>
                <a:spLocks noChangeArrowheads="1"/>
              </p:cNvSpPr>
              <p:nvPr/>
            </p:nvSpPr>
            <p:spPr bwMode="auto">
              <a:xfrm>
                <a:off x="2640" y="35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68" name="Rectangle 64"/>
              <p:cNvSpPr>
                <a:spLocks noChangeArrowheads="1"/>
              </p:cNvSpPr>
              <p:nvPr/>
            </p:nvSpPr>
            <p:spPr bwMode="auto">
              <a:xfrm>
                <a:off x="2640" y="364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69" name="Rectangle 65"/>
              <p:cNvSpPr>
                <a:spLocks noChangeArrowheads="1"/>
              </p:cNvSpPr>
              <p:nvPr/>
            </p:nvSpPr>
            <p:spPr bwMode="auto">
              <a:xfrm>
                <a:off x="2640" y="379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70" name="Rectangle 66"/>
              <p:cNvSpPr>
                <a:spLocks noChangeArrowheads="1"/>
              </p:cNvSpPr>
              <p:nvPr/>
            </p:nvSpPr>
            <p:spPr bwMode="auto">
              <a:xfrm>
                <a:off x="2640" y="393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71" name="Rectangle 67"/>
              <p:cNvSpPr>
                <a:spLocks noChangeArrowheads="1"/>
              </p:cNvSpPr>
              <p:nvPr/>
            </p:nvSpPr>
            <p:spPr bwMode="auto">
              <a:xfrm>
                <a:off x="432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72" name="Rectangle 68"/>
              <p:cNvSpPr>
                <a:spLocks noChangeArrowheads="1"/>
              </p:cNvSpPr>
              <p:nvPr/>
            </p:nvSpPr>
            <p:spPr bwMode="auto">
              <a:xfrm>
                <a:off x="144" y="3936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73" name="Rectangle 69"/>
              <p:cNvSpPr>
                <a:spLocks noChangeArrowheads="1"/>
              </p:cNvSpPr>
              <p:nvPr/>
            </p:nvSpPr>
            <p:spPr bwMode="auto">
              <a:xfrm>
                <a:off x="3600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PRd</a:t>
                </a:r>
              </a:p>
            </p:txBody>
          </p:sp>
          <p:sp>
            <p:nvSpPr>
              <p:cNvPr id="149574" name="Rectangle 70"/>
              <p:cNvSpPr>
                <a:spLocks noChangeArrowheads="1"/>
              </p:cNvSpPr>
              <p:nvPr/>
            </p:nvSpPr>
            <p:spPr bwMode="auto">
              <a:xfrm>
                <a:off x="3600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75" name="Rectangle 71"/>
              <p:cNvSpPr>
                <a:spLocks noChangeArrowheads="1"/>
              </p:cNvSpPr>
              <p:nvPr/>
            </p:nvSpPr>
            <p:spPr bwMode="auto">
              <a:xfrm>
                <a:off x="3600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76" name="Rectangle 72"/>
              <p:cNvSpPr>
                <a:spLocks noChangeArrowheads="1"/>
              </p:cNvSpPr>
              <p:nvPr/>
            </p:nvSpPr>
            <p:spPr bwMode="auto">
              <a:xfrm>
                <a:off x="3600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77" name="Rectangle 73"/>
              <p:cNvSpPr>
                <a:spLocks noChangeArrowheads="1"/>
              </p:cNvSpPr>
              <p:nvPr/>
            </p:nvSpPr>
            <p:spPr bwMode="auto">
              <a:xfrm>
                <a:off x="3600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78" name="Rectangle 74"/>
              <p:cNvSpPr>
                <a:spLocks noChangeArrowheads="1"/>
              </p:cNvSpPr>
              <p:nvPr/>
            </p:nvSpPr>
            <p:spPr bwMode="auto">
              <a:xfrm>
                <a:off x="3600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79" name="Rectangle 75"/>
              <p:cNvSpPr>
                <a:spLocks noChangeArrowheads="1"/>
              </p:cNvSpPr>
              <p:nvPr/>
            </p:nvSpPr>
            <p:spPr bwMode="auto">
              <a:xfrm>
                <a:off x="3600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80" name="Rectangle 76"/>
              <p:cNvSpPr>
                <a:spLocks noChangeArrowheads="1"/>
              </p:cNvSpPr>
              <p:nvPr/>
            </p:nvSpPr>
            <p:spPr bwMode="auto">
              <a:xfrm>
                <a:off x="3600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81" name="Rectangle 77"/>
              <p:cNvSpPr>
                <a:spLocks noChangeArrowheads="1"/>
              </p:cNvSpPr>
              <p:nvPr/>
            </p:nvSpPr>
            <p:spPr bwMode="auto">
              <a:xfrm>
                <a:off x="3072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LPRd</a:t>
                </a:r>
              </a:p>
            </p:txBody>
          </p:sp>
          <p:sp>
            <p:nvSpPr>
              <p:cNvPr id="149582" name="Rectangle 78"/>
              <p:cNvSpPr>
                <a:spLocks noChangeArrowheads="1"/>
              </p:cNvSpPr>
              <p:nvPr/>
            </p:nvSpPr>
            <p:spPr bwMode="auto">
              <a:xfrm>
                <a:off x="3072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83" name="Rectangle 79"/>
              <p:cNvSpPr>
                <a:spLocks noChangeArrowheads="1"/>
              </p:cNvSpPr>
              <p:nvPr/>
            </p:nvSpPr>
            <p:spPr bwMode="auto">
              <a:xfrm>
                <a:off x="3072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84" name="Rectangle 80"/>
              <p:cNvSpPr>
                <a:spLocks noChangeArrowheads="1"/>
              </p:cNvSpPr>
              <p:nvPr/>
            </p:nvSpPr>
            <p:spPr bwMode="auto">
              <a:xfrm>
                <a:off x="3072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85" name="Rectangle 81"/>
              <p:cNvSpPr>
                <a:spLocks noChangeArrowheads="1"/>
              </p:cNvSpPr>
              <p:nvPr/>
            </p:nvSpPr>
            <p:spPr bwMode="auto">
              <a:xfrm>
                <a:off x="3072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86" name="Rectangle 82"/>
              <p:cNvSpPr>
                <a:spLocks noChangeArrowheads="1"/>
              </p:cNvSpPr>
              <p:nvPr/>
            </p:nvSpPr>
            <p:spPr bwMode="auto">
              <a:xfrm>
                <a:off x="3072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87" name="Rectangle 83"/>
              <p:cNvSpPr>
                <a:spLocks noChangeArrowheads="1"/>
              </p:cNvSpPr>
              <p:nvPr/>
            </p:nvSpPr>
            <p:spPr bwMode="auto">
              <a:xfrm>
                <a:off x="3072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49588" name="Rectangle 84"/>
              <p:cNvSpPr>
                <a:spLocks noChangeArrowheads="1"/>
              </p:cNvSpPr>
              <p:nvPr/>
            </p:nvSpPr>
            <p:spPr bwMode="auto">
              <a:xfrm>
                <a:off x="3072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</p:grpSp>
        <p:sp>
          <p:nvSpPr>
            <p:cNvPr id="149589" name="Text Box 85"/>
            <p:cNvSpPr txBox="1">
              <a:spLocks noChangeArrowheads="1"/>
            </p:cNvSpPr>
            <p:nvPr/>
          </p:nvSpPr>
          <p:spPr bwMode="auto">
            <a:xfrm>
              <a:off x="164" y="2557"/>
              <a:ext cx="431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>
                  <a:latin typeface="Verdana" pitchFamily="34" charset="0"/>
                </a:rPr>
                <a:t>ROB</a:t>
              </a:r>
            </a:p>
          </p:txBody>
        </p:sp>
      </p:grpSp>
      <p:sp>
        <p:nvSpPr>
          <p:cNvPr id="149590" name="Rectangle 86"/>
          <p:cNvSpPr>
            <a:spLocks noChangeArrowheads="1"/>
          </p:cNvSpPr>
          <p:nvPr/>
        </p:nvSpPr>
        <p:spPr bwMode="auto">
          <a:xfrm>
            <a:off x="8083551" y="1981200"/>
            <a:ext cx="2895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r1, 0(r3)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r1, #4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sub r6, r7,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r3,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r6, 0(r1)</a:t>
            </a:r>
          </a:p>
        </p:txBody>
      </p:sp>
      <p:grpSp>
        <p:nvGrpSpPr>
          <p:cNvPr id="149591" name="Group 87"/>
          <p:cNvGrpSpPr>
            <a:grpSpLocks/>
          </p:cNvGrpSpPr>
          <p:nvPr/>
        </p:nvGrpSpPr>
        <p:grpSpPr bwMode="auto">
          <a:xfrm>
            <a:off x="6613528" y="1290639"/>
            <a:ext cx="1282700" cy="3052762"/>
            <a:chOff x="3010" y="669"/>
            <a:chExt cx="808" cy="1923"/>
          </a:xfrm>
        </p:grpSpPr>
        <p:sp>
          <p:nvSpPr>
            <p:cNvPr id="149592" name="Text Box 88"/>
            <p:cNvSpPr txBox="1">
              <a:spLocks noChangeArrowheads="1"/>
            </p:cNvSpPr>
            <p:nvPr/>
          </p:nvSpPr>
          <p:spPr bwMode="auto">
            <a:xfrm>
              <a:off x="3010" y="669"/>
              <a:ext cx="808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Free List</a:t>
              </a:r>
            </a:p>
          </p:txBody>
        </p:sp>
        <p:sp>
          <p:nvSpPr>
            <p:cNvPr id="149593" name="Rectangle 89"/>
            <p:cNvSpPr>
              <a:spLocks noChangeArrowheads="1"/>
            </p:cNvSpPr>
            <p:nvPr/>
          </p:nvSpPr>
          <p:spPr bwMode="auto">
            <a:xfrm>
              <a:off x="3168" y="1632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9594" name="Rectangle 90"/>
            <p:cNvSpPr>
              <a:spLocks noChangeArrowheads="1"/>
            </p:cNvSpPr>
            <p:nvPr/>
          </p:nvSpPr>
          <p:spPr bwMode="auto">
            <a:xfrm>
              <a:off x="3168" y="1776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9595" name="Rectangle 91"/>
            <p:cNvSpPr>
              <a:spLocks noChangeArrowheads="1"/>
            </p:cNvSpPr>
            <p:nvPr/>
          </p:nvSpPr>
          <p:spPr bwMode="auto">
            <a:xfrm>
              <a:off x="3168" y="1920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9596" name="Rectangle 92"/>
            <p:cNvSpPr>
              <a:spLocks noChangeArrowheads="1"/>
            </p:cNvSpPr>
            <p:nvPr/>
          </p:nvSpPr>
          <p:spPr bwMode="auto">
            <a:xfrm>
              <a:off x="3168" y="912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P0</a:t>
              </a:r>
            </a:p>
          </p:txBody>
        </p:sp>
        <p:sp>
          <p:nvSpPr>
            <p:cNvPr id="149597" name="Rectangle 93"/>
            <p:cNvSpPr>
              <a:spLocks noChangeArrowheads="1"/>
            </p:cNvSpPr>
            <p:nvPr/>
          </p:nvSpPr>
          <p:spPr bwMode="auto">
            <a:xfrm>
              <a:off x="3170" y="2448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9598" name="Rectangle 94"/>
            <p:cNvSpPr>
              <a:spLocks noChangeArrowheads="1"/>
            </p:cNvSpPr>
            <p:nvPr/>
          </p:nvSpPr>
          <p:spPr bwMode="auto">
            <a:xfrm>
              <a:off x="3168" y="1056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P1</a:t>
              </a:r>
            </a:p>
          </p:txBody>
        </p:sp>
        <p:sp>
          <p:nvSpPr>
            <p:cNvPr id="149599" name="Rectangle 95"/>
            <p:cNvSpPr>
              <a:spLocks noChangeArrowheads="1"/>
            </p:cNvSpPr>
            <p:nvPr/>
          </p:nvSpPr>
          <p:spPr bwMode="auto">
            <a:xfrm>
              <a:off x="3168" y="1200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P3</a:t>
              </a:r>
            </a:p>
          </p:txBody>
        </p:sp>
        <p:sp>
          <p:nvSpPr>
            <p:cNvPr id="149600" name="Rectangle 96"/>
            <p:cNvSpPr>
              <a:spLocks noChangeArrowheads="1"/>
            </p:cNvSpPr>
            <p:nvPr/>
          </p:nvSpPr>
          <p:spPr bwMode="auto">
            <a:xfrm>
              <a:off x="3168" y="1344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P2</a:t>
              </a:r>
            </a:p>
          </p:txBody>
        </p:sp>
        <p:sp>
          <p:nvSpPr>
            <p:cNvPr id="149601" name="Rectangle 97"/>
            <p:cNvSpPr>
              <a:spLocks noChangeArrowheads="1"/>
            </p:cNvSpPr>
            <p:nvPr/>
          </p:nvSpPr>
          <p:spPr bwMode="auto">
            <a:xfrm>
              <a:off x="3168" y="1488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P4</a:t>
              </a:r>
            </a:p>
          </p:txBody>
        </p:sp>
        <p:sp>
          <p:nvSpPr>
            <p:cNvPr id="149602" name="Line 98"/>
            <p:cNvSpPr>
              <a:spLocks noChangeShapeType="1"/>
            </p:cNvSpPr>
            <p:nvPr/>
          </p:nvSpPr>
          <p:spPr bwMode="auto">
            <a:xfrm>
              <a:off x="316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9603" name="Line 99"/>
            <p:cNvSpPr>
              <a:spLocks noChangeShapeType="1"/>
            </p:cNvSpPr>
            <p:nvPr/>
          </p:nvSpPr>
          <p:spPr bwMode="auto">
            <a:xfrm>
              <a:off x="359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</p:grpSp>
      <p:grpSp>
        <p:nvGrpSpPr>
          <p:cNvPr id="149604" name="Group 100"/>
          <p:cNvGrpSpPr>
            <a:grpSpLocks/>
          </p:cNvGrpSpPr>
          <p:nvPr/>
        </p:nvGrpSpPr>
        <p:grpSpPr bwMode="auto">
          <a:xfrm>
            <a:off x="4268791" y="1214440"/>
            <a:ext cx="2138363" cy="3189287"/>
            <a:chOff x="1533" y="621"/>
            <a:chExt cx="1347" cy="2009"/>
          </a:xfrm>
        </p:grpSpPr>
        <p:grpSp>
          <p:nvGrpSpPr>
            <p:cNvPr id="149605" name="Group 101"/>
            <p:cNvGrpSpPr>
              <a:grpSpLocks/>
            </p:cNvGrpSpPr>
            <p:nvPr/>
          </p:nvGrpSpPr>
          <p:grpSpPr bwMode="auto">
            <a:xfrm>
              <a:off x="1533" y="1581"/>
              <a:ext cx="1155" cy="233"/>
              <a:chOff x="1677" y="1533"/>
              <a:chExt cx="1155" cy="233"/>
            </a:xfrm>
          </p:grpSpPr>
          <p:sp>
            <p:nvSpPr>
              <p:cNvPr id="149606" name="Rectangle 102"/>
              <p:cNvSpPr>
                <a:spLocks noChangeArrowheads="1"/>
              </p:cNvSpPr>
              <p:nvPr/>
            </p:nvSpPr>
            <p:spPr bwMode="auto">
              <a:xfrm>
                <a:off x="1968" y="158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&lt;R6&gt;</a:t>
                </a:r>
              </a:p>
            </p:txBody>
          </p:sp>
          <p:sp>
            <p:nvSpPr>
              <p:cNvPr id="149607" name="Text Box 103"/>
              <p:cNvSpPr txBox="1">
                <a:spLocks noChangeArrowheads="1"/>
              </p:cNvSpPr>
              <p:nvPr/>
            </p:nvSpPr>
            <p:spPr bwMode="auto">
              <a:xfrm>
                <a:off x="1677" y="1533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P5</a:t>
                </a:r>
              </a:p>
            </p:txBody>
          </p:sp>
        </p:grpSp>
        <p:grpSp>
          <p:nvGrpSpPr>
            <p:cNvPr id="149608" name="Group 104"/>
            <p:cNvGrpSpPr>
              <a:grpSpLocks/>
            </p:cNvGrpSpPr>
            <p:nvPr/>
          </p:nvGrpSpPr>
          <p:grpSpPr bwMode="auto">
            <a:xfrm>
              <a:off x="1533" y="1725"/>
              <a:ext cx="1155" cy="233"/>
              <a:chOff x="1677" y="1677"/>
              <a:chExt cx="1155" cy="233"/>
            </a:xfrm>
          </p:grpSpPr>
          <p:sp>
            <p:nvSpPr>
              <p:cNvPr id="149609" name="Rectangle 105"/>
              <p:cNvSpPr>
                <a:spLocks noChangeArrowheads="1"/>
              </p:cNvSpPr>
              <p:nvPr/>
            </p:nvSpPr>
            <p:spPr bwMode="auto">
              <a:xfrm>
                <a:off x="1968" y="172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&lt;R7&gt;</a:t>
                </a:r>
              </a:p>
            </p:txBody>
          </p:sp>
          <p:sp>
            <p:nvSpPr>
              <p:cNvPr id="149610" name="Text Box 106"/>
              <p:cNvSpPr txBox="1">
                <a:spLocks noChangeArrowheads="1"/>
              </p:cNvSpPr>
              <p:nvPr/>
            </p:nvSpPr>
            <p:spPr bwMode="auto">
              <a:xfrm>
                <a:off x="1677" y="1677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P6</a:t>
                </a:r>
              </a:p>
            </p:txBody>
          </p:sp>
        </p:grpSp>
        <p:grpSp>
          <p:nvGrpSpPr>
            <p:cNvPr id="149611" name="Group 107"/>
            <p:cNvGrpSpPr>
              <a:grpSpLocks/>
            </p:cNvGrpSpPr>
            <p:nvPr/>
          </p:nvGrpSpPr>
          <p:grpSpPr bwMode="auto">
            <a:xfrm>
              <a:off x="1533" y="1869"/>
              <a:ext cx="1155" cy="233"/>
              <a:chOff x="1677" y="1821"/>
              <a:chExt cx="1155" cy="233"/>
            </a:xfrm>
          </p:grpSpPr>
          <p:sp>
            <p:nvSpPr>
              <p:cNvPr id="149612" name="Rectangle 108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&lt;R3&gt;</a:t>
                </a:r>
              </a:p>
            </p:txBody>
          </p:sp>
          <p:sp>
            <p:nvSpPr>
              <p:cNvPr id="149613" name="Text Box 109"/>
              <p:cNvSpPr txBox="1">
                <a:spLocks noChangeArrowheads="1"/>
              </p:cNvSpPr>
              <p:nvPr/>
            </p:nvSpPr>
            <p:spPr bwMode="auto">
              <a:xfrm>
                <a:off x="1677" y="182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P7</a:t>
                </a:r>
              </a:p>
            </p:txBody>
          </p:sp>
        </p:grpSp>
        <p:grpSp>
          <p:nvGrpSpPr>
            <p:cNvPr id="149614" name="Group 110"/>
            <p:cNvGrpSpPr>
              <a:grpSpLocks/>
            </p:cNvGrpSpPr>
            <p:nvPr/>
          </p:nvGrpSpPr>
          <p:grpSpPr bwMode="auto">
            <a:xfrm>
              <a:off x="1533" y="861"/>
              <a:ext cx="1155" cy="233"/>
              <a:chOff x="1677" y="813"/>
              <a:chExt cx="1155" cy="233"/>
            </a:xfrm>
          </p:grpSpPr>
          <p:sp>
            <p:nvSpPr>
              <p:cNvPr id="149615" name="Rectangle 111"/>
              <p:cNvSpPr>
                <a:spLocks noChangeArrowheads="1"/>
              </p:cNvSpPr>
              <p:nvPr/>
            </p:nvSpPr>
            <p:spPr bwMode="auto">
              <a:xfrm>
                <a:off x="1968" y="86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9616" name="Text Box 112"/>
              <p:cNvSpPr txBox="1">
                <a:spLocks noChangeArrowheads="1"/>
              </p:cNvSpPr>
              <p:nvPr/>
            </p:nvSpPr>
            <p:spPr bwMode="auto">
              <a:xfrm>
                <a:off x="1677" y="813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P0</a:t>
                </a:r>
              </a:p>
            </p:txBody>
          </p:sp>
        </p:grpSp>
        <p:grpSp>
          <p:nvGrpSpPr>
            <p:cNvPr id="149617" name="Group 113"/>
            <p:cNvGrpSpPr>
              <a:grpSpLocks/>
            </p:cNvGrpSpPr>
            <p:nvPr/>
          </p:nvGrpSpPr>
          <p:grpSpPr bwMode="auto">
            <a:xfrm>
              <a:off x="1538" y="2397"/>
              <a:ext cx="1154" cy="233"/>
              <a:chOff x="1682" y="2349"/>
              <a:chExt cx="1154" cy="233"/>
            </a:xfrm>
          </p:grpSpPr>
          <p:sp>
            <p:nvSpPr>
              <p:cNvPr id="149618" name="Rectangle 114"/>
              <p:cNvSpPr>
                <a:spLocks noChangeArrowheads="1"/>
              </p:cNvSpPr>
              <p:nvPr/>
            </p:nvSpPr>
            <p:spPr bwMode="auto">
              <a:xfrm>
                <a:off x="1972" y="240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9619" name="Text Box 115"/>
              <p:cNvSpPr txBox="1">
                <a:spLocks noChangeArrowheads="1"/>
              </p:cNvSpPr>
              <p:nvPr/>
            </p:nvSpPr>
            <p:spPr bwMode="auto">
              <a:xfrm>
                <a:off x="1682" y="2349"/>
                <a:ext cx="296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Pn</a:t>
                </a:r>
              </a:p>
            </p:txBody>
          </p:sp>
        </p:grpSp>
        <p:grpSp>
          <p:nvGrpSpPr>
            <p:cNvPr id="149620" name="Group 116"/>
            <p:cNvGrpSpPr>
              <a:grpSpLocks/>
            </p:cNvGrpSpPr>
            <p:nvPr/>
          </p:nvGrpSpPr>
          <p:grpSpPr bwMode="auto">
            <a:xfrm>
              <a:off x="1533" y="1005"/>
              <a:ext cx="1155" cy="233"/>
              <a:chOff x="1677" y="957"/>
              <a:chExt cx="1155" cy="233"/>
            </a:xfrm>
          </p:grpSpPr>
          <p:sp>
            <p:nvSpPr>
              <p:cNvPr id="149621" name="Rectangle 117"/>
              <p:cNvSpPr>
                <a:spLocks noChangeArrowheads="1"/>
              </p:cNvSpPr>
              <p:nvPr/>
            </p:nvSpPr>
            <p:spPr bwMode="auto">
              <a:xfrm>
                <a:off x="1968" y="100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9622" name="Text Box 118"/>
              <p:cNvSpPr txBox="1">
                <a:spLocks noChangeArrowheads="1"/>
              </p:cNvSpPr>
              <p:nvPr/>
            </p:nvSpPr>
            <p:spPr bwMode="auto">
              <a:xfrm>
                <a:off x="1677" y="957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P1</a:t>
                </a:r>
              </a:p>
            </p:txBody>
          </p:sp>
        </p:grpSp>
        <p:grpSp>
          <p:nvGrpSpPr>
            <p:cNvPr id="149623" name="Group 119"/>
            <p:cNvGrpSpPr>
              <a:grpSpLocks/>
            </p:cNvGrpSpPr>
            <p:nvPr/>
          </p:nvGrpSpPr>
          <p:grpSpPr bwMode="auto">
            <a:xfrm>
              <a:off x="1533" y="1149"/>
              <a:ext cx="1155" cy="233"/>
              <a:chOff x="1677" y="1101"/>
              <a:chExt cx="1155" cy="233"/>
            </a:xfrm>
          </p:grpSpPr>
          <p:sp>
            <p:nvSpPr>
              <p:cNvPr id="149624" name="Rectangle 120"/>
              <p:cNvSpPr>
                <a:spLocks noChangeArrowheads="1"/>
              </p:cNvSpPr>
              <p:nvPr/>
            </p:nvSpPr>
            <p:spPr bwMode="auto">
              <a:xfrm>
                <a:off x="1968" y="115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9625" name="Text Box 121"/>
              <p:cNvSpPr txBox="1">
                <a:spLocks noChangeArrowheads="1"/>
              </p:cNvSpPr>
              <p:nvPr/>
            </p:nvSpPr>
            <p:spPr bwMode="auto">
              <a:xfrm>
                <a:off x="1677" y="110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P2</a:t>
                </a:r>
              </a:p>
            </p:txBody>
          </p:sp>
        </p:grpSp>
        <p:grpSp>
          <p:nvGrpSpPr>
            <p:cNvPr id="149626" name="Group 122"/>
            <p:cNvGrpSpPr>
              <a:grpSpLocks/>
            </p:cNvGrpSpPr>
            <p:nvPr/>
          </p:nvGrpSpPr>
          <p:grpSpPr bwMode="auto">
            <a:xfrm>
              <a:off x="1533" y="1293"/>
              <a:ext cx="1155" cy="233"/>
              <a:chOff x="1677" y="1245"/>
              <a:chExt cx="1155" cy="233"/>
            </a:xfrm>
          </p:grpSpPr>
          <p:sp>
            <p:nvSpPr>
              <p:cNvPr id="149627" name="Rectangle 123"/>
              <p:cNvSpPr>
                <a:spLocks noChangeArrowheads="1"/>
              </p:cNvSpPr>
              <p:nvPr/>
            </p:nvSpPr>
            <p:spPr bwMode="auto">
              <a:xfrm>
                <a:off x="1968" y="1296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9628" name="Text Box 124"/>
              <p:cNvSpPr txBox="1">
                <a:spLocks noChangeArrowheads="1"/>
              </p:cNvSpPr>
              <p:nvPr/>
            </p:nvSpPr>
            <p:spPr bwMode="auto">
              <a:xfrm>
                <a:off x="1677" y="1245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P3</a:t>
                </a:r>
              </a:p>
            </p:txBody>
          </p:sp>
        </p:grpSp>
        <p:grpSp>
          <p:nvGrpSpPr>
            <p:cNvPr id="149629" name="Group 125"/>
            <p:cNvGrpSpPr>
              <a:grpSpLocks/>
            </p:cNvGrpSpPr>
            <p:nvPr/>
          </p:nvGrpSpPr>
          <p:grpSpPr bwMode="auto">
            <a:xfrm>
              <a:off x="1533" y="1437"/>
              <a:ext cx="1155" cy="233"/>
              <a:chOff x="1677" y="1389"/>
              <a:chExt cx="1155" cy="233"/>
            </a:xfrm>
          </p:grpSpPr>
          <p:sp>
            <p:nvSpPr>
              <p:cNvPr id="149630" name="Rectangle 126"/>
              <p:cNvSpPr>
                <a:spLocks noChangeArrowheads="1"/>
              </p:cNvSpPr>
              <p:nvPr/>
            </p:nvSpPr>
            <p:spPr bwMode="auto">
              <a:xfrm>
                <a:off x="1968" y="144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49631" name="Text Box 127"/>
              <p:cNvSpPr txBox="1">
                <a:spLocks noChangeArrowheads="1"/>
              </p:cNvSpPr>
              <p:nvPr/>
            </p:nvSpPr>
            <p:spPr bwMode="auto">
              <a:xfrm>
                <a:off x="1677" y="1389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P4</a:t>
                </a:r>
              </a:p>
            </p:txBody>
          </p:sp>
        </p:grpSp>
        <p:sp>
          <p:nvSpPr>
            <p:cNvPr id="149632" name="Line 128"/>
            <p:cNvSpPr>
              <a:spLocks noChangeShapeType="1"/>
            </p:cNvSpPr>
            <p:nvPr/>
          </p:nvSpPr>
          <p:spPr bwMode="auto">
            <a:xfrm>
              <a:off x="1824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9633" name="Line 129"/>
            <p:cNvSpPr>
              <a:spLocks noChangeShapeType="1"/>
            </p:cNvSpPr>
            <p:nvPr/>
          </p:nvSpPr>
          <p:spPr bwMode="auto">
            <a:xfrm>
              <a:off x="268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9634" name="Text Box 130"/>
            <p:cNvSpPr txBox="1">
              <a:spLocks noChangeArrowheads="1"/>
            </p:cNvSpPr>
            <p:nvPr/>
          </p:nvSpPr>
          <p:spPr bwMode="auto">
            <a:xfrm>
              <a:off x="1627" y="621"/>
              <a:ext cx="1213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Physical Regs</a:t>
              </a:r>
            </a:p>
          </p:txBody>
        </p:sp>
        <p:sp>
          <p:nvSpPr>
            <p:cNvPr id="149635" name="Rectangle 131"/>
            <p:cNvSpPr>
              <a:spLocks noChangeArrowheads="1"/>
            </p:cNvSpPr>
            <p:nvPr/>
          </p:nvSpPr>
          <p:spPr bwMode="auto">
            <a:xfrm>
              <a:off x="2688" y="1632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49636" name="Rectangle 132"/>
            <p:cNvSpPr>
              <a:spLocks noChangeArrowheads="1"/>
            </p:cNvSpPr>
            <p:nvPr/>
          </p:nvSpPr>
          <p:spPr bwMode="auto">
            <a:xfrm>
              <a:off x="2688" y="1776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49637" name="Rectangle 133"/>
            <p:cNvSpPr>
              <a:spLocks noChangeArrowheads="1"/>
            </p:cNvSpPr>
            <p:nvPr/>
          </p:nvSpPr>
          <p:spPr bwMode="auto">
            <a:xfrm>
              <a:off x="2688" y="1920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49638" name="Rectangle 134"/>
            <p:cNvSpPr>
              <a:spLocks noChangeArrowheads="1"/>
            </p:cNvSpPr>
            <p:nvPr/>
          </p:nvSpPr>
          <p:spPr bwMode="auto">
            <a:xfrm>
              <a:off x="2688" y="912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9639" name="Rectangle 135"/>
            <p:cNvSpPr>
              <a:spLocks noChangeArrowheads="1"/>
            </p:cNvSpPr>
            <p:nvPr/>
          </p:nvSpPr>
          <p:spPr bwMode="auto">
            <a:xfrm>
              <a:off x="2689" y="2448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9640" name="Rectangle 136"/>
            <p:cNvSpPr>
              <a:spLocks noChangeArrowheads="1"/>
            </p:cNvSpPr>
            <p:nvPr/>
          </p:nvSpPr>
          <p:spPr bwMode="auto">
            <a:xfrm>
              <a:off x="2688" y="1056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9641" name="Rectangle 137"/>
            <p:cNvSpPr>
              <a:spLocks noChangeArrowheads="1"/>
            </p:cNvSpPr>
            <p:nvPr/>
          </p:nvSpPr>
          <p:spPr bwMode="auto">
            <a:xfrm>
              <a:off x="2688" y="1200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9642" name="Rectangle 138"/>
            <p:cNvSpPr>
              <a:spLocks noChangeArrowheads="1"/>
            </p:cNvSpPr>
            <p:nvPr/>
          </p:nvSpPr>
          <p:spPr bwMode="auto">
            <a:xfrm>
              <a:off x="2688" y="1344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9643" name="Rectangle 139"/>
            <p:cNvSpPr>
              <a:spLocks noChangeArrowheads="1"/>
            </p:cNvSpPr>
            <p:nvPr/>
          </p:nvSpPr>
          <p:spPr bwMode="auto">
            <a:xfrm>
              <a:off x="2688" y="1488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49644" name="Line 140"/>
            <p:cNvSpPr>
              <a:spLocks noChangeShapeType="1"/>
            </p:cNvSpPr>
            <p:nvPr/>
          </p:nvSpPr>
          <p:spPr bwMode="auto">
            <a:xfrm>
              <a:off x="268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49645" name="Line 141"/>
            <p:cNvSpPr>
              <a:spLocks noChangeShapeType="1"/>
            </p:cNvSpPr>
            <p:nvPr/>
          </p:nvSpPr>
          <p:spPr bwMode="auto">
            <a:xfrm>
              <a:off x="2879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grpSp>
          <p:nvGrpSpPr>
            <p:cNvPr id="149646" name="Group 142"/>
            <p:cNvGrpSpPr>
              <a:grpSpLocks/>
            </p:cNvGrpSpPr>
            <p:nvPr/>
          </p:nvGrpSpPr>
          <p:grpSpPr bwMode="auto">
            <a:xfrm>
              <a:off x="1533" y="2013"/>
              <a:ext cx="1155" cy="233"/>
              <a:chOff x="1677" y="1821"/>
              <a:chExt cx="1155" cy="233"/>
            </a:xfrm>
          </p:grpSpPr>
          <p:sp>
            <p:nvSpPr>
              <p:cNvPr id="149647" name="Rectangle 143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&lt;R1&gt;</a:t>
                </a:r>
              </a:p>
            </p:txBody>
          </p:sp>
          <p:sp>
            <p:nvSpPr>
              <p:cNvPr id="149648" name="Text Box 144"/>
              <p:cNvSpPr txBox="1">
                <a:spLocks noChangeArrowheads="1"/>
              </p:cNvSpPr>
              <p:nvPr/>
            </p:nvSpPr>
            <p:spPr bwMode="auto">
              <a:xfrm>
                <a:off x="1677" y="182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P8</a:t>
                </a:r>
              </a:p>
            </p:txBody>
          </p:sp>
        </p:grpSp>
        <p:sp>
          <p:nvSpPr>
            <p:cNvPr id="149649" name="Rectangle 145"/>
            <p:cNvSpPr>
              <a:spLocks noChangeArrowheads="1"/>
            </p:cNvSpPr>
            <p:nvPr/>
          </p:nvSpPr>
          <p:spPr bwMode="auto">
            <a:xfrm>
              <a:off x="2688" y="2064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</p:grpSp>
      <p:sp>
        <p:nvSpPr>
          <p:cNvPr id="149650" name="Line 146"/>
          <p:cNvSpPr>
            <a:spLocks noChangeShapeType="1"/>
          </p:cNvSpPr>
          <p:nvPr/>
        </p:nvSpPr>
        <p:spPr bwMode="auto">
          <a:xfrm>
            <a:off x="7778751" y="3352800"/>
            <a:ext cx="304800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grpSp>
        <p:nvGrpSpPr>
          <p:cNvPr id="149651" name="Group 147"/>
          <p:cNvGrpSpPr>
            <a:grpSpLocks/>
          </p:cNvGrpSpPr>
          <p:nvPr/>
        </p:nvGrpSpPr>
        <p:grpSpPr bwMode="auto">
          <a:xfrm>
            <a:off x="6864351" y="1676400"/>
            <a:ext cx="685800" cy="228600"/>
            <a:chOff x="3168" y="912"/>
            <a:chExt cx="432" cy="144"/>
          </a:xfrm>
        </p:grpSpPr>
        <p:sp>
          <p:nvSpPr>
            <p:cNvPr id="149652" name="Line 148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9653" name="Line 149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49654" name="Text Box 150"/>
          <p:cNvSpPr txBox="1">
            <a:spLocks noChangeArrowheads="1"/>
          </p:cNvSpPr>
          <p:nvPr/>
        </p:nvSpPr>
        <p:spPr bwMode="auto">
          <a:xfrm>
            <a:off x="2063751" y="48768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x          ld     p     P7                     r1                P0</a:t>
            </a:r>
          </a:p>
        </p:txBody>
      </p:sp>
      <p:grpSp>
        <p:nvGrpSpPr>
          <p:cNvPr id="149655" name="Group 151"/>
          <p:cNvGrpSpPr>
            <a:grpSpLocks/>
          </p:cNvGrpSpPr>
          <p:nvPr/>
        </p:nvGrpSpPr>
        <p:grpSpPr bwMode="auto">
          <a:xfrm>
            <a:off x="1979615" y="1219201"/>
            <a:ext cx="2047875" cy="2574925"/>
            <a:chOff x="91" y="624"/>
            <a:chExt cx="1290" cy="1622"/>
          </a:xfrm>
        </p:grpSpPr>
        <p:grpSp>
          <p:nvGrpSpPr>
            <p:cNvPr id="149656" name="Group 152"/>
            <p:cNvGrpSpPr>
              <a:grpSpLocks/>
            </p:cNvGrpSpPr>
            <p:nvPr/>
          </p:nvGrpSpPr>
          <p:grpSpPr bwMode="auto">
            <a:xfrm>
              <a:off x="91" y="1005"/>
              <a:ext cx="1161" cy="1241"/>
              <a:chOff x="235" y="957"/>
              <a:chExt cx="1161" cy="1241"/>
            </a:xfrm>
          </p:grpSpPr>
          <p:grpSp>
            <p:nvGrpSpPr>
              <p:cNvPr id="149657" name="Group 153"/>
              <p:cNvGrpSpPr>
                <a:grpSpLocks/>
              </p:cNvGrpSpPr>
              <p:nvPr/>
            </p:nvGrpSpPr>
            <p:grpSpPr bwMode="auto">
              <a:xfrm>
                <a:off x="235" y="1677"/>
                <a:ext cx="1161" cy="233"/>
                <a:chOff x="235" y="1677"/>
                <a:chExt cx="1161" cy="233"/>
              </a:xfrm>
            </p:grpSpPr>
            <p:sp>
              <p:nvSpPr>
                <p:cNvPr id="149658" name="Rectangle 154"/>
                <p:cNvSpPr>
                  <a:spLocks noChangeArrowheads="1"/>
                </p:cNvSpPr>
                <p:nvPr/>
              </p:nvSpPr>
              <p:spPr bwMode="auto">
                <a:xfrm>
                  <a:off x="532" y="1728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9659" name="Text Box 155"/>
                <p:cNvSpPr txBox="1">
                  <a:spLocks noChangeArrowheads="1"/>
                </p:cNvSpPr>
                <p:nvPr/>
              </p:nvSpPr>
              <p:spPr bwMode="auto">
                <a:xfrm>
                  <a:off x="235" y="1677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R5</a:t>
                  </a:r>
                </a:p>
              </p:txBody>
            </p:sp>
          </p:grpSp>
          <p:grpSp>
            <p:nvGrpSpPr>
              <p:cNvPr id="149660" name="Group 156"/>
              <p:cNvGrpSpPr>
                <a:grpSpLocks/>
              </p:cNvGrpSpPr>
              <p:nvPr/>
            </p:nvGrpSpPr>
            <p:grpSpPr bwMode="auto">
              <a:xfrm>
                <a:off x="235" y="1821"/>
                <a:ext cx="1161" cy="233"/>
                <a:chOff x="235" y="1821"/>
                <a:chExt cx="1161" cy="233"/>
              </a:xfrm>
            </p:grpSpPr>
            <p:sp>
              <p:nvSpPr>
                <p:cNvPr id="149661" name="Rectangle 157"/>
                <p:cNvSpPr>
                  <a:spLocks noChangeArrowheads="1"/>
                </p:cNvSpPr>
                <p:nvPr/>
              </p:nvSpPr>
              <p:spPr bwMode="auto">
                <a:xfrm>
                  <a:off x="532" y="1872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P5</a:t>
                  </a:r>
                </a:p>
              </p:txBody>
            </p:sp>
            <p:sp>
              <p:nvSpPr>
                <p:cNvPr id="149662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235" y="1821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R6</a:t>
                  </a:r>
                </a:p>
              </p:txBody>
            </p:sp>
          </p:grpSp>
          <p:grpSp>
            <p:nvGrpSpPr>
              <p:cNvPr id="149663" name="Group 159"/>
              <p:cNvGrpSpPr>
                <a:grpSpLocks/>
              </p:cNvGrpSpPr>
              <p:nvPr/>
            </p:nvGrpSpPr>
            <p:grpSpPr bwMode="auto">
              <a:xfrm>
                <a:off x="235" y="1965"/>
                <a:ext cx="1161" cy="233"/>
                <a:chOff x="235" y="1965"/>
                <a:chExt cx="1161" cy="233"/>
              </a:xfrm>
            </p:grpSpPr>
            <p:sp>
              <p:nvSpPr>
                <p:cNvPr id="149664" name="Rectangle 160"/>
                <p:cNvSpPr>
                  <a:spLocks noChangeArrowheads="1"/>
                </p:cNvSpPr>
                <p:nvPr/>
              </p:nvSpPr>
              <p:spPr bwMode="auto">
                <a:xfrm>
                  <a:off x="532" y="2016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P6</a:t>
                  </a:r>
                </a:p>
              </p:txBody>
            </p:sp>
            <p:sp>
              <p:nvSpPr>
                <p:cNvPr id="149665" name="Text Box 161"/>
                <p:cNvSpPr txBox="1">
                  <a:spLocks noChangeArrowheads="1"/>
                </p:cNvSpPr>
                <p:nvPr/>
              </p:nvSpPr>
              <p:spPr bwMode="auto">
                <a:xfrm>
                  <a:off x="235" y="1965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R7</a:t>
                  </a:r>
                </a:p>
              </p:txBody>
            </p:sp>
          </p:grpSp>
          <p:grpSp>
            <p:nvGrpSpPr>
              <p:cNvPr id="149666" name="Group 162"/>
              <p:cNvGrpSpPr>
                <a:grpSpLocks/>
              </p:cNvGrpSpPr>
              <p:nvPr/>
            </p:nvGrpSpPr>
            <p:grpSpPr bwMode="auto">
              <a:xfrm>
                <a:off x="235" y="957"/>
                <a:ext cx="1161" cy="233"/>
                <a:chOff x="235" y="957"/>
                <a:chExt cx="1161" cy="233"/>
              </a:xfrm>
            </p:grpSpPr>
            <p:sp>
              <p:nvSpPr>
                <p:cNvPr id="149667" name="Rectangle 163"/>
                <p:cNvSpPr>
                  <a:spLocks noChangeArrowheads="1"/>
                </p:cNvSpPr>
                <p:nvPr/>
              </p:nvSpPr>
              <p:spPr bwMode="auto">
                <a:xfrm>
                  <a:off x="532" y="1008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9668" name="Text Box 164"/>
                <p:cNvSpPr txBox="1">
                  <a:spLocks noChangeArrowheads="1"/>
                </p:cNvSpPr>
                <p:nvPr/>
              </p:nvSpPr>
              <p:spPr bwMode="auto">
                <a:xfrm>
                  <a:off x="235" y="957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R0</a:t>
                  </a:r>
                </a:p>
              </p:txBody>
            </p:sp>
          </p:grpSp>
          <p:grpSp>
            <p:nvGrpSpPr>
              <p:cNvPr id="149669" name="Group 165"/>
              <p:cNvGrpSpPr>
                <a:grpSpLocks/>
              </p:cNvGrpSpPr>
              <p:nvPr/>
            </p:nvGrpSpPr>
            <p:grpSpPr bwMode="auto">
              <a:xfrm>
                <a:off x="235" y="1101"/>
                <a:ext cx="1161" cy="233"/>
                <a:chOff x="235" y="1101"/>
                <a:chExt cx="1161" cy="233"/>
              </a:xfrm>
            </p:grpSpPr>
            <p:sp>
              <p:nvSpPr>
                <p:cNvPr id="149670" name="Rectangle 166"/>
                <p:cNvSpPr>
                  <a:spLocks noChangeArrowheads="1"/>
                </p:cNvSpPr>
                <p:nvPr/>
              </p:nvSpPr>
              <p:spPr bwMode="auto">
                <a:xfrm>
                  <a:off x="532" y="1152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P8</a:t>
                  </a:r>
                </a:p>
              </p:txBody>
            </p:sp>
            <p:sp>
              <p:nvSpPr>
                <p:cNvPr id="149671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235" y="1101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R1</a:t>
                  </a:r>
                </a:p>
              </p:txBody>
            </p:sp>
          </p:grpSp>
          <p:grpSp>
            <p:nvGrpSpPr>
              <p:cNvPr id="149672" name="Group 168"/>
              <p:cNvGrpSpPr>
                <a:grpSpLocks/>
              </p:cNvGrpSpPr>
              <p:nvPr/>
            </p:nvGrpSpPr>
            <p:grpSpPr bwMode="auto">
              <a:xfrm>
                <a:off x="235" y="1245"/>
                <a:ext cx="1161" cy="233"/>
                <a:chOff x="235" y="1245"/>
                <a:chExt cx="1161" cy="233"/>
              </a:xfrm>
            </p:grpSpPr>
            <p:sp>
              <p:nvSpPr>
                <p:cNvPr id="149673" name="Rectangle 169"/>
                <p:cNvSpPr>
                  <a:spLocks noChangeArrowheads="1"/>
                </p:cNvSpPr>
                <p:nvPr/>
              </p:nvSpPr>
              <p:spPr bwMode="auto">
                <a:xfrm>
                  <a:off x="532" y="1296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9674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235" y="1245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R2</a:t>
                  </a:r>
                </a:p>
              </p:txBody>
            </p:sp>
          </p:grpSp>
          <p:grpSp>
            <p:nvGrpSpPr>
              <p:cNvPr id="149675" name="Group 171"/>
              <p:cNvGrpSpPr>
                <a:grpSpLocks/>
              </p:cNvGrpSpPr>
              <p:nvPr/>
            </p:nvGrpSpPr>
            <p:grpSpPr bwMode="auto">
              <a:xfrm>
                <a:off x="235" y="1389"/>
                <a:ext cx="1161" cy="233"/>
                <a:chOff x="235" y="1389"/>
                <a:chExt cx="1161" cy="233"/>
              </a:xfrm>
            </p:grpSpPr>
            <p:sp>
              <p:nvSpPr>
                <p:cNvPr id="149676" name="Rectangle 172"/>
                <p:cNvSpPr>
                  <a:spLocks noChangeArrowheads="1"/>
                </p:cNvSpPr>
                <p:nvPr/>
              </p:nvSpPr>
              <p:spPr bwMode="auto">
                <a:xfrm>
                  <a:off x="532" y="1440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P7</a:t>
                  </a:r>
                </a:p>
              </p:txBody>
            </p:sp>
            <p:sp>
              <p:nvSpPr>
                <p:cNvPr id="149677" name="Text Box 173"/>
                <p:cNvSpPr txBox="1">
                  <a:spLocks noChangeArrowheads="1"/>
                </p:cNvSpPr>
                <p:nvPr/>
              </p:nvSpPr>
              <p:spPr bwMode="auto">
                <a:xfrm>
                  <a:off x="235" y="1389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R3</a:t>
                  </a:r>
                </a:p>
              </p:txBody>
            </p:sp>
          </p:grpSp>
          <p:grpSp>
            <p:nvGrpSpPr>
              <p:cNvPr id="149678" name="Group 174"/>
              <p:cNvGrpSpPr>
                <a:grpSpLocks/>
              </p:cNvGrpSpPr>
              <p:nvPr/>
            </p:nvGrpSpPr>
            <p:grpSpPr bwMode="auto">
              <a:xfrm>
                <a:off x="235" y="1533"/>
                <a:ext cx="1161" cy="233"/>
                <a:chOff x="235" y="1533"/>
                <a:chExt cx="1161" cy="233"/>
              </a:xfrm>
            </p:grpSpPr>
            <p:sp>
              <p:nvSpPr>
                <p:cNvPr id="149679" name="Rectangle 175"/>
                <p:cNvSpPr>
                  <a:spLocks noChangeArrowheads="1"/>
                </p:cNvSpPr>
                <p:nvPr/>
              </p:nvSpPr>
              <p:spPr bwMode="auto">
                <a:xfrm>
                  <a:off x="532" y="1584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49680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235" y="1533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R4</a:t>
                  </a:r>
                </a:p>
              </p:txBody>
            </p:sp>
          </p:grpSp>
        </p:grpSp>
        <p:sp>
          <p:nvSpPr>
            <p:cNvPr id="149681" name="Text Box 177"/>
            <p:cNvSpPr txBox="1">
              <a:spLocks noChangeArrowheads="1"/>
            </p:cNvSpPr>
            <p:nvPr/>
          </p:nvSpPr>
          <p:spPr bwMode="auto">
            <a:xfrm>
              <a:off x="288" y="624"/>
              <a:ext cx="1093" cy="44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Rename Table</a:t>
              </a:r>
            </a:p>
          </p:txBody>
        </p:sp>
      </p:grpSp>
      <p:grpSp>
        <p:nvGrpSpPr>
          <p:cNvPr id="149682" name="Group 178"/>
          <p:cNvGrpSpPr>
            <a:grpSpLocks/>
          </p:cNvGrpSpPr>
          <p:nvPr/>
        </p:nvGrpSpPr>
        <p:grpSpPr bwMode="auto">
          <a:xfrm>
            <a:off x="2444750" y="2052639"/>
            <a:ext cx="847726" cy="369887"/>
            <a:chOff x="384" y="1149"/>
            <a:chExt cx="534" cy="233"/>
          </a:xfrm>
        </p:grpSpPr>
        <p:grpSp>
          <p:nvGrpSpPr>
            <p:cNvPr id="149683" name="Group 179"/>
            <p:cNvGrpSpPr>
              <a:grpSpLocks/>
            </p:cNvGrpSpPr>
            <p:nvPr/>
          </p:nvGrpSpPr>
          <p:grpSpPr bwMode="auto">
            <a:xfrm>
              <a:off x="384" y="1200"/>
              <a:ext cx="288" cy="144"/>
              <a:chOff x="3168" y="912"/>
              <a:chExt cx="432" cy="144"/>
            </a:xfrm>
          </p:grpSpPr>
          <p:sp>
            <p:nvSpPr>
              <p:cNvPr id="149684" name="Line 180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49685" name="Line 181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49686" name="Text Box 182"/>
            <p:cNvSpPr txBox="1">
              <a:spLocks noChangeArrowheads="1"/>
            </p:cNvSpPr>
            <p:nvPr/>
          </p:nvSpPr>
          <p:spPr bwMode="auto">
            <a:xfrm>
              <a:off x="621" y="114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Verdana" pitchFamily="34" charset="0"/>
                </a:rPr>
                <a:t>P0</a:t>
              </a:r>
            </a:p>
          </p:txBody>
        </p:sp>
      </p:grpSp>
      <p:sp>
        <p:nvSpPr>
          <p:cNvPr id="149687" name="Text Box 183"/>
          <p:cNvSpPr txBox="1">
            <a:spLocks noChangeArrowheads="1"/>
          </p:cNvSpPr>
          <p:nvPr/>
        </p:nvSpPr>
        <p:spPr bwMode="auto">
          <a:xfrm>
            <a:off x="6788149" y="48768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P8</a:t>
            </a:r>
          </a:p>
        </p:txBody>
      </p:sp>
      <p:sp>
        <p:nvSpPr>
          <p:cNvPr id="149688" name="Text Box 184"/>
          <p:cNvSpPr txBox="1">
            <a:spLocks noChangeArrowheads="1"/>
          </p:cNvSpPr>
          <p:nvPr/>
        </p:nvSpPr>
        <p:spPr bwMode="auto">
          <a:xfrm>
            <a:off x="6788149" y="51054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P7</a:t>
            </a:r>
          </a:p>
        </p:txBody>
      </p:sp>
      <p:grpSp>
        <p:nvGrpSpPr>
          <p:cNvPr id="149689" name="Group 185"/>
          <p:cNvGrpSpPr>
            <a:grpSpLocks/>
          </p:cNvGrpSpPr>
          <p:nvPr/>
        </p:nvGrpSpPr>
        <p:grpSpPr bwMode="auto">
          <a:xfrm>
            <a:off x="6864351" y="1905000"/>
            <a:ext cx="685800" cy="228600"/>
            <a:chOff x="3168" y="912"/>
            <a:chExt cx="432" cy="144"/>
          </a:xfrm>
        </p:grpSpPr>
        <p:sp>
          <p:nvSpPr>
            <p:cNvPr id="149690" name="Line 186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9691" name="Line 187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49692" name="Group 188"/>
          <p:cNvGrpSpPr>
            <a:grpSpLocks/>
          </p:cNvGrpSpPr>
          <p:nvPr/>
        </p:nvGrpSpPr>
        <p:grpSpPr bwMode="auto">
          <a:xfrm>
            <a:off x="2444750" y="2509840"/>
            <a:ext cx="847726" cy="369887"/>
            <a:chOff x="384" y="1437"/>
            <a:chExt cx="534" cy="233"/>
          </a:xfrm>
        </p:grpSpPr>
        <p:grpSp>
          <p:nvGrpSpPr>
            <p:cNvPr id="149693" name="Group 189"/>
            <p:cNvGrpSpPr>
              <a:grpSpLocks/>
            </p:cNvGrpSpPr>
            <p:nvPr/>
          </p:nvGrpSpPr>
          <p:grpSpPr bwMode="auto">
            <a:xfrm>
              <a:off x="384" y="1488"/>
              <a:ext cx="288" cy="144"/>
              <a:chOff x="3168" y="912"/>
              <a:chExt cx="432" cy="144"/>
            </a:xfrm>
          </p:grpSpPr>
          <p:sp>
            <p:nvSpPr>
              <p:cNvPr id="149694" name="Line 190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49695" name="Line 191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49696" name="Text Box 192"/>
            <p:cNvSpPr txBox="1">
              <a:spLocks noChangeArrowheads="1"/>
            </p:cNvSpPr>
            <p:nvPr/>
          </p:nvSpPr>
          <p:spPr bwMode="auto">
            <a:xfrm>
              <a:off x="621" y="1437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Verdana" pitchFamily="34" charset="0"/>
                </a:rPr>
                <a:t>P1</a:t>
              </a:r>
            </a:p>
          </p:txBody>
        </p:sp>
      </p:grpSp>
      <p:sp>
        <p:nvSpPr>
          <p:cNvPr id="149697" name="Text Box 193"/>
          <p:cNvSpPr txBox="1">
            <a:spLocks noChangeArrowheads="1"/>
          </p:cNvSpPr>
          <p:nvPr/>
        </p:nvSpPr>
        <p:spPr bwMode="auto">
          <a:xfrm>
            <a:off x="2063751" y="51054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x          add         P0                     r3                P1</a:t>
            </a:r>
          </a:p>
        </p:txBody>
      </p:sp>
      <p:sp>
        <p:nvSpPr>
          <p:cNvPr id="149698" name="Text Box 194"/>
          <p:cNvSpPr txBox="1">
            <a:spLocks noChangeArrowheads="1"/>
          </p:cNvSpPr>
          <p:nvPr/>
        </p:nvSpPr>
        <p:spPr bwMode="auto">
          <a:xfrm>
            <a:off x="6788149" y="53340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P5</a:t>
            </a:r>
          </a:p>
        </p:txBody>
      </p:sp>
      <p:grpSp>
        <p:nvGrpSpPr>
          <p:cNvPr id="149699" name="Group 195"/>
          <p:cNvGrpSpPr>
            <a:grpSpLocks/>
          </p:cNvGrpSpPr>
          <p:nvPr/>
        </p:nvGrpSpPr>
        <p:grpSpPr bwMode="auto">
          <a:xfrm>
            <a:off x="2444750" y="3195640"/>
            <a:ext cx="847726" cy="369887"/>
            <a:chOff x="384" y="1869"/>
            <a:chExt cx="534" cy="233"/>
          </a:xfrm>
        </p:grpSpPr>
        <p:grpSp>
          <p:nvGrpSpPr>
            <p:cNvPr id="149700" name="Group 196"/>
            <p:cNvGrpSpPr>
              <a:grpSpLocks/>
            </p:cNvGrpSpPr>
            <p:nvPr/>
          </p:nvGrpSpPr>
          <p:grpSpPr bwMode="auto">
            <a:xfrm>
              <a:off x="384" y="1920"/>
              <a:ext cx="288" cy="144"/>
              <a:chOff x="3168" y="912"/>
              <a:chExt cx="432" cy="144"/>
            </a:xfrm>
          </p:grpSpPr>
          <p:sp>
            <p:nvSpPr>
              <p:cNvPr id="149701" name="Line 197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49702" name="Line 198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49703" name="Text Box 199"/>
            <p:cNvSpPr txBox="1">
              <a:spLocks noChangeArrowheads="1"/>
            </p:cNvSpPr>
            <p:nvPr/>
          </p:nvSpPr>
          <p:spPr bwMode="auto">
            <a:xfrm>
              <a:off x="621" y="186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P3</a:t>
              </a:r>
            </a:p>
          </p:txBody>
        </p:sp>
      </p:grpSp>
      <p:sp>
        <p:nvSpPr>
          <p:cNvPr id="149704" name="Text Box 200"/>
          <p:cNvSpPr txBox="1">
            <a:spLocks noChangeArrowheads="1"/>
          </p:cNvSpPr>
          <p:nvPr/>
        </p:nvSpPr>
        <p:spPr bwMode="auto">
          <a:xfrm>
            <a:off x="2063751" y="53340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x          sub   p     P6    p     P5      r6                P3</a:t>
            </a:r>
          </a:p>
        </p:txBody>
      </p:sp>
      <p:grpSp>
        <p:nvGrpSpPr>
          <p:cNvPr id="149705" name="Group 201"/>
          <p:cNvGrpSpPr>
            <a:grpSpLocks/>
          </p:cNvGrpSpPr>
          <p:nvPr/>
        </p:nvGrpSpPr>
        <p:grpSpPr bwMode="auto">
          <a:xfrm>
            <a:off x="6864351" y="2133600"/>
            <a:ext cx="685800" cy="228600"/>
            <a:chOff x="3168" y="912"/>
            <a:chExt cx="432" cy="144"/>
          </a:xfrm>
        </p:grpSpPr>
        <p:sp>
          <p:nvSpPr>
            <p:cNvPr id="149706" name="Line 202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9707" name="Line 203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49708" name="Group 204"/>
          <p:cNvGrpSpPr>
            <a:grpSpLocks/>
          </p:cNvGrpSpPr>
          <p:nvPr/>
        </p:nvGrpSpPr>
        <p:grpSpPr bwMode="auto">
          <a:xfrm>
            <a:off x="3511551" y="2514600"/>
            <a:ext cx="4495800" cy="3200400"/>
            <a:chOff x="1056" y="1440"/>
            <a:chExt cx="2832" cy="2016"/>
          </a:xfrm>
        </p:grpSpPr>
        <p:sp>
          <p:nvSpPr>
            <p:cNvPr id="149709" name="Line 205"/>
            <p:cNvSpPr>
              <a:spLocks noChangeShapeType="1"/>
            </p:cNvSpPr>
            <p:nvPr/>
          </p:nvSpPr>
          <p:spPr bwMode="auto">
            <a:xfrm flipH="1">
              <a:off x="1056" y="1440"/>
              <a:ext cx="2208" cy="144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9710" name="Line 206"/>
            <p:cNvSpPr>
              <a:spLocks noChangeShapeType="1"/>
            </p:cNvSpPr>
            <p:nvPr/>
          </p:nvSpPr>
          <p:spPr bwMode="auto">
            <a:xfrm>
              <a:off x="3504" y="1440"/>
              <a:ext cx="384" cy="2016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49711" name="Line 207"/>
          <p:cNvSpPr>
            <a:spLocks noChangeShapeType="1"/>
          </p:cNvSpPr>
          <p:nvPr/>
        </p:nvSpPr>
        <p:spPr bwMode="auto">
          <a:xfrm>
            <a:off x="3206751" y="2743200"/>
            <a:ext cx="3657600" cy="29718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49712" name="Text Box 208"/>
          <p:cNvSpPr txBox="1">
            <a:spLocks noChangeArrowheads="1"/>
          </p:cNvSpPr>
          <p:nvPr/>
        </p:nvSpPr>
        <p:spPr bwMode="auto">
          <a:xfrm>
            <a:off x="6788149" y="55626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  <a:latin typeface="Verdana" pitchFamily="34" charset="0"/>
              </a:rPr>
              <a:t>P1</a:t>
            </a:r>
          </a:p>
        </p:txBody>
      </p:sp>
      <p:grpSp>
        <p:nvGrpSpPr>
          <p:cNvPr id="149713" name="Group 209"/>
          <p:cNvGrpSpPr>
            <a:grpSpLocks/>
          </p:cNvGrpSpPr>
          <p:nvPr/>
        </p:nvGrpSpPr>
        <p:grpSpPr bwMode="auto">
          <a:xfrm>
            <a:off x="2901950" y="2509840"/>
            <a:ext cx="847726" cy="369887"/>
            <a:chOff x="384" y="1869"/>
            <a:chExt cx="534" cy="233"/>
          </a:xfrm>
        </p:grpSpPr>
        <p:grpSp>
          <p:nvGrpSpPr>
            <p:cNvPr id="149714" name="Group 210"/>
            <p:cNvGrpSpPr>
              <a:grpSpLocks/>
            </p:cNvGrpSpPr>
            <p:nvPr/>
          </p:nvGrpSpPr>
          <p:grpSpPr bwMode="auto">
            <a:xfrm>
              <a:off x="384" y="1920"/>
              <a:ext cx="288" cy="144"/>
              <a:chOff x="3168" y="912"/>
              <a:chExt cx="432" cy="144"/>
            </a:xfrm>
          </p:grpSpPr>
          <p:sp>
            <p:nvSpPr>
              <p:cNvPr id="149715" name="Line 211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49716" name="Line 212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49717" name="Text Box 213"/>
            <p:cNvSpPr txBox="1">
              <a:spLocks noChangeArrowheads="1"/>
            </p:cNvSpPr>
            <p:nvPr/>
          </p:nvSpPr>
          <p:spPr bwMode="auto">
            <a:xfrm>
              <a:off x="621" y="186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Verdana" pitchFamily="34" charset="0"/>
                </a:rPr>
                <a:t>P2</a:t>
              </a:r>
            </a:p>
          </p:txBody>
        </p:sp>
      </p:grpSp>
      <p:sp>
        <p:nvSpPr>
          <p:cNvPr id="149718" name="Text Box 214"/>
          <p:cNvSpPr txBox="1">
            <a:spLocks noChangeArrowheads="1"/>
          </p:cNvSpPr>
          <p:nvPr/>
        </p:nvSpPr>
        <p:spPr bwMode="auto">
          <a:xfrm>
            <a:off x="2063751" y="55626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  <a:latin typeface="Verdana" pitchFamily="34" charset="0"/>
              </a:rPr>
              <a:t>x          add         P1            P3      r3               P2</a:t>
            </a:r>
          </a:p>
        </p:txBody>
      </p:sp>
      <p:grpSp>
        <p:nvGrpSpPr>
          <p:cNvPr id="149719" name="Group 215"/>
          <p:cNvGrpSpPr>
            <a:grpSpLocks/>
          </p:cNvGrpSpPr>
          <p:nvPr/>
        </p:nvGrpSpPr>
        <p:grpSpPr bwMode="auto">
          <a:xfrm>
            <a:off x="6864351" y="2362200"/>
            <a:ext cx="685800" cy="228600"/>
            <a:chOff x="3168" y="912"/>
            <a:chExt cx="432" cy="144"/>
          </a:xfrm>
        </p:grpSpPr>
        <p:sp>
          <p:nvSpPr>
            <p:cNvPr id="149720" name="Line 216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49721" name="Line 217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31997989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650" grpId="0" animBg="1"/>
      <p:bldP spid="149711" grpId="0" animBg="1"/>
      <p:bldP spid="149712" grpId="0" autoUpdateAnimBg="0"/>
      <p:bldP spid="149718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609602"/>
            <a:ext cx="7772400" cy="500063"/>
          </a:xfrm>
        </p:spPr>
        <p:txBody>
          <a:bodyPr>
            <a:normAutofit fontScale="90000"/>
          </a:bodyPr>
          <a:lstStyle/>
          <a:p>
            <a:r>
              <a:rPr lang="en-US"/>
              <a:t>Physical Register Management</a:t>
            </a:r>
            <a:endParaRPr lang="en-US" sz="2800" i="1"/>
          </a:p>
        </p:txBody>
      </p:sp>
      <p:grpSp>
        <p:nvGrpSpPr>
          <p:cNvPr id="151555" name="Group 3"/>
          <p:cNvGrpSpPr>
            <a:grpSpLocks/>
          </p:cNvGrpSpPr>
          <p:nvPr/>
        </p:nvGrpSpPr>
        <p:grpSpPr bwMode="auto">
          <a:xfrm>
            <a:off x="2060575" y="4267202"/>
            <a:ext cx="6324600" cy="2290763"/>
            <a:chOff x="144" y="2541"/>
            <a:chExt cx="3984" cy="1443"/>
          </a:xfrm>
        </p:grpSpPr>
        <p:grpSp>
          <p:nvGrpSpPr>
            <p:cNvPr id="151556" name="Group 4"/>
            <p:cNvGrpSpPr>
              <a:grpSpLocks/>
            </p:cNvGrpSpPr>
            <p:nvPr/>
          </p:nvGrpSpPr>
          <p:grpSpPr bwMode="auto">
            <a:xfrm>
              <a:off x="144" y="2832"/>
              <a:ext cx="3984" cy="1152"/>
              <a:chOff x="144" y="2928"/>
              <a:chExt cx="3984" cy="1152"/>
            </a:xfrm>
          </p:grpSpPr>
          <p:sp>
            <p:nvSpPr>
              <p:cNvPr id="151557" name="Rectangle 5"/>
              <p:cNvSpPr>
                <a:spLocks noChangeArrowheads="1"/>
              </p:cNvSpPr>
              <p:nvPr/>
            </p:nvSpPr>
            <p:spPr bwMode="auto">
              <a:xfrm>
                <a:off x="672" y="292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op</a:t>
                </a:r>
              </a:p>
            </p:txBody>
          </p:sp>
          <p:sp>
            <p:nvSpPr>
              <p:cNvPr id="151558" name="Rectangle 6"/>
              <p:cNvSpPr>
                <a:spLocks noChangeArrowheads="1"/>
              </p:cNvSpPr>
              <p:nvPr/>
            </p:nvSpPr>
            <p:spPr bwMode="auto">
              <a:xfrm>
                <a:off x="1104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p1</a:t>
                </a:r>
              </a:p>
            </p:txBody>
          </p:sp>
          <p:sp>
            <p:nvSpPr>
              <p:cNvPr id="151559" name="Rectangle 7"/>
              <p:cNvSpPr>
                <a:spLocks noChangeArrowheads="1"/>
              </p:cNvSpPr>
              <p:nvPr/>
            </p:nvSpPr>
            <p:spPr bwMode="auto">
              <a:xfrm>
                <a:off x="1344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PR1</a:t>
                </a:r>
              </a:p>
            </p:txBody>
          </p:sp>
          <p:sp>
            <p:nvSpPr>
              <p:cNvPr id="151560" name="Rectangle 8"/>
              <p:cNvSpPr>
                <a:spLocks noChangeArrowheads="1"/>
              </p:cNvSpPr>
              <p:nvPr/>
            </p:nvSpPr>
            <p:spPr bwMode="auto">
              <a:xfrm>
                <a:off x="1872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p2</a:t>
                </a:r>
              </a:p>
            </p:txBody>
          </p:sp>
          <p:sp>
            <p:nvSpPr>
              <p:cNvPr id="151561" name="Rectangle 9"/>
              <p:cNvSpPr>
                <a:spLocks noChangeArrowheads="1"/>
              </p:cNvSpPr>
              <p:nvPr/>
            </p:nvSpPr>
            <p:spPr bwMode="auto">
              <a:xfrm>
                <a:off x="2112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PR2</a:t>
                </a:r>
              </a:p>
            </p:txBody>
          </p:sp>
          <p:sp>
            <p:nvSpPr>
              <p:cNvPr id="151562" name="Rectangle 10"/>
              <p:cNvSpPr>
                <a:spLocks noChangeArrowheads="1"/>
              </p:cNvSpPr>
              <p:nvPr/>
            </p:nvSpPr>
            <p:spPr bwMode="auto">
              <a:xfrm>
                <a:off x="432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ex</a:t>
                </a:r>
              </a:p>
            </p:txBody>
          </p:sp>
          <p:sp>
            <p:nvSpPr>
              <p:cNvPr id="151563" name="Rectangle 11"/>
              <p:cNvSpPr>
                <a:spLocks noChangeArrowheads="1"/>
              </p:cNvSpPr>
              <p:nvPr/>
            </p:nvSpPr>
            <p:spPr bwMode="auto">
              <a:xfrm>
                <a:off x="144" y="2928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use</a:t>
                </a:r>
              </a:p>
            </p:txBody>
          </p:sp>
          <p:sp>
            <p:nvSpPr>
              <p:cNvPr id="151564" name="Rectangle 12"/>
              <p:cNvSpPr>
                <a:spLocks noChangeArrowheads="1"/>
              </p:cNvSpPr>
              <p:nvPr/>
            </p:nvSpPr>
            <p:spPr bwMode="auto">
              <a:xfrm>
                <a:off x="672" y="307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65" name="Rectangle 13"/>
              <p:cNvSpPr>
                <a:spLocks noChangeArrowheads="1"/>
              </p:cNvSpPr>
              <p:nvPr/>
            </p:nvSpPr>
            <p:spPr bwMode="auto">
              <a:xfrm>
                <a:off x="1104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66" name="Rectangle 14"/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67" name="Rectangle 15"/>
              <p:cNvSpPr>
                <a:spLocks noChangeArrowheads="1"/>
              </p:cNvSpPr>
              <p:nvPr/>
            </p:nvSpPr>
            <p:spPr bwMode="auto">
              <a:xfrm>
                <a:off x="1872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68" name="Rectangle 16"/>
              <p:cNvSpPr>
                <a:spLocks noChangeArrowheads="1"/>
              </p:cNvSpPr>
              <p:nvPr/>
            </p:nvSpPr>
            <p:spPr bwMode="auto">
              <a:xfrm>
                <a:off x="2112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69" name="Rectangle 17"/>
              <p:cNvSpPr>
                <a:spLocks noChangeArrowheads="1"/>
              </p:cNvSpPr>
              <p:nvPr/>
            </p:nvSpPr>
            <p:spPr bwMode="auto">
              <a:xfrm>
                <a:off x="432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70" name="Rectangle 18"/>
              <p:cNvSpPr>
                <a:spLocks noChangeArrowheads="1"/>
              </p:cNvSpPr>
              <p:nvPr/>
            </p:nvSpPr>
            <p:spPr bwMode="auto">
              <a:xfrm>
                <a:off x="144" y="3072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71" name="Rectangle 19"/>
              <p:cNvSpPr>
                <a:spLocks noChangeArrowheads="1"/>
              </p:cNvSpPr>
              <p:nvPr/>
            </p:nvSpPr>
            <p:spPr bwMode="auto">
              <a:xfrm>
                <a:off x="672" y="321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72" name="Rectangle 20"/>
              <p:cNvSpPr>
                <a:spLocks noChangeArrowheads="1"/>
              </p:cNvSpPr>
              <p:nvPr/>
            </p:nvSpPr>
            <p:spPr bwMode="auto">
              <a:xfrm>
                <a:off x="1104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73" name="Rectangle 21"/>
              <p:cNvSpPr>
                <a:spLocks noChangeArrowheads="1"/>
              </p:cNvSpPr>
              <p:nvPr/>
            </p:nvSpPr>
            <p:spPr bwMode="auto">
              <a:xfrm>
                <a:off x="1344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74" name="Rectangle 22"/>
              <p:cNvSpPr>
                <a:spLocks noChangeArrowheads="1"/>
              </p:cNvSpPr>
              <p:nvPr/>
            </p:nvSpPr>
            <p:spPr bwMode="auto">
              <a:xfrm>
                <a:off x="1872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75" name="Rectangle 23"/>
              <p:cNvSpPr>
                <a:spLocks noChangeArrowheads="1"/>
              </p:cNvSpPr>
              <p:nvPr/>
            </p:nvSpPr>
            <p:spPr bwMode="auto">
              <a:xfrm>
                <a:off x="2112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76" name="Rectangle 24"/>
              <p:cNvSpPr>
                <a:spLocks noChangeArrowheads="1"/>
              </p:cNvSpPr>
              <p:nvPr/>
            </p:nvSpPr>
            <p:spPr bwMode="auto">
              <a:xfrm>
                <a:off x="432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77" name="Rectangle 25"/>
              <p:cNvSpPr>
                <a:spLocks noChangeArrowheads="1"/>
              </p:cNvSpPr>
              <p:nvPr/>
            </p:nvSpPr>
            <p:spPr bwMode="auto">
              <a:xfrm>
                <a:off x="144" y="3216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78" name="Rectangle 26"/>
              <p:cNvSpPr>
                <a:spLocks noChangeArrowheads="1"/>
              </p:cNvSpPr>
              <p:nvPr/>
            </p:nvSpPr>
            <p:spPr bwMode="auto">
              <a:xfrm>
                <a:off x="672" y="3360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79" name="Rectangle 27"/>
              <p:cNvSpPr>
                <a:spLocks noChangeArrowheads="1"/>
              </p:cNvSpPr>
              <p:nvPr/>
            </p:nvSpPr>
            <p:spPr bwMode="auto">
              <a:xfrm>
                <a:off x="1104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80" name="Rectangle 28"/>
              <p:cNvSpPr>
                <a:spLocks noChangeArrowheads="1"/>
              </p:cNvSpPr>
              <p:nvPr/>
            </p:nvSpPr>
            <p:spPr bwMode="auto">
              <a:xfrm>
                <a:off x="1344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81" name="Rectangle 29"/>
              <p:cNvSpPr>
                <a:spLocks noChangeArrowheads="1"/>
              </p:cNvSpPr>
              <p:nvPr/>
            </p:nvSpPr>
            <p:spPr bwMode="auto">
              <a:xfrm>
                <a:off x="1872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82" name="Rectangle 30"/>
              <p:cNvSpPr>
                <a:spLocks noChangeArrowheads="1"/>
              </p:cNvSpPr>
              <p:nvPr/>
            </p:nvSpPr>
            <p:spPr bwMode="auto">
              <a:xfrm>
                <a:off x="2112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83" name="Rectangle 31"/>
              <p:cNvSpPr>
                <a:spLocks noChangeArrowheads="1"/>
              </p:cNvSpPr>
              <p:nvPr/>
            </p:nvSpPr>
            <p:spPr bwMode="auto">
              <a:xfrm>
                <a:off x="432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84" name="Rectangle 32"/>
              <p:cNvSpPr>
                <a:spLocks noChangeArrowheads="1"/>
              </p:cNvSpPr>
              <p:nvPr/>
            </p:nvSpPr>
            <p:spPr bwMode="auto">
              <a:xfrm>
                <a:off x="144" y="3360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85" name="Rectangle 33"/>
              <p:cNvSpPr>
                <a:spLocks noChangeArrowheads="1"/>
              </p:cNvSpPr>
              <p:nvPr/>
            </p:nvSpPr>
            <p:spPr bwMode="auto">
              <a:xfrm>
                <a:off x="672" y="35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86" name="Rectangle 34"/>
              <p:cNvSpPr>
                <a:spLocks noChangeArrowheads="1"/>
              </p:cNvSpPr>
              <p:nvPr/>
            </p:nvSpPr>
            <p:spPr bwMode="auto">
              <a:xfrm>
                <a:off x="1104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87" name="Rectangle 35"/>
              <p:cNvSpPr>
                <a:spLocks noChangeArrowheads="1"/>
              </p:cNvSpPr>
              <p:nvPr/>
            </p:nvSpPr>
            <p:spPr bwMode="auto">
              <a:xfrm>
                <a:off x="1344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88" name="Rectangle 36"/>
              <p:cNvSpPr>
                <a:spLocks noChangeArrowheads="1"/>
              </p:cNvSpPr>
              <p:nvPr/>
            </p:nvSpPr>
            <p:spPr bwMode="auto">
              <a:xfrm>
                <a:off x="1872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89" name="Rectangle 37"/>
              <p:cNvSpPr>
                <a:spLocks noChangeArrowheads="1"/>
              </p:cNvSpPr>
              <p:nvPr/>
            </p:nvSpPr>
            <p:spPr bwMode="auto">
              <a:xfrm>
                <a:off x="2112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90" name="Rectangle 38"/>
              <p:cNvSpPr>
                <a:spLocks noChangeArrowheads="1"/>
              </p:cNvSpPr>
              <p:nvPr/>
            </p:nvSpPr>
            <p:spPr bwMode="auto">
              <a:xfrm>
                <a:off x="432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91" name="Rectangle 39"/>
              <p:cNvSpPr>
                <a:spLocks noChangeArrowheads="1"/>
              </p:cNvSpPr>
              <p:nvPr/>
            </p:nvSpPr>
            <p:spPr bwMode="auto">
              <a:xfrm>
                <a:off x="144" y="3504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92" name="Rectangle 40"/>
              <p:cNvSpPr>
                <a:spLocks noChangeArrowheads="1"/>
              </p:cNvSpPr>
              <p:nvPr/>
            </p:nvSpPr>
            <p:spPr bwMode="auto">
              <a:xfrm>
                <a:off x="672" y="364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93" name="Rectangle 41"/>
              <p:cNvSpPr>
                <a:spLocks noChangeArrowheads="1"/>
              </p:cNvSpPr>
              <p:nvPr/>
            </p:nvSpPr>
            <p:spPr bwMode="auto">
              <a:xfrm>
                <a:off x="1104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94" name="Rectangle 42"/>
              <p:cNvSpPr>
                <a:spLocks noChangeArrowheads="1"/>
              </p:cNvSpPr>
              <p:nvPr/>
            </p:nvSpPr>
            <p:spPr bwMode="auto">
              <a:xfrm>
                <a:off x="1344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95" name="Rectangle 43"/>
              <p:cNvSpPr>
                <a:spLocks noChangeArrowheads="1"/>
              </p:cNvSpPr>
              <p:nvPr/>
            </p:nvSpPr>
            <p:spPr bwMode="auto">
              <a:xfrm>
                <a:off x="1872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96" name="Rectangle 44"/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97" name="Rectangle 45"/>
              <p:cNvSpPr>
                <a:spLocks noChangeArrowheads="1"/>
              </p:cNvSpPr>
              <p:nvPr/>
            </p:nvSpPr>
            <p:spPr bwMode="auto">
              <a:xfrm>
                <a:off x="432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98" name="Rectangle 46"/>
              <p:cNvSpPr>
                <a:spLocks noChangeArrowheads="1"/>
              </p:cNvSpPr>
              <p:nvPr/>
            </p:nvSpPr>
            <p:spPr bwMode="auto">
              <a:xfrm>
                <a:off x="144" y="3648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599" name="Rectangle 47"/>
              <p:cNvSpPr>
                <a:spLocks noChangeArrowheads="1"/>
              </p:cNvSpPr>
              <p:nvPr/>
            </p:nvSpPr>
            <p:spPr bwMode="auto">
              <a:xfrm>
                <a:off x="672" y="379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00" name="Rectangle 48"/>
              <p:cNvSpPr>
                <a:spLocks noChangeArrowheads="1"/>
              </p:cNvSpPr>
              <p:nvPr/>
            </p:nvSpPr>
            <p:spPr bwMode="auto">
              <a:xfrm>
                <a:off x="1104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01" name="Rectangle 49"/>
              <p:cNvSpPr>
                <a:spLocks noChangeArrowheads="1"/>
              </p:cNvSpPr>
              <p:nvPr/>
            </p:nvSpPr>
            <p:spPr bwMode="auto">
              <a:xfrm>
                <a:off x="1344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02" name="Rectangle 50"/>
              <p:cNvSpPr>
                <a:spLocks noChangeArrowheads="1"/>
              </p:cNvSpPr>
              <p:nvPr/>
            </p:nvSpPr>
            <p:spPr bwMode="auto">
              <a:xfrm>
                <a:off x="1872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03" name="Rectangle 51"/>
              <p:cNvSpPr>
                <a:spLocks noChangeArrowheads="1"/>
              </p:cNvSpPr>
              <p:nvPr/>
            </p:nvSpPr>
            <p:spPr bwMode="auto">
              <a:xfrm>
                <a:off x="2112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04" name="Rectangle 52"/>
              <p:cNvSpPr>
                <a:spLocks noChangeArrowheads="1"/>
              </p:cNvSpPr>
              <p:nvPr/>
            </p:nvSpPr>
            <p:spPr bwMode="auto">
              <a:xfrm>
                <a:off x="432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05" name="Rectangle 53"/>
              <p:cNvSpPr>
                <a:spLocks noChangeArrowheads="1"/>
              </p:cNvSpPr>
              <p:nvPr/>
            </p:nvSpPr>
            <p:spPr bwMode="auto">
              <a:xfrm>
                <a:off x="144" y="3792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06" name="Rectangle 54"/>
              <p:cNvSpPr>
                <a:spLocks noChangeArrowheads="1"/>
              </p:cNvSpPr>
              <p:nvPr/>
            </p:nvSpPr>
            <p:spPr bwMode="auto">
              <a:xfrm>
                <a:off x="672" y="393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07" name="Rectangle 55"/>
              <p:cNvSpPr>
                <a:spLocks noChangeArrowheads="1"/>
              </p:cNvSpPr>
              <p:nvPr/>
            </p:nvSpPr>
            <p:spPr bwMode="auto">
              <a:xfrm>
                <a:off x="1104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08" name="Rectangle 56"/>
              <p:cNvSpPr>
                <a:spLocks noChangeArrowheads="1"/>
              </p:cNvSpPr>
              <p:nvPr/>
            </p:nvSpPr>
            <p:spPr bwMode="auto">
              <a:xfrm>
                <a:off x="1344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09" name="Rectangle 57"/>
              <p:cNvSpPr>
                <a:spLocks noChangeArrowheads="1"/>
              </p:cNvSpPr>
              <p:nvPr/>
            </p:nvSpPr>
            <p:spPr bwMode="auto">
              <a:xfrm>
                <a:off x="1872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10" name="Rectangle 58"/>
              <p:cNvSpPr>
                <a:spLocks noChangeArrowheads="1"/>
              </p:cNvSpPr>
              <p:nvPr/>
            </p:nvSpPr>
            <p:spPr bwMode="auto">
              <a:xfrm>
                <a:off x="2112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11" name="Rectangle 59"/>
              <p:cNvSpPr>
                <a:spLocks noChangeArrowheads="1"/>
              </p:cNvSpPr>
              <p:nvPr/>
            </p:nvSpPr>
            <p:spPr bwMode="auto">
              <a:xfrm>
                <a:off x="2640" y="292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Rd</a:t>
                </a:r>
              </a:p>
            </p:txBody>
          </p:sp>
          <p:sp>
            <p:nvSpPr>
              <p:cNvPr id="151612" name="Rectangle 60"/>
              <p:cNvSpPr>
                <a:spLocks noChangeArrowheads="1"/>
              </p:cNvSpPr>
              <p:nvPr/>
            </p:nvSpPr>
            <p:spPr bwMode="auto">
              <a:xfrm>
                <a:off x="2640" y="307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13" name="Rectangle 61"/>
              <p:cNvSpPr>
                <a:spLocks noChangeArrowheads="1"/>
              </p:cNvSpPr>
              <p:nvPr/>
            </p:nvSpPr>
            <p:spPr bwMode="auto">
              <a:xfrm>
                <a:off x="2640" y="321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14" name="Rectangle 62"/>
              <p:cNvSpPr>
                <a:spLocks noChangeArrowheads="1"/>
              </p:cNvSpPr>
              <p:nvPr/>
            </p:nvSpPr>
            <p:spPr bwMode="auto">
              <a:xfrm>
                <a:off x="2640" y="3360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15" name="Rectangle 63"/>
              <p:cNvSpPr>
                <a:spLocks noChangeArrowheads="1"/>
              </p:cNvSpPr>
              <p:nvPr/>
            </p:nvSpPr>
            <p:spPr bwMode="auto">
              <a:xfrm>
                <a:off x="2640" y="35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16" name="Rectangle 64"/>
              <p:cNvSpPr>
                <a:spLocks noChangeArrowheads="1"/>
              </p:cNvSpPr>
              <p:nvPr/>
            </p:nvSpPr>
            <p:spPr bwMode="auto">
              <a:xfrm>
                <a:off x="2640" y="364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17" name="Rectangle 65"/>
              <p:cNvSpPr>
                <a:spLocks noChangeArrowheads="1"/>
              </p:cNvSpPr>
              <p:nvPr/>
            </p:nvSpPr>
            <p:spPr bwMode="auto">
              <a:xfrm>
                <a:off x="2640" y="379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18" name="Rectangle 66"/>
              <p:cNvSpPr>
                <a:spLocks noChangeArrowheads="1"/>
              </p:cNvSpPr>
              <p:nvPr/>
            </p:nvSpPr>
            <p:spPr bwMode="auto">
              <a:xfrm>
                <a:off x="2640" y="393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19" name="Rectangle 67"/>
              <p:cNvSpPr>
                <a:spLocks noChangeArrowheads="1"/>
              </p:cNvSpPr>
              <p:nvPr/>
            </p:nvSpPr>
            <p:spPr bwMode="auto">
              <a:xfrm>
                <a:off x="432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20" name="Rectangle 68"/>
              <p:cNvSpPr>
                <a:spLocks noChangeArrowheads="1"/>
              </p:cNvSpPr>
              <p:nvPr/>
            </p:nvSpPr>
            <p:spPr bwMode="auto">
              <a:xfrm>
                <a:off x="144" y="3936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21" name="Rectangle 69"/>
              <p:cNvSpPr>
                <a:spLocks noChangeArrowheads="1"/>
              </p:cNvSpPr>
              <p:nvPr/>
            </p:nvSpPr>
            <p:spPr bwMode="auto">
              <a:xfrm>
                <a:off x="3600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PRd</a:t>
                </a:r>
              </a:p>
            </p:txBody>
          </p:sp>
          <p:sp>
            <p:nvSpPr>
              <p:cNvPr id="151622" name="Rectangle 70"/>
              <p:cNvSpPr>
                <a:spLocks noChangeArrowheads="1"/>
              </p:cNvSpPr>
              <p:nvPr/>
            </p:nvSpPr>
            <p:spPr bwMode="auto">
              <a:xfrm>
                <a:off x="3600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23" name="Rectangle 71"/>
              <p:cNvSpPr>
                <a:spLocks noChangeArrowheads="1"/>
              </p:cNvSpPr>
              <p:nvPr/>
            </p:nvSpPr>
            <p:spPr bwMode="auto">
              <a:xfrm>
                <a:off x="3600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24" name="Rectangle 72"/>
              <p:cNvSpPr>
                <a:spLocks noChangeArrowheads="1"/>
              </p:cNvSpPr>
              <p:nvPr/>
            </p:nvSpPr>
            <p:spPr bwMode="auto">
              <a:xfrm>
                <a:off x="3600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25" name="Rectangle 73"/>
              <p:cNvSpPr>
                <a:spLocks noChangeArrowheads="1"/>
              </p:cNvSpPr>
              <p:nvPr/>
            </p:nvSpPr>
            <p:spPr bwMode="auto">
              <a:xfrm>
                <a:off x="3600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26" name="Rectangle 74"/>
              <p:cNvSpPr>
                <a:spLocks noChangeArrowheads="1"/>
              </p:cNvSpPr>
              <p:nvPr/>
            </p:nvSpPr>
            <p:spPr bwMode="auto">
              <a:xfrm>
                <a:off x="3600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27" name="Rectangle 75"/>
              <p:cNvSpPr>
                <a:spLocks noChangeArrowheads="1"/>
              </p:cNvSpPr>
              <p:nvPr/>
            </p:nvSpPr>
            <p:spPr bwMode="auto">
              <a:xfrm>
                <a:off x="3600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28" name="Rectangle 76"/>
              <p:cNvSpPr>
                <a:spLocks noChangeArrowheads="1"/>
              </p:cNvSpPr>
              <p:nvPr/>
            </p:nvSpPr>
            <p:spPr bwMode="auto">
              <a:xfrm>
                <a:off x="3600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29" name="Rectangle 77"/>
              <p:cNvSpPr>
                <a:spLocks noChangeArrowheads="1"/>
              </p:cNvSpPr>
              <p:nvPr/>
            </p:nvSpPr>
            <p:spPr bwMode="auto">
              <a:xfrm>
                <a:off x="3072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LPRd</a:t>
                </a:r>
              </a:p>
            </p:txBody>
          </p:sp>
          <p:sp>
            <p:nvSpPr>
              <p:cNvPr id="151630" name="Rectangle 78"/>
              <p:cNvSpPr>
                <a:spLocks noChangeArrowheads="1"/>
              </p:cNvSpPr>
              <p:nvPr/>
            </p:nvSpPr>
            <p:spPr bwMode="auto">
              <a:xfrm>
                <a:off x="3072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31" name="Rectangle 79"/>
              <p:cNvSpPr>
                <a:spLocks noChangeArrowheads="1"/>
              </p:cNvSpPr>
              <p:nvPr/>
            </p:nvSpPr>
            <p:spPr bwMode="auto">
              <a:xfrm>
                <a:off x="3072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32" name="Rectangle 80"/>
              <p:cNvSpPr>
                <a:spLocks noChangeArrowheads="1"/>
              </p:cNvSpPr>
              <p:nvPr/>
            </p:nvSpPr>
            <p:spPr bwMode="auto">
              <a:xfrm>
                <a:off x="3072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33" name="Rectangle 81"/>
              <p:cNvSpPr>
                <a:spLocks noChangeArrowheads="1"/>
              </p:cNvSpPr>
              <p:nvPr/>
            </p:nvSpPr>
            <p:spPr bwMode="auto">
              <a:xfrm>
                <a:off x="3072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34" name="Rectangle 82"/>
              <p:cNvSpPr>
                <a:spLocks noChangeArrowheads="1"/>
              </p:cNvSpPr>
              <p:nvPr/>
            </p:nvSpPr>
            <p:spPr bwMode="auto">
              <a:xfrm>
                <a:off x="3072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35" name="Rectangle 83"/>
              <p:cNvSpPr>
                <a:spLocks noChangeArrowheads="1"/>
              </p:cNvSpPr>
              <p:nvPr/>
            </p:nvSpPr>
            <p:spPr bwMode="auto">
              <a:xfrm>
                <a:off x="3072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36" name="Rectangle 84"/>
              <p:cNvSpPr>
                <a:spLocks noChangeArrowheads="1"/>
              </p:cNvSpPr>
              <p:nvPr/>
            </p:nvSpPr>
            <p:spPr bwMode="auto">
              <a:xfrm>
                <a:off x="3072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</p:grpSp>
        <p:sp>
          <p:nvSpPr>
            <p:cNvPr id="151637" name="Text Box 85"/>
            <p:cNvSpPr txBox="1">
              <a:spLocks noChangeArrowheads="1"/>
            </p:cNvSpPr>
            <p:nvPr/>
          </p:nvSpPr>
          <p:spPr bwMode="auto">
            <a:xfrm>
              <a:off x="147" y="2541"/>
              <a:ext cx="467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ROB</a:t>
              </a:r>
            </a:p>
          </p:txBody>
        </p:sp>
      </p:grpSp>
      <p:sp>
        <p:nvSpPr>
          <p:cNvPr id="151638" name="Rectangle 86"/>
          <p:cNvSpPr>
            <a:spLocks noChangeArrowheads="1"/>
          </p:cNvSpPr>
          <p:nvPr/>
        </p:nvSpPr>
        <p:spPr bwMode="auto">
          <a:xfrm>
            <a:off x="8077200" y="1981200"/>
            <a:ext cx="2895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r1, 0(r3)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r1, #4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sub r6, r7,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r3,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r6, 0(r1)</a:t>
            </a:r>
          </a:p>
        </p:txBody>
      </p:sp>
      <p:grpSp>
        <p:nvGrpSpPr>
          <p:cNvPr id="151639" name="Group 87"/>
          <p:cNvGrpSpPr>
            <a:grpSpLocks/>
          </p:cNvGrpSpPr>
          <p:nvPr/>
        </p:nvGrpSpPr>
        <p:grpSpPr bwMode="auto">
          <a:xfrm>
            <a:off x="6610354" y="1295402"/>
            <a:ext cx="1282700" cy="3052763"/>
            <a:chOff x="3010" y="669"/>
            <a:chExt cx="808" cy="1923"/>
          </a:xfrm>
        </p:grpSpPr>
        <p:sp>
          <p:nvSpPr>
            <p:cNvPr id="151640" name="Text Box 88"/>
            <p:cNvSpPr txBox="1">
              <a:spLocks noChangeArrowheads="1"/>
            </p:cNvSpPr>
            <p:nvPr/>
          </p:nvSpPr>
          <p:spPr bwMode="auto">
            <a:xfrm>
              <a:off x="3010" y="669"/>
              <a:ext cx="808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Free List</a:t>
              </a:r>
            </a:p>
          </p:txBody>
        </p:sp>
        <p:sp>
          <p:nvSpPr>
            <p:cNvPr id="151641" name="Rectangle 89"/>
            <p:cNvSpPr>
              <a:spLocks noChangeArrowheads="1"/>
            </p:cNvSpPr>
            <p:nvPr/>
          </p:nvSpPr>
          <p:spPr bwMode="auto">
            <a:xfrm>
              <a:off x="3168" y="1632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1642" name="Rectangle 90"/>
            <p:cNvSpPr>
              <a:spLocks noChangeArrowheads="1"/>
            </p:cNvSpPr>
            <p:nvPr/>
          </p:nvSpPr>
          <p:spPr bwMode="auto">
            <a:xfrm>
              <a:off x="3168" y="1776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1643" name="Rectangle 91"/>
            <p:cNvSpPr>
              <a:spLocks noChangeArrowheads="1"/>
            </p:cNvSpPr>
            <p:nvPr/>
          </p:nvSpPr>
          <p:spPr bwMode="auto">
            <a:xfrm>
              <a:off x="3168" y="1920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1644" name="Rectangle 92"/>
            <p:cNvSpPr>
              <a:spLocks noChangeArrowheads="1"/>
            </p:cNvSpPr>
            <p:nvPr/>
          </p:nvSpPr>
          <p:spPr bwMode="auto">
            <a:xfrm>
              <a:off x="3168" y="912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P0</a:t>
              </a:r>
            </a:p>
          </p:txBody>
        </p:sp>
        <p:sp>
          <p:nvSpPr>
            <p:cNvPr id="151645" name="Rectangle 93"/>
            <p:cNvSpPr>
              <a:spLocks noChangeArrowheads="1"/>
            </p:cNvSpPr>
            <p:nvPr/>
          </p:nvSpPr>
          <p:spPr bwMode="auto">
            <a:xfrm>
              <a:off x="3170" y="2448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1646" name="Rectangle 94"/>
            <p:cNvSpPr>
              <a:spLocks noChangeArrowheads="1"/>
            </p:cNvSpPr>
            <p:nvPr/>
          </p:nvSpPr>
          <p:spPr bwMode="auto">
            <a:xfrm>
              <a:off x="3168" y="1056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P1</a:t>
              </a:r>
            </a:p>
          </p:txBody>
        </p:sp>
        <p:sp>
          <p:nvSpPr>
            <p:cNvPr id="151647" name="Rectangle 95"/>
            <p:cNvSpPr>
              <a:spLocks noChangeArrowheads="1"/>
            </p:cNvSpPr>
            <p:nvPr/>
          </p:nvSpPr>
          <p:spPr bwMode="auto">
            <a:xfrm>
              <a:off x="3168" y="1200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P3</a:t>
              </a:r>
            </a:p>
          </p:txBody>
        </p:sp>
        <p:sp>
          <p:nvSpPr>
            <p:cNvPr id="151648" name="Rectangle 96"/>
            <p:cNvSpPr>
              <a:spLocks noChangeArrowheads="1"/>
            </p:cNvSpPr>
            <p:nvPr/>
          </p:nvSpPr>
          <p:spPr bwMode="auto">
            <a:xfrm>
              <a:off x="3168" y="1344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P2</a:t>
              </a:r>
            </a:p>
          </p:txBody>
        </p:sp>
        <p:sp>
          <p:nvSpPr>
            <p:cNvPr id="151649" name="Rectangle 97"/>
            <p:cNvSpPr>
              <a:spLocks noChangeArrowheads="1"/>
            </p:cNvSpPr>
            <p:nvPr/>
          </p:nvSpPr>
          <p:spPr bwMode="auto">
            <a:xfrm>
              <a:off x="3168" y="1488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P4</a:t>
              </a:r>
            </a:p>
          </p:txBody>
        </p:sp>
        <p:sp>
          <p:nvSpPr>
            <p:cNvPr id="151650" name="Line 98"/>
            <p:cNvSpPr>
              <a:spLocks noChangeShapeType="1"/>
            </p:cNvSpPr>
            <p:nvPr/>
          </p:nvSpPr>
          <p:spPr bwMode="auto">
            <a:xfrm>
              <a:off x="316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51651" name="Line 99"/>
            <p:cNvSpPr>
              <a:spLocks noChangeShapeType="1"/>
            </p:cNvSpPr>
            <p:nvPr/>
          </p:nvSpPr>
          <p:spPr bwMode="auto">
            <a:xfrm>
              <a:off x="359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</p:grpSp>
      <p:grpSp>
        <p:nvGrpSpPr>
          <p:cNvPr id="151652" name="Group 100"/>
          <p:cNvGrpSpPr>
            <a:grpSpLocks/>
          </p:cNvGrpSpPr>
          <p:nvPr/>
        </p:nvGrpSpPr>
        <p:grpSpPr bwMode="auto">
          <a:xfrm>
            <a:off x="4265616" y="1219201"/>
            <a:ext cx="2138363" cy="3189288"/>
            <a:chOff x="1533" y="621"/>
            <a:chExt cx="1347" cy="2009"/>
          </a:xfrm>
        </p:grpSpPr>
        <p:grpSp>
          <p:nvGrpSpPr>
            <p:cNvPr id="151653" name="Group 101"/>
            <p:cNvGrpSpPr>
              <a:grpSpLocks/>
            </p:cNvGrpSpPr>
            <p:nvPr/>
          </p:nvGrpSpPr>
          <p:grpSpPr bwMode="auto">
            <a:xfrm>
              <a:off x="1533" y="1581"/>
              <a:ext cx="1155" cy="233"/>
              <a:chOff x="1677" y="1533"/>
              <a:chExt cx="1155" cy="233"/>
            </a:xfrm>
          </p:grpSpPr>
          <p:sp>
            <p:nvSpPr>
              <p:cNvPr id="151654" name="Rectangle 102"/>
              <p:cNvSpPr>
                <a:spLocks noChangeArrowheads="1"/>
              </p:cNvSpPr>
              <p:nvPr/>
            </p:nvSpPr>
            <p:spPr bwMode="auto">
              <a:xfrm>
                <a:off x="1968" y="158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&lt;R6&gt;</a:t>
                </a:r>
              </a:p>
            </p:txBody>
          </p:sp>
          <p:sp>
            <p:nvSpPr>
              <p:cNvPr id="151655" name="Text Box 103"/>
              <p:cNvSpPr txBox="1">
                <a:spLocks noChangeArrowheads="1"/>
              </p:cNvSpPr>
              <p:nvPr/>
            </p:nvSpPr>
            <p:spPr bwMode="auto">
              <a:xfrm>
                <a:off x="1677" y="1533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P5</a:t>
                </a:r>
              </a:p>
            </p:txBody>
          </p:sp>
        </p:grpSp>
        <p:grpSp>
          <p:nvGrpSpPr>
            <p:cNvPr id="151656" name="Group 104"/>
            <p:cNvGrpSpPr>
              <a:grpSpLocks/>
            </p:cNvGrpSpPr>
            <p:nvPr/>
          </p:nvGrpSpPr>
          <p:grpSpPr bwMode="auto">
            <a:xfrm>
              <a:off x="1533" y="1725"/>
              <a:ext cx="1155" cy="233"/>
              <a:chOff x="1677" y="1677"/>
              <a:chExt cx="1155" cy="233"/>
            </a:xfrm>
          </p:grpSpPr>
          <p:sp>
            <p:nvSpPr>
              <p:cNvPr id="151657" name="Rectangle 105"/>
              <p:cNvSpPr>
                <a:spLocks noChangeArrowheads="1"/>
              </p:cNvSpPr>
              <p:nvPr/>
            </p:nvSpPr>
            <p:spPr bwMode="auto">
              <a:xfrm>
                <a:off x="1968" y="172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&lt;R7&gt;</a:t>
                </a:r>
              </a:p>
            </p:txBody>
          </p:sp>
          <p:sp>
            <p:nvSpPr>
              <p:cNvPr id="151658" name="Text Box 106"/>
              <p:cNvSpPr txBox="1">
                <a:spLocks noChangeArrowheads="1"/>
              </p:cNvSpPr>
              <p:nvPr/>
            </p:nvSpPr>
            <p:spPr bwMode="auto">
              <a:xfrm>
                <a:off x="1677" y="1677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P6</a:t>
                </a:r>
              </a:p>
            </p:txBody>
          </p:sp>
        </p:grpSp>
        <p:grpSp>
          <p:nvGrpSpPr>
            <p:cNvPr id="151659" name="Group 107"/>
            <p:cNvGrpSpPr>
              <a:grpSpLocks/>
            </p:cNvGrpSpPr>
            <p:nvPr/>
          </p:nvGrpSpPr>
          <p:grpSpPr bwMode="auto">
            <a:xfrm>
              <a:off x="1533" y="1869"/>
              <a:ext cx="1155" cy="233"/>
              <a:chOff x="1677" y="1821"/>
              <a:chExt cx="1155" cy="233"/>
            </a:xfrm>
          </p:grpSpPr>
          <p:sp>
            <p:nvSpPr>
              <p:cNvPr id="151660" name="Rectangle 108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&lt;R3&gt;</a:t>
                </a:r>
              </a:p>
            </p:txBody>
          </p:sp>
          <p:sp>
            <p:nvSpPr>
              <p:cNvPr id="151661" name="Text Box 109"/>
              <p:cNvSpPr txBox="1">
                <a:spLocks noChangeArrowheads="1"/>
              </p:cNvSpPr>
              <p:nvPr/>
            </p:nvSpPr>
            <p:spPr bwMode="auto">
              <a:xfrm>
                <a:off x="1677" y="182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P7</a:t>
                </a:r>
              </a:p>
            </p:txBody>
          </p:sp>
        </p:grpSp>
        <p:grpSp>
          <p:nvGrpSpPr>
            <p:cNvPr id="151662" name="Group 110"/>
            <p:cNvGrpSpPr>
              <a:grpSpLocks/>
            </p:cNvGrpSpPr>
            <p:nvPr/>
          </p:nvGrpSpPr>
          <p:grpSpPr bwMode="auto">
            <a:xfrm>
              <a:off x="1533" y="861"/>
              <a:ext cx="1155" cy="233"/>
              <a:chOff x="1677" y="813"/>
              <a:chExt cx="1155" cy="233"/>
            </a:xfrm>
          </p:grpSpPr>
          <p:sp>
            <p:nvSpPr>
              <p:cNvPr id="151663" name="Rectangle 111"/>
              <p:cNvSpPr>
                <a:spLocks noChangeArrowheads="1"/>
              </p:cNvSpPr>
              <p:nvPr/>
            </p:nvSpPr>
            <p:spPr bwMode="auto">
              <a:xfrm>
                <a:off x="1968" y="86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64" name="Text Box 112"/>
              <p:cNvSpPr txBox="1">
                <a:spLocks noChangeArrowheads="1"/>
              </p:cNvSpPr>
              <p:nvPr/>
            </p:nvSpPr>
            <p:spPr bwMode="auto">
              <a:xfrm>
                <a:off x="1677" y="813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P0</a:t>
                </a:r>
              </a:p>
            </p:txBody>
          </p:sp>
        </p:grpSp>
        <p:grpSp>
          <p:nvGrpSpPr>
            <p:cNvPr id="151665" name="Group 113"/>
            <p:cNvGrpSpPr>
              <a:grpSpLocks/>
            </p:cNvGrpSpPr>
            <p:nvPr/>
          </p:nvGrpSpPr>
          <p:grpSpPr bwMode="auto">
            <a:xfrm>
              <a:off x="1538" y="2397"/>
              <a:ext cx="1154" cy="233"/>
              <a:chOff x="1682" y="2349"/>
              <a:chExt cx="1154" cy="233"/>
            </a:xfrm>
          </p:grpSpPr>
          <p:sp>
            <p:nvSpPr>
              <p:cNvPr id="151666" name="Rectangle 114"/>
              <p:cNvSpPr>
                <a:spLocks noChangeArrowheads="1"/>
              </p:cNvSpPr>
              <p:nvPr/>
            </p:nvSpPr>
            <p:spPr bwMode="auto">
              <a:xfrm>
                <a:off x="1972" y="240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67" name="Text Box 115"/>
              <p:cNvSpPr txBox="1">
                <a:spLocks noChangeArrowheads="1"/>
              </p:cNvSpPr>
              <p:nvPr/>
            </p:nvSpPr>
            <p:spPr bwMode="auto">
              <a:xfrm>
                <a:off x="1682" y="2349"/>
                <a:ext cx="296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Pn</a:t>
                </a:r>
              </a:p>
            </p:txBody>
          </p:sp>
        </p:grpSp>
        <p:grpSp>
          <p:nvGrpSpPr>
            <p:cNvPr id="151668" name="Group 116"/>
            <p:cNvGrpSpPr>
              <a:grpSpLocks/>
            </p:cNvGrpSpPr>
            <p:nvPr/>
          </p:nvGrpSpPr>
          <p:grpSpPr bwMode="auto">
            <a:xfrm>
              <a:off x="1533" y="1005"/>
              <a:ext cx="1155" cy="233"/>
              <a:chOff x="1677" y="957"/>
              <a:chExt cx="1155" cy="233"/>
            </a:xfrm>
          </p:grpSpPr>
          <p:sp>
            <p:nvSpPr>
              <p:cNvPr id="151669" name="Rectangle 117"/>
              <p:cNvSpPr>
                <a:spLocks noChangeArrowheads="1"/>
              </p:cNvSpPr>
              <p:nvPr/>
            </p:nvSpPr>
            <p:spPr bwMode="auto">
              <a:xfrm>
                <a:off x="1968" y="100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70" name="Text Box 118"/>
              <p:cNvSpPr txBox="1">
                <a:spLocks noChangeArrowheads="1"/>
              </p:cNvSpPr>
              <p:nvPr/>
            </p:nvSpPr>
            <p:spPr bwMode="auto">
              <a:xfrm>
                <a:off x="1677" y="957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P1</a:t>
                </a:r>
              </a:p>
            </p:txBody>
          </p:sp>
        </p:grpSp>
        <p:grpSp>
          <p:nvGrpSpPr>
            <p:cNvPr id="151671" name="Group 119"/>
            <p:cNvGrpSpPr>
              <a:grpSpLocks/>
            </p:cNvGrpSpPr>
            <p:nvPr/>
          </p:nvGrpSpPr>
          <p:grpSpPr bwMode="auto">
            <a:xfrm>
              <a:off x="1533" y="1149"/>
              <a:ext cx="1155" cy="233"/>
              <a:chOff x="1677" y="1101"/>
              <a:chExt cx="1155" cy="233"/>
            </a:xfrm>
          </p:grpSpPr>
          <p:sp>
            <p:nvSpPr>
              <p:cNvPr id="151672" name="Rectangle 120"/>
              <p:cNvSpPr>
                <a:spLocks noChangeArrowheads="1"/>
              </p:cNvSpPr>
              <p:nvPr/>
            </p:nvSpPr>
            <p:spPr bwMode="auto">
              <a:xfrm>
                <a:off x="1968" y="115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73" name="Text Box 121"/>
              <p:cNvSpPr txBox="1">
                <a:spLocks noChangeArrowheads="1"/>
              </p:cNvSpPr>
              <p:nvPr/>
            </p:nvSpPr>
            <p:spPr bwMode="auto">
              <a:xfrm>
                <a:off x="1677" y="110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P2</a:t>
                </a:r>
              </a:p>
            </p:txBody>
          </p:sp>
        </p:grpSp>
        <p:grpSp>
          <p:nvGrpSpPr>
            <p:cNvPr id="151674" name="Group 122"/>
            <p:cNvGrpSpPr>
              <a:grpSpLocks/>
            </p:cNvGrpSpPr>
            <p:nvPr/>
          </p:nvGrpSpPr>
          <p:grpSpPr bwMode="auto">
            <a:xfrm>
              <a:off x="1533" y="1293"/>
              <a:ext cx="1155" cy="233"/>
              <a:chOff x="1677" y="1245"/>
              <a:chExt cx="1155" cy="233"/>
            </a:xfrm>
          </p:grpSpPr>
          <p:sp>
            <p:nvSpPr>
              <p:cNvPr id="151675" name="Rectangle 123"/>
              <p:cNvSpPr>
                <a:spLocks noChangeArrowheads="1"/>
              </p:cNvSpPr>
              <p:nvPr/>
            </p:nvSpPr>
            <p:spPr bwMode="auto">
              <a:xfrm>
                <a:off x="1968" y="1296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76" name="Text Box 124"/>
              <p:cNvSpPr txBox="1">
                <a:spLocks noChangeArrowheads="1"/>
              </p:cNvSpPr>
              <p:nvPr/>
            </p:nvSpPr>
            <p:spPr bwMode="auto">
              <a:xfrm>
                <a:off x="1677" y="1245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P3</a:t>
                </a:r>
              </a:p>
            </p:txBody>
          </p:sp>
        </p:grpSp>
        <p:grpSp>
          <p:nvGrpSpPr>
            <p:cNvPr id="151677" name="Group 125"/>
            <p:cNvGrpSpPr>
              <a:grpSpLocks/>
            </p:cNvGrpSpPr>
            <p:nvPr/>
          </p:nvGrpSpPr>
          <p:grpSpPr bwMode="auto">
            <a:xfrm>
              <a:off x="1533" y="1437"/>
              <a:ext cx="1155" cy="233"/>
              <a:chOff x="1677" y="1389"/>
              <a:chExt cx="1155" cy="233"/>
            </a:xfrm>
          </p:grpSpPr>
          <p:sp>
            <p:nvSpPr>
              <p:cNvPr id="151678" name="Rectangle 126"/>
              <p:cNvSpPr>
                <a:spLocks noChangeArrowheads="1"/>
              </p:cNvSpPr>
              <p:nvPr/>
            </p:nvSpPr>
            <p:spPr bwMode="auto">
              <a:xfrm>
                <a:off x="1968" y="144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1679" name="Text Box 127"/>
              <p:cNvSpPr txBox="1">
                <a:spLocks noChangeArrowheads="1"/>
              </p:cNvSpPr>
              <p:nvPr/>
            </p:nvSpPr>
            <p:spPr bwMode="auto">
              <a:xfrm>
                <a:off x="1677" y="1389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P4</a:t>
                </a:r>
              </a:p>
            </p:txBody>
          </p:sp>
        </p:grpSp>
        <p:sp>
          <p:nvSpPr>
            <p:cNvPr id="151680" name="Line 128"/>
            <p:cNvSpPr>
              <a:spLocks noChangeShapeType="1"/>
            </p:cNvSpPr>
            <p:nvPr/>
          </p:nvSpPr>
          <p:spPr bwMode="auto">
            <a:xfrm>
              <a:off x="1824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51681" name="Line 129"/>
            <p:cNvSpPr>
              <a:spLocks noChangeShapeType="1"/>
            </p:cNvSpPr>
            <p:nvPr/>
          </p:nvSpPr>
          <p:spPr bwMode="auto">
            <a:xfrm>
              <a:off x="268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51682" name="Text Box 130"/>
            <p:cNvSpPr txBox="1">
              <a:spLocks noChangeArrowheads="1"/>
            </p:cNvSpPr>
            <p:nvPr/>
          </p:nvSpPr>
          <p:spPr bwMode="auto">
            <a:xfrm>
              <a:off x="1627" y="621"/>
              <a:ext cx="1213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Physical Regs</a:t>
              </a:r>
            </a:p>
          </p:txBody>
        </p:sp>
        <p:sp>
          <p:nvSpPr>
            <p:cNvPr id="151683" name="Rectangle 131"/>
            <p:cNvSpPr>
              <a:spLocks noChangeArrowheads="1"/>
            </p:cNvSpPr>
            <p:nvPr/>
          </p:nvSpPr>
          <p:spPr bwMode="auto">
            <a:xfrm>
              <a:off x="2688" y="1632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51684" name="Rectangle 132"/>
            <p:cNvSpPr>
              <a:spLocks noChangeArrowheads="1"/>
            </p:cNvSpPr>
            <p:nvPr/>
          </p:nvSpPr>
          <p:spPr bwMode="auto">
            <a:xfrm>
              <a:off x="2688" y="1776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51685" name="Rectangle 133"/>
            <p:cNvSpPr>
              <a:spLocks noChangeArrowheads="1"/>
            </p:cNvSpPr>
            <p:nvPr/>
          </p:nvSpPr>
          <p:spPr bwMode="auto">
            <a:xfrm>
              <a:off x="2688" y="1920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51686" name="Rectangle 134"/>
            <p:cNvSpPr>
              <a:spLocks noChangeArrowheads="1"/>
            </p:cNvSpPr>
            <p:nvPr/>
          </p:nvSpPr>
          <p:spPr bwMode="auto">
            <a:xfrm>
              <a:off x="2688" y="912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1687" name="Rectangle 135"/>
            <p:cNvSpPr>
              <a:spLocks noChangeArrowheads="1"/>
            </p:cNvSpPr>
            <p:nvPr/>
          </p:nvSpPr>
          <p:spPr bwMode="auto">
            <a:xfrm>
              <a:off x="2689" y="2448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1688" name="Rectangle 136"/>
            <p:cNvSpPr>
              <a:spLocks noChangeArrowheads="1"/>
            </p:cNvSpPr>
            <p:nvPr/>
          </p:nvSpPr>
          <p:spPr bwMode="auto">
            <a:xfrm>
              <a:off x="2688" y="1056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1689" name="Rectangle 137"/>
            <p:cNvSpPr>
              <a:spLocks noChangeArrowheads="1"/>
            </p:cNvSpPr>
            <p:nvPr/>
          </p:nvSpPr>
          <p:spPr bwMode="auto">
            <a:xfrm>
              <a:off x="2688" y="1200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1690" name="Rectangle 138"/>
            <p:cNvSpPr>
              <a:spLocks noChangeArrowheads="1"/>
            </p:cNvSpPr>
            <p:nvPr/>
          </p:nvSpPr>
          <p:spPr bwMode="auto">
            <a:xfrm>
              <a:off x="2688" y="1344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1691" name="Rectangle 139"/>
            <p:cNvSpPr>
              <a:spLocks noChangeArrowheads="1"/>
            </p:cNvSpPr>
            <p:nvPr/>
          </p:nvSpPr>
          <p:spPr bwMode="auto">
            <a:xfrm>
              <a:off x="2688" y="1488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1692" name="Line 140"/>
            <p:cNvSpPr>
              <a:spLocks noChangeShapeType="1"/>
            </p:cNvSpPr>
            <p:nvPr/>
          </p:nvSpPr>
          <p:spPr bwMode="auto">
            <a:xfrm>
              <a:off x="268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51693" name="Line 141"/>
            <p:cNvSpPr>
              <a:spLocks noChangeShapeType="1"/>
            </p:cNvSpPr>
            <p:nvPr/>
          </p:nvSpPr>
          <p:spPr bwMode="auto">
            <a:xfrm>
              <a:off x="2879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grpSp>
          <p:nvGrpSpPr>
            <p:cNvPr id="151694" name="Group 142"/>
            <p:cNvGrpSpPr>
              <a:grpSpLocks/>
            </p:cNvGrpSpPr>
            <p:nvPr/>
          </p:nvGrpSpPr>
          <p:grpSpPr bwMode="auto">
            <a:xfrm>
              <a:off x="1533" y="2013"/>
              <a:ext cx="1155" cy="233"/>
              <a:chOff x="1677" y="1821"/>
              <a:chExt cx="1155" cy="233"/>
            </a:xfrm>
          </p:grpSpPr>
          <p:sp>
            <p:nvSpPr>
              <p:cNvPr id="151695" name="Rectangle 143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&lt;R1&gt;</a:t>
                </a:r>
              </a:p>
            </p:txBody>
          </p:sp>
          <p:sp>
            <p:nvSpPr>
              <p:cNvPr id="151696" name="Text Box 144"/>
              <p:cNvSpPr txBox="1">
                <a:spLocks noChangeArrowheads="1"/>
              </p:cNvSpPr>
              <p:nvPr/>
            </p:nvSpPr>
            <p:spPr bwMode="auto">
              <a:xfrm>
                <a:off x="1677" y="182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P8</a:t>
                </a:r>
              </a:p>
            </p:txBody>
          </p:sp>
        </p:grpSp>
        <p:sp>
          <p:nvSpPr>
            <p:cNvPr id="151697" name="Rectangle 145"/>
            <p:cNvSpPr>
              <a:spLocks noChangeArrowheads="1"/>
            </p:cNvSpPr>
            <p:nvPr/>
          </p:nvSpPr>
          <p:spPr bwMode="auto">
            <a:xfrm>
              <a:off x="2688" y="2064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</p:grpSp>
      <p:sp>
        <p:nvSpPr>
          <p:cNvPr id="151698" name="Line 146"/>
          <p:cNvSpPr>
            <a:spLocks noChangeShapeType="1"/>
          </p:cNvSpPr>
          <p:nvPr/>
        </p:nvSpPr>
        <p:spPr bwMode="auto">
          <a:xfrm>
            <a:off x="7775575" y="3738563"/>
            <a:ext cx="304800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grpSp>
        <p:nvGrpSpPr>
          <p:cNvPr id="151699" name="Group 147"/>
          <p:cNvGrpSpPr>
            <a:grpSpLocks/>
          </p:cNvGrpSpPr>
          <p:nvPr/>
        </p:nvGrpSpPr>
        <p:grpSpPr bwMode="auto">
          <a:xfrm>
            <a:off x="6861175" y="1681163"/>
            <a:ext cx="685800" cy="228600"/>
            <a:chOff x="3168" y="912"/>
            <a:chExt cx="432" cy="144"/>
          </a:xfrm>
        </p:grpSpPr>
        <p:sp>
          <p:nvSpPr>
            <p:cNvPr id="151700" name="Line 148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1701" name="Line 149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51702" name="Text Box 150"/>
          <p:cNvSpPr txBox="1">
            <a:spLocks noChangeArrowheads="1"/>
          </p:cNvSpPr>
          <p:nvPr/>
        </p:nvSpPr>
        <p:spPr bwMode="auto">
          <a:xfrm>
            <a:off x="2060575" y="4881564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x          ld     p    P7                      r1                P0</a:t>
            </a:r>
          </a:p>
        </p:txBody>
      </p:sp>
      <p:grpSp>
        <p:nvGrpSpPr>
          <p:cNvPr id="151703" name="Group 151"/>
          <p:cNvGrpSpPr>
            <a:grpSpLocks/>
          </p:cNvGrpSpPr>
          <p:nvPr/>
        </p:nvGrpSpPr>
        <p:grpSpPr bwMode="auto">
          <a:xfrm>
            <a:off x="1976440" y="1223964"/>
            <a:ext cx="2047875" cy="2574925"/>
            <a:chOff x="91" y="624"/>
            <a:chExt cx="1290" cy="1622"/>
          </a:xfrm>
        </p:grpSpPr>
        <p:grpSp>
          <p:nvGrpSpPr>
            <p:cNvPr id="151704" name="Group 152"/>
            <p:cNvGrpSpPr>
              <a:grpSpLocks/>
            </p:cNvGrpSpPr>
            <p:nvPr/>
          </p:nvGrpSpPr>
          <p:grpSpPr bwMode="auto">
            <a:xfrm>
              <a:off x="91" y="1005"/>
              <a:ext cx="1161" cy="1241"/>
              <a:chOff x="235" y="957"/>
              <a:chExt cx="1161" cy="1241"/>
            </a:xfrm>
          </p:grpSpPr>
          <p:grpSp>
            <p:nvGrpSpPr>
              <p:cNvPr id="151705" name="Group 153"/>
              <p:cNvGrpSpPr>
                <a:grpSpLocks/>
              </p:cNvGrpSpPr>
              <p:nvPr/>
            </p:nvGrpSpPr>
            <p:grpSpPr bwMode="auto">
              <a:xfrm>
                <a:off x="235" y="1677"/>
                <a:ext cx="1161" cy="233"/>
                <a:chOff x="235" y="1677"/>
                <a:chExt cx="1161" cy="233"/>
              </a:xfrm>
            </p:grpSpPr>
            <p:sp>
              <p:nvSpPr>
                <p:cNvPr id="151706" name="Rectangle 154"/>
                <p:cNvSpPr>
                  <a:spLocks noChangeArrowheads="1"/>
                </p:cNvSpPr>
                <p:nvPr/>
              </p:nvSpPr>
              <p:spPr bwMode="auto">
                <a:xfrm>
                  <a:off x="532" y="1728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51707" name="Text Box 155"/>
                <p:cNvSpPr txBox="1">
                  <a:spLocks noChangeArrowheads="1"/>
                </p:cNvSpPr>
                <p:nvPr/>
              </p:nvSpPr>
              <p:spPr bwMode="auto">
                <a:xfrm>
                  <a:off x="235" y="1677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R5</a:t>
                  </a:r>
                </a:p>
              </p:txBody>
            </p:sp>
          </p:grpSp>
          <p:grpSp>
            <p:nvGrpSpPr>
              <p:cNvPr id="151708" name="Group 156"/>
              <p:cNvGrpSpPr>
                <a:grpSpLocks/>
              </p:cNvGrpSpPr>
              <p:nvPr/>
            </p:nvGrpSpPr>
            <p:grpSpPr bwMode="auto">
              <a:xfrm>
                <a:off x="235" y="1821"/>
                <a:ext cx="1161" cy="233"/>
                <a:chOff x="235" y="1821"/>
                <a:chExt cx="1161" cy="233"/>
              </a:xfrm>
            </p:grpSpPr>
            <p:sp>
              <p:nvSpPr>
                <p:cNvPr id="151709" name="Rectangle 157"/>
                <p:cNvSpPr>
                  <a:spLocks noChangeArrowheads="1"/>
                </p:cNvSpPr>
                <p:nvPr/>
              </p:nvSpPr>
              <p:spPr bwMode="auto">
                <a:xfrm>
                  <a:off x="532" y="1872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P5</a:t>
                  </a:r>
                </a:p>
              </p:txBody>
            </p:sp>
            <p:sp>
              <p:nvSpPr>
                <p:cNvPr id="151710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235" y="1821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R6</a:t>
                  </a:r>
                </a:p>
              </p:txBody>
            </p:sp>
          </p:grpSp>
          <p:grpSp>
            <p:nvGrpSpPr>
              <p:cNvPr id="151711" name="Group 159"/>
              <p:cNvGrpSpPr>
                <a:grpSpLocks/>
              </p:cNvGrpSpPr>
              <p:nvPr/>
            </p:nvGrpSpPr>
            <p:grpSpPr bwMode="auto">
              <a:xfrm>
                <a:off x="235" y="1965"/>
                <a:ext cx="1161" cy="233"/>
                <a:chOff x="235" y="1965"/>
                <a:chExt cx="1161" cy="233"/>
              </a:xfrm>
            </p:grpSpPr>
            <p:sp>
              <p:nvSpPr>
                <p:cNvPr id="151712" name="Rectangle 160"/>
                <p:cNvSpPr>
                  <a:spLocks noChangeArrowheads="1"/>
                </p:cNvSpPr>
                <p:nvPr/>
              </p:nvSpPr>
              <p:spPr bwMode="auto">
                <a:xfrm>
                  <a:off x="532" y="2016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P6</a:t>
                  </a:r>
                </a:p>
              </p:txBody>
            </p:sp>
            <p:sp>
              <p:nvSpPr>
                <p:cNvPr id="151713" name="Text Box 161"/>
                <p:cNvSpPr txBox="1">
                  <a:spLocks noChangeArrowheads="1"/>
                </p:cNvSpPr>
                <p:nvPr/>
              </p:nvSpPr>
              <p:spPr bwMode="auto">
                <a:xfrm>
                  <a:off x="235" y="1965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R7</a:t>
                  </a:r>
                </a:p>
              </p:txBody>
            </p:sp>
          </p:grpSp>
          <p:grpSp>
            <p:nvGrpSpPr>
              <p:cNvPr id="151714" name="Group 162"/>
              <p:cNvGrpSpPr>
                <a:grpSpLocks/>
              </p:cNvGrpSpPr>
              <p:nvPr/>
            </p:nvGrpSpPr>
            <p:grpSpPr bwMode="auto">
              <a:xfrm>
                <a:off x="235" y="957"/>
                <a:ext cx="1161" cy="233"/>
                <a:chOff x="235" y="957"/>
                <a:chExt cx="1161" cy="233"/>
              </a:xfrm>
            </p:grpSpPr>
            <p:sp>
              <p:nvSpPr>
                <p:cNvPr id="151715" name="Rectangle 163"/>
                <p:cNvSpPr>
                  <a:spLocks noChangeArrowheads="1"/>
                </p:cNvSpPr>
                <p:nvPr/>
              </p:nvSpPr>
              <p:spPr bwMode="auto">
                <a:xfrm>
                  <a:off x="532" y="1008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51716" name="Text Box 164"/>
                <p:cNvSpPr txBox="1">
                  <a:spLocks noChangeArrowheads="1"/>
                </p:cNvSpPr>
                <p:nvPr/>
              </p:nvSpPr>
              <p:spPr bwMode="auto">
                <a:xfrm>
                  <a:off x="235" y="957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R0</a:t>
                  </a:r>
                </a:p>
              </p:txBody>
            </p:sp>
          </p:grpSp>
          <p:grpSp>
            <p:nvGrpSpPr>
              <p:cNvPr id="151717" name="Group 165"/>
              <p:cNvGrpSpPr>
                <a:grpSpLocks/>
              </p:cNvGrpSpPr>
              <p:nvPr/>
            </p:nvGrpSpPr>
            <p:grpSpPr bwMode="auto">
              <a:xfrm>
                <a:off x="235" y="1101"/>
                <a:ext cx="1161" cy="233"/>
                <a:chOff x="235" y="1101"/>
                <a:chExt cx="1161" cy="233"/>
              </a:xfrm>
            </p:grpSpPr>
            <p:sp>
              <p:nvSpPr>
                <p:cNvPr id="151718" name="Rectangle 166"/>
                <p:cNvSpPr>
                  <a:spLocks noChangeArrowheads="1"/>
                </p:cNvSpPr>
                <p:nvPr/>
              </p:nvSpPr>
              <p:spPr bwMode="auto">
                <a:xfrm>
                  <a:off x="532" y="1152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P8</a:t>
                  </a:r>
                </a:p>
              </p:txBody>
            </p:sp>
            <p:sp>
              <p:nvSpPr>
                <p:cNvPr id="151719" name="Text Box 167"/>
                <p:cNvSpPr txBox="1">
                  <a:spLocks noChangeArrowheads="1"/>
                </p:cNvSpPr>
                <p:nvPr/>
              </p:nvSpPr>
              <p:spPr bwMode="auto">
                <a:xfrm>
                  <a:off x="235" y="1101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R1</a:t>
                  </a:r>
                </a:p>
              </p:txBody>
            </p:sp>
          </p:grpSp>
          <p:grpSp>
            <p:nvGrpSpPr>
              <p:cNvPr id="151720" name="Group 168"/>
              <p:cNvGrpSpPr>
                <a:grpSpLocks/>
              </p:cNvGrpSpPr>
              <p:nvPr/>
            </p:nvGrpSpPr>
            <p:grpSpPr bwMode="auto">
              <a:xfrm>
                <a:off x="235" y="1245"/>
                <a:ext cx="1161" cy="233"/>
                <a:chOff x="235" y="1245"/>
                <a:chExt cx="1161" cy="233"/>
              </a:xfrm>
            </p:grpSpPr>
            <p:sp>
              <p:nvSpPr>
                <p:cNvPr id="151721" name="Rectangle 169"/>
                <p:cNvSpPr>
                  <a:spLocks noChangeArrowheads="1"/>
                </p:cNvSpPr>
                <p:nvPr/>
              </p:nvSpPr>
              <p:spPr bwMode="auto">
                <a:xfrm>
                  <a:off x="532" y="1296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51722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235" y="1245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R2</a:t>
                  </a:r>
                </a:p>
              </p:txBody>
            </p:sp>
          </p:grpSp>
          <p:grpSp>
            <p:nvGrpSpPr>
              <p:cNvPr id="151723" name="Group 171"/>
              <p:cNvGrpSpPr>
                <a:grpSpLocks/>
              </p:cNvGrpSpPr>
              <p:nvPr/>
            </p:nvGrpSpPr>
            <p:grpSpPr bwMode="auto">
              <a:xfrm>
                <a:off x="235" y="1389"/>
                <a:ext cx="1161" cy="233"/>
                <a:chOff x="235" y="1389"/>
                <a:chExt cx="1161" cy="233"/>
              </a:xfrm>
            </p:grpSpPr>
            <p:sp>
              <p:nvSpPr>
                <p:cNvPr id="151724" name="Rectangle 172"/>
                <p:cNvSpPr>
                  <a:spLocks noChangeArrowheads="1"/>
                </p:cNvSpPr>
                <p:nvPr/>
              </p:nvSpPr>
              <p:spPr bwMode="auto">
                <a:xfrm>
                  <a:off x="532" y="1440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P7</a:t>
                  </a:r>
                </a:p>
              </p:txBody>
            </p:sp>
            <p:sp>
              <p:nvSpPr>
                <p:cNvPr id="151725" name="Text Box 173"/>
                <p:cNvSpPr txBox="1">
                  <a:spLocks noChangeArrowheads="1"/>
                </p:cNvSpPr>
                <p:nvPr/>
              </p:nvSpPr>
              <p:spPr bwMode="auto">
                <a:xfrm>
                  <a:off x="235" y="1389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R3</a:t>
                  </a:r>
                </a:p>
              </p:txBody>
            </p:sp>
          </p:grpSp>
          <p:grpSp>
            <p:nvGrpSpPr>
              <p:cNvPr id="151726" name="Group 174"/>
              <p:cNvGrpSpPr>
                <a:grpSpLocks/>
              </p:cNvGrpSpPr>
              <p:nvPr/>
            </p:nvGrpSpPr>
            <p:grpSpPr bwMode="auto">
              <a:xfrm>
                <a:off x="235" y="1533"/>
                <a:ext cx="1161" cy="233"/>
                <a:chOff x="235" y="1533"/>
                <a:chExt cx="1161" cy="233"/>
              </a:xfrm>
            </p:grpSpPr>
            <p:sp>
              <p:nvSpPr>
                <p:cNvPr id="151727" name="Rectangle 175"/>
                <p:cNvSpPr>
                  <a:spLocks noChangeArrowheads="1"/>
                </p:cNvSpPr>
                <p:nvPr/>
              </p:nvSpPr>
              <p:spPr bwMode="auto">
                <a:xfrm>
                  <a:off x="532" y="1584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51728" name="Text Box 176"/>
                <p:cNvSpPr txBox="1">
                  <a:spLocks noChangeArrowheads="1"/>
                </p:cNvSpPr>
                <p:nvPr/>
              </p:nvSpPr>
              <p:spPr bwMode="auto">
                <a:xfrm>
                  <a:off x="235" y="1533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R4</a:t>
                  </a:r>
                </a:p>
              </p:txBody>
            </p:sp>
          </p:grpSp>
        </p:grpSp>
        <p:sp>
          <p:nvSpPr>
            <p:cNvPr id="151729" name="Text Box 177"/>
            <p:cNvSpPr txBox="1">
              <a:spLocks noChangeArrowheads="1"/>
            </p:cNvSpPr>
            <p:nvPr/>
          </p:nvSpPr>
          <p:spPr bwMode="auto">
            <a:xfrm>
              <a:off x="288" y="624"/>
              <a:ext cx="1093" cy="44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Rename Table</a:t>
              </a:r>
            </a:p>
          </p:txBody>
        </p:sp>
      </p:grpSp>
      <p:grpSp>
        <p:nvGrpSpPr>
          <p:cNvPr id="151730" name="Group 178"/>
          <p:cNvGrpSpPr>
            <a:grpSpLocks/>
          </p:cNvGrpSpPr>
          <p:nvPr/>
        </p:nvGrpSpPr>
        <p:grpSpPr bwMode="auto">
          <a:xfrm>
            <a:off x="2441575" y="2057402"/>
            <a:ext cx="847726" cy="369888"/>
            <a:chOff x="384" y="1149"/>
            <a:chExt cx="534" cy="233"/>
          </a:xfrm>
        </p:grpSpPr>
        <p:grpSp>
          <p:nvGrpSpPr>
            <p:cNvPr id="151731" name="Group 179"/>
            <p:cNvGrpSpPr>
              <a:grpSpLocks/>
            </p:cNvGrpSpPr>
            <p:nvPr/>
          </p:nvGrpSpPr>
          <p:grpSpPr bwMode="auto">
            <a:xfrm>
              <a:off x="384" y="1200"/>
              <a:ext cx="288" cy="144"/>
              <a:chOff x="3168" y="912"/>
              <a:chExt cx="432" cy="144"/>
            </a:xfrm>
          </p:grpSpPr>
          <p:sp>
            <p:nvSpPr>
              <p:cNvPr id="151732" name="Line 180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1733" name="Line 181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1734" name="Text Box 182"/>
            <p:cNvSpPr txBox="1">
              <a:spLocks noChangeArrowheads="1"/>
            </p:cNvSpPr>
            <p:nvPr/>
          </p:nvSpPr>
          <p:spPr bwMode="auto">
            <a:xfrm>
              <a:off x="621" y="114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Verdana" pitchFamily="34" charset="0"/>
                </a:rPr>
                <a:t>P0</a:t>
              </a:r>
            </a:p>
          </p:txBody>
        </p:sp>
      </p:grpSp>
      <p:sp>
        <p:nvSpPr>
          <p:cNvPr id="151735" name="Text Box 183"/>
          <p:cNvSpPr txBox="1">
            <a:spLocks noChangeArrowheads="1"/>
          </p:cNvSpPr>
          <p:nvPr/>
        </p:nvSpPr>
        <p:spPr bwMode="auto">
          <a:xfrm>
            <a:off x="6784975" y="4881564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P8</a:t>
            </a:r>
          </a:p>
        </p:txBody>
      </p:sp>
      <p:sp>
        <p:nvSpPr>
          <p:cNvPr id="151736" name="Text Box 184"/>
          <p:cNvSpPr txBox="1">
            <a:spLocks noChangeArrowheads="1"/>
          </p:cNvSpPr>
          <p:nvPr/>
        </p:nvSpPr>
        <p:spPr bwMode="auto">
          <a:xfrm>
            <a:off x="6784975" y="5110164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P7</a:t>
            </a:r>
          </a:p>
        </p:txBody>
      </p:sp>
      <p:grpSp>
        <p:nvGrpSpPr>
          <p:cNvPr id="151737" name="Group 185"/>
          <p:cNvGrpSpPr>
            <a:grpSpLocks/>
          </p:cNvGrpSpPr>
          <p:nvPr/>
        </p:nvGrpSpPr>
        <p:grpSpPr bwMode="auto">
          <a:xfrm>
            <a:off x="6861175" y="1909763"/>
            <a:ext cx="685800" cy="228600"/>
            <a:chOff x="3168" y="912"/>
            <a:chExt cx="432" cy="144"/>
          </a:xfrm>
        </p:grpSpPr>
        <p:sp>
          <p:nvSpPr>
            <p:cNvPr id="151738" name="Line 186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1739" name="Line 187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51740" name="Group 188"/>
          <p:cNvGrpSpPr>
            <a:grpSpLocks/>
          </p:cNvGrpSpPr>
          <p:nvPr/>
        </p:nvGrpSpPr>
        <p:grpSpPr bwMode="auto">
          <a:xfrm>
            <a:off x="2441575" y="2514601"/>
            <a:ext cx="847726" cy="369888"/>
            <a:chOff x="384" y="1437"/>
            <a:chExt cx="534" cy="233"/>
          </a:xfrm>
        </p:grpSpPr>
        <p:grpSp>
          <p:nvGrpSpPr>
            <p:cNvPr id="151741" name="Group 189"/>
            <p:cNvGrpSpPr>
              <a:grpSpLocks/>
            </p:cNvGrpSpPr>
            <p:nvPr/>
          </p:nvGrpSpPr>
          <p:grpSpPr bwMode="auto">
            <a:xfrm>
              <a:off x="384" y="1488"/>
              <a:ext cx="288" cy="144"/>
              <a:chOff x="3168" y="912"/>
              <a:chExt cx="432" cy="144"/>
            </a:xfrm>
          </p:grpSpPr>
          <p:sp>
            <p:nvSpPr>
              <p:cNvPr id="151742" name="Line 190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1743" name="Line 191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1744" name="Text Box 192"/>
            <p:cNvSpPr txBox="1">
              <a:spLocks noChangeArrowheads="1"/>
            </p:cNvSpPr>
            <p:nvPr/>
          </p:nvSpPr>
          <p:spPr bwMode="auto">
            <a:xfrm>
              <a:off x="621" y="1437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Verdana" pitchFamily="34" charset="0"/>
                </a:rPr>
                <a:t>P1</a:t>
              </a:r>
            </a:p>
          </p:txBody>
        </p:sp>
      </p:grpSp>
      <p:sp>
        <p:nvSpPr>
          <p:cNvPr id="151745" name="Text Box 193"/>
          <p:cNvSpPr txBox="1">
            <a:spLocks noChangeArrowheads="1"/>
          </p:cNvSpPr>
          <p:nvPr/>
        </p:nvSpPr>
        <p:spPr bwMode="auto">
          <a:xfrm>
            <a:off x="2060575" y="5110164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x          add        P0                      r3                P1</a:t>
            </a:r>
          </a:p>
        </p:txBody>
      </p:sp>
      <p:sp>
        <p:nvSpPr>
          <p:cNvPr id="151746" name="Text Box 194"/>
          <p:cNvSpPr txBox="1">
            <a:spLocks noChangeArrowheads="1"/>
          </p:cNvSpPr>
          <p:nvPr/>
        </p:nvSpPr>
        <p:spPr bwMode="auto">
          <a:xfrm>
            <a:off x="6784975" y="5338764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P5</a:t>
            </a:r>
          </a:p>
        </p:txBody>
      </p:sp>
      <p:grpSp>
        <p:nvGrpSpPr>
          <p:cNvPr id="151747" name="Group 195"/>
          <p:cNvGrpSpPr>
            <a:grpSpLocks/>
          </p:cNvGrpSpPr>
          <p:nvPr/>
        </p:nvGrpSpPr>
        <p:grpSpPr bwMode="auto">
          <a:xfrm>
            <a:off x="2441575" y="3200401"/>
            <a:ext cx="847726" cy="369888"/>
            <a:chOff x="384" y="1869"/>
            <a:chExt cx="534" cy="233"/>
          </a:xfrm>
        </p:grpSpPr>
        <p:grpSp>
          <p:nvGrpSpPr>
            <p:cNvPr id="151748" name="Group 196"/>
            <p:cNvGrpSpPr>
              <a:grpSpLocks/>
            </p:cNvGrpSpPr>
            <p:nvPr/>
          </p:nvGrpSpPr>
          <p:grpSpPr bwMode="auto">
            <a:xfrm>
              <a:off x="384" y="1920"/>
              <a:ext cx="288" cy="144"/>
              <a:chOff x="3168" y="912"/>
              <a:chExt cx="432" cy="144"/>
            </a:xfrm>
          </p:grpSpPr>
          <p:sp>
            <p:nvSpPr>
              <p:cNvPr id="151749" name="Line 197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1750" name="Line 198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1751" name="Text Box 199"/>
            <p:cNvSpPr txBox="1">
              <a:spLocks noChangeArrowheads="1"/>
            </p:cNvSpPr>
            <p:nvPr/>
          </p:nvSpPr>
          <p:spPr bwMode="auto">
            <a:xfrm>
              <a:off x="621" y="186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P3</a:t>
              </a:r>
            </a:p>
          </p:txBody>
        </p:sp>
      </p:grpSp>
      <p:sp>
        <p:nvSpPr>
          <p:cNvPr id="151752" name="Text Box 200"/>
          <p:cNvSpPr txBox="1">
            <a:spLocks noChangeArrowheads="1"/>
          </p:cNvSpPr>
          <p:nvPr/>
        </p:nvSpPr>
        <p:spPr bwMode="auto">
          <a:xfrm>
            <a:off x="2060575" y="5338764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x          sub   p    P6     p     P5      r6                P3</a:t>
            </a:r>
          </a:p>
        </p:txBody>
      </p:sp>
      <p:grpSp>
        <p:nvGrpSpPr>
          <p:cNvPr id="151753" name="Group 201"/>
          <p:cNvGrpSpPr>
            <a:grpSpLocks/>
          </p:cNvGrpSpPr>
          <p:nvPr/>
        </p:nvGrpSpPr>
        <p:grpSpPr bwMode="auto">
          <a:xfrm>
            <a:off x="6861175" y="2138363"/>
            <a:ext cx="685800" cy="228600"/>
            <a:chOff x="3168" y="912"/>
            <a:chExt cx="432" cy="144"/>
          </a:xfrm>
        </p:grpSpPr>
        <p:sp>
          <p:nvSpPr>
            <p:cNvPr id="151754" name="Line 202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1755" name="Line 203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51756" name="Group 204"/>
          <p:cNvGrpSpPr>
            <a:grpSpLocks/>
          </p:cNvGrpSpPr>
          <p:nvPr/>
        </p:nvGrpSpPr>
        <p:grpSpPr bwMode="auto">
          <a:xfrm>
            <a:off x="3736975" y="2747963"/>
            <a:ext cx="4267200" cy="3200400"/>
            <a:chOff x="1200" y="1584"/>
            <a:chExt cx="2688" cy="2016"/>
          </a:xfrm>
        </p:grpSpPr>
        <p:sp>
          <p:nvSpPr>
            <p:cNvPr id="151757" name="Line 205"/>
            <p:cNvSpPr>
              <a:spLocks noChangeShapeType="1"/>
            </p:cNvSpPr>
            <p:nvPr/>
          </p:nvSpPr>
          <p:spPr bwMode="auto">
            <a:xfrm flipH="1">
              <a:off x="1200" y="1584"/>
              <a:ext cx="2064" cy="384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1758" name="Line 206"/>
            <p:cNvSpPr>
              <a:spLocks noChangeShapeType="1"/>
            </p:cNvSpPr>
            <p:nvPr/>
          </p:nvSpPr>
          <p:spPr bwMode="auto">
            <a:xfrm>
              <a:off x="3504" y="1584"/>
              <a:ext cx="384" cy="2016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51759" name="Line 207"/>
          <p:cNvSpPr>
            <a:spLocks noChangeShapeType="1"/>
          </p:cNvSpPr>
          <p:nvPr/>
        </p:nvSpPr>
        <p:spPr bwMode="auto">
          <a:xfrm>
            <a:off x="3279775" y="3433763"/>
            <a:ext cx="3581400" cy="25146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51760" name="Text Box 208"/>
          <p:cNvSpPr txBox="1">
            <a:spLocks noChangeArrowheads="1"/>
          </p:cNvSpPr>
          <p:nvPr/>
        </p:nvSpPr>
        <p:spPr bwMode="auto">
          <a:xfrm>
            <a:off x="6784975" y="5567364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P1</a:t>
            </a:r>
          </a:p>
        </p:txBody>
      </p:sp>
      <p:grpSp>
        <p:nvGrpSpPr>
          <p:cNvPr id="151761" name="Group 209"/>
          <p:cNvGrpSpPr>
            <a:grpSpLocks/>
          </p:cNvGrpSpPr>
          <p:nvPr/>
        </p:nvGrpSpPr>
        <p:grpSpPr bwMode="auto">
          <a:xfrm>
            <a:off x="2898775" y="2514601"/>
            <a:ext cx="847726" cy="369888"/>
            <a:chOff x="672" y="1437"/>
            <a:chExt cx="534" cy="233"/>
          </a:xfrm>
        </p:grpSpPr>
        <p:grpSp>
          <p:nvGrpSpPr>
            <p:cNvPr id="151762" name="Group 210"/>
            <p:cNvGrpSpPr>
              <a:grpSpLocks/>
            </p:cNvGrpSpPr>
            <p:nvPr/>
          </p:nvGrpSpPr>
          <p:grpSpPr bwMode="auto">
            <a:xfrm>
              <a:off x="672" y="1488"/>
              <a:ext cx="288" cy="144"/>
              <a:chOff x="3168" y="912"/>
              <a:chExt cx="432" cy="144"/>
            </a:xfrm>
          </p:grpSpPr>
          <p:sp>
            <p:nvSpPr>
              <p:cNvPr id="151763" name="Line 211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1764" name="Line 212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1765" name="Text Box 213"/>
            <p:cNvSpPr txBox="1">
              <a:spLocks noChangeArrowheads="1"/>
            </p:cNvSpPr>
            <p:nvPr/>
          </p:nvSpPr>
          <p:spPr bwMode="auto">
            <a:xfrm>
              <a:off x="909" y="1437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P2</a:t>
              </a:r>
            </a:p>
          </p:txBody>
        </p:sp>
      </p:grpSp>
      <p:sp>
        <p:nvSpPr>
          <p:cNvPr id="151766" name="Text Box 214"/>
          <p:cNvSpPr txBox="1">
            <a:spLocks noChangeArrowheads="1"/>
          </p:cNvSpPr>
          <p:nvPr/>
        </p:nvSpPr>
        <p:spPr bwMode="auto">
          <a:xfrm>
            <a:off x="2060575" y="5567364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x          add        P1            P3      r3                P2</a:t>
            </a:r>
          </a:p>
        </p:txBody>
      </p:sp>
      <p:sp>
        <p:nvSpPr>
          <p:cNvPr id="151767" name="Text Box 215"/>
          <p:cNvSpPr txBox="1">
            <a:spLocks noChangeArrowheads="1"/>
          </p:cNvSpPr>
          <p:nvPr/>
        </p:nvSpPr>
        <p:spPr bwMode="auto">
          <a:xfrm>
            <a:off x="2060575" y="5795964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  <a:latin typeface="Verdana" pitchFamily="34" charset="0"/>
              </a:rPr>
              <a:t>x          ld           P0                     r6                P4</a:t>
            </a:r>
          </a:p>
        </p:txBody>
      </p:sp>
      <p:sp>
        <p:nvSpPr>
          <p:cNvPr id="151768" name="Text Box 216"/>
          <p:cNvSpPr txBox="1">
            <a:spLocks noChangeArrowheads="1"/>
          </p:cNvSpPr>
          <p:nvPr/>
        </p:nvSpPr>
        <p:spPr bwMode="auto">
          <a:xfrm>
            <a:off x="6784975" y="5795964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  <a:latin typeface="Verdana" pitchFamily="34" charset="0"/>
              </a:rPr>
              <a:t>P3</a:t>
            </a:r>
          </a:p>
        </p:txBody>
      </p:sp>
      <p:grpSp>
        <p:nvGrpSpPr>
          <p:cNvPr id="151769" name="Group 217"/>
          <p:cNvGrpSpPr>
            <a:grpSpLocks/>
          </p:cNvGrpSpPr>
          <p:nvPr/>
        </p:nvGrpSpPr>
        <p:grpSpPr bwMode="auto">
          <a:xfrm>
            <a:off x="6861175" y="2366963"/>
            <a:ext cx="685800" cy="228600"/>
            <a:chOff x="3168" y="912"/>
            <a:chExt cx="432" cy="144"/>
          </a:xfrm>
        </p:grpSpPr>
        <p:sp>
          <p:nvSpPr>
            <p:cNvPr id="151770" name="Line 218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1771" name="Line 219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51772" name="Group 220"/>
          <p:cNvGrpSpPr>
            <a:grpSpLocks/>
          </p:cNvGrpSpPr>
          <p:nvPr/>
        </p:nvGrpSpPr>
        <p:grpSpPr bwMode="auto">
          <a:xfrm>
            <a:off x="2898775" y="3200401"/>
            <a:ext cx="847726" cy="369888"/>
            <a:chOff x="384" y="1869"/>
            <a:chExt cx="534" cy="233"/>
          </a:xfrm>
        </p:grpSpPr>
        <p:grpSp>
          <p:nvGrpSpPr>
            <p:cNvPr id="151773" name="Group 221"/>
            <p:cNvGrpSpPr>
              <a:grpSpLocks/>
            </p:cNvGrpSpPr>
            <p:nvPr/>
          </p:nvGrpSpPr>
          <p:grpSpPr bwMode="auto">
            <a:xfrm>
              <a:off x="384" y="1920"/>
              <a:ext cx="288" cy="144"/>
              <a:chOff x="3168" y="912"/>
              <a:chExt cx="432" cy="144"/>
            </a:xfrm>
          </p:grpSpPr>
          <p:sp>
            <p:nvSpPr>
              <p:cNvPr id="151774" name="Line 222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1775" name="Line 223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1776" name="Text Box 224"/>
            <p:cNvSpPr txBox="1">
              <a:spLocks noChangeArrowheads="1"/>
            </p:cNvSpPr>
            <p:nvPr/>
          </p:nvSpPr>
          <p:spPr bwMode="auto">
            <a:xfrm>
              <a:off x="621" y="186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Verdana" pitchFamily="34" charset="0"/>
                </a:rPr>
                <a:t>P4</a:t>
              </a:r>
            </a:p>
          </p:txBody>
        </p:sp>
      </p:grpSp>
      <p:grpSp>
        <p:nvGrpSpPr>
          <p:cNvPr id="151777" name="Group 225"/>
          <p:cNvGrpSpPr>
            <a:grpSpLocks/>
          </p:cNvGrpSpPr>
          <p:nvPr/>
        </p:nvGrpSpPr>
        <p:grpSpPr bwMode="auto">
          <a:xfrm>
            <a:off x="6861175" y="2595563"/>
            <a:ext cx="685800" cy="228600"/>
            <a:chOff x="3168" y="912"/>
            <a:chExt cx="432" cy="144"/>
          </a:xfrm>
        </p:grpSpPr>
        <p:sp>
          <p:nvSpPr>
            <p:cNvPr id="151778" name="Line 226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1779" name="Line 227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</p:spTree>
    <p:extLst>
      <p:ext uri="{BB962C8B-B14F-4D97-AF65-F5344CB8AC3E}">
        <p14:creationId xmlns:p14="http://schemas.microsoft.com/office/powerpoint/2010/main" val="41795126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698" grpId="0" animBg="1"/>
      <p:bldP spid="151759" grpId="0" animBg="1"/>
      <p:bldP spid="151767" grpId="0" autoUpdateAnimBg="0"/>
      <p:bldP spid="151768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02" name="Group 2"/>
          <p:cNvGrpSpPr>
            <a:grpSpLocks/>
          </p:cNvGrpSpPr>
          <p:nvPr/>
        </p:nvGrpSpPr>
        <p:grpSpPr bwMode="auto">
          <a:xfrm>
            <a:off x="2063753" y="4287838"/>
            <a:ext cx="6324601" cy="2265362"/>
            <a:chOff x="144" y="2557"/>
            <a:chExt cx="3984" cy="1427"/>
          </a:xfrm>
        </p:grpSpPr>
        <p:grpSp>
          <p:nvGrpSpPr>
            <p:cNvPr id="153603" name="Group 3"/>
            <p:cNvGrpSpPr>
              <a:grpSpLocks/>
            </p:cNvGrpSpPr>
            <p:nvPr/>
          </p:nvGrpSpPr>
          <p:grpSpPr bwMode="auto">
            <a:xfrm>
              <a:off x="144" y="2832"/>
              <a:ext cx="3984" cy="1152"/>
              <a:chOff x="144" y="2928"/>
              <a:chExt cx="3984" cy="1152"/>
            </a:xfrm>
          </p:grpSpPr>
          <p:sp>
            <p:nvSpPr>
              <p:cNvPr id="153604" name="Rectangle 4"/>
              <p:cNvSpPr>
                <a:spLocks noChangeArrowheads="1"/>
              </p:cNvSpPr>
              <p:nvPr/>
            </p:nvSpPr>
            <p:spPr bwMode="auto">
              <a:xfrm>
                <a:off x="672" y="292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op</a:t>
                </a:r>
              </a:p>
            </p:txBody>
          </p:sp>
          <p:sp>
            <p:nvSpPr>
              <p:cNvPr id="153605" name="Rectangle 5"/>
              <p:cNvSpPr>
                <a:spLocks noChangeArrowheads="1"/>
              </p:cNvSpPr>
              <p:nvPr/>
            </p:nvSpPr>
            <p:spPr bwMode="auto">
              <a:xfrm>
                <a:off x="1104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p1</a:t>
                </a:r>
              </a:p>
            </p:txBody>
          </p:sp>
          <p:sp>
            <p:nvSpPr>
              <p:cNvPr id="153606" name="Rectangle 6"/>
              <p:cNvSpPr>
                <a:spLocks noChangeArrowheads="1"/>
              </p:cNvSpPr>
              <p:nvPr/>
            </p:nvSpPr>
            <p:spPr bwMode="auto">
              <a:xfrm>
                <a:off x="1344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PR1</a:t>
                </a:r>
              </a:p>
            </p:txBody>
          </p:sp>
          <p:sp>
            <p:nvSpPr>
              <p:cNvPr id="153607" name="Rectangle 7"/>
              <p:cNvSpPr>
                <a:spLocks noChangeArrowheads="1"/>
              </p:cNvSpPr>
              <p:nvPr/>
            </p:nvSpPr>
            <p:spPr bwMode="auto">
              <a:xfrm>
                <a:off x="1872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p2</a:t>
                </a:r>
              </a:p>
            </p:txBody>
          </p:sp>
          <p:sp>
            <p:nvSpPr>
              <p:cNvPr id="153608" name="Rectangle 8"/>
              <p:cNvSpPr>
                <a:spLocks noChangeArrowheads="1"/>
              </p:cNvSpPr>
              <p:nvPr/>
            </p:nvSpPr>
            <p:spPr bwMode="auto">
              <a:xfrm>
                <a:off x="2112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PR2</a:t>
                </a:r>
              </a:p>
            </p:txBody>
          </p:sp>
          <p:sp>
            <p:nvSpPr>
              <p:cNvPr id="153609" name="Rectangle 9"/>
              <p:cNvSpPr>
                <a:spLocks noChangeArrowheads="1"/>
              </p:cNvSpPr>
              <p:nvPr/>
            </p:nvSpPr>
            <p:spPr bwMode="auto">
              <a:xfrm>
                <a:off x="432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ex</a:t>
                </a:r>
              </a:p>
            </p:txBody>
          </p:sp>
          <p:sp>
            <p:nvSpPr>
              <p:cNvPr id="153610" name="Rectangle 10"/>
              <p:cNvSpPr>
                <a:spLocks noChangeArrowheads="1"/>
              </p:cNvSpPr>
              <p:nvPr/>
            </p:nvSpPr>
            <p:spPr bwMode="auto">
              <a:xfrm>
                <a:off x="144" y="2928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use</a:t>
                </a:r>
              </a:p>
            </p:txBody>
          </p:sp>
          <p:sp>
            <p:nvSpPr>
              <p:cNvPr id="153611" name="Rectangle 11"/>
              <p:cNvSpPr>
                <a:spLocks noChangeArrowheads="1"/>
              </p:cNvSpPr>
              <p:nvPr/>
            </p:nvSpPr>
            <p:spPr bwMode="auto">
              <a:xfrm>
                <a:off x="672" y="307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12" name="Rectangle 12"/>
              <p:cNvSpPr>
                <a:spLocks noChangeArrowheads="1"/>
              </p:cNvSpPr>
              <p:nvPr/>
            </p:nvSpPr>
            <p:spPr bwMode="auto">
              <a:xfrm>
                <a:off x="1104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13" name="Rectangle 13"/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14" name="Rectangle 14"/>
              <p:cNvSpPr>
                <a:spLocks noChangeArrowheads="1"/>
              </p:cNvSpPr>
              <p:nvPr/>
            </p:nvSpPr>
            <p:spPr bwMode="auto">
              <a:xfrm>
                <a:off x="1872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15" name="Rectangle 15"/>
              <p:cNvSpPr>
                <a:spLocks noChangeArrowheads="1"/>
              </p:cNvSpPr>
              <p:nvPr/>
            </p:nvSpPr>
            <p:spPr bwMode="auto">
              <a:xfrm>
                <a:off x="2112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16" name="Rectangle 16"/>
              <p:cNvSpPr>
                <a:spLocks noChangeArrowheads="1"/>
              </p:cNvSpPr>
              <p:nvPr/>
            </p:nvSpPr>
            <p:spPr bwMode="auto">
              <a:xfrm>
                <a:off x="432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17" name="Rectangle 17"/>
              <p:cNvSpPr>
                <a:spLocks noChangeArrowheads="1"/>
              </p:cNvSpPr>
              <p:nvPr/>
            </p:nvSpPr>
            <p:spPr bwMode="auto">
              <a:xfrm>
                <a:off x="144" y="3072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18" name="Rectangle 18"/>
              <p:cNvSpPr>
                <a:spLocks noChangeArrowheads="1"/>
              </p:cNvSpPr>
              <p:nvPr/>
            </p:nvSpPr>
            <p:spPr bwMode="auto">
              <a:xfrm>
                <a:off x="672" y="321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19" name="Rectangle 19"/>
              <p:cNvSpPr>
                <a:spLocks noChangeArrowheads="1"/>
              </p:cNvSpPr>
              <p:nvPr/>
            </p:nvSpPr>
            <p:spPr bwMode="auto">
              <a:xfrm>
                <a:off x="1104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20" name="Rectangle 20"/>
              <p:cNvSpPr>
                <a:spLocks noChangeArrowheads="1"/>
              </p:cNvSpPr>
              <p:nvPr/>
            </p:nvSpPr>
            <p:spPr bwMode="auto">
              <a:xfrm>
                <a:off x="1344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21" name="Rectangle 21"/>
              <p:cNvSpPr>
                <a:spLocks noChangeArrowheads="1"/>
              </p:cNvSpPr>
              <p:nvPr/>
            </p:nvSpPr>
            <p:spPr bwMode="auto">
              <a:xfrm>
                <a:off x="1872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22" name="Rectangle 22"/>
              <p:cNvSpPr>
                <a:spLocks noChangeArrowheads="1"/>
              </p:cNvSpPr>
              <p:nvPr/>
            </p:nvSpPr>
            <p:spPr bwMode="auto">
              <a:xfrm>
                <a:off x="2112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23" name="Rectangle 23"/>
              <p:cNvSpPr>
                <a:spLocks noChangeArrowheads="1"/>
              </p:cNvSpPr>
              <p:nvPr/>
            </p:nvSpPr>
            <p:spPr bwMode="auto">
              <a:xfrm>
                <a:off x="432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24" name="Rectangle 24"/>
              <p:cNvSpPr>
                <a:spLocks noChangeArrowheads="1"/>
              </p:cNvSpPr>
              <p:nvPr/>
            </p:nvSpPr>
            <p:spPr bwMode="auto">
              <a:xfrm>
                <a:off x="144" y="3216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25" name="Rectangle 25"/>
              <p:cNvSpPr>
                <a:spLocks noChangeArrowheads="1"/>
              </p:cNvSpPr>
              <p:nvPr/>
            </p:nvSpPr>
            <p:spPr bwMode="auto">
              <a:xfrm>
                <a:off x="672" y="3360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26" name="Rectangle 26"/>
              <p:cNvSpPr>
                <a:spLocks noChangeArrowheads="1"/>
              </p:cNvSpPr>
              <p:nvPr/>
            </p:nvSpPr>
            <p:spPr bwMode="auto">
              <a:xfrm>
                <a:off x="1104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27" name="Rectangle 27"/>
              <p:cNvSpPr>
                <a:spLocks noChangeArrowheads="1"/>
              </p:cNvSpPr>
              <p:nvPr/>
            </p:nvSpPr>
            <p:spPr bwMode="auto">
              <a:xfrm>
                <a:off x="1344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28" name="Rectangle 28"/>
              <p:cNvSpPr>
                <a:spLocks noChangeArrowheads="1"/>
              </p:cNvSpPr>
              <p:nvPr/>
            </p:nvSpPr>
            <p:spPr bwMode="auto">
              <a:xfrm>
                <a:off x="1872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29" name="Rectangle 29"/>
              <p:cNvSpPr>
                <a:spLocks noChangeArrowheads="1"/>
              </p:cNvSpPr>
              <p:nvPr/>
            </p:nvSpPr>
            <p:spPr bwMode="auto">
              <a:xfrm>
                <a:off x="2112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30" name="Rectangle 30"/>
              <p:cNvSpPr>
                <a:spLocks noChangeArrowheads="1"/>
              </p:cNvSpPr>
              <p:nvPr/>
            </p:nvSpPr>
            <p:spPr bwMode="auto">
              <a:xfrm>
                <a:off x="432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31" name="Rectangle 31"/>
              <p:cNvSpPr>
                <a:spLocks noChangeArrowheads="1"/>
              </p:cNvSpPr>
              <p:nvPr/>
            </p:nvSpPr>
            <p:spPr bwMode="auto">
              <a:xfrm>
                <a:off x="144" y="3360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32" name="Rectangle 32"/>
              <p:cNvSpPr>
                <a:spLocks noChangeArrowheads="1"/>
              </p:cNvSpPr>
              <p:nvPr/>
            </p:nvSpPr>
            <p:spPr bwMode="auto">
              <a:xfrm>
                <a:off x="672" y="35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33" name="Rectangle 33"/>
              <p:cNvSpPr>
                <a:spLocks noChangeArrowheads="1"/>
              </p:cNvSpPr>
              <p:nvPr/>
            </p:nvSpPr>
            <p:spPr bwMode="auto">
              <a:xfrm>
                <a:off x="1104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34" name="Rectangle 34"/>
              <p:cNvSpPr>
                <a:spLocks noChangeArrowheads="1"/>
              </p:cNvSpPr>
              <p:nvPr/>
            </p:nvSpPr>
            <p:spPr bwMode="auto">
              <a:xfrm>
                <a:off x="1344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35" name="Rectangle 35"/>
              <p:cNvSpPr>
                <a:spLocks noChangeArrowheads="1"/>
              </p:cNvSpPr>
              <p:nvPr/>
            </p:nvSpPr>
            <p:spPr bwMode="auto">
              <a:xfrm>
                <a:off x="1872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36" name="Rectangle 36"/>
              <p:cNvSpPr>
                <a:spLocks noChangeArrowheads="1"/>
              </p:cNvSpPr>
              <p:nvPr/>
            </p:nvSpPr>
            <p:spPr bwMode="auto">
              <a:xfrm>
                <a:off x="2112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37" name="Rectangle 37"/>
              <p:cNvSpPr>
                <a:spLocks noChangeArrowheads="1"/>
              </p:cNvSpPr>
              <p:nvPr/>
            </p:nvSpPr>
            <p:spPr bwMode="auto">
              <a:xfrm>
                <a:off x="432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38" name="Rectangle 38"/>
              <p:cNvSpPr>
                <a:spLocks noChangeArrowheads="1"/>
              </p:cNvSpPr>
              <p:nvPr/>
            </p:nvSpPr>
            <p:spPr bwMode="auto">
              <a:xfrm>
                <a:off x="144" y="3504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39" name="Rectangle 39"/>
              <p:cNvSpPr>
                <a:spLocks noChangeArrowheads="1"/>
              </p:cNvSpPr>
              <p:nvPr/>
            </p:nvSpPr>
            <p:spPr bwMode="auto">
              <a:xfrm>
                <a:off x="672" y="364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40" name="Rectangle 40"/>
              <p:cNvSpPr>
                <a:spLocks noChangeArrowheads="1"/>
              </p:cNvSpPr>
              <p:nvPr/>
            </p:nvSpPr>
            <p:spPr bwMode="auto">
              <a:xfrm>
                <a:off x="1104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41" name="Rectangle 41"/>
              <p:cNvSpPr>
                <a:spLocks noChangeArrowheads="1"/>
              </p:cNvSpPr>
              <p:nvPr/>
            </p:nvSpPr>
            <p:spPr bwMode="auto">
              <a:xfrm>
                <a:off x="1344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42" name="Rectangle 42"/>
              <p:cNvSpPr>
                <a:spLocks noChangeArrowheads="1"/>
              </p:cNvSpPr>
              <p:nvPr/>
            </p:nvSpPr>
            <p:spPr bwMode="auto">
              <a:xfrm>
                <a:off x="1872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43" name="Rectangle 43"/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44" name="Rectangle 44"/>
              <p:cNvSpPr>
                <a:spLocks noChangeArrowheads="1"/>
              </p:cNvSpPr>
              <p:nvPr/>
            </p:nvSpPr>
            <p:spPr bwMode="auto">
              <a:xfrm>
                <a:off x="432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45" name="Rectangle 45"/>
              <p:cNvSpPr>
                <a:spLocks noChangeArrowheads="1"/>
              </p:cNvSpPr>
              <p:nvPr/>
            </p:nvSpPr>
            <p:spPr bwMode="auto">
              <a:xfrm>
                <a:off x="144" y="3648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46" name="Rectangle 46"/>
              <p:cNvSpPr>
                <a:spLocks noChangeArrowheads="1"/>
              </p:cNvSpPr>
              <p:nvPr/>
            </p:nvSpPr>
            <p:spPr bwMode="auto">
              <a:xfrm>
                <a:off x="672" y="379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47" name="Rectangle 47"/>
              <p:cNvSpPr>
                <a:spLocks noChangeArrowheads="1"/>
              </p:cNvSpPr>
              <p:nvPr/>
            </p:nvSpPr>
            <p:spPr bwMode="auto">
              <a:xfrm>
                <a:off x="1104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48" name="Rectangle 48"/>
              <p:cNvSpPr>
                <a:spLocks noChangeArrowheads="1"/>
              </p:cNvSpPr>
              <p:nvPr/>
            </p:nvSpPr>
            <p:spPr bwMode="auto">
              <a:xfrm>
                <a:off x="1344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49" name="Rectangle 49"/>
              <p:cNvSpPr>
                <a:spLocks noChangeArrowheads="1"/>
              </p:cNvSpPr>
              <p:nvPr/>
            </p:nvSpPr>
            <p:spPr bwMode="auto">
              <a:xfrm>
                <a:off x="1872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50" name="Rectangle 50"/>
              <p:cNvSpPr>
                <a:spLocks noChangeArrowheads="1"/>
              </p:cNvSpPr>
              <p:nvPr/>
            </p:nvSpPr>
            <p:spPr bwMode="auto">
              <a:xfrm>
                <a:off x="2112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51" name="Rectangle 51"/>
              <p:cNvSpPr>
                <a:spLocks noChangeArrowheads="1"/>
              </p:cNvSpPr>
              <p:nvPr/>
            </p:nvSpPr>
            <p:spPr bwMode="auto">
              <a:xfrm>
                <a:off x="432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52" name="Rectangle 52"/>
              <p:cNvSpPr>
                <a:spLocks noChangeArrowheads="1"/>
              </p:cNvSpPr>
              <p:nvPr/>
            </p:nvSpPr>
            <p:spPr bwMode="auto">
              <a:xfrm>
                <a:off x="144" y="3792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53" name="Rectangle 53"/>
              <p:cNvSpPr>
                <a:spLocks noChangeArrowheads="1"/>
              </p:cNvSpPr>
              <p:nvPr/>
            </p:nvSpPr>
            <p:spPr bwMode="auto">
              <a:xfrm>
                <a:off x="672" y="393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54" name="Rectangle 54"/>
              <p:cNvSpPr>
                <a:spLocks noChangeArrowheads="1"/>
              </p:cNvSpPr>
              <p:nvPr/>
            </p:nvSpPr>
            <p:spPr bwMode="auto">
              <a:xfrm>
                <a:off x="1104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55" name="Rectangle 55"/>
              <p:cNvSpPr>
                <a:spLocks noChangeArrowheads="1"/>
              </p:cNvSpPr>
              <p:nvPr/>
            </p:nvSpPr>
            <p:spPr bwMode="auto">
              <a:xfrm>
                <a:off x="1344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56" name="Rectangle 56"/>
              <p:cNvSpPr>
                <a:spLocks noChangeArrowheads="1"/>
              </p:cNvSpPr>
              <p:nvPr/>
            </p:nvSpPr>
            <p:spPr bwMode="auto">
              <a:xfrm>
                <a:off x="1872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57" name="Rectangle 57"/>
              <p:cNvSpPr>
                <a:spLocks noChangeArrowheads="1"/>
              </p:cNvSpPr>
              <p:nvPr/>
            </p:nvSpPr>
            <p:spPr bwMode="auto">
              <a:xfrm>
                <a:off x="2112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58" name="Rectangle 58"/>
              <p:cNvSpPr>
                <a:spLocks noChangeArrowheads="1"/>
              </p:cNvSpPr>
              <p:nvPr/>
            </p:nvSpPr>
            <p:spPr bwMode="auto">
              <a:xfrm>
                <a:off x="2640" y="292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Rd</a:t>
                </a:r>
              </a:p>
            </p:txBody>
          </p:sp>
          <p:sp>
            <p:nvSpPr>
              <p:cNvPr id="153659" name="Rectangle 59"/>
              <p:cNvSpPr>
                <a:spLocks noChangeArrowheads="1"/>
              </p:cNvSpPr>
              <p:nvPr/>
            </p:nvSpPr>
            <p:spPr bwMode="auto">
              <a:xfrm>
                <a:off x="2640" y="307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60" name="Rectangle 60"/>
              <p:cNvSpPr>
                <a:spLocks noChangeArrowheads="1"/>
              </p:cNvSpPr>
              <p:nvPr/>
            </p:nvSpPr>
            <p:spPr bwMode="auto">
              <a:xfrm>
                <a:off x="2640" y="321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61" name="Rectangle 61"/>
              <p:cNvSpPr>
                <a:spLocks noChangeArrowheads="1"/>
              </p:cNvSpPr>
              <p:nvPr/>
            </p:nvSpPr>
            <p:spPr bwMode="auto">
              <a:xfrm>
                <a:off x="2640" y="3360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62" name="Rectangle 62"/>
              <p:cNvSpPr>
                <a:spLocks noChangeArrowheads="1"/>
              </p:cNvSpPr>
              <p:nvPr/>
            </p:nvSpPr>
            <p:spPr bwMode="auto">
              <a:xfrm>
                <a:off x="2640" y="35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63" name="Rectangle 63"/>
              <p:cNvSpPr>
                <a:spLocks noChangeArrowheads="1"/>
              </p:cNvSpPr>
              <p:nvPr/>
            </p:nvSpPr>
            <p:spPr bwMode="auto">
              <a:xfrm>
                <a:off x="2640" y="364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64" name="Rectangle 64"/>
              <p:cNvSpPr>
                <a:spLocks noChangeArrowheads="1"/>
              </p:cNvSpPr>
              <p:nvPr/>
            </p:nvSpPr>
            <p:spPr bwMode="auto">
              <a:xfrm>
                <a:off x="2640" y="379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65" name="Rectangle 65"/>
              <p:cNvSpPr>
                <a:spLocks noChangeArrowheads="1"/>
              </p:cNvSpPr>
              <p:nvPr/>
            </p:nvSpPr>
            <p:spPr bwMode="auto">
              <a:xfrm>
                <a:off x="2640" y="393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66" name="Rectangle 66"/>
              <p:cNvSpPr>
                <a:spLocks noChangeArrowheads="1"/>
              </p:cNvSpPr>
              <p:nvPr/>
            </p:nvSpPr>
            <p:spPr bwMode="auto">
              <a:xfrm>
                <a:off x="432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67" name="Rectangle 67"/>
              <p:cNvSpPr>
                <a:spLocks noChangeArrowheads="1"/>
              </p:cNvSpPr>
              <p:nvPr/>
            </p:nvSpPr>
            <p:spPr bwMode="auto">
              <a:xfrm>
                <a:off x="144" y="3936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68" name="Rectangle 68"/>
              <p:cNvSpPr>
                <a:spLocks noChangeArrowheads="1"/>
              </p:cNvSpPr>
              <p:nvPr/>
            </p:nvSpPr>
            <p:spPr bwMode="auto">
              <a:xfrm>
                <a:off x="3600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PRd</a:t>
                </a:r>
              </a:p>
            </p:txBody>
          </p:sp>
          <p:sp>
            <p:nvSpPr>
              <p:cNvPr id="153669" name="Rectangle 69"/>
              <p:cNvSpPr>
                <a:spLocks noChangeArrowheads="1"/>
              </p:cNvSpPr>
              <p:nvPr/>
            </p:nvSpPr>
            <p:spPr bwMode="auto">
              <a:xfrm>
                <a:off x="3600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70" name="Rectangle 70"/>
              <p:cNvSpPr>
                <a:spLocks noChangeArrowheads="1"/>
              </p:cNvSpPr>
              <p:nvPr/>
            </p:nvSpPr>
            <p:spPr bwMode="auto">
              <a:xfrm>
                <a:off x="3600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71" name="Rectangle 71"/>
              <p:cNvSpPr>
                <a:spLocks noChangeArrowheads="1"/>
              </p:cNvSpPr>
              <p:nvPr/>
            </p:nvSpPr>
            <p:spPr bwMode="auto">
              <a:xfrm>
                <a:off x="3600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72" name="Rectangle 72"/>
              <p:cNvSpPr>
                <a:spLocks noChangeArrowheads="1"/>
              </p:cNvSpPr>
              <p:nvPr/>
            </p:nvSpPr>
            <p:spPr bwMode="auto">
              <a:xfrm>
                <a:off x="3600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73" name="Rectangle 73"/>
              <p:cNvSpPr>
                <a:spLocks noChangeArrowheads="1"/>
              </p:cNvSpPr>
              <p:nvPr/>
            </p:nvSpPr>
            <p:spPr bwMode="auto">
              <a:xfrm>
                <a:off x="3600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74" name="Rectangle 74"/>
              <p:cNvSpPr>
                <a:spLocks noChangeArrowheads="1"/>
              </p:cNvSpPr>
              <p:nvPr/>
            </p:nvSpPr>
            <p:spPr bwMode="auto">
              <a:xfrm>
                <a:off x="3600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75" name="Rectangle 75"/>
              <p:cNvSpPr>
                <a:spLocks noChangeArrowheads="1"/>
              </p:cNvSpPr>
              <p:nvPr/>
            </p:nvSpPr>
            <p:spPr bwMode="auto">
              <a:xfrm>
                <a:off x="3600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76" name="Rectangle 76"/>
              <p:cNvSpPr>
                <a:spLocks noChangeArrowheads="1"/>
              </p:cNvSpPr>
              <p:nvPr/>
            </p:nvSpPr>
            <p:spPr bwMode="auto">
              <a:xfrm>
                <a:off x="3072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LPRd</a:t>
                </a:r>
              </a:p>
            </p:txBody>
          </p:sp>
          <p:sp>
            <p:nvSpPr>
              <p:cNvPr id="153677" name="Rectangle 77"/>
              <p:cNvSpPr>
                <a:spLocks noChangeArrowheads="1"/>
              </p:cNvSpPr>
              <p:nvPr/>
            </p:nvSpPr>
            <p:spPr bwMode="auto">
              <a:xfrm>
                <a:off x="3072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78" name="Rectangle 78"/>
              <p:cNvSpPr>
                <a:spLocks noChangeArrowheads="1"/>
              </p:cNvSpPr>
              <p:nvPr/>
            </p:nvSpPr>
            <p:spPr bwMode="auto">
              <a:xfrm>
                <a:off x="3072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79" name="Rectangle 79"/>
              <p:cNvSpPr>
                <a:spLocks noChangeArrowheads="1"/>
              </p:cNvSpPr>
              <p:nvPr/>
            </p:nvSpPr>
            <p:spPr bwMode="auto">
              <a:xfrm>
                <a:off x="3072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80" name="Rectangle 80"/>
              <p:cNvSpPr>
                <a:spLocks noChangeArrowheads="1"/>
              </p:cNvSpPr>
              <p:nvPr/>
            </p:nvSpPr>
            <p:spPr bwMode="auto">
              <a:xfrm>
                <a:off x="3072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81" name="Rectangle 81"/>
              <p:cNvSpPr>
                <a:spLocks noChangeArrowheads="1"/>
              </p:cNvSpPr>
              <p:nvPr/>
            </p:nvSpPr>
            <p:spPr bwMode="auto">
              <a:xfrm>
                <a:off x="3072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82" name="Rectangle 82"/>
              <p:cNvSpPr>
                <a:spLocks noChangeArrowheads="1"/>
              </p:cNvSpPr>
              <p:nvPr/>
            </p:nvSpPr>
            <p:spPr bwMode="auto">
              <a:xfrm>
                <a:off x="3072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3683" name="Rectangle 83"/>
              <p:cNvSpPr>
                <a:spLocks noChangeArrowheads="1"/>
              </p:cNvSpPr>
              <p:nvPr/>
            </p:nvSpPr>
            <p:spPr bwMode="auto">
              <a:xfrm>
                <a:off x="3072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</p:grpSp>
        <p:sp>
          <p:nvSpPr>
            <p:cNvPr id="153684" name="Text Box 84"/>
            <p:cNvSpPr txBox="1">
              <a:spLocks noChangeArrowheads="1"/>
            </p:cNvSpPr>
            <p:nvPr/>
          </p:nvSpPr>
          <p:spPr bwMode="auto">
            <a:xfrm>
              <a:off x="164" y="2557"/>
              <a:ext cx="431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>
                  <a:latin typeface="Verdana" pitchFamily="34" charset="0"/>
                </a:rPr>
                <a:t>ROB</a:t>
              </a:r>
            </a:p>
          </p:txBody>
        </p:sp>
      </p:grpSp>
      <p:sp>
        <p:nvSpPr>
          <p:cNvPr id="153685" name="Text Box 85"/>
          <p:cNvSpPr txBox="1">
            <a:spLocks noChangeArrowheads="1"/>
          </p:cNvSpPr>
          <p:nvPr/>
        </p:nvSpPr>
        <p:spPr bwMode="auto">
          <a:xfrm>
            <a:off x="2063751" y="48768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x          ld     p    P7                      r1                P0</a:t>
            </a:r>
          </a:p>
        </p:txBody>
      </p:sp>
      <p:sp>
        <p:nvSpPr>
          <p:cNvPr id="153686" name="Text Box 86"/>
          <p:cNvSpPr txBox="1">
            <a:spLocks noChangeArrowheads="1"/>
          </p:cNvSpPr>
          <p:nvPr/>
        </p:nvSpPr>
        <p:spPr bwMode="auto">
          <a:xfrm>
            <a:off x="2063751" y="51054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x          add        P0                      r3                P1</a:t>
            </a:r>
          </a:p>
        </p:txBody>
      </p:sp>
      <p:sp>
        <p:nvSpPr>
          <p:cNvPr id="153687" name="Text Box 87"/>
          <p:cNvSpPr txBox="1">
            <a:spLocks noChangeArrowheads="1"/>
          </p:cNvSpPr>
          <p:nvPr/>
        </p:nvSpPr>
        <p:spPr bwMode="auto">
          <a:xfrm>
            <a:off x="2063751" y="53340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x          sub   p    P6     p     P5      r6                P3</a:t>
            </a:r>
          </a:p>
        </p:txBody>
      </p:sp>
      <p:sp>
        <p:nvSpPr>
          <p:cNvPr id="153688" name="Text Box 88"/>
          <p:cNvSpPr txBox="1">
            <a:spLocks noChangeArrowheads="1"/>
          </p:cNvSpPr>
          <p:nvPr/>
        </p:nvSpPr>
        <p:spPr bwMode="auto">
          <a:xfrm>
            <a:off x="2063751" y="48768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x          ld     p    P7                      r1                </a:t>
            </a:r>
            <a:r>
              <a:rPr lang="en-US">
                <a:solidFill>
                  <a:schemeClr val="hlink"/>
                </a:solidFill>
                <a:latin typeface="Verdana" pitchFamily="34" charset="0"/>
              </a:rPr>
              <a:t>P0</a:t>
            </a:r>
          </a:p>
        </p:txBody>
      </p:sp>
      <p:sp>
        <p:nvSpPr>
          <p:cNvPr id="153689" name="Rectangle 89"/>
          <p:cNvSpPr>
            <a:spLocks noGrp="1" noChangeArrowheads="1"/>
          </p:cNvSpPr>
          <p:nvPr>
            <p:ph type="title"/>
          </p:nvPr>
        </p:nvSpPr>
        <p:spPr>
          <a:xfrm>
            <a:off x="1828800" y="609602"/>
            <a:ext cx="7772400" cy="500063"/>
          </a:xfrm>
        </p:spPr>
        <p:txBody>
          <a:bodyPr>
            <a:normAutofit fontScale="90000"/>
          </a:bodyPr>
          <a:lstStyle/>
          <a:p>
            <a:r>
              <a:rPr lang="en-US"/>
              <a:t>Physical Register Management</a:t>
            </a:r>
            <a:endParaRPr lang="en-US" sz="2800" i="1"/>
          </a:p>
        </p:txBody>
      </p:sp>
      <p:sp>
        <p:nvSpPr>
          <p:cNvPr id="153690" name="Rectangle 90"/>
          <p:cNvSpPr>
            <a:spLocks noChangeArrowheads="1"/>
          </p:cNvSpPr>
          <p:nvPr/>
        </p:nvSpPr>
        <p:spPr bwMode="auto">
          <a:xfrm>
            <a:off x="8083551" y="1981200"/>
            <a:ext cx="2895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r1, 0(r3)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r1, #4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sub r6, r7,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r3,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r6, 0(r1)</a:t>
            </a:r>
          </a:p>
        </p:txBody>
      </p:sp>
      <p:grpSp>
        <p:nvGrpSpPr>
          <p:cNvPr id="153691" name="Group 91"/>
          <p:cNvGrpSpPr>
            <a:grpSpLocks/>
          </p:cNvGrpSpPr>
          <p:nvPr/>
        </p:nvGrpSpPr>
        <p:grpSpPr bwMode="auto">
          <a:xfrm>
            <a:off x="6613528" y="1290639"/>
            <a:ext cx="1282700" cy="3052762"/>
            <a:chOff x="3010" y="669"/>
            <a:chExt cx="808" cy="1923"/>
          </a:xfrm>
        </p:grpSpPr>
        <p:sp>
          <p:nvSpPr>
            <p:cNvPr id="153692" name="Text Box 92"/>
            <p:cNvSpPr txBox="1">
              <a:spLocks noChangeArrowheads="1"/>
            </p:cNvSpPr>
            <p:nvPr/>
          </p:nvSpPr>
          <p:spPr bwMode="auto">
            <a:xfrm>
              <a:off x="3010" y="669"/>
              <a:ext cx="808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Free List</a:t>
              </a:r>
            </a:p>
          </p:txBody>
        </p:sp>
        <p:sp>
          <p:nvSpPr>
            <p:cNvPr id="153693" name="Rectangle 93"/>
            <p:cNvSpPr>
              <a:spLocks noChangeArrowheads="1"/>
            </p:cNvSpPr>
            <p:nvPr/>
          </p:nvSpPr>
          <p:spPr bwMode="auto">
            <a:xfrm>
              <a:off x="3168" y="1632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3694" name="Rectangle 94"/>
            <p:cNvSpPr>
              <a:spLocks noChangeArrowheads="1"/>
            </p:cNvSpPr>
            <p:nvPr/>
          </p:nvSpPr>
          <p:spPr bwMode="auto">
            <a:xfrm>
              <a:off x="3168" y="1776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3695" name="Rectangle 95"/>
            <p:cNvSpPr>
              <a:spLocks noChangeArrowheads="1"/>
            </p:cNvSpPr>
            <p:nvPr/>
          </p:nvSpPr>
          <p:spPr bwMode="auto">
            <a:xfrm>
              <a:off x="3168" y="1920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3696" name="Rectangle 96"/>
            <p:cNvSpPr>
              <a:spLocks noChangeArrowheads="1"/>
            </p:cNvSpPr>
            <p:nvPr/>
          </p:nvSpPr>
          <p:spPr bwMode="auto">
            <a:xfrm>
              <a:off x="3168" y="912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P0</a:t>
              </a:r>
            </a:p>
          </p:txBody>
        </p:sp>
        <p:sp>
          <p:nvSpPr>
            <p:cNvPr id="153697" name="Rectangle 97"/>
            <p:cNvSpPr>
              <a:spLocks noChangeArrowheads="1"/>
            </p:cNvSpPr>
            <p:nvPr/>
          </p:nvSpPr>
          <p:spPr bwMode="auto">
            <a:xfrm>
              <a:off x="3170" y="2448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3698" name="Rectangle 98"/>
            <p:cNvSpPr>
              <a:spLocks noChangeArrowheads="1"/>
            </p:cNvSpPr>
            <p:nvPr/>
          </p:nvSpPr>
          <p:spPr bwMode="auto">
            <a:xfrm>
              <a:off x="3168" y="1056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P1</a:t>
              </a:r>
            </a:p>
          </p:txBody>
        </p:sp>
        <p:sp>
          <p:nvSpPr>
            <p:cNvPr id="153699" name="Rectangle 99"/>
            <p:cNvSpPr>
              <a:spLocks noChangeArrowheads="1"/>
            </p:cNvSpPr>
            <p:nvPr/>
          </p:nvSpPr>
          <p:spPr bwMode="auto">
            <a:xfrm>
              <a:off x="3168" y="1200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P3</a:t>
              </a:r>
            </a:p>
          </p:txBody>
        </p:sp>
        <p:sp>
          <p:nvSpPr>
            <p:cNvPr id="153700" name="Rectangle 100"/>
            <p:cNvSpPr>
              <a:spLocks noChangeArrowheads="1"/>
            </p:cNvSpPr>
            <p:nvPr/>
          </p:nvSpPr>
          <p:spPr bwMode="auto">
            <a:xfrm>
              <a:off x="3168" y="1344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P2</a:t>
              </a:r>
            </a:p>
          </p:txBody>
        </p:sp>
        <p:sp>
          <p:nvSpPr>
            <p:cNvPr id="153701" name="Rectangle 101"/>
            <p:cNvSpPr>
              <a:spLocks noChangeArrowheads="1"/>
            </p:cNvSpPr>
            <p:nvPr/>
          </p:nvSpPr>
          <p:spPr bwMode="auto">
            <a:xfrm>
              <a:off x="3168" y="1488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P4</a:t>
              </a:r>
            </a:p>
          </p:txBody>
        </p:sp>
        <p:sp>
          <p:nvSpPr>
            <p:cNvPr id="153702" name="Line 102"/>
            <p:cNvSpPr>
              <a:spLocks noChangeShapeType="1"/>
            </p:cNvSpPr>
            <p:nvPr/>
          </p:nvSpPr>
          <p:spPr bwMode="auto">
            <a:xfrm>
              <a:off x="316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53703" name="Line 103"/>
            <p:cNvSpPr>
              <a:spLocks noChangeShapeType="1"/>
            </p:cNvSpPr>
            <p:nvPr/>
          </p:nvSpPr>
          <p:spPr bwMode="auto">
            <a:xfrm>
              <a:off x="359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</p:grpSp>
      <p:grpSp>
        <p:nvGrpSpPr>
          <p:cNvPr id="153704" name="Group 104"/>
          <p:cNvGrpSpPr>
            <a:grpSpLocks/>
          </p:cNvGrpSpPr>
          <p:nvPr/>
        </p:nvGrpSpPr>
        <p:grpSpPr bwMode="auto">
          <a:xfrm>
            <a:off x="4268791" y="1214440"/>
            <a:ext cx="2138363" cy="3189287"/>
            <a:chOff x="1533" y="621"/>
            <a:chExt cx="1347" cy="2009"/>
          </a:xfrm>
        </p:grpSpPr>
        <p:grpSp>
          <p:nvGrpSpPr>
            <p:cNvPr id="153705" name="Group 105"/>
            <p:cNvGrpSpPr>
              <a:grpSpLocks/>
            </p:cNvGrpSpPr>
            <p:nvPr/>
          </p:nvGrpSpPr>
          <p:grpSpPr bwMode="auto">
            <a:xfrm>
              <a:off x="1533" y="1581"/>
              <a:ext cx="1155" cy="233"/>
              <a:chOff x="1677" y="1533"/>
              <a:chExt cx="1155" cy="233"/>
            </a:xfrm>
          </p:grpSpPr>
          <p:sp>
            <p:nvSpPr>
              <p:cNvPr id="153706" name="Rectangle 106"/>
              <p:cNvSpPr>
                <a:spLocks noChangeArrowheads="1"/>
              </p:cNvSpPr>
              <p:nvPr/>
            </p:nvSpPr>
            <p:spPr bwMode="auto">
              <a:xfrm>
                <a:off x="1968" y="158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&lt;R6&gt;</a:t>
                </a:r>
              </a:p>
            </p:txBody>
          </p:sp>
          <p:sp>
            <p:nvSpPr>
              <p:cNvPr id="153707" name="Text Box 107"/>
              <p:cNvSpPr txBox="1">
                <a:spLocks noChangeArrowheads="1"/>
              </p:cNvSpPr>
              <p:nvPr/>
            </p:nvSpPr>
            <p:spPr bwMode="auto">
              <a:xfrm>
                <a:off x="1677" y="1533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P5</a:t>
                </a:r>
              </a:p>
            </p:txBody>
          </p:sp>
        </p:grpSp>
        <p:grpSp>
          <p:nvGrpSpPr>
            <p:cNvPr id="153708" name="Group 108"/>
            <p:cNvGrpSpPr>
              <a:grpSpLocks/>
            </p:cNvGrpSpPr>
            <p:nvPr/>
          </p:nvGrpSpPr>
          <p:grpSpPr bwMode="auto">
            <a:xfrm>
              <a:off x="1533" y="1725"/>
              <a:ext cx="1155" cy="233"/>
              <a:chOff x="1677" y="1677"/>
              <a:chExt cx="1155" cy="233"/>
            </a:xfrm>
          </p:grpSpPr>
          <p:sp>
            <p:nvSpPr>
              <p:cNvPr id="153709" name="Rectangle 109"/>
              <p:cNvSpPr>
                <a:spLocks noChangeArrowheads="1"/>
              </p:cNvSpPr>
              <p:nvPr/>
            </p:nvSpPr>
            <p:spPr bwMode="auto">
              <a:xfrm>
                <a:off x="1968" y="172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&lt;R7&gt;</a:t>
                </a:r>
              </a:p>
            </p:txBody>
          </p:sp>
          <p:sp>
            <p:nvSpPr>
              <p:cNvPr id="153710" name="Text Box 110"/>
              <p:cNvSpPr txBox="1">
                <a:spLocks noChangeArrowheads="1"/>
              </p:cNvSpPr>
              <p:nvPr/>
            </p:nvSpPr>
            <p:spPr bwMode="auto">
              <a:xfrm>
                <a:off x="1677" y="1677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P6</a:t>
                </a:r>
              </a:p>
            </p:txBody>
          </p:sp>
        </p:grpSp>
        <p:grpSp>
          <p:nvGrpSpPr>
            <p:cNvPr id="153711" name="Group 111"/>
            <p:cNvGrpSpPr>
              <a:grpSpLocks/>
            </p:cNvGrpSpPr>
            <p:nvPr/>
          </p:nvGrpSpPr>
          <p:grpSpPr bwMode="auto">
            <a:xfrm>
              <a:off x="1533" y="1869"/>
              <a:ext cx="1155" cy="233"/>
              <a:chOff x="1677" y="1821"/>
              <a:chExt cx="1155" cy="233"/>
            </a:xfrm>
          </p:grpSpPr>
          <p:sp>
            <p:nvSpPr>
              <p:cNvPr id="153712" name="Rectangle 112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&lt;R3&gt;</a:t>
                </a:r>
              </a:p>
            </p:txBody>
          </p:sp>
          <p:sp>
            <p:nvSpPr>
              <p:cNvPr id="153713" name="Text Box 113"/>
              <p:cNvSpPr txBox="1">
                <a:spLocks noChangeArrowheads="1"/>
              </p:cNvSpPr>
              <p:nvPr/>
            </p:nvSpPr>
            <p:spPr bwMode="auto">
              <a:xfrm>
                <a:off x="1677" y="182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P7</a:t>
                </a:r>
              </a:p>
            </p:txBody>
          </p:sp>
        </p:grpSp>
        <p:grpSp>
          <p:nvGrpSpPr>
            <p:cNvPr id="153714" name="Group 114"/>
            <p:cNvGrpSpPr>
              <a:grpSpLocks/>
            </p:cNvGrpSpPr>
            <p:nvPr/>
          </p:nvGrpSpPr>
          <p:grpSpPr bwMode="auto">
            <a:xfrm>
              <a:off x="1533" y="861"/>
              <a:ext cx="1155" cy="233"/>
              <a:chOff x="1677" y="813"/>
              <a:chExt cx="1155" cy="233"/>
            </a:xfrm>
          </p:grpSpPr>
          <p:sp>
            <p:nvSpPr>
              <p:cNvPr id="153715" name="Rectangle 115"/>
              <p:cNvSpPr>
                <a:spLocks noChangeArrowheads="1"/>
              </p:cNvSpPr>
              <p:nvPr/>
            </p:nvSpPr>
            <p:spPr bwMode="auto">
              <a:xfrm>
                <a:off x="1968" y="86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3716" name="Text Box 116"/>
              <p:cNvSpPr txBox="1">
                <a:spLocks noChangeArrowheads="1"/>
              </p:cNvSpPr>
              <p:nvPr/>
            </p:nvSpPr>
            <p:spPr bwMode="auto">
              <a:xfrm>
                <a:off x="1677" y="813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P0</a:t>
                </a:r>
              </a:p>
            </p:txBody>
          </p:sp>
        </p:grpSp>
        <p:grpSp>
          <p:nvGrpSpPr>
            <p:cNvPr id="153717" name="Group 117"/>
            <p:cNvGrpSpPr>
              <a:grpSpLocks/>
            </p:cNvGrpSpPr>
            <p:nvPr/>
          </p:nvGrpSpPr>
          <p:grpSpPr bwMode="auto">
            <a:xfrm>
              <a:off x="1538" y="2397"/>
              <a:ext cx="1154" cy="233"/>
              <a:chOff x="1682" y="2349"/>
              <a:chExt cx="1154" cy="233"/>
            </a:xfrm>
          </p:grpSpPr>
          <p:sp>
            <p:nvSpPr>
              <p:cNvPr id="153718" name="Rectangle 118"/>
              <p:cNvSpPr>
                <a:spLocks noChangeArrowheads="1"/>
              </p:cNvSpPr>
              <p:nvPr/>
            </p:nvSpPr>
            <p:spPr bwMode="auto">
              <a:xfrm>
                <a:off x="1972" y="240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3719" name="Text Box 119"/>
              <p:cNvSpPr txBox="1">
                <a:spLocks noChangeArrowheads="1"/>
              </p:cNvSpPr>
              <p:nvPr/>
            </p:nvSpPr>
            <p:spPr bwMode="auto">
              <a:xfrm>
                <a:off x="1682" y="2349"/>
                <a:ext cx="296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Pn</a:t>
                </a:r>
              </a:p>
            </p:txBody>
          </p:sp>
        </p:grpSp>
        <p:grpSp>
          <p:nvGrpSpPr>
            <p:cNvPr id="153720" name="Group 120"/>
            <p:cNvGrpSpPr>
              <a:grpSpLocks/>
            </p:cNvGrpSpPr>
            <p:nvPr/>
          </p:nvGrpSpPr>
          <p:grpSpPr bwMode="auto">
            <a:xfrm>
              <a:off x="1533" y="1005"/>
              <a:ext cx="1155" cy="233"/>
              <a:chOff x="1677" y="957"/>
              <a:chExt cx="1155" cy="233"/>
            </a:xfrm>
          </p:grpSpPr>
          <p:sp>
            <p:nvSpPr>
              <p:cNvPr id="153721" name="Rectangle 121"/>
              <p:cNvSpPr>
                <a:spLocks noChangeArrowheads="1"/>
              </p:cNvSpPr>
              <p:nvPr/>
            </p:nvSpPr>
            <p:spPr bwMode="auto">
              <a:xfrm>
                <a:off x="1968" y="100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3722" name="Text Box 122"/>
              <p:cNvSpPr txBox="1">
                <a:spLocks noChangeArrowheads="1"/>
              </p:cNvSpPr>
              <p:nvPr/>
            </p:nvSpPr>
            <p:spPr bwMode="auto">
              <a:xfrm>
                <a:off x="1677" y="957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P1</a:t>
                </a:r>
              </a:p>
            </p:txBody>
          </p:sp>
        </p:grpSp>
        <p:grpSp>
          <p:nvGrpSpPr>
            <p:cNvPr id="153723" name="Group 123"/>
            <p:cNvGrpSpPr>
              <a:grpSpLocks/>
            </p:cNvGrpSpPr>
            <p:nvPr/>
          </p:nvGrpSpPr>
          <p:grpSpPr bwMode="auto">
            <a:xfrm>
              <a:off x="1533" y="1149"/>
              <a:ext cx="1155" cy="233"/>
              <a:chOff x="1677" y="1101"/>
              <a:chExt cx="1155" cy="233"/>
            </a:xfrm>
          </p:grpSpPr>
          <p:sp>
            <p:nvSpPr>
              <p:cNvPr id="153724" name="Rectangle 124"/>
              <p:cNvSpPr>
                <a:spLocks noChangeArrowheads="1"/>
              </p:cNvSpPr>
              <p:nvPr/>
            </p:nvSpPr>
            <p:spPr bwMode="auto">
              <a:xfrm>
                <a:off x="1968" y="115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3725" name="Text Box 125"/>
              <p:cNvSpPr txBox="1">
                <a:spLocks noChangeArrowheads="1"/>
              </p:cNvSpPr>
              <p:nvPr/>
            </p:nvSpPr>
            <p:spPr bwMode="auto">
              <a:xfrm>
                <a:off x="1677" y="110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P2</a:t>
                </a:r>
              </a:p>
            </p:txBody>
          </p:sp>
        </p:grpSp>
        <p:grpSp>
          <p:nvGrpSpPr>
            <p:cNvPr id="153726" name="Group 126"/>
            <p:cNvGrpSpPr>
              <a:grpSpLocks/>
            </p:cNvGrpSpPr>
            <p:nvPr/>
          </p:nvGrpSpPr>
          <p:grpSpPr bwMode="auto">
            <a:xfrm>
              <a:off x="1533" y="1293"/>
              <a:ext cx="1155" cy="233"/>
              <a:chOff x="1677" y="1245"/>
              <a:chExt cx="1155" cy="233"/>
            </a:xfrm>
          </p:grpSpPr>
          <p:sp>
            <p:nvSpPr>
              <p:cNvPr id="153727" name="Rectangle 127"/>
              <p:cNvSpPr>
                <a:spLocks noChangeArrowheads="1"/>
              </p:cNvSpPr>
              <p:nvPr/>
            </p:nvSpPr>
            <p:spPr bwMode="auto">
              <a:xfrm>
                <a:off x="1968" y="1296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3728" name="Text Box 128"/>
              <p:cNvSpPr txBox="1">
                <a:spLocks noChangeArrowheads="1"/>
              </p:cNvSpPr>
              <p:nvPr/>
            </p:nvSpPr>
            <p:spPr bwMode="auto">
              <a:xfrm>
                <a:off x="1677" y="1245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P3</a:t>
                </a:r>
              </a:p>
            </p:txBody>
          </p:sp>
        </p:grpSp>
        <p:grpSp>
          <p:nvGrpSpPr>
            <p:cNvPr id="153729" name="Group 129"/>
            <p:cNvGrpSpPr>
              <a:grpSpLocks/>
            </p:cNvGrpSpPr>
            <p:nvPr/>
          </p:nvGrpSpPr>
          <p:grpSpPr bwMode="auto">
            <a:xfrm>
              <a:off x="1533" y="1437"/>
              <a:ext cx="1155" cy="233"/>
              <a:chOff x="1677" y="1389"/>
              <a:chExt cx="1155" cy="233"/>
            </a:xfrm>
          </p:grpSpPr>
          <p:sp>
            <p:nvSpPr>
              <p:cNvPr id="153730" name="Rectangle 130"/>
              <p:cNvSpPr>
                <a:spLocks noChangeArrowheads="1"/>
              </p:cNvSpPr>
              <p:nvPr/>
            </p:nvSpPr>
            <p:spPr bwMode="auto">
              <a:xfrm>
                <a:off x="1968" y="144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3731" name="Text Box 131"/>
              <p:cNvSpPr txBox="1">
                <a:spLocks noChangeArrowheads="1"/>
              </p:cNvSpPr>
              <p:nvPr/>
            </p:nvSpPr>
            <p:spPr bwMode="auto">
              <a:xfrm>
                <a:off x="1677" y="1389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P4</a:t>
                </a:r>
              </a:p>
            </p:txBody>
          </p:sp>
        </p:grpSp>
        <p:sp>
          <p:nvSpPr>
            <p:cNvPr id="153732" name="Line 132"/>
            <p:cNvSpPr>
              <a:spLocks noChangeShapeType="1"/>
            </p:cNvSpPr>
            <p:nvPr/>
          </p:nvSpPr>
          <p:spPr bwMode="auto">
            <a:xfrm>
              <a:off x="1824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53733" name="Line 133"/>
            <p:cNvSpPr>
              <a:spLocks noChangeShapeType="1"/>
            </p:cNvSpPr>
            <p:nvPr/>
          </p:nvSpPr>
          <p:spPr bwMode="auto">
            <a:xfrm>
              <a:off x="268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53734" name="Text Box 134"/>
            <p:cNvSpPr txBox="1">
              <a:spLocks noChangeArrowheads="1"/>
            </p:cNvSpPr>
            <p:nvPr/>
          </p:nvSpPr>
          <p:spPr bwMode="auto">
            <a:xfrm>
              <a:off x="1627" y="621"/>
              <a:ext cx="1213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Physical Regs</a:t>
              </a:r>
            </a:p>
          </p:txBody>
        </p:sp>
        <p:sp>
          <p:nvSpPr>
            <p:cNvPr id="153735" name="Rectangle 135"/>
            <p:cNvSpPr>
              <a:spLocks noChangeArrowheads="1"/>
            </p:cNvSpPr>
            <p:nvPr/>
          </p:nvSpPr>
          <p:spPr bwMode="auto">
            <a:xfrm>
              <a:off x="2688" y="1632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53736" name="Rectangle 136"/>
            <p:cNvSpPr>
              <a:spLocks noChangeArrowheads="1"/>
            </p:cNvSpPr>
            <p:nvPr/>
          </p:nvSpPr>
          <p:spPr bwMode="auto">
            <a:xfrm>
              <a:off x="2688" y="1776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53737" name="Rectangle 137"/>
            <p:cNvSpPr>
              <a:spLocks noChangeArrowheads="1"/>
            </p:cNvSpPr>
            <p:nvPr/>
          </p:nvSpPr>
          <p:spPr bwMode="auto">
            <a:xfrm>
              <a:off x="2688" y="1920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53738" name="Rectangle 138"/>
            <p:cNvSpPr>
              <a:spLocks noChangeArrowheads="1"/>
            </p:cNvSpPr>
            <p:nvPr/>
          </p:nvSpPr>
          <p:spPr bwMode="auto">
            <a:xfrm>
              <a:off x="2688" y="912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3739" name="Rectangle 139"/>
            <p:cNvSpPr>
              <a:spLocks noChangeArrowheads="1"/>
            </p:cNvSpPr>
            <p:nvPr/>
          </p:nvSpPr>
          <p:spPr bwMode="auto">
            <a:xfrm>
              <a:off x="2689" y="2448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3740" name="Rectangle 140"/>
            <p:cNvSpPr>
              <a:spLocks noChangeArrowheads="1"/>
            </p:cNvSpPr>
            <p:nvPr/>
          </p:nvSpPr>
          <p:spPr bwMode="auto">
            <a:xfrm>
              <a:off x="2688" y="1056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3741" name="Rectangle 141"/>
            <p:cNvSpPr>
              <a:spLocks noChangeArrowheads="1"/>
            </p:cNvSpPr>
            <p:nvPr/>
          </p:nvSpPr>
          <p:spPr bwMode="auto">
            <a:xfrm>
              <a:off x="2688" y="1200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3742" name="Rectangle 142"/>
            <p:cNvSpPr>
              <a:spLocks noChangeArrowheads="1"/>
            </p:cNvSpPr>
            <p:nvPr/>
          </p:nvSpPr>
          <p:spPr bwMode="auto">
            <a:xfrm>
              <a:off x="2688" y="1344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3743" name="Rectangle 143"/>
            <p:cNvSpPr>
              <a:spLocks noChangeArrowheads="1"/>
            </p:cNvSpPr>
            <p:nvPr/>
          </p:nvSpPr>
          <p:spPr bwMode="auto">
            <a:xfrm>
              <a:off x="2688" y="1488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3744" name="Line 144"/>
            <p:cNvSpPr>
              <a:spLocks noChangeShapeType="1"/>
            </p:cNvSpPr>
            <p:nvPr/>
          </p:nvSpPr>
          <p:spPr bwMode="auto">
            <a:xfrm>
              <a:off x="268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53745" name="Line 145"/>
            <p:cNvSpPr>
              <a:spLocks noChangeShapeType="1"/>
            </p:cNvSpPr>
            <p:nvPr/>
          </p:nvSpPr>
          <p:spPr bwMode="auto">
            <a:xfrm>
              <a:off x="2879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grpSp>
          <p:nvGrpSpPr>
            <p:cNvPr id="153746" name="Group 146"/>
            <p:cNvGrpSpPr>
              <a:grpSpLocks/>
            </p:cNvGrpSpPr>
            <p:nvPr/>
          </p:nvGrpSpPr>
          <p:grpSpPr bwMode="auto">
            <a:xfrm>
              <a:off x="1533" y="2013"/>
              <a:ext cx="1155" cy="233"/>
              <a:chOff x="1677" y="1821"/>
              <a:chExt cx="1155" cy="233"/>
            </a:xfrm>
          </p:grpSpPr>
          <p:sp>
            <p:nvSpPr>
              <p:cNvPr id="153747" name="Rectangle 147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&lt;R1&gt;</a:t>
                </a:r>
              </a:p>
            </p:txBody>
          </p:sp>
          <p:sp>
            <p:nvSpPr>
              <p:cNvPr id="153748" name="Text Box 148"/>
              <p:cNvSpPr txBox="1">
                <a:spLocks noChangeArrowheads="1"/>
              </p:cNvSpPr>
              <p:nvPr/>
            </p:nvSpPr>
            <p:spPr bwMode="auto">
              <a:xfrm>
                <a:off x="1677" y="182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P8</a:t>
                </a:r>
              </a:p>
            </p:txBody>
          </p:sp>
        </p:grpSp>
        <p:sp>
          <p:nvSpPr>
            <p:cNvPr id="153749" name="Rectangle 149"/>
            <p:cNvSpPr>
              <a:spLocks noChangeArrowheads="1"/>
            </p:cNvSpPr>
            <p:nvPr/>
          </p:nvSpPr>
          <p:spPr bwMode="auto">
            <a:xfrm>
              <a:off x="2688" y="2064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</p:grpSp>
      <p:grpSp>
        <p:nvGrpSpPr>
          <p:cNvPr id="153750" name="Group 150"/>
          <p:cNvGrpSpPr>
            <a:grpSpLocks/>
          </p:cNvGrpSpPr>
          <p:nvPr/>
        </p:nvGrpSpPr>
        <p:grpSpPr bwMode="auto">
          <a:xfrm>
            <a:off x="6864351" y="1676400"/>
            <a:ext cx="685800" cy="228600"/>
            <a:chOff x="3168" y="912"/>
            <a:chExt cx="432" cy="144"/>
          </a:xfrm>
        </p:grpSpPr>
        <p:sp>
          <p:nvSpPr>
            <p:cNvPr id="153751" name="Line 151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3752" name="Line 152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53753" name="Group 153"/>
          <p:cNvGrpSpPr>
            <a:grpSpLocks/>
          </p:cNvGrpSpPr>
          <p:nvPr/>
        </p:nvGrpSpPr>
        <p:grpSpPr bwMode="auto">
          <a:xfrm>
            <a:off x="1979615" y="1219201"/>
            <a:ext cx="2047875" cy="2574925"/>
            <a:chOff x="91" y="624"/>
            <a:chExt cx="1290" cy="1622"/>
          </a:xfrm>
        </p:grpSpPr>
        <p:grpSp>
          <p:nvGrpSpPr>
            <p:cNvPr id="153754" name="Group 154"/>
            <p:cNvGrpSpPr>
              <a:grpSpLocks/>
            </p:cNvGrpSpPr>
            <p:nvPr/>
          </p:nvGrpSpPr>
          <p:grpSpPr bwMode="auto">
            <a:xfrm>
              <a:off x="91" y="1005"/>
              <a:ext cx="1161" cy="1241"/>
              <a:chOff x="235" y="957"/>
              <a:chExt cx="1161" cy="1241"/>
            </a:xfrm>
          </p:grpSpPr>
          <p:grpSp>
            <p:nvGrpSpPr>
              <p:cNvPr id="153755" name="Group 155"/>
              <p:cNvGrpSpPr>
                <a:grpSpLocks/>
              </p:cNvGrpSpPr>
              <p:nvPr/>
            </p:nvGrpSpPr>
            <p:grpSpPr bwMode="auto">
              <a:xfrm>
                <a:off x="235" y="1677"/>
                <a:ext cx="1161" cy="233"/>
                <a:chOff x="235" y="1677"/>
                <a:chExt cx="1161" cy="233"/>
              </a:xfrm>
            </p:grpSpPr>
            <p:sp>
              <p:nvSpPr>
                <p:cNvPr id="153756" name="Rectangle 156"/>
                <p:cNvSpPr>
                  <a:spLocks noChangeArrowheads="1"/>
                </p:cNvSpPr>
                <p:nvPr/>
              </p:nvSpPr>
              <p:spPr bwMode="auto">
                <a:xfrm>
                  <a:off x="532" y="1728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53757" name="Text Box 157"/>
                <p:cNvSpPr txBox="1">
                  <a:spLocks noChangeArrowheads="1"/>
                </p:cNvSpPr>
                <p:nvPr/>
              </p:nvSpPr>
              <p:spPr bwMode="auto">
                <a:xfrm>
                  <a:off x="235" y="1677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R5</a:t>
                  </a:r>
                </a:p>
              </p:txBody>
            </p:sp>
          </p:grpSp>
          <p:grpSp>
            <p:nvGrpSpPr>
              <p:cNvPr id="153758" name="Group 158"/>
              <p:cNvGrpSpPr>
                <a:grpSpLocks/>
              </p:cNvGrpSpPr>
              <p:nvPr/>
            </p:nvGrpSpPr>
            <p:grpSpPr bwMode="auto">
              <a:xfrm>
                <a:off x="235" y="1821"/>
                <a:ext cx="1161" cy="233"/>
                <a:chOff x="235" y="1821"/>
                <a:chExt cx="1161" cy="233"/>
              </a:xfrm>
            </p:grpSpPr>
            <p:sp>
              <p:nvSpPr>
                <p:cNvPr id="153759" name="Rectangle 159"/>
                <p:cNvSpPr>
                  <a:spLocks noChangeArrowheads="1"/>
                </p:cNvSpPr>
                <p:nvPr/>
              </p:nvSpPr>
              <p:spPr bwMode="auto">
                <a:xfrm>
                  <a:off x="532" y="1872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P5</a:t>
                  </a:r>
                </a:p>
              </p:txBody>
            </p:sp>
            <p:sp>
              <p:nvSpPr>
                <p:cNvPr id="153760" name="Text Box 160"/>
                <p:cNvSpPr txBox="1">
                  <a:spLocks noChangeArrowheads="1"/>
                </p:cNvSpPr>
                <p:nvPr/>
              </p:nvSpPr>
              <p:spPr bwMode="auto">
                <a:xfrm>
                  <a:off x="235" y="1821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R6</a:t>
                  </a:r>
                </a:p>
              </p:txBody>
            </p:sp>
          </p:grpSp>
          <p:grpSp>
            <p:nvGrpSpPr>
              <p:cNvPr id="153761" name="Group 161"/>
              <p:cNvGrpSpPr>
                <a:grpSpLocks/>
              </p:cNvGrpSpPr>
              <p:nvPr/>
            </p:nvGrpSpPr>
            <p:grpSpPr bwMode="auto">
              <a:xfrm>
                <a:off x="235" y="1965"/>
                <a:ext cx="1161" cy="233"/>
                <a:chOff x="235" y="1965"/>
                <a:chExt cx="1161" cy="233"/>
              </a:xfrm>
            </p:grpSpPr>
            <p:sp>
              <p:nvSpPr>
                <p:cNvPr id="153762" name="Rectangle 162"/>
                <p:cNvSpPr>
                  <a:spLocks noChangeArrowheads="1"/>
                </p:cNvSpPr>
                <p:nvPr/>
              </p:nvSpPr>
              <p:spPr bwMode="auto">
                <a:xfrm>
                  <a:off x="532" y="2016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P6</a:t>
                  </a:r>
                </a:p>
              </p:txBody>
            </p:sp>
            <p:sp>
              <p:nvSpPr>
                <p:cNvPr id="153763" name="Text Box 163"/>
                <p:cNvSpPr txBox="1">
                  <a:spLocks noChangeArrowheads="1"/>
                </p:cNvSpPr>
                <p:nvPr/>
              </p:nvSpPr>
              <p:spPr bwMode="auto">
                <a:xfrm>
                  <a:off x="235" y="1965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R7</a:t>
                  </a:r>
                </a:p>
              </p:txBody>
            </p:sp>
          </p:grpSp>
          <p:grpSp>
            <p:nvGrpSpPr>
              <p:cNvPr id="153764" name="Group 164"/>
              <p:cNvGrpSpPr>
                <a:grpSpLocks/>
              </p:cNvGrpSpPr>
              <p:nvPr/>
            </p:nvGrpSpPr>
            <p:grpSpPr bwMode="auto">
              <a:xfrm>
                <a:off x="235" y="957"/>
                <a:ext cx="1161" cy="233"/>
                <a:chOff x="235" y="957"/>
                <a:chExt cx="1161" cy="233"/>
              </a:xfrm>
            </p:grpSpPr>
            <p:sp>
              <p:nvSpPr>
                <p:cNvPr id="153765" name="Rectangle 165"/>
                <p:cNvSpPr>
                  <a:spLocks noChangeArrowheads="1"/>
                </p:cNvSpPr>
                <p:nvPr/>
              </p:nvSpPr>
              <p:spPr bwMode="auto">
                <a:xfrm>
                  <a:off x="532" y="1008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53766" name="Text Box 166"/>
                <p:cNvSpPr txBox="1">
                  <a:spLocks noChangeArrowheads="1"/>
                </p:cNvSpPr>
                <p:nvPr/>
              </p:nvSpPr>
              <p:spPr bwMode="auto">
                <a:xfrm>
                  <a:off x="235" y="957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R0</a:t>
                  </a:r>
                </a:p>
              </p:txBody>
            </p:sp>
          </p:grpSp>
          <p:grpSp>
            <p:nvGrpSpPr>
              <p:cNvPr id="153767" name="Group 167"/>
              <p:cNvGrpSpPr>
                <a:grpSpLocks/>
              </p:cNvGrpSpPr>
              <p:nvPr/>
            </p:nvGrpSpPr>
            <p:grpSpPr bwMode="auto">
              <a:xfrm>
                <a:off x="235" y="1101"/>
                <a:ext cx="1161" cy="233"/>
                <a:chOff x="235" y="1101"/>
                <a:chExt cx="1161" cy="233"/>
              </a:xfrm>
            </p:grpSpPr>
            <p:sp>
              <p:nvSpPr>
                <p:cNvPr id="153768" name="Rectangle 168"/>
                <p:cNvSpPr>
                  <a:spLocks noChangeArrowheads="1"/>
                </p:cNvSpPr>
                <p:nvPr/>
              </p:nvSpPr>
              <p:spPr bwMode="auto">
                <a:xfrm>
                  <a:off x="532" y="1152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P8</a:t>
                  </a:r>
                </a:p>
              </p:txBody>
            </p:sp>
            <p:sp>
              <p:nvSpPr>
                <p:cNvPr id="153769" name="Text Box 169"/>
                <p:cNvSpPr txBox="1">
                  <a:spLocks noChangeArrowheads="1"/>
                </p:cNvSpPr>
                <p:nvPr/>
              </p:nvSpPr>
              <p:spPr bwMode="auto">
                <a:xfrm>
                  <a:off x="235" y="1101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R1</a:t>
                  </a:r>
                </a:p>
              </p:txBody>
            </p:sp>
          </p:grpSp>
          <p:grpSp>
            <p:nvGrpSpPr>
              <p:cNvPr id="153770" name="Group 170"/>
              <p:cNvGrpSpPr>
                <a:grpSpLocks/>
              </p:cNvGrpSpPr>
              <p:nvPr/>
            </p:nvGrpSpPr>
            <p:grpSpPr bwMode="auto">
              <a:xfrm>
                <a:off x="235" y="1245"/>
                <a:ext cx="1161" cy="233"/>
                <a:chOff x="235" y="1245"/>
                <a:chExt cx="1161" cy="233"/>
              </a:xfrm>
            </p:grpSpPr>
            <p:sp>
              <p:nvSpPr>
                <p:cNvPr id="153771" name="Rectangle 171"/>
                <p:cNvSpPr>
                  <a:spLocks noChangeArrowheads="1"/>
                </p:cNvSpPr>
                <p:nvPr/>
              </p:nvSpPr>
              <p:spPr bwMode="auto">
                <a:xfrm>
                  <a:off x="532" y="1296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53772" name="Text Box 172"/>
                <p:cNvSpPr txBox="1">
                  <a:spLocks noChangeArrowheads="1"/>
                </p:cNvSpPr>
                <p:nvPr/>
              </p:nvSpPr>
              <p:spPr bwMode="auto">
                <a:xfrm>
                  <a:off x="235" y="1245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R2</a:t>
                  </a:r>
                </a:p>
              </p:txBody>
            </p:sp>
          </p:grpSp>
          <p:grpSp>
            <p:nvGrpSpPr>
              <p:cNvPr id="153773" name="Group 173"/>
              <p:cNvGrpSpPr>
                <a:grpSpLocks/>
              </p:cNvGrpSpPr>
              <p:nvPr/>
            </p:nvGrpSpPr>
            <p:grpSpPr bwMode="auto">
              <a:xfrm>
                <a:off x="235" y="1389"/>
                <a:ext cx="1161" cy="233"/>
                <a:chOff x="235" y="1389"/>
                <a:chExt cx="1161" cy="233"/>
              </a:xfrm>
            </p:grpSpPr>
            <p:sp>
              <p:nvSpPr>
                <p:cNvPr id="153774" name="Rectangle 174"/>
                <p:cNvSpPr>
                  <a:spLocks noChangeArrowheads="1"/>
                </p:cNvSpPr>
                <p:nvPr/>
              </p:nvSpPr>
              <p:spPr bwMode="auto">
                <a:xfrm>
                  <a:off x="532" y="1440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P7</a:t>
                  </a:r>
                </a:p>
              </p:txBody>
            </p:sp>
            <p:sp>
              <p:nvSpPr>
                <p:cNvPr id="153775" name="Text Box 175"/>
                <p:cNvSpPr txBox="1">
                  <a:spLocks noChangeArrowheads="1"/>
                </p:cNvSpPr>
                <p:nvPr/>
              </p:nvSpPr>
              <p:spPr bwMode="auto">
                <a:xfrm>
                  <a:off x="235" y="1389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R3</a:t>
                  </a:r>
                </a:p>
              </p:txBody>
            </p:sp>
          </p:grpSp>
          <p:grpSp>
            <p:nvGrpSpPr>
              <p:cNvPr id="153776" name="Group 176"/>
              <p:cNvGrpSpPr>
                <a:grpSpLocks/>
              </p:cNvGrpSpPr>
              <p:nvPr/>
            </p:nvGrpSpPr>
            <p:grpSpPr bwMode="auto">
              <a:xfrm>
                <a:off x="235" y="1533"/>
                <a:ext cx="1161" cy="233"/>
                <a:chOff x="235" y="1533"/>
                <a:chExt cx="1161" cy="233"/>
              </a:xfrm>
            </p:grpSpPr>
            <p:sp>
              <p:nvSpPr>
                <p:cNvPr id="153777" name="Rectangle 177"/>
                <p:cNvSpPr>
                  <a:spLocks noChangeArrowheads="1"/>
                </p:cNvSpPr>
                <p:nvPr/>
              </p:nvSpPr>
              <p:spPr bwMode="auto">
                <a:xfrm>
                  <a:off x="532" y="1584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53778" name="Text Box 178"/>
                <p:cNvSpPr txBox="1">
                  <a:spLocks noChangeArrowheads="1"/>
                </p:cNvSpPr>
                <p:nvPr/>
              </p:nvSpPr>
              <p:spPr bwMode="auto">
                <a:xfrm>
                  <a:off x="235" y="1533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R4</a:t>
                  </a:r>
                </a:p>
              </p:txBody>
            </p:sp>
          </p:grpSp>
        </p:grpSp>
        <p:sp>
          <p:nvSpPr>
            <p:cNvPr id="153779" name="Text Box 179"/>
            <p:cNvSpPr txBox="1">
              <a:spLocks noChangeArrowheads="1"/>
            </p:cNvSpPr>
            <p:nvPr/>
          </p:nvSpPr>
          <p:spPr bwMode="auto">
            <a:xfrm>
              <a:off x="288" y="624"/>
              <a:ext cx="1093" cy="44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Rename Table</a:t>
              </a:r>
            </a:p>
          </p:txBody>
        </p:sp>
      </p:grpSp>
      <p:grpSp>
        <p:nvGrpSpPr>
          <p:cNvPr id="153780" name="Group 180"/>
          <p:cNvGrpSpPr>
            <a:grpSpLocks/>
          </p:cNvGrpSpPr>
          <p:nvPr/>
        </p:nvGrpSpPr>
        <p:grpSpPr bwMode="auto">
          <a:xfrm>
            <a:off x="2444750" y="2052639"/>
            <a:ext cx="847726" cy="369887"/>
            <a:chOff x="384" y="1149"/>
            <a:chExt cx="534" cy="233"/>
          </a:xfrm>
        </p:grpSpPr>
        <p:grpSp>
          <p:nvGrpSpPr>
            <p:cNvPr id="153781" name="Group 181"/>
            <p:cNvGrpSpPr>
              <a:grpSpLocks/>
            </p:cNvGrpSpPr>
            <p:nvPr/>
          </p:nvGrpSpPr>
          <p:grpSpPr bwMode="auto">
            <a:xfrm>
              <a:off x="384" y="1200"/>
              <a:ext cx="288" cy="144"/>
              <a:chOff x="3168" y="912"/>
              <a:chExt cx="432" cy="144"/>
            </a:xfrm>
          </p:grpSpPr>
          <p:sp>
            <p:nvSpPr>
              <p:cNvPr id="153782" name="Line 182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3783" name="Line 183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3784" name="Text Box 184"/>
            <p:cNvSpPr txBox="1">
              <a:spLocks noChangeArrowheads="1"/>
            </p:cNvSpPr>
            <p:nvPr/>
          </p:nvSpPr>
          <p:spPr bwMode="auto">
            <a:xfrm>
              <a:off x="621" y="114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Verdana" pitchFamily="34" charset="0"/>
                </a:rPr>
                <a:t>P0</a:t>
              </a:r>
            </a:p>
          </p:txBody>
        </p:sp>
      </p:grpSp>
      <p:sp>
        <p:nvSpPr>
          <p:cNvPr id="153785" name="Text Box 185"/>
          <p:cNvSpPr txBox="1">
            <a:spLocks noChangeArrowheads="1"/>
          </p:cNvSpPr>
          <p:nvPr/>
        </p:nvSpPr>
        <p:spPr bwMode="auto">
          <a:xfrm>
            <a:off x="6788149" y="48768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P8</a:t>
            </a:r>
          </a:p>
        </p:txBody>
      </p:sp>
      <p:sp>
        <p:nvSpPr>
          <p:cNvPr id="153786" name="Text Box 186"/>
          <p:cNvSpPr txBox="1">
            <a:spLocks noChangeArrowheads="1"/>
          </p:cNvSpPr>
          <p:nvPr/>
        </p:nvSpPr>
        <p:spPr bwMode="auto">
          <a:xfrm>
            <a:off x="6788149" y="51054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P7</a:t>
            </a:r>
          </a:p>
        </p:txBody>
      </p:sp>
      <p:grpSp>
        <p:nvGrpSpPr>
          <p:cNvPr id="153787" name="Group 187"/>
          <p:cNvGrpSpPr>
            <a:grpSpLocks/>
          </p:cNvGrpSpPr>
          <p:nvPr/>
        </p:nvGrpSpPr>
        <p:grpSpPr bwMode="auto">
          <a:xfrm>
            <a:off x="6864351" y="1905000"/>
            <a:ext cx="685800" cy="228600"/>
            <a:chOff x="3168" y="912"/>
            <a:chExt cx="432" cy="144"/>
          </a:xfrm>
        </p:grpSpPr>
        <p:sp>
          <p:nvSpPr>
            <p:cNvPr id="153788" name="Line 188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3789" name="Line 189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53790" name="Group 190"/>
          <p:cNvGrpSpPr>
            <a:grpSpLocks/>
          </p:cNvGrpSpPr>
          <p:nvPr/>
        </p:nvGrpSpPr>
        <p:grpSpPr bwMode="auto">
          <a:xfrm>
            <a:off x="2444750" y="2509840"/>
            <a:ext cx="847726" cy="369887"/>
            <a:chOff x="384" y="1437"/>
            <a:chExt cx="534" cy="233"/>
          </a:xfrm>
        </p:grpSpPr>
        <p:grpSp>
          <p:nvGrpSpPr>
            <p:cNvPr id="153791" name="Group 191"/>
            <p:cNvGrpSpPr>
              <a:grpSpLocks/>
            </p:cNvGrpSpPr>
            <p:nvPr/>
          </p:nvGrpSpPr>
          <p:grpSpPr bwMode="auto">
            <a:xfrm>
              <a:off x="384" y="1488"/>
              <a:ext cx="288" cy="144"/>
              <a:chOff x="3168" y="912"/>
              <a:chExt cx="432" cy="144"/>
            </a:xfrm>
          </p:grpSpPr>
          <p:sp>
            <p:nvSpPr>
              <p:cNvPr id="153792" name="Line 192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3793" name="Line 193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3794" name="Text Box 194"/>
            <p:cNvSpPr txBox="1">
              <a:spLocks noChangeArrowheads="1"/>
            </p:cNvSpPr>
            <p:nvPr/>
          </p:nvSpPr>
          <p:spPr bwMode="auto">
            <a:xfrm>
              <a:off x="621" y="1437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Verdana" pitchFamily="34" charset="0"/>
                </a:rPr>
                <a:t>P1</a:t>
              </a:r>
            </a:p>
          </p:txBody>
        </p:sp>
      </p:grpSp>
      <p:sp>
        <p:nvSpPr>
          <p:cNvPr id="153795" name="Text Box 195"/>
          <p:cNvSpPr txBox="1">
            <a:spLocks noChangeArrowheads="1"/>
          </p:cNvSpPr>
          <p:nvPr/>
        </p:nvSpPr>
        <p:spPr bwMode="auto">
          <a:xfrm>
            <a:off x="6788149" y="53340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P5</a:t>
            </a:r>
          </a:p>
        </p:txBody>
      </p:sp>
      <p:grpSp>
        <p:nvGrpSpPr>
          <p:cNvPr id="153796" name="Group 196"/>
          <p:cNvGrpSpPr>
            <a:grpSpLocks/>
          </p:cNvGrpSpPr>
          <p:nvPr/>
        </p:nvGrpSpPr>
        <p:grpSpPr bwMode="auto">
          <a:xfrm>
            <a:off x="2444750" y="3195640"/>
            <a:ext cx="847726" cy="369887"/>
            <a:chOff x="384" y="1869"/>
            <a:chExt cx="534" cy="233"/>
          </a:xfrm>
        </p:grpSpPr>
        <p:grpSp>
          <p:nvGrpSpPr>
            <p:cNvPr id="153797" name="Group 197"/>
            <p:cNvGrpSpPr>
              <a:grpSpLocks/>
            </p:cNvGrpSpPr>
            <p:nvPr/>
          </p:nvGrpSpPr>
          <p:grpSpPr bwMode="auto">
            <a:xfrm>
              <a:off x="384" y="1920"/>
              <a:ext cx="288" cy="144"/>
              <a:chOff x="3168" y="912"/>
              <a:chExt cx="432" cy="144"/>
            </a:xfrm>
          </p:grpSpPr>
          <p:sp>
            <p:nvSpPr>
              <p:cNvPr id="153798" name="Line 198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3799" name="Line 199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3800" name="Text Box 200"/>
            <p:cNvSpPr txBox="1">
              <a:spLocks noChangeArrowheads="1"/>
            </p:cNvSpPr>
            <p:nvPr/>
          </p:nvSpPr>
          <p:spPr bwMode="auto">
            <a:xfrm>
              <a:off x="621" y="186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P3</a:t>
              </a:r>
            </a:p>
          </p:txBody>
        </p:sp>
      </p:grpSp>
      <p:grpSp>
        <p:nvGrpSpPr>
          <p:cNvPr id="153801" name="Group 201"/>
          <p:cNvGrpSpPr>
            <a:grpSpLocks/>
          </p:cNvGrpSpPr>
          <p:nvPr/>
        </p:nvGrpSpPr>
        <p:grpSpPr bwMode="auto">
          <a:xfrm>
            <a:off x="6864351" y="2133600"/>
            <a:ext cx="685800" cy="228600"/>
            <a:chOff x="3168" y="912"/>
            <a:chExt cx="432" cy="144"/>
          </a:xfrm>
        </p:grpSpPr>
        <p:sp>
          <p:nvSpPr>
            <p:cNvPr id="153802" name="Line 202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3803" name="Line 203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53804" name="Text Box 204"/>
          <p:cNvSpPr txBox="1">
            <a:spLocks noChangeArrowheads="1"/>
          </p:cNvSpPr>
          <p:nvPr/>
        </p:nvSpPr>
        <p:spPr bwMode="auto">
          <a:xfrm>
            <a:off x="6788149" y="55626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P1</a:t>
            </a:r>
          </a:p>
        </p:txBody>
      </p:sp>
      <p:grpSp>
        <p:nvGrpSpPr>
          <p:cNvPr id="153805" name="Group 205"/>
          <p:cNvGrpSpPr>
            <a:grpSpLocks/>
          </p:cNvGrpSpPr>
          <p:nvPr/>
        </p:nvGrpSpPr>
        <p:grpSpPr bwMode="auto">
          <a:xfrm>
            <a:off x="2901950" y="2509840"/>
            <a:ext cx="847726" cy="369887"/>
            <a:chOff x="672" y="1437"/>
            <a:chExt cx="534" cy="233"/>
          </a:xfrm>
        </p:grpSpPr>
        <p:grpSp>
          <p:nvGrpSpPr>
            <p:cNvPr id="153806" name="Group 206"/>
            <p:cNvGrpSpPr>
              <a:grpSpLocks/>
            </p:cNvGrpSpPr>
            <p:nvPr/>
          </p:nvGrpSpPr>
          <p:grpSpPr bwMode="auto">
            <a:xfrm>
              <a:off x="672" y="1488"/>
              <a:ext cx="288" cy="144"/>
              <a:chOff x="3168" y="912"/>
              <a:chExt cx="432" cy="144"/>
            </a:xfrm>
          </p:grpSpPr>
          <p:sp>
            <p:nvSpPr>
              <p:cNvPr id="153807" name="Line 207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3808" name="Line 208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3809" name="Text Box 209"/>
            <p:cNvSpPr txBox="1">
              <a:spLocks noChangeArrowheads="1"/>
            </p:cNvSpPr>
            <p:nvPr/>
          </p:nvSpPr>
          <p:spPr bwMode="auto">
            <a:xfrm>
              <a:off x="909" y="1437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P2</a:t>
              </a:r>
            </a:p>
          </p:txBody>
        </p:sp>
      </p:grpSp>
      <p:sp>
        <p:nvSpPr>
          <p:cNvPr id="153810" name="Text Box 210"/>
          <p:cNvSpPr txBox="1">
            <a:spLocks noChangeArrowheads="1"/>
          </p:cNvSpPr>
          <p:nvPr/>
        </p:nvSpPr>
        <p:spPr bwMode="auto">
          <a:xfrm>
            <a:off x="2063751" y="55626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x          add         P1            P3      r3                P2</a:t>
            </a:r>
          </a:p>
        </p:txBody>
      </p:sp>
      <p:sp>
        <p:nvSpPr>
          <p:cNvPr id="153811" name="Text Box 211"/>
          <p:cNvSpPr txBox="1">
            <a:spLocks noChangeArrowheads="1"/>
          </p:cNvSpPr>
          <p:nvPr/>
        </p:nvSpPr>
        <p:spPr bwMode="auto">
          <a:xfrm>
            <a:off x="2133600" y="57912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x          ld           P0                     r6                P4</a:t>
            </a:r>
          </a:p>
        </p:txBody>
      </p:sp>
      <p:sp>
        <p:nvSpPr>
          <p:cNvPr id="153812" name="Text Box 212"/>
          <p:cNvSpPr txBox="1">
            <a:spLocks noChangeArrowheads="1"/>
          </p:cNvSpPr>
          <p:nvPr/>
        </p:nvSpPr>
        <p:spPr bwMode="auto">
          <a:xfrm>
            <a:off x="6788149" y="57912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P3</a:t>
            </a:r>
          </a:p>
        </p:txBody>
      </p:sp>
      <p:grpSp>
        <p:nvGrpSpPr>
          <p:cNvPr id="153813" name="Group 213"/>
          <p:cNvGrpSpPr>
            <a:grpSpLocks/>
          </p:cNvGrpSpPr>
          <p:nvPr/>
        </p:nvGrpSpPr>
        <p:grpSpPr bwMode="auto">
          <a:xfrm>
            <a:off x="6864351" y="2362200"/>
            <a:ext cx="685800" cy="228600"/>
            <a:chOff x="3168" y="912"/>
            <a:chExt cx="432" cy="144"/>
          </a:xfrm>
        </p:grpSpPr>
        <p:sp>
          <p:nvSpPr>
            <p:cNvPr id="153814" name="Line 214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3815" name="Line 215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53816" name="Group 216"/>
          <p:cNvGrpSpPr>
            <a:grpSpLocks/>
          </p:cNvGrpSpPr>
          <p:nvPr/>
        </p:nvGrpSpPr>
        <p:grpSpPr bwMode="auto">
          <a:xfrm>
            <a:off x="2901950" y="3195640"/>
            <a:ext cx="847726" cy="369887"/>
            <a:chOff x="672" y="1869"/>
            <a:chExt cx="534" cy="233"/>
          </a:xfrm>
        </p:grpSpPr>
        <p:grpSp>
          <p:nvGrpSpPr>
            <p:cNvPr id="153817" name="Group 217"/>
            <p:cNvGrpSpPr>
              <a:grpSpLocks/>
            </p:cNvGrpSpPr>
            <p:nvPr/>
          </p:nvGrpSpPr>
          <p:grpSpPr bwMode="auto">
            <a:xfrm>
              <a:off x="672" y="1920"/>
              <a:ext cx="288" cy="144"/>
              <a:chOff x="3168" y="912"/>
              <a:chExt cx="432" cy="144"/>
            </a:xfrm>
          </p:grpSpPr>
          <p:sp>
            <p:nvSpPr>
              <p:cNvPr id="153818" name="Line 218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3819" name="Line 219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3820" name="Text Box 220"/>
            <p:cNvSpPr txBox="1">
              <a:spLocks noChangeArrowheads="1"/>
            </p:cNvSpPr>
            <p:nvPr/>
          </p:nvSpPr>
          <p:spPr bwMode="auto">
            <a:xfrm>
              <a:off x="909" y="186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P4</a:t>
              </a:r>
            </a:p>
          </p:txBody>
        </p:sp>
      </p:grpSp>
      <p:grpSp>
        <p:nvGrpSpPr>
          <p:cNvPr id="153821" name="Group 221"/>
          <p:cNvGrpSpPr>
            <a:grpSpLocks/>
          </p:cNvGrpSpPr>
          <p:nvPr/>
        </p:nvGrpSpPr>
        <p:grpSpPr bwMode="auto">
          <a:xfrm>
            <a:off x="6864351" y="2590800"/>
            <a:ext cx="685800" cy="228600"/>
            <a:chOff x="3168" y="912"/>
            <a:chExt cx="432" cy="144"/>
          </a:xfrm>
        </p:grpSpPr>
        <p:sp>
          <p:nvSpPr>
            <p:cNvPr id="153822" name="Line 222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3823" name="Line 223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53824" name="Group 224"/>
          <p:cNvGrpSpPr>
            <a:grpSpLocks/>
          </p:cNvGrpSpPr>
          <p:nvPr/>
        </p:nvGrpSpPr>
        <p:grpSpPr bwMode="auto">
          <a:xfrm>
            <a:off x="8464550" y="4648200"/>
            <a:ext cx="2051051" cy="708025"/>
            <a:chOff x="4176" y="2784"/>
            <a:chExt cx="1292" cy="446"/>
          </a:xfrm>
        </p:grpSpPr>
        <p:sp>
          <p:nvSpPr>
            <p:cNvPr id="153825" name="Line 225"/>
            <p:cNvSpPr>
              <a:spLocks noChangeShapeType="1"/>
            </p:cNvSpPr>
            <p:nvPr/>
          </p:nvSpPr>
          <p:spPr bwMode="auto">
            <a:xfrm flipH="1">
              <a:off x="4176" y="3024"/>
              <a:ext cx="192" cy="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3826" name="Text Box 226"/>
            <p:cNvSpPr txBox="1">
              <a:spLocks noChangeArrowheads="1"/>
            </p:cNvSpPr>
            <p:nvPr/>
          </p:nvSpPr>
          <p:spPr bwMode="auto">
            <a:xfrm>
              <a:off x="4272" y="2784"/>
              <a:ext cx="1196" cy="44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>
                  <a:solidFill>
                    <a:schemeClr val="hlink"/>
                  </a:solidFill>
                  <a:latin typeface="Verdana" pitchFamily="34" charset="0"/>
                </a:rPr>
                <a:t>Execute &amp; Commit</a:t>
              </a:r>
            </a:p>
          </p:txBody>
        </p:sp>
      </p:grpSp>
      <p:grpSp>
        <p:nvGrpSpPr>
          <p:cNvPr id="153827" name="Group 227"/>
          <p:cNvGrpSpPr>
            <a:grpSpLocks/>
          </p:cNvGrpSpPr>
          <p:nvPr/>
        </p:nvGrpSpPr>
        <p:grpSpPr bwMode="auto">
          <a:xfrm>
            <a:off x="3892551" y="1828800"/>
            <a:ext cx="3733800" cy="4191000"/>
            <a:chOff x="1296" y="1008"/>
            <a:chExt cx="2352" cy="2640"/>
          </a:xfrm>
        </p:grpSpPr>
        <p:sp>
          <p:nvSpPr>
            <p:cNvPr id="153828" name="Line 228"/>
            <p:cNvSpPr>
              <a:spLocks noChangeShapeType="1"/>
            </p:cNvSpPr>
            <p:nvPr/>
          </p:nvSpPr>
          <p:spPr bwMode="auto">
            <a:xfrm flipH="1">
              <a:off x="1296" y="3072"/>
              <a:ext cx="2352" cy="144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3829" name="Line 229"/>
            <p:cNvSpPr>
              <a:spLocks noChangeShapeType="1"/>
            </p:cNvSpPr>
            <p:nvPr/>
          </p:nvSpPr>
          <p:spPr bwMode="auto">
            <a:xfrm flipH="1">
              <a:off x="1296" y="3120"/>
              <a:ext cx="2352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3830" name="Line 230"/>
            <p:cNvSpPr>
              <a:spLocks noChangeShapeType="1"/>
            </p:cNvSpPr>
            <p:nvPr/>
          </p:nvSpPr>
          <p:spPr bwMode="auto">
            <a:xfrm flipH="1" flipV="1">
              <a:off x="2832" y="1008"/>
              <a:ext cx="816" cy="2016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53831" name="Group 231"/>
          <p:cNvGrpSpPr>
            <a:grpSpLocks/>
          </p:cNvGrpSpPr>
          <p:nvPr/>
        </p:nvGrpSpPr>
        <p:grpSpPr bwMode="auto">
          <a:xfrm>
            <a:off x="3660776" y="1595439"/>
            <a:ext cx="2774950" cy="4591051"/>
            <a:chOff x="1150" y="861"/>
            <a:chExt cx="1748" cy="2892"/>
          </a:xfrm>
        </p:grpSpPr>
        <p:sp>
          <p:nvSpPr>
            <p:cNvPr id="153832" name="Text Box 232"/>
            <p:cNvSpPr txBox="1">
              <a:spLocks noChangeArrowheads="1"/>
            </p:cNvSpPr>
            <p:nvPr/>
          </p:nvSpPr>
          <p:spPr bwMode="auto">
            <a:xfrm>
              <a:off x="1150" y="3069"/>
              <a:ext cx="217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>
                  <a:solidFill>
                    <a:schemeClr val="hlink"/>
                  </a:solidFill>
                  <a:latin typeface="Verdana" pitchFamily="34" charset="0"/>
                </a:rPr>
                <a:t>p</a:t>
              </a:r>
            </a:p>
          </p:txBody>
        </p:sp>
        <p:sp>
          <p:nvSpPr>
            <p:cNvPr id="153833" name="Text Box 233"/>
            <p:cNvSpPr txBox="1">
              <a:spLocks noChangeArrowheads="1"/>
            </p:cNvSpPr>
            <p:nvPr/>
          </p:nvSpPr>
          <p:spPr bwMode="auto">
            <a:xfrm>
              <a:off x="1150" y="3501"/>
              <a:ext cx="217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>
                  <a:solidFill>
                    <a:schemeClr val="hlink"/>
                  </a:solidFill>
                  <a:latin typeface="Verdana" pitchFamily="34" charset="0"/>
                </a:rPr>
                <a:t>p</a:t>
              </a:r>
            </a:p>
          </p:txBody>
        </p:sp>
        <p:sp>
          <p:nvSpPr>
            <p:cNvPr id="153834" name="Text Box 234"/>
            <p:cNvSpPr txBox="1">
              <a:spLocks noChangeArrowheads="1"/>
            </p:cNvSpPr>
            <p:nvPr/>
          </p:nvSpPr>
          <p:spPr bwMode="auto">
            <a:xfrm>
              <a:off x="2691" y="877"/>
              <a:ext cx="20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Verdana" pitchFamily="34" charset="0"/>
                </a:rPr>
                <a:t>p</a:t>
              </a:r>
            </a:p>
          </p:txBody>
        </p:sp>
        <p:sp>
          <p:nvSpPr>
            <p:cNvPr id="153835" name="Text Box 235"/>
            <p:cNvSpPr txBox="1">
              <a:spLocks noChangeArrowheads="1"/>
            </p:cNvSpPr>
            <p:nvPr/>
          </p:nvSpPr>
          <p:spPr bwMode="auto">
            <a:xfrm>
              <a:off x="1784" y="861"/>
              <a:ext cx="549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Verdana" pitchFamily="34" charset="0"/>
                </a:rPr>
                <a:t>&lt;R1&gt;</a:t>
              </a:r>
            </a:p>
          </p:txBody>
        </p:sp>
      </p:grpSp>
      <p:sp>
        <p:nvSpPr>
          <p:cNvPr id="153836" name="Line 236"/>
          <p:cNvSpPr>
            <a:spLocks noChangeShapeType="1"/>
          </p:cNvSpPr>
          <p:nvPr/>
        </p:nvSpPr>
        <p:spPr bwMode="auto">
          <a:xfrm flipH="1" flipV="1">
            <a:off x="6330951" y="3733800"/>
            <a:ext cx="533400" cy="12954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grpSp>
        <p:nvGrpSpPr>
          <p:cNvPr id="153837" name="Group 237"/>
          <p:cNvGrpSpPr>
            <a:grpSpLocks/>
          </p:cNvGrpSpPr>
          <p:nvPr/>
        </p:nvGrpSpPr>
        <p:grpSpPr bwMode="auto">
          <a:xfrm>
            <a:off x="4730751" y="3505200"/>
            <a:ext cx="1676400" cy="228600"/>
            <a:chOff x="3168" y="912"/>
            <a:chExt cx="432" cy="144"/>
          </a:xfrm>
        </p:grpSpPr>
        <p:sp>
          <p:nvSpPr>
            <p:cNvPr id="153838" name="Line 238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3839" name="Line 239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53840" name="Line 240"/>
          <p:cNvSpPr>
            <a:spLocks noChangeShapeType="1"/>
          </p:cNvSpPr>
          <p:nvPr/>
        </p:nvSpPr>
        <p:spPr bwMode="auto">
          <a:xfrm flipV="1">
            <a:off x="7016749" y="3048000"/>
            <a:ext cx="152400" cy="19050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53841" name="Text Box 241"/>
          <p:cNvSpPr txBox="1">
            <a:spLocks noChangeArrowheads="1"/>
          </p:cNvSpPr>
          <p:nvPr/>
        </p:nvSpPr>
        <p:spPr bwMode="auto">
          <a:xfrm>
            <a:off x="6940551" y="2743201"/>
            <a:ext cx="533400" cy="4001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solidFill>
                  <a:schemeClr val="hlink"/>
                </a:solidFill>
                <a:latin typeface="Verdana" pitchFamily="34" charset="0"/>
              </a:rPr>
              <a:t>P8</a:t>
            </a:r>
          </a:p>
        </p:txBody>
      </p:sp>
      <p:sp>
        <p:nvSpPr>
          <p:cNvPr id="153842" name="Text Box 242"/>
          <p:cNvSpPr txBox="1">
            <a:spLocks noChangeArrowheads="1"/>
          </p:cNvSpPr>
          <p:nvPr/>
        </p:nvSpPr>
        <p:spPr bwMode="auto">
          <a:xfrm>
            <a:off x="2520951" y="4876801"/>
            <a:ext cx="3048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  <a:latin typeface="Verdana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195457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88" grpId="0" autoUpdateAnimBg="0"/>
      <p:bldP spid="153836" grpId="0" animBg="1"/>
      <p:bldP spid="153840" grpId="0" animBg="1"/>
      <p:bldP spid="153841" grpId="0" autoUpdateAnimBg="0"/>
      <p:bldP spid="153842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650" name="Group 2"/>
          <p:cNvGrpSpPr>
            <a:grpSpLocks/>
          </p:cNvGrpSpPr>
          <p:nvPr/>
        </p:nvGrpSpPr>
        <p:grpSpPr bwMode="auto">
          <a:xfrm>
            <a:off x="2063753" y="4287838"/>
            <a:ext cx="6324601" cy="2265362"/>
            <a:chOff x="144" y="2557"/>
            <a:chExt cx="3984" cy="1427"/>
          </a:xfrm>
        </p:grpSpPr>
        <p:grpSp>
          <p:nvGrpSpPr>
            <p:cNvPr id="155651" name="Group 3"/>
            <p:cNvGrpSpPr>
              <a:grpSpLocks/>
            </p:cNvGrpSpPr>
            <p:nvPr/>
          </p:nvGrpSpPr>
          <p:grpSpPr bwMode="auto">
            <a:xfrm>
              <a:off x="144" y="2832"/>
              <a:ext cx="3984" cy="1152"/>
              <a:chOff x="144" y="2928"/>
              <a:chExt cx="3984" cy="1152"/>
            </a:xfrm>
          </p:grpSpPr>
          <p:sp>
            <p:nvSpPr>
              <p:cNvPr id="155652" name="Rectangle 4"/>
              <p:cNvSpPr>
                <a:spLocks noChangeArrowheads="1"/>
              </p:cNvSpPr>
              <p:nvPr/>
            </p:nvSpPr>
            <p:spPr bwMode="auto">
              <a:xfrm>
                <a:off x="672" y="292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op</a:t>
                </a:r>
              </a:p>
            </p:txBody>
          </p:sp>
          <p:sp>
            <p:nvSpPr>
              <p:cNvPr id="155653" name="Rectangle 5"/>
              <p:cNvSpPr>
                <a:spLocks noChangeArrowheads="1"/>
              </p:cNvSpPr>
              <p:nvPr/>
            </p:nvSpPr>
            <p:spPr bwMode="auto">
              <a:xfrm>
                <a:off x="1104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p1</a:t>
                </a:r>
              </a:p>
            </p:txBody>
          </p:sp>
          <p:sp>
            <p:nvSpPr>
              <p:cNvPr id="155654" name="Rectangle 6"/>
              <p:cNvSpPr>
                <a:spLocks noChangeArrowheads="1"/>
              </p:cNvSpPr>
              <p:nvPr/>
            </p:nvSpPr>
            <p:spPr bwMode="auto">
              <a:xfrm>
                <a:off x="1344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PR1</a:t>
                </a:r>
              </a:p>
            </p:txBody>
          </p:sp>
          <p:sp>
            <p:nvSpPr>
              <p:cNvPr id="155655" name="Rectangle 7"/>
              <p:cNvSpPr>
                <a:spLocks noChangeArrowheads="1"/>
              </p:cNvSpPr>
              <p:nvPr/>
            </p:nvSpPr>
            <p:spPr bwMode="auto">
              <a:xfrm>
                <a:off x="1872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p2</a:t>
                </a:r>
              </a:p>
            </p:txBody>
          </p:sp>
          <p:sp>
            <p:nvSpPr>
              <p:cNvPr id="155656" name="Rectangle 8"/>
              <p:cNvSpPr>
                <a:spLocks noChangeArrowheads="1"/>
              </p:cNvSpPr>
              <p:nvPr/>
            </p:nvSpPr>
            <p:spPr bwMode="auto">
              <a:xfrm>
                <a:off x="2112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PR2</a:t>
                </a:r>
              </a:p>
            </p:txBody>
          </p:sp>
          <p:sp>
            <p:nvSpPr>
              <p:cNvPr id="155657" name="Rectangle 9"/>
              <p:cNvSpPr>
                <a:spLocks noChangeArrowheads="1"/>
              </p:cNvSpPr>
              <p:nvPr/>
            </p:nvSpPr>
            <p:spPr bwMode="auto">
              <a:xfrm>
                <a:off x="432" y="292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ex</a:t>
                </a:r>
              </a:p>
            </p:txBody>
          </p:sp>
          <p:sp>
            <p:nvSpPr>
              <p:cNvPr id="155658" name="Rectangle 10"/>
              <p:cNvSpPr>
                <a:spLocks noChangeArrowheads="1"/>
              </p:cNvSpPr>
              <p:nvPr/>
            </p:nvSpPr>
            <p:spPr bwMode="auto">
              <a:xfrm>
                <a:off x="144" y="2928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use</a:t>
                </a:r>
              </a:p>
            </p:txBody>
          </p:sp>
          <p:sp>
            <p:nvSpPr>
              <p:cNvPr id="155659" name="Rectangle 11"/>
              <p:cNvSpPr>
                <a:spLocks noChangeArrowheads="1"/>
              </p:cNvSpPr>
              <p:nvPr/>
            </p:nvSpPr>
            <p:spPr bwMode="auto">
              <a:xfrm>
                <a:off x="672" y="307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60" name="Rectangle 12"/>
              <p:cNvSpPr>
                <a:spLocks noChangeArrowheads="1"/>
              </p:cNvSpPr>
              <p:nvPr/>
            </p:nvSpPr>
            <p:spPr bwMode="auto">
              <a:xfrm>
                <a:off x="1104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61" name="Rectangle 13"/>
              <p:cNvSpPr>
                <a:spLocks noChangeArrowheads="1"/>
              </p:cNvSpPr>
              <p:nvPr/>
            </p:nvSpPr>
            <p:spPr bwMode="auto">
              <a:xfrm>
                <a:off x="1344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62" name="Rectangle 14"/>
              <p:cNvSpPr>
                <a:spLocks noChangeArrowheads="1"/>
              </p:cNvSpPr>
              <p:nvPr/>
            </p:nvSpPr>
            <p:spPr bwMode="auto">
              <a:xfrm>
                <a:off x="1872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63" name="Rectangle 15"/>
              <p:cNvSpPr>
                <a:spLocks noChangeArrowheads="1"/>
              </p:cNvSpPr>
              <p:nvPr/>
            </p:nvSpPr>
            <p:spPr bwMode="auto">
              <a:xfrm>
                <a:off x="2112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64" name="Rectangle 16"/>
              <p:cNvSpPr>
                <a:spLocks noChangeArrowheads="1"/>
              </p:cNvSpPr>
              <p:nvPr/>
            </p:nvSpPr>
            <p:spPr bwMode="auto">
              <a:xfrm>
                <a:off x="432" y="307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65" name="Rectangle 17"/>
              <p:cNvSpPr>
                <a:spLocks noChangeArrowheads="1"/>
              </p:cNvSpPr>
              <p:nvPr/>
            </p:nvSpPr>
            <p:spPr bwMode="auto">
              <a:xfrm>
                <a:off x="144" y="3072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66" name="Rectangle 18"/>
              <p:cNvSpPr>
                <a:spLocks noChangeArrowheads="1"/>
              </p:cNvSpPr>
              <p:nvPr/>
            </p:nvSpPr>
            <p:spPr bwMode="auto">
              <a:xfrm>
                <a:off x="672" y="321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67" name="Rectangle 19"/>
              <p:cNvSpPr>
                <a:spLocks noChangeArrowheads="1"/>
              </p:cNvSpPr>
              <p:nvPr/>
            </p:nvSpPr>
            <p:spPr bwMode="auto">
              <a:xfrm>
                <a:off x="1104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68" name="Rectangle 20"/>
              <p:cNvSpPr>
                <a:spLocks noChangeArrowheads="1"/>
              </p:cNvSpPr>
              <p:nvPr/>
            </p:nvSpPr>
            <p:spPr bwMode="auto">
              <a:xfrm>
                <a:off x="1344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69" name="Rectangle 21"/>
              <p:cNvSpPr>
                <a:spLocks noChangeArrowheads="1"/>
              </p:cNvSpPr>
              <p:nvPr/>
            </p:nvSpPr>
            <p:spPr bwMode="auto">
              <a:xfrm>
                <a:off x="1872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70" name="Rectangle 22"/>
              <p:cNvSpPr>
                <a:spLocks noChangeArrowheads="1"/>
              </p:cNvSpPr>
              <p:nvPr/>
            </p:nvSpPr>
            <p:spPr bwMode="auto">
              <a:xfrm>
                <a:off x="2112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71" name="Rectangle 23"/>
              <p:cNvSpPr>
                <a:spLocks noChangeArrowheads="1"/>
              </p:cNvSpPr>
              <p:nvPr/>
            </p:nvSpPr>
            <p:spPr bwMode="auto">
              <a:xfrm>
                <a:off x="432" y="321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72" name="Rectangle 24"/>
              <p:cNvSpPr>
                <a:spLocks noChangeArrowheads="1"/>
              </p:cNvSpPr>
              <p:nvPr/>
            </p:nvSpPr>
            <p:spPr bwMode="auto">
              <a:xfrm>
                <a:off x="144" y="3216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73" name="Rectangle 25"/>
              <p:cNvSpPr>
                <a:spLocks noChangeArrowheads="1"/>
              </p:cNvSpPr>
              <p:nvPr/>
            </p:nvSpPr>
            <p:spPr bwMode="auto">
              <a:xfrm>
                <a:off x="672" y="3360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74" name="Rectangle 26"/>
              <p:cNvSpPr>
                <a:spLocks noChangeArrowheads="1"/>
              </p:cNvSpPr>
              <p:nvPr/>
            </p:nvSpPr>
            <p:spPr bwMode="auto">
              <a:xfrm>
                <a:off x="1104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75" name="Rectangle 27"/>
              <p:cNvSpPr>
                <a:spLocks noChangeArrowheads="1"/>
              </p:cNvSpPr>
              <p:nvPr/>
            </p:nvSpPr>
            <p:spPr bwMode="auto">
              <a:xfrm>
                <a:off x="1344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76" name="Rectangle 28"/>
              <p:cNvSpPr>
                <a:spLocks noChangeArrowheads="1"/>
              </p:cNvSpPr>
              <p:nvPr/>
            </p:nvSpPr>
            <p:spPr bwMode="auto">
              <a:xfrm>
                <a:off x="1872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77" name="Rectangle 29"/>
              <p:cNvSpPr>
                <a:spLocks noChangeArrowheads="1"/>
              </p:cNvSpPr>
              <p:nvPr/>
            </p:nvSpPr>
            <p:spPr bwMode="auto">
              <a:xfrm>
                <a:off x="2112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78" name="Rectangle 30"/>
              <p:cNvSpPr>
                <a:spLocks noChangeArrowheads="1"/>
              </p:cNvSpPr>
              <p:nvPr/>
            </p:nvSpPr>
            <p:spPr bwMode="auto">
              <a:xfrm>
                <a:off x="432" y="3360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79" name="Rectangle 31"/>
              <p:cNvSpPr>
                <a:spLocks noChangeArrowheads="1"/>
              </p:cNvSpPr>
              <p:nvPr/>
            </p:nvSpPr>
            <p:spPr bwMode="auto">
              <a:xfrm>
                <a:off x="144" y="3360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80" name="Rectangle 32"/>
              <p:cNvSpPr>
                <a:spLocks noChangeArrowheads="1"/>
              </p:cNvSpPr>
              <p:nvPr/>
            </p:nvSpPr>
            <p:spPr bwMode="auto">
              <a:xfrm>
                <a:off x="672" y="35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81" name="Rectangle 33"/>
              <p:cNvSpPr>
                <a:spLocks noChangeArrowheads="1"/>
              </p:cNvSpPr>
              <p:nvPr/>
            </p:nvSpPr>
            <p:spPr bwMode="auto">
              <a:xfrm>
                <a:off x="1104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82" name="Rectangle 34"/>
              <p:cNvSpPr>
                <a:spLocks noChangeArrowheads="1"/>
              </p:cNvSpPr>
              <p:nvPr/>
            </p:nvSpPr>
            <p:spPr bwMode="auto">
              <a:xfrm>
                <a:off x="1344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83" name="Rectangle 35"/>
              <p:cNvSpPr>
                <a:spLocks noChangeArrowheads="1"/>
              </p:cNvSpPr>
              <p:nvPr/>
            </p:nvSpPr>
            <p:spPr bwMode="auto">
              <a:xfrm>
                <a:off x="1872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84" name="Rectangle 36"/>
              <p:cNvSpPr>
                <a:spLocks noChangeArrowheads="1"/>
              </p:cNvSpPr>
              <p:nvPr/>
            </p:nvSpPr>
            <p:spPr bwMode="auto">
              <a:xfrm>
                <a:off x="2112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85" name="Rectangle 37"/>
              <p:cNvSpPr>
                <a:spLocks noChangeArrowheads="1"/>
              </p:cNvSpPr>
              <p:nvPr/>
            </p:nvSpPr>
            <p:spPr bwMode="auto">
              <a:xfrm>
                <a:off x="432" y="3504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86" name="Rectangle 38"/>
              <p:cNvSpPr>
                <a:spLocks noChangeArrowheads="1"/>
              </p:cNvSpPr>
              <p:nvPr/>
            </p:nvSpPr>
            <p:spPr bwMode="auto">
              <a:xfrm>
                <a:off x="144" y="3504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87" name="Rectangle 39"/>
              <p:cNvSpPr>
                <a:spLocks noChangeArrowheads="1"/>
              </p:cNvSpPr>
              <p:nvPr/>
            </p:nvSpPr>
            <p:spPr bwMode="auto">
              <a:xfrm>
                <a:off x="672" y="364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88" name="Rectangle 40"/>
              <p:cNvSpPr>
                <a:spLocks noChangeArrowheads="1"/>
              </p:cNvSpPr>
              <p:nvPr/>
            </p:nvSpPr>
            <p:spPr bwMode="auto">
              <a:xfrm>
                <a:off x="1104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89" name="Rectangle 41"/>
              <p:cNvSpPr>
                <a:spLocks noChangeArrowheads="1"/>
              </p:cNvSpPr>
              <p:nvPr/>
            </p:nvSpPr>
            <p:spPr bwMode="auto">
              <a:xfrm>
                <a:off x="1344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90" name="Rectangle 42"/>
              <p:cNvSpPr>
                <a:spLocks noChangeArrowheads="1"/>
              </p:cNvSpPr>
              <p:nvPr/>
            </p:nvSpPr>
            <p:spPr bwMode="auto">
              <a:xfrm>
                <a:off x="1872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91" name="Rectangle 43"/>
              <p:cNvSpPr>
                <a:spLocks noChangeArrowheads="1"/>
              </p:cNvSpPr>
              <p:nvPr/>
            </p:nvSpPr>
            <p:spPr bwMode="auto">
              <a:xfrm>
                <a:off x="2112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92" name="Rectangle 44"/>
              <p:cNvSpPr>
                <a:spLocks noChangeArrowheads="1"/>
              </p:cNvSpPr>
              <p:nvPr/>
            </p:nvSpPr>
            <p:spPr bwMode="auto">
              <a:xfrm>
                <a:off x="432" y="3648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93" name="Rectangle 45"/>
              <p:cNvSpPr>
                <a:spLocks noChangeArrowheads="1"/>
              </p:cNvSpPr>
              <p:nvPr/>
            </p:nvSpPr>
            <p:spPr bwMode="auto">
              <a:xfrm>
                <a:off x="144" y="3648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94" name="Rectangle 46"/>
              <p:cNvSpPr>
                <a:spLocks noChangeArrowheads="1"/>
              </p:cNvSpPr>
              <p:nvPr/>
            </p:nvSpPr>
            <p:spPr bwMode="auto">
              <a:xfrm>
                <a:off x="672" y="379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95" name="Rectangle 47"/>
              <p:cNvSpPr>
                <a:spLocks noChangeArrowheads="1"/>
              </p:cNvSpPr>
              <p:nvPr/>
            </p:nvSpPr>
            <p:spPr bwMode="auto">
              <a:xfrm>
                <a:off x="1104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96" name="Rectangle 48"/>
              <p:cNvSpPr>
                <a:spLocks noChangeArrowheads="1"/>
              </p:cNvSpPr>
              <p:nvPr/>
            </p:nvSpPr>
            <p:spPr bwMode="auto">
              <a:xfrm>
                <a:off x="1344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97" name="Rectangle 49"/>
              <p:cNvSpPr>
                <a:spLocks noChangeArrowheads="1"/>
              </p:cNvSpPr>
              <p:nvPr/>
            </p:nvSpPr>
            <p:spPr bwMode="auto">
              <a:xfrm>
                <a:off x="1872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98" name="Rectangle 50"/>
              <p:cNvSpPr>
                <a:spLocks noChangeArrowheads="1"/>
              </p:cNvSpPr>
              <p:nvPr/>
            </p:nvSpPr>
            <p:spPr bwMode="auto">
              <a:xfrm>
                <a:off x="2112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699" name="Rectangle 51"/>
              <p:cNvSpPr>
                <a:spLocks noChangeArrowheads="1"/>
              </p:cNvSpPr>
              <p:nvPr/>
            </p:nvSpPr>
            <p:spPr bwMode="auto">
              <a:xfrm>
                <a:off x="432" y="3792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00" name="Rectangle 52"/>
              <p:cNvSpPr>
                <a:spLocks noChangeArrowheads="1"/>
              </p:cNvSpPr>
              <p:nvPr/>
            </p:nvSpPr>
            <p:spPr bwMode="auto">
              <a:xfrm>
                <a:off x="144" y="3792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01" name="Rectangle 53"/>
              <p:cNvSpPr>
                <a:spLocks noChangeArrowheads="1"/>
              </p:cNvSpPr>
              <p:nvPr/>
            </p:nvSpPr>
            <p:spPr bwMode="auto">
              <a:xfrm>
                <a:off x="672" y="393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02" name="Rectangle 54"/>
              <p:cNvSpPr>
                <a:spLocks noChangeArrowheads="1"/>
              </p:cNvSpPr>
              <p:nvPr/>
            </p:nvSpPr>
            <p:spPr bwMode="auto">
              <a:xfrm>
                <a:off x="1104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03" name="Rectangle 55"/>
              <p:cNvSpPr>
                <a:spLocks noChangeArrowheads="1"/>
              </p:cNvSpPr>
              <p:nvPr/>
            </p:nvSpPr>
            <p:spPr bwMode="auto">
              <a:xfrm>
                <a:off x="1344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04" name="Rectangle 56"/>
              <p:cNvSpPr>
                <a:spLocks noChangeArrowheads="1"/>
              </p:cNvSpPr>
              <p:nvPr/>
            </p:nvSpPr>
            <p:spPr bwMode="auto">
              <a:xfrm>
                <a:off x="1872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05" name="Rectangle 57"/>
              <p:cNvSpPr>
                <a:spLocks noChangeArrowheads="1"/>
              </p:cNvSpPr>
              <p:nvPr/>
            </p:nvSpPr>
            <p:spPr bwMode="auto">
              <a:xfrm>
                <a:off x="2112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06" name="Rectangle 58"/>
              <p:cNvSpPr>
                <a:spLocks noChangeArrowheads="1"/>
              </p:cNvSpPr>
              <p:nvPr/>
            </p:nvSpPr>
            <p:spPr bwMode="auto">
              <a:xfrm>
                <a:off x="2640" y="292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Rd</a:t>
                </a:r>
              </a:p>
            </p:txBody>
          </p:sp>
          <p:sp>
            <p:nvSpPr>
              <p:cNvPr id="155707" name="Rectangle 59"/>
              <p:cNvSpPr>
                <a:spLocks noChangeArrowheads="1"/>
              </p:cNvSpPr>
              <p:nvPr/>
            </p:nvSpPr>
            <p:spPr bwMode="auto">
              <a:xfrm>
                <a:off x="2640" y="307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08" name="Rectangle 60"/>
              <p:cNvSpPr>
                <a:spLocks noChangeArrowheads="1"/>
              </p:cNvSpPr>
              <p:nvPr/>
            </p:nvSpPr>
            <p:spPr bwMode="auto">
              <a:xfrm>
                <a:off x="2640" y="321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09" name="Rectangle 61"/>
              <p:cNvSpPr>
                <a:spLocks noChangeArrowheads="1"/>
              </p:cNvSpPr>
              <p:nvPr/>
            </p:nvSpPr>
            <p:spPr bwMode="auto">
              <a:xfrm>
                <a:off x="2640" y="3360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10" name="Rectangle 62"/>
              <p:cNvSpPr>
                <a:spLocks noChangeArrowheads="1"/>
              </p:cNvSpPr>
              <p:nvPr/>
            </p:nvSpPr>
            <p:spPr bwMode="auto">
              <a:xfrm>
                <a:off x="2640" y="3504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11" name="Rectangle 63"/>
              <p:cNvSpPr>
                <a:spLocks noChangeArrowheads="1"/>
              </p:cNvSpPr>
              <p:nvPr/>
            </p:nvSpPr>
            <p:spPr bwMode="auto">
              <a:xfrm>
                <a:off x="2640" y="3648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12" name="Rectangle 64"/>
              <p:cNvSpPr>
                <a:spLocks noChangeArrowheads="1"/>
              </p:cNvSpPr>
              <p:nvPr/>
            </p:nvSpPr>
            <p:spPr bwMode="auto">
              <a:xfrm>
                <a:off x="2640" y="3792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13" name="Rectangle 65"/>
              <p:cNvSpPr>
                <a:spLocks noChangeArrowheads="1"/>
              </p:cNvSpPr>
              <p:nvPr/>
            </p:nvSpPr>
            <p:spPr bwMode="auto">
              <a:xfrm>
                <a:off x="2640" y="3936"/>
                <a:ext cx="432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14" name="Rectangle 66"/>
              <p:cNvSpPr>
                <a:spLocks noChangeArrowheads="1"/>
              </p:cNvSpPr>
              <p:nvPr/>
            </p:nvSpPr>
            <p:spPr bwMode="auto">
              <a:xfrm>
                <a:off x="432" y="3936"/>
                <a:ext cx="240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15" name="Rectangle 67"/>
              <p:cNvSpPr>
                <a:spLocks noChangeArrowheads="1"/>
              </p:cNvSpPr>
              <p:nvPr/>
            </p:nvSpPr>
            <p:spPr bwMode="auto">
              <a:xfrm>
                <a:off x="144" y="3936"/>
                <a:ext cx="28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16" name="Rectangle 68"/>
              <p:cNvSpPr>
                <a:spLocks noChangeArrowheads="1"/>
              </p:cNvSpPr>
              <p:nvPr/>
            </p:nvSpPr>
            <p:spPr bwMode="auto">
              <a:xfrm>
                <a:off x="3600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PRd</a:t>
                </a:r>
              </a:p>
            </p:txBody>
          </p:sp>
          <p:sp>
            <p:nvSpPr>
              <p:cNvPr id="155717" name="Rectangle 69"/>
              <p:cNvSpPr>
                <a:spLocks noChangeArrowheads="1"/>
              </p:cNvSpPr>
              <p:nvPr/>
            </p:nvSpPr>
            <p:spPr bwMode="auto">
              <a:xfrm>
                <a:off x="3600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18" name="Rectangle 70"/>
              <p:cNvSpPr>
                <a:spLocks noChangeArrowheads="1"/>
              </p:cNvSpPr>
              <p:nvPr/>
            </p:nvSpPr>
            <p:spPr bwMode="auto">
              <a:xfrm>
                <a:off x="3600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19" name="Rectangle 71"/>
              <p:cNvSpPr>
                <a:spLocks noChangeArrowheads="1"/>
              </p:cNvSpPr>
              <p:nvPr/>
            </p:nvSpPr>
            <p:spPr bwMode="auto">
              <a:xfrm>
                <a:off x="3600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20" name="Rectangle 72"/>
              <p:cNvSpPr>
                <a:spLocks noChangeArrowheads="1"/>
              </p:cNvSpPr>
              <p:nvPr/>
            </p:nvSpPr>
            <p:spPr bwMode="auto">
              <a:xfrm>
                <a:off x="3600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21" name="Rectangle 73"/>
              <p:cNvSpPr>
                <a:spLocks noChangeArrowheads="1"/>
              </p:cNvSpPr>
              <p:nvPr/>
            </p:nvSpPr>
            <p:spPr bwMode="auto">
              <a:xfrm>
                <a:off x="3600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22" name="Rectangle 74"/>
              <p:cNvSpPr>
                <a:spLocks noChangeArrowheads="1"/>
              </p:cNvSpPr>
              <p:nvPr/>
            </p:nvSpPr>
            <p:spPr bwMode="auto">
              <a:xfrm>
                <a:off x="3600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23" name="Rectangle 75"/>
              <p:cNvSpPr>
                <a:spLocks noChangeArrowheads="1"/>
              </p:cNvSpPr>
              <p:nvPr/>
            </p:nvSpPr>
            <p:spPr bwMode="auto">
              <a:xfrm>
                <a:off x="3600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24" name="Rectangle 76"/>
              <p:cNvSpPr>
                <a:spLocks noChangeArrowheads="1"/>
              </p:cNvSpPr>
              <p:nvPr/>
            </p:nvSpPr>
            <p:spPr bwMode="auto">
              <a:xfrm>
                <a:off x="3072" y="292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 sz="1600">
                    <a:latin typeface="Verdana" pitchFamily="34" charset="0"/>
                  </a:rPr>
                  <a:t>LPRd</a:t>
                </a:r>
              </a:p>
            </p:txBody>
          </p:sp>
          <p:sp>
            <p:nvSpPr>
              <p:cNvPr id="155725" name="Rectangle 77"/>
              <p:cNvSpPr>
                <a:spLocks noChangeArrowheads="1"/>
              </p:cNvSpPr>
              <p:nvPr/>
            </p:nvSpPr>
            <p:spPr bwMode="auto">
              <a:xfrm>
                <a:off x="3072" y="307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26" name="Rectangle 78"/>
              <p:cNvSpPr>
                <a:spLocks noChangeArrowheads="1"/>
              </p:cNvSpPr>
              <p:nvPr/>
            </p:nvSpPr>
            <p:spPr bwMode="auto">
              <a:xfrm>
                <a:off x="3072" y="321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27" name="Rectangle 79"/>
              <p:cNvSpPr>
                <a:spLocks noChangeArrowheads="1"/>
              </p:cNvSpPr>
              <p:nvPr/>
            </p:nvSpPr>
            <p:spPr bwMode="auto">
              <a:xfrm>
                <a:off x="3072" y="3360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28" name="Rectangle 80"/>
              <p:cNvSpPr>
                <a:spLocks noChangeArrowheads="1"/>
              </p:cNvSpPr>
              <p:nvPr/>
            </p:nvSpPr>
            <p:spPr bwMode="auto">
              <a:xfrm>
                <a:off x="3072" y="3504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29" name="Rectangle 81"/>
              <p:cNvSpPr>
                <a:spLocks noChangeArrowheads="1"/>
              </p:cNvSpPr>
              <p:nvPr/>
            </p:nvSpPr>
            <p:spPr bwMode="auto">
              <a:xfrm>
                <a:off x="3072" y="3648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30" name="Rectangle 82"/>
              <p:cNvSpPr>
                <a:spLocks noChangeArrowheads="1"/>
              </p:cNvSpPr>
              <p:nvPr/>
            </p:nvSpPr>
            <p:spPr bwMode="auto">
              <a:xfrm>
                <a:off x="3072" y="3792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  <p:sp>
            <p:nvSpPr>
              <p:cNvPr id="155731" name="Rectangle 83"/>
              <p:cNvSpPr>
                <a:spLocks noChangeArrowheads="1"/>
              </p:cNvSpPr>
              <p:nvPr/>
            </p:nvSpPr>
            <p:spPr bwMode="auto">
              <a:xfrm>
                <a:off x="3072" y="3936"/>
                <a:ext cx="528" cy="1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 sz="1600">
                  <a:latin typeface="Verdana" pitchFamily="34" charset="0"/>
                </a:endParaRPr>
              </a:p>
            </p:txBody>
          </p:sp>
        </p:grpSp>
        <p:sp>
          <p:nvSpPr>
            <p:cNvPr id="155732" name="Text Box 84"/>
            <p:cNvSpPr txBox="1">
              <a:spLocks noChangeArrowheads="1"/>
            </p:cNvSpPr>
            <p:nvPr/>
          </p:nvSpPr>
          <p:spPr bwMode="auto">
            <a:xfrm>
              <a:off x="164" y="2557"/>
              <a:ext cx="431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i="1">
                  <a:latin typeface="Verdana" pitchFamily="34" charset="0"/>
                </a:rPr>
                <a:t>ROB</a:t>
              </a:r>
            </a:p>
          </p:txBody>
        </p:sp>
      </p:grpSp>
      <p:sp>
        <p:nvSpPr>
          <p:cNvPr id="155733" name="Text Box 85"/>
          <p:cNvSpPr txBox="1">
            <a:spLocks noChangeArrowheads="1"/>
          </p:cNvSpPr>
          <p:nvPr/>
        </p:nvSpPr>
        <p:spPr bwMode="auto">
          <a:xfrm>
            <a:off x="2063751" y="53340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x          sub   p    P6     p     P5       r6                P3</a:t>
            </a:r>
          </a:p>
        </p:txBody>
      </p:sp>
      <p:sp>
        <p:nvSpPr>
          <p:cNvPr id="155734" name="Text Box 86"/>
          <p:cNvSpPr txBox="1">
            <a:spLocks noChangeArrowheads="1"/>
          </p:cNvSpPr>
          <p:nvPr/>
        </p:nvSpPr>
        <p:spPr bwMode="auto">
          <a:xfrm>
            <a:off x="2063751" y="51054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x          add         P0                      r3                P1</a:t>
            </a:r>
          </a:p>
        </p:txBody>
      </p:sp>
      <p:sp>
        <p:nvSpPr>
          <p:cNvPr id="155735" name="Text Box 87"/>
          <p:cNvSpPr txBox="1">
            <a:spLocks noChangeArrowheads="1"/>
          </p:cNvSpPr>
          <p:nvPr/>
        </p:nvSpPr>
        <p:spPr bwMode="auto">
          <a:xfrm>
            <a:off x="2063751" y="51054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x          add         P0                      r3                </a:t>
            </a:r>
            <a:r>
              <a:rPr lang="en-US">
                <a:solidFill>
                  <a:schemeClr val="hlink"/>
                </a:solidFill>
                <a:latin typeface="Verdana" pitchFamily="34" charset="0"/>
              </a:rPr>
              <a:t>P1</a:t>
            </a:r>
          </a:p>
        </p:txBody>
      </p:sp>
      <p:sp>
        <p:nvSpPr>
          <p:cNvPr id="155736" name="Rectangle 88"/>
          <p:cNvSpPr>
            <a:spLocks noGrp="1" noChangeArrowheads="1"/>
          </p:cNvSpPr>
          <p:nvPr>
            <p:ph type="title"/>
          </p:nvPr>
        </p:nvSpPr>
        <p:spPr>
          <a:xfrm>
            <a:off x="1828800" y="609602"/>
            <a:ext cx="7772400" cy="500063"/>
          </a:xfrm>
        </p:spPr>
        <p:txBody>
          <a:bodyPr>
            <a:normAutofit fontScale="90000"/>
          </a:bodyPr>
          <a:lstStyle/>
          <a:p>
            <a:r>
              <a:rPr lang="en-US"/>
              <a:t>Physical Register Management</a:t>
            </a:r>
            <a:endParaRPr lang="en-US" sz="2800" i="1"/>
          </a:p>
        </p:txBody>
      </p:sp>
      <p:sp>
        <p:nvSpPr>
          <p:cNvPr id="155737" name="Rectangle 89"/>
          <p:cNvSpPr>
            <a:spLocks noChangeArrowheads="1"/>
          </p:cNvSpPr>
          <p:nvPr/>
        </p:nvSpPr>
        <p:spPr bwMode="auto">
          <a:xfrm>
            <a:off x="8083551" y="1981200"/>
            <a:ext cx="28956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r1, 0(r3)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r1, #4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sub r6, r7,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add r3, r3, r6</a:t>
            </a:r>
          </a:p>
          <a:p>
            <a:pPr marL="285750" indent="-285750" eaLnBrk="0" hangingPunct="0"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sz="2400">
                <a:latin typeface="Verdana" pitchFamily="34" charset="0"/>
              </a:rPr>
              <a:t>ld r6, 0(r1)</a:t>
            </a:r>
          </a:p>
        </p:txBody>
      </p:sp>
      <p:grpSp>
        <p:nvGrpSpPr>
          <p:cNvPr id="155738" name="Group 90"/>
          <p:cNvGrpSpPr>
            <a:grpSpLocks/>
          </p:cNvGrpSpPr>
          <p:nvPr/>
        </p:nvGrpSpPr>
        <p:grpSpPr bwMode="auto">
          <a:xfrm>
            <a:off x="6613528" y="1290639"/>
            <a:ext cx="1282700" cy="3052762"/>
            <a:chOff x="3010" y="669"/>
            <a:chExt cx="808" cy="1923"/>
          </a:xfrm>
        </p:grpSpPr>
        <p:sp>
          <p:nvSpPr>
            <p:cNvPr id="155739" name="Text Box 91"/>
            <p:cNvSpPr txBox="1">
              <a:spLocks noChangeArrowheads="1"/>
            </p:cNvSpPr>
            <p:nvPr/>
          </p:nvSpPr>
          <p:spPr bwMode="auto">
            <a:xfrm>
              <a:off x="3010" y="669"/>
              <a:ext cx="808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Free List</a:t>
              </a:r>
            </a:p>
          </p:txBody>
        </p:sp>
        <p:sp>
          <p:nvSpPr>
            <p:cNvPr id="155740" name="Rectangle 92"/>
            <p:cNvSpPr>
              <a:spLocks noChangeArrowheads="1"/>
            </p:cNvSpPr>
            <p:nvPr/>
          </p:nvSpPr>
          <p:spPr bwMode="auto">
            <a:xfrm>
              <a:off x="3168" y="1632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5741" name="Rectangle 93"/>
            <p:cNvSpPr>
              <a:spLocks noChangeArrowheads="1"/>
            </p:cNvSpPr>
            <p:nvPr/>
          </p:nvSpPr>
          <p:spPr bwMode="auto">
            <a:xfrm>
              <a:off x="3168" y="1776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5742" name="Rectangle 94"/>
            <p:cNvSpPr>
              <a:spLocks noChangeArrowheads="1"/>
            </p:cNvSpPr>
            <p:nvPr/>
          </p:nvSpPr>
          <p:spPr bwMode="auto">
            <a:xfrm>
              <a:off x="3168" y="1920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5743" name="Rectangle 95"/>
            <p:cNvSpPr>
              <a:spLocks noChangeArrowheads="1"/>
            </p:cNvSpPr>
            <p:nvPr/>
          </p:nvSpPr>
          <p:spPr bwMode="auto">
            <a:xfrm>
              <a:off x="3168" y="912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P0</a:t>
              </a:r>
            </a:p>
          </p:txBody>
        </p:sp>
        <p:sp>
          <p:nvSpPr>
            <p:cNvPr id="155744" name="Rectangle 96"/>
            <p:cNvSpPr>
              <a:spLocks noChangeArrowheads="1"/>
            </p:cNvSpPr>
            <p:nvPr/>
          </p:nvSpPr>
          <p:spPr bwMode="auto">
            <a:xfrm>
              <a:off x="3170" y="2448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5745" name="Rectangle 97"/>
            <p:cNvSpPr>
              <a:spLocks noChangeArrowheads="1"/>
            </p:cNvSpPr>
            <p:nvPr/>
          </p:nvSpPr>
          <p:spPr bwMode="auto">
            <a:xfrm>
              <a:off x="3168" y="1056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P1</a:t>
              </a:r>
            </a:p>
          </p:txBody>
        </p:sp>
        <p:sp>
          <p:nvSpPr>
            <p:cNvPr id="155746" name="Rectangle 98"/>
            <p:cNvSpPr>
              <a:spLocks noChangeArrowheads="1"/>
            </p:cNvSpPr>
            <p:nvPr/>
          </p:nvSpPr>
          <p:spPr bwMode="auto">
            <a:xfrm>
              <a:off x="3168" y="1200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P3</a:t>
              </a:r>
            </a:p>
          </p:txBody>
        </p:sp>
        <p:sp>
          <p:nvSpPr>
            <p:cNvPr id="155747" name="Rectangle 99"/>
            <p:cNvSpPr>
              <a:spLocks noChangeArrowheads="1"/>
            </p:cNvSpPr>
            <p:nvPr/>
          </p:nvSpPr>
          <p:spPr bwMode="auto">
            <a:xfrm>
              <a:off x="3168" y="1344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P2</a:t>
              </a:r>
            </a:p>
          </p:txBody>
        </p:sp>
        <p:sp>
          <p:nvSpPr>
            <p:cNvPr id="155748" name="Rectangle 100"/>
            <p:cNvSpPr>
              <a:spLocks noChangeArrowheads="1"/>
            </p:cNvSpPr>
            <p:nvPr/>
          </p:nvSpPr>
          <p:spPr bwMode="auto">
            <a:xfrm>
              <a:off x="3168" y="1488"/>
              <a:ext cx="430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P4</a:t>
              </a:r>
            </a:p>
          </p:txBody>
        </p:sp>
        <p:sp>
          <p:nvSpPr>
            <p:cNvPr id="155749" name="Line 101"/>
            <p:cNvSpPr>
              <a:spLocks noChangeShapeType="1"/>
            </p:cNvSpPr>
            <p:nvPr/>
          </p:nvSpPr>
          <p:spPr bwMode="auto">
            <a:xfrm>
              <a:off x="316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55750" name="Line 102"/>
            <p:cNvSpPr>
              <a:spLocks noChangeShapeType="1"/>
            </p:cNvSpPr>
            <p:nvPr/>
          </p:nvSpPr>
          <p:spPr bwMode="auto">
            <a:xfrm>
              <a:off x="359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</p:grpSp>
      <p:grpSp>
        <p:nvGrpSpPr>
          <p:cNvPr id="155751" name="Group 103"/>
          <p:cNvGrpSpPr>
            <a:grpSpLocks/>
          </p:cNvGrpSpPr>
          <p:nvPr/>
        </p:nvGrpSpPr>
        <p:grpSpPr bwMode="auto">
          <a:xfrm>
            <a:off x="4268791" y="1214440"/>
            <a:ext cx="2138363" cy="3189287"/>
            <a:chOff x="1533" y="621"/>
            <a:chExt cx="1347" cy="2009"/>
          </a:xfrm>
        </p:grpSpPr>
        <p:grpSp>
          <p:nvGrpSpPr>
            <p:cNvPr id="155752" name="Group 104"/>
            <p:cNvGrpSpPr>
              <a:grpSpLocks/>
            </p:cNvGrpSpPr>
            <p:nvPr/>
          </p:nvGrpSpPr>
          <p:grpSpPr bwMode="auto">
            <a:xfrm>
              <a:off x="1533" y="1581"/>
              <a:ext cx="1155" cy="233"/>
              <a:chOff x="1677" y="1533"/>
              <a:chExt cx="1155" cy="233"/>
            </a:xfrm>
          </p:grpSpPr>
          <p:sp>
            <p:nvSpPr>
              <p:cNvPr id="155753" name="Rectangle 105"/>
              <p:cNvSpPr>
                <a:spLocks noChangeArrowheads="1"/>
              </p:cNvSpPr>
              <p:nvPr/>
            </p:nvSpPr>
            <p:spPr bwMode="auto">
              <a:xfrm>
                <a:off x="1968" y="158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&lt;R6&gt;</a:t>
                </a:r>
              </a:p>
            </p:txBody>
          </p:sp>
          <p:sp>
            <p:nvSpPr>
              <p:cNvPr id="155754" name="Text Box 106"/>
              <p:cNvSpPr txBox="1">
                <a:spLocks noChangeArrowheads="1"/>
              </p:cNvSpPr>
              <p:nvPr/>
            </p:nvSpPr>
            <p:spPr bwMode="auto">
              <a:xfrm>
                <a:off x="1677" y="1533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P5</a:t>
                </a:r>
              </a:p>
            </p:txBody>
          </p:sp>
        </p:grpSp>
        <p:grpSp>
          <p:nvGrpSpPr>
            <p:cNvPr id="155755" name="Group 107"/>
            <p:cNvGrpSpPr>
              <a:grpSpLocks/>
            </p:cNvGrpSpPr>
            <p:nvPr/>
          </p:nvGrpSpPr>
          <p:grpSpPr bwMode="auto">
            <a:xfrm>
              <a:off x="1533" y="1725"/>
              <a:ext cx="1155" cy="233"/>
              <a:chOff x="1677" y="1677"/>
              <a:chExt cx="1155" cy="233"/>
            </a:xfrm>
          </p:grpSpPr>
          <p:sp>
            <p:nvSpPr>
              <p:cNvPr id="155756" name="Rectangle 108"/>
              <p:cNvSpPr>
                <a:spLocks noChangeArrowheads="1"/>
              </p:cNvSpPr>
              <p:nvPr/>
            </p:nvSpPr>
            <p:spPr bwMode="auto">
              <a:xfrm>
                <a:off x="1968" y="172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&lt;R7&gt;</a:t>
                </a:r>
              </a:p>
            </p:txBody>
          </p:sp>
          <p:sp>
            <p:nvSpPr>
              <p:cNvPr id="155757" name="Text Box 109"/>
              <p:cNvSpPr txBox="1">
                <a:spLocks noChangeArrowheads="1"/>
              </p:cNvSpPr>
              <p:nvPr/>
            </p:nvSpPr>
            <p:spPr bwMode="auto">
              <a:xfrm>
                <a:off x="1677" y="1677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P6</a:t>
                </a:r>
              </a:p>
            </p:txBody>
          </p:sp>
        </p:grpSp>
        <p:grpSp>
          <p:nvGrpSpPr>
            <p:cNvPr id="155758" name="Group 110"/>
            <p:cNvGrpSpPr>
              <a:grpSpLocks/>
            </p:cNvGrpSpPr>
            <p:nvPr/>
          </p:nvGrpSpPr>
          <p:grpSpPr bwMode="auto">
            <a:xfrm>
              <a:off x="1533" y="1869"/>
              <a:ext cx="1155" cy="233"/>
              <a:chOff x="1677" y="1821"/>
              <a:chExt cx="1155" cy="233"/>
            </a:xfrm>
          </p:grpSpPr>
          <p:sp>
            <p:nvSpPr>
              <p:cNvPr id="155759" name="Rectangle 111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&lt;R3&gt;</a:t>
                </a:r>
              </a:p>
            </p:txBody>
          </p:sp>
          <p:sp>
            <p:nvSpPr>
              <p:cNvPr id="155760" name="Text Box 112"/>
              <p:cNvSpPr txBox="1">
                <a:spLocks noChangeArrowheads="1"/>
              </p:cNvSpPr>
              <p:nvPr/>
            </p:nvSpPr>
            <p:spPr bwMode="auto">
              <a:xfrm>
                <a:off x="1677" y="182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P7</a:t>
                </a:r>
              </a:p>
            </p:txBody>
          </p:sp>
        </p:grpSp>
        <p:grpSp>
          <p:nvGrpSpPr>
            <p:cNvPr id="155761" name="Group 113"/>
            <p:cNvGrpSpPr>
              <a:grpSpLocks/>
            </p:cNvGrpSpPr>
            <p:nvPr/>
          </p:nvGrpSpPr>
          <p:grpSpPr bwMode="auto">
            <a:xfrm>
              <a:off x="1533" y="861"/>
              <a:ext cx="1155" cy="233"/>
              <a:chOff x="1677" y="813"/>
              <a:chExt cx="1155" cy="233"/>
            </a:xfrm>
          </p:grpSpPr>
          <p:sp>
            <p:nvSpPr>
              <p:cNvPr id="155762" name="Rectangle 114"/>
              <p:cNvSpPr>
                <a:spLocks noChangeArrowheads="1"/>
              </p:cNvSpPr>
              <p:nvPr/>
            </p:nvSpPr>
            <p:spPr bwMode="auto">
              <a:xfrm>
                <a:off x="1968" y="864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5763" name="Text Box 115"/>
              <p:cNvSpPr txBox="1">
                <a:spLocks noChangeArrowheads="1"/>
              </p:cNvSpPr>
              <p:nvPr/>
            </p:nvSpPr>
            <p:spPr bwMode="auto">
              <a:xfrm>
                <a:off x="1677" y="813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P0</a:t>
                </a:r>
              </a:p>
            </p:txBody>
          </p:sp>
        </p:grpSp>
        <p:grpSp>
          <p:nvGrpSpPr>
            <p:cNvPr id="155764" name="Group 116"/>
            <p:cNvGrpSpPr>
              <a:grpSpLocks/>
            </p:cNvGrpSpPr>
            <p:nvPr/>
          </p:nvGrpSpPr>
          <p:grpSpPr bwMode="auto">
            <a:xfrm>
              <a:off x="1538" y="2397"/>
              <a:ext cx="1154" cy="233"/>
              <a:chOff x="1682" y="2349"/>
              <a:chExt cx="1154" cy="233"/>
            </a:xfrm>
          </p:grpSpPr>
          <p:sp>
            <p:nvSpPr>
              <p:cNvPr id="155765" name="Rectangle 117"/>
              <p:cNvSpPr>
                <a:spLocks noChangeArrowheads="1"/>
              </p:cNvSpPr>
              <p:nvPr/>
            </p:nvSpPr>
            <p:spPr bwMode="auto">
              <a:xfrm>
                <a:off x="1972" y="240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5766" name="Text Box 118"/>
              <p:cNvSpPr txBox="1">
                <a:spLocks noChangeArrowheads="1"/>
              </p:cNvSpPr>
              <p:nvPr/>
            </p:nvSpPr>
            <p:spPr bwMode="auto">
              <a:xfrm>
                <a:off x="1682" y="2349"/>
                <a:ext cx="296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Pn</a:t>
                </a:r>
              </a:p>
            </p:txBody>
          </p:sp>
        </p:grpSp>
        <p:grpSp>
          <p:nvGrpSpPr>
            <p:cNvPr id="155767" name="Group 119"/>
            <p:cNvGrpSpPr>
              <a:grpSpLocks/>
            </p:cNvGrpSpPr>
            <p:nvPr/>
          </p:nvGrpSpPr>
          <p:grpSpPr bwMode="auto">
            <a:xfrm>
              <a:off x="1533" y="1005"/>
              <a:ext cx="1155" cy="233"/>
              <a:chOff x="1677" y="957"/>
              <a:chExt cx="1155" cy="233"/>
            </a:xfrm>
          </p:grpSpPr>
          <p:sp>
            <p:nvSpPr>
              <p:cNvPr id="155768" name="Rectangle 120"/>
              <p:cNvSpPr>
                <a:spLocks noChangeArrowheads="1"/>
              </p:cNvSpPr>
              <p:nvPr/>
            </p:nvSpPr>
            <p:spPr bwMode="auto">
              <a:xfrm>
                <a:off x="1968" y="1008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5769" name="Text Box 121"/>
              <p:cNvSpPr txBox="1">
                <a:spLocks noChangeArrowheads="1"/>
              </p:cNvSpPr>
              <p:nvPr/>
            </p:nvSpPr>
            <p:spPr bwMode="auto">
              <a:xfrm>
                <a:off x="1677" y="957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P1</a:t>
                </a:r>
              </a:p>
            </p:txBody>
          </p:sp>
        </p:grpSp>
        <p:grpSp>
          <p:nvGrpSpPr>
            <p:cNvPr id="155770" name="Group 122"/>
            <p:cNvGrpSpPr>
              <a:grpSpLocks/>
            </p:cNvGrpSpPr>
            <p:nvPr/>
          </p:nvGrpSpPr>
          <p:grpSpPr bwMode="auto">
            <a:xfrm>
              <a:off x="1533" y="1149"/>
              <a:ext cx="1155" cy="233"/>
              <a:chOff x="1677" y="1101"/>
              <a:chExt cx="1155" cy="233"/>
            </a:xfrm>
          </p:grpSpPr>
          <p:sp>
            <p:nvSpPr>
              <p:cNvPr id="155771" name="Rectangle 123"/>
              <p:cNvSpPr>
                <a:spLocks noChangeArrowheads="1"/>
              </p:cNvSpPr>
              <p:nvPr/>
            </p:nvSpPr>
            <p:spPr bwMode="auto">
              <a:xfrm>
                <a:off x="1968" y="115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5772" name="Text Box 124"/>
              <p:cNvSpPr txBox="1">
                <a:spLocks noChangeArrowheads="1"/>
              </p:cNvSpPr>
              <p:nvPr/>
            </p:nvSpPr>
            <p:spPr bwMode="auto">
              <a:xfrm>
                <a:off x="1677" y="110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P2</a:t>
                </a:r>
              </a:p>
            </p:txBody>
          </p:sp>
        </p:grpSp>
        <p:grpSp>
          <p:nvGrpSpPr>
            <p:cNvPr id="155773" name="Group 125"/>
            <p:cNvGrpSpPr>
              <a:grpSpLocks/>
            </p:cNvGrpSpPr>
            <p:nvPr/>
          </p:nvGrpSpPr>
          <p:grpSpPr bwMode="auto">
            <a:xfrm>
              <a:off x="1533" y="1293"/>
              <a:ext cx="1155" cy="233"/>
              <a:chOff x="1677" y="1245"/>
              <a:chExt cx="1155" cy="233"/>
            </a:xfrm>
          </p:grpSpPr>
          <p:sp>
            <p:nvSpPr>
              <p:cNvPr id="155774" name="Rectangle 126"/>
              <p:cNvSpPr>
                <a:spLocks noChangeArrowheads="1"/>
              </p:cNvSpPr>
              <p:nvPr/>
            </p:nvSpPr>
            <p:spPr bwMode="auto">
              <a:xfrm>
                <a:off x="1968" y="1296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5775" name="Text Box 127"/>
              <p:cNvSpPr txBox="1">
                <a:spLocks noChangeArrowheads="1"/>
              </p:cNvSpPr>
              <p:nvPr/>
            </p:nvSpPr>
            <p:spPr bwMode="auto">
              <a:xfrm>
                <a:off x="1677" y="1245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P3</a:t>
                </a:r>
              </a:p>
            </p:txBody>
          </p:sp>
        </p:grpSp>
        <p:grpSp>
          <p:nvGrpSpPr>
            <p:cNvPr id="155776" name="Group 128"/>
            <p:cNvGrpSpPr>
              <a:grpSpLocks/>
            </p:cNvGrpSpPr>
            <p:nvPr/>
          </p:nvGrpSpPr>
          <p:grpSpPr bwMode="auto">
            <a:xfrm>
              <a:off x="1533" y="1437"/>
              <a:ext cx="1155" cy="233"/>
              <a:chOff x="1677" y="1389"/>
              <a:chExt cx="1155" cy="233"/>
            </a:xfrm>
          </p:grpSpPr>
          <p:sp>
            <p:nvSpPr>
              <p:cNvPr id="155777" name="Rectangle 129"/>
              <p:cNvSpPr>
                <a:spLocks noChangeArrowheads="1"/>
              </p:cNvSpPr>
              <p:nvPr/>
            </p:nvSpPr>
            <p:spPr bwMode="auto">
              <a:xfrm>
                <a:off x="1968" y="1440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algn="ctr"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5778" name="Text Box 130"/>
              <p:cNvSpPr txBox="1">
                <a:spLocks noChangeArrowheads="1"/>
              </p:cNvSpPr>
              <p:nvPr/>
            </p:nvSpPr>
            <p:spPr bwMode="auto">
              <a:xfrm>
                <a:off x="1677" y="1389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P4</a:t>
                </a:r>
              </a:p>
            </p:txBody>
          </p:sp>
        </p:grpSp>
        <p:sp>
          <p:nvSpPr>
            <p:cNvPr id="155779" name="Line 131"/>
            <p:cNvSpPr>
              <a:spLocks noChangeShapeType="1"/>
            </p:cNvSpPr>
            <p:nvPr/>
          </p:nvSpPr>
          <p:spPr bwMode="auto">
            <a:xfrm>
              <a:off x="1824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55780" name="Line 132"/>
            <p:cNvSpPr>
              <a:spLocks noChangeShapeType="1"/>
            </p:cNvSpPr>
            <p:nvPr/>
          </p:nvSpPr>
          <p:spPr bwMode="auto">
            <a:xfrm>
              <a:off x="268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55781" name="Text Box 133"/>
            <p:cNvSpPr txBox="1">
              <a:spLocks noChangeArrowheads="1"/>
            </p:cNvSpPr>
            <p:nvPr/>
          </p:nvSpPr>
          <p:spPr bwMode="auto">
            <a:xfrm>
              <a:off x="1627" y="621"/>
              <a:ext cx="1213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Physical Regs</a:t>
              </a:r>
            </a:p>
          </p:txBody>
        </p:sp>
        <p:sp>
          <p:nvSpPr>
            <p:cNvPr id="155782" name="Rectangle 134"/>
            <p:cNvSpPr>
              <a:spLocks noChangeArrowheads="1"/>
            </p:cNvSpPr>
            <p:nvPr/>
          </p:nvSpPr>
          <p:spPr bwMode="auto">
            <a:xfrm>
              <a:off x="2688" y="1632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55783" name="Rectangle 135"/>
            <p:cNvSpPr>
              <a:spLocks noChangeArrowheads="1"/>
            </p:cNvSpPr>
            <p:nvPr/>
          </p:nvSpPr>
          <p:spPr bwMode="auto">
            <a:xfrm>
              <a:off x="2688" y="1776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55784" name="Rectangle 136"/>
            <p:cNvSpPr>
              <a:spLocks noChangeArrowheads="1"/>
            </p:cNvSpPr>
            <p:nvPr/>
          </p:nvSpPr>
          <p:spPr bwMode="auto">
            <a:xfrm>
              <a:off x="2688" y="1920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55785" name="Rectangle 137"/>
            <p:cNvSpPr>
              <a:spLocks noChangeArrowheads="1"/>
            </p:cNvSpPr>
            <p:nvPr/>
          </p:nvSpPr>
          <p:spPr bwMode="auto">
            <a:xfrm>
              <a:off x="2688" y="912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5786" name="Rectangle 138"/>
            <p:cNvSpPr>
              <a:spLocks noChangeArrowheads="1"/>
            </p:cNvSpPr>
            <p:nvPr/>
          </p:nvSpPr>
          <p:spPr bwMode="auto">
            <a:xfrm>
              <a:off x="2689" y="2448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5787" name="Rectangle 139"/>
            <p:cNvSpPr>
              <a:spLocks noChangeArrowheads="1"/>
            </p:cNvSpPr>
            <p:nvPr/>
          </p:nvSpPr>
          <p:spPr bwMode="auto">
            <a:xfrm>
              <a:off x="2688" y="1056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5788" name="Rectangle 140"/>
            <p:cNvSpPr>
              <a:spLocks noChangeArrowheads="1"/>
            </p:cNvSpPr>
            <p:nvPr/>
          </p:nvSpPr>
          <p:spPr bwMode="auto">
            <a:xfrm>
              <a:off x="2688" y="1200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5789" name="Rectangle 141"/>
            <p:cNvSpPr>
              <a:spLocks noChangeArrowheads="1"/>
            </p:cNvSpPr>
            <p:nvPr/>
          </p:nvSpPr>
          <p:spPr bwMode="auto">
            <a:xfrm>
              <a:off x="2688" y="1344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5790" name="Rectangle 142"/>
            <p:cNvSpPr>
              <a:spLocks noChangeArrowheads="1"/>
            </p:cNvSpPr>
            <p:nvPr/>
          </p:nvSpPr>
          <p:spPr bwMode="auto">
            <a:xfrm>
              <a:off x="2688" y="1488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  <p:sp>
          <p:nvSpPr>
            <p:cNvPr id="155791" name="Line 143"/>
            <p:cNvSpPr>
              <a:spLocks noChangeShapeType="1"/>
            </p:cNvSpPr>
            <p:nvPr/>
          </p:nvSpPr>
          <p:spPr bwMode="auto">
            <a:xfrm>
              <a:off x="2688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55792" name="Line 144"/>
            <p:cNvSpPr>
              <a:spLocks noChangeShapeType="1"/>
            </p:cNvSpPr>
            <p:nvPr/>
          </p:nvSpPr>
          <p:spPr bwMode="auto">
            <a:xfrm>
              <a:off x="2879" y="2064"/>
              <a:ext cx="0" cy="38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endParaRPr lang="sv-SE"/>
            </a:p>
          </p:txBody>
        </p:sp>
        <p:grpSp>
          <p:nvGrpSpPr>
            <p:cNvPr id="155793" name="Group 145"/>
            <p:cNvGrpSpPr>
              <a:grpSpLocks/>
            </p:cNvGrpSpPr>
            <p:nvPr/>
          </p:nvGrpSpPr>
          <p:grpSpPr bwMode="auto">
            <a:xfrm>
              <a:off x="1533" y="2013"/>
              <a:ext cx="1155" cy="233"/>
              <a:chOff x="1677" y="1821"/>
              <a:chExt cx="1155" cy="233"/>
            </a:xfrm>
          </p:grpSpPr>
          <p:sp>
            <p:nvSpPr>
              <p:cNvPr id="155794" name="Rectangle 146"/>
              <p:cNvSpPr>
                <a:spLocks noChangeArrowheads="1"/>
              </p:cNvSpPr>
              <p:nvPr/>
            </p:nvSpPr>
            <p:spPr bwMode="auto">
              <a:xfrm>
                <a:off x="1968" y="1872"/>
                <a:ext cx="864" cy="144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eaLnBrk="0" hangingPunct="0">
                  <a:spcBef>
                    <a:spcPct val="50000"/>
                  </a:spcBef>
                </a:pPr>
                <a:endParaRPr lang="sv-SE">
                  <a:latin typeface="Verdana" pitchFamily="34" charset="0"/>
                </a:endParaRPr>
              </a:p>
            </p:txBody>
          </p:sp>
          <p:sp>
            <p:nvSpPr>
              <p:cNvPr id="155795" name="Text Box 147"/>
              <p:cNvSpPr txBox="1">
                <a:spLocks noChangeArrowheads="1"/>
              </p:cNvSpPr>
              <p:nvPr/>
            </p:nvSpPr>
            <p:spPr bwMode="auto">
              <a:xfrm>
                <a:off x="1677" y="1821"/>
                <a:ext cx="297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lang="en-US">
                    <a:latin typeface="Verdana" pitchFamily="34" charset="0"/>
                  </a:rPr>
                  <a:t>P8</a:t>
                </a:r>
              </a:p>
            </p:txBody>
          </p:sp>
        </p:grpSp>
        <p:sp>
          <p:nvSpPr>
            <p:cNvPr id="155796" name="Rectangle 148"/>
            <p:cNvSpPr>
              <a:spLocks noChangeArrowheads="1"/>
            </p:cNvSpPr>
            <p:nvPr/>
          </p:nvSpPr>
          <p:spPr bwMode="auto">
            <a:xfrm>
              <a:off x="2688" y="2064"/>
              <a:ext cx="191" cy="14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hangingPunct="0">
                <a:spcBef>
                  <a:spcPct val="50000"/>
                </a:spcBef>
              </a:pPr>
              <a:endParaRPr lang="sv-SE">
                <a:latin typeface="Verdana" pitchFamily="34" charset="0"/>
              </a:endParaRPr>
            </a:p>
          </p:txBody>
        </p:sp>
      </p:grpSp>
      <p:grpSp>
        <p:nvGrpSpPr>
          <p:cNvPr id="155797" name="Group 149"/>
          <p:cNvGrpSpPr>
            <a:grpSpLocks/>
          </p:cNvGrpSpPr>
          <p:nvPr/>
        </p:nvGrpSpPr>
        <p:grpSpPr bwMode="auto">
          <a:xfrm>
            <a:off x="6864351" y="1676400"/>
            <a:ext cx="685800" cy="228600"/>
            <a:chOff x="3168" y="912"/>
            <a:chExt cx="432" cy="144"/>
          </a:xfrm>
        </p:grpSpPr>
        <p:sp>
          <p:nvSpPr>
            <p:cNvPr id="155798" name="Line 150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5799" name="Line 151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55800" name="Text Box 152"/>
          <p:cNvSpPr txBox="1">
            <a:spLocks noChangeArrowheads="1"/>
          </p:cNvSpPr>
          <p:nvPr/>
        </p:nvSpPr>
        <p:spPr bwMode="auto">
          <a:xfrm>
            <a:off x="2063751" y="48768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  <a:latin typeface="Verdana" pitchFamily="34" charset="0"/>
              </a:rPr>
              <a:t>x    x     ld    p     P7                      r1                P0</a:t>
            </a:r>
          </a:p>
        </p:txBody>
      </p:sp>
      <p:grpSp>
        <p:nvGrpSpPr>
          <p:cNvPr id="155801" name="Group 153"/>
          <p:cNvGrpSpPr>
            <a:grpSpLocks/>
          </p:cNvGrpSpPr>
          <p:nvPr/>
        </p:nvGrpSpPr>
        <p:grpSpPr bwMode="auto">
          <a:xfrm>
            <a:off x="1979615" y="1219201"/>
            <a:ext cx="2047875" cy="2574925"/>
            <a:chOff x="91" y="624"/>
            <a:chExt cx="1290" cy="1622"/>
          </a:xfrm>
        </p:grpSpPr>
        <p:grpSp>
          <p:nvGrpSpPr>
            <p:cNvPr id="155802" name="Group 154"/>
            <p:cNvGrpSpPr>
              <a:grpSpLocks/>
            </p:cNvGrpSpPr>
            <p:nvPr/>
          </p:nvGrpSpPr>
          <p:grpSpPr bwMode="auto">
            <a:xfrm>
              <a:off x="91" y="1005"/>
              <a:ext cx="1161" cy="1241"/>
              <a:chOff x="235" y="957"/>
              <a:chExt cx="1161" cy="1241"/>
            </a:xfrm>
          </p:grpSpPr>
          <p:grpSp>
            <p:nvGrpSpPr>
              <p:cNvPr id="155803" name="Group 155"/>
              <p:cNvGrpSpPr>
                <a:grpSpLocks/>
              </p:cNvGrpSpPr>
              <p:nvPr/>
            </p:nvGrpSpPr>
            <p:grpSpPr bwMode="auto">
              <a:xfrm>
                <a:off x="235" y="1677"/>
                <a:ext cx="1161" cy="233"/>
                <a:chOff x="235" y="1677"/>
                <a:chExt cx="1161" cy="233"/>
              </a:xfrm>
            </p:grpSpPr>
            <p:sp>
              <p:nvSpPr>
                <p:cNvPr id="155804" name="Rectangle 156"/>
                <p:cNvSpPr>
                  <a:spLocks noChangeArrowheads="1"/>
                </p:cNvSpPr>
                <p:nvPr/>
              </p:nvSpPr>
              <p:spPr bwMode="auto">
                <a:xfrm>
                  <a:off x="532" y="1728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55805" name="Text Box 157"/>
                <p:cNvSpPr txBox="1">
                  <a:spLocks noChangeArrowheads="1"/>
                </p:cNvSpPr>
                <p:nvPr/>
              </p:nvSpPr>
              <p:spPr bwMode="auto">
                <a:xfrm>
                  <a:off x="235" y="1677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R5</a:t>
                  </a:r>
                </a:p>
              </p:txBody>
            </p:sp>
          </p:grpSp>
          <p:grpSp>
            <p:nvGrpSpPr>
              <p:cNvPr id="155806" name="Group 158"/>
              <p:cNvGrpSpPr>
                <a:grpSpLocks/>
              </p:cNvGrpSpPr>
              <p:nvPr/>
            </p:nvGrpSpPr>
            <p:grpSpPr bwMode="auto">
              <a:xfrm>
                <a:off x="235" y="1821"/>
                <a:ext cx="1161" cy="233"/>
                <a:chOff x="235" y="1821"/>
                <a:chExt cx="1161" cy="233"/>
              </a:xfrm>
            </p:grpSpPr>
            <p:sp>
              <p:nvSpPr>
                <p:cNvPr id="155807" name="Rectangle 159"/>
                <p:cNvSpPr>
                  <a:spLocks noChangeArrowheads="1"/>
                </p:cNvSpPr>
                <p:nvPr/>
              </p:nvSpPr>
              <p:spPr bwMode="auto">
                <a:xfrm>
                  <a:off x="532" y="1872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P5</a:t>
                  </a:r>
                </a:p>
              </p:txBody>
            </p:sp>
            <p:sp>
              <p:nvSpPr>
                <p:cNvPr id="155808" name="Text Box 160"/>
                <p:cNvSpPr txBox="1">
                  <a:spLocks noChangeArrowheads="1"/>
                </p:cNvSpPr>
                <p:nvPr/>
              </p:nvSpPr>
              <p:spPr bwMode="auto">
                <a:xfrm>
                  <a:off x="235" y="1821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R6</a:t>
                  </a:r>
                </a:p>
              </p:txBody>
            </p:sp>
          </p:grpSp>
          <p:grpSp>
            <p:nvGrpSpPr>
              <p:cNvPr id="155809" name="Group 161"/>
              <p:cNvGrpSpPr>
                <a:grpSpLocks/>
              </p:cNvGrpSpPr>
              <p:nvPr/>
            </p:nvGrpSpPr>
            <p:grpSpPr bwMode="auto">
              <a:xfrm>
                <a:off x="235" y="1965"/>
                <a:ext cx="1161" cy="233"/>
                <a:chOff x="235" y="1965"/>
                <a:chExt cx="1161" cy="233"/>
              </a:xfrm>
            </p:grpSpPr>
            <p:sp>
              <p:nvSpPr>
                <p:cNvPr id="155810" name="Rectangle 162"/>
                <p:cNvSpPr>
                  <a:spLocks noChangeArrowheads="1"/>
                </p:cNvSpPr>
                <p:nvPr/>
              </p:nvSpPr>
              <p:spPr bwMode="auto">
                <a:xfrm>
                  <a:off x="532" y="2016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P6</a:t>
                  </a:r>
                </a:p>
              </p:txBody>
            </p:sp>
            <p:sp>
              <p:nvSpPr>
                <p:cNvPr id="155811" name="Text Box 163"/>
                <p:cNvSpPr txBox="1">
                  <a:spLocks noChangeArrowheads="1"/>
                </p:cNvSpPr>
                <p:nvPr/>
              </p:nvSpPr>
              <p:spPr bwMode="auto">
                <a:xfrm>
                  <a:off x="235" y="1965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R7</a:t>
                  </a:r>
                </a:p>
              </p:txBody>
            </p:sp>
          </p:grpSp>
          <p:grpSp>
            <p:nvGrpSpPr>
              <p:cNvPr id="155812" name="Group 164"/>
              <p:cNvGrpSpPr>
                <a:grpSpLocks/>
              </p:cNvGrpSpPr>
              <p:nvPr/>
            </p:nvGrpSpPr>
            <p:grpSpPr bwMode="auto">
              <a:xfrm>
                <a:off x="235" y="957"/>
                <a:ext cx="1161" cy="233"/>
                <a:chOff x="235" y="957"/>
                <a:chExt cx="1161" cy="233"/>
              </a:xfrm>
            </p:grpSpPr>
            <p:sp>
              <p:nvSpPr>
                <p:cNvPr id="155813" name="Rectangle 165"/>
                <p:cNvSpPr>
                  <a:spLocks noChangeArrowheads="1"/>
                </p:cNvSpPr>
                <p:nvPr/>
              </p:nvSpPr>
              <p:spPr bwMode="auto">
                <a:xfrm>
                  <a:off x="532" y="1008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55814" name="Text Box 166"/>
                <p:cNvSpPr txBox="1">
                  <a:spLocks noChangeArrowheads="1"/>
                </p:cNvSpPr>
                <p:nvPr/>
              </p:nvSpPr>
              <p:spPr bwMode="auto">
                <a:xfrm>
                  <a:off x="235" y="957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R0</a:t>
                  </a:r>
                </a:p>
              </p:txBody>
            </p:sp>
          </p:grpSp>
          <p:grpSp>
            <p:nvGrpSpPr>
              <p:cNvPr id="155815" name="Group 167"/>
              <p:cNvGrpSpPr>
                <a:grpSpLocks/>
              </p:cNvGrpSpPr>
              <p:nvPr/>
            </p:nvGrpSpPr>
            <p:grpSpPr bwMode="auto">
              <a:xfrm>
                <a:off x="235" y="1101"/>
                <a:ext cx="1161" cy="233"/>
                <a:chOff x="235" y="1101"/>
                <a:chExt cx="1161" cy="233"/>
              </a:xfrm>
            </p:grpSpPr>
            <p:sp>
              <p:nvSpPr>
                <p:cNvPr id="155816" name="Rectangle 168"/>
                <p:cNvSpPr>
                  <a:spLocks noChangeArrowheads="1"/>
                </p:cNvSpPr>
                <p:nvPr/>
              </p:nvSpPr>
              <p:spPr bwMode="auto">
                <a:xfrm>
                  <a:off x="532" y="1152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P8</a:t>
                  </a:r>
                </a:p>
              </p:txBody>
            </p:sp>
            <p:sp>
              <p:nvSpPr>
                <p:cNvPr id="155817" name="Text Box 169"/>
                <p:cNvSpPr txBox="1">
                  <a:spLocks noChangeArrowheads="1"/>
                </p:cNvSpPr>
                <p:nvPr/>
              </p:nvSpPr>
              <p:spPr bwMode="auto">
                <a:xfrm>
                  <a:off x="235" y="1101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R1</a:t>
                  </a:r>
                </a:p>
              </p:txBody>
            </p:sp>
          </p:grpSp>
          <p:grpSp>
            <p:nvGrpSpPr>
              <p:cNvPr id="155818" name="Group 170"/>
              <p:cNvGrpSpPr>
                <a:grpSpLocks/>
              </p:cNvGrpSpPr>
              <p:nvPr/>
            </p:nvGrpSpPr>
            <p:grpSpPr bwMode="auto">
              <a:xfrm>
                <a:off x="235" y="1245"/>
                <a:ext cx="1161" cy="233"/>
                <a:chOff x="235" y="1245"/>
                <a:chExt cx="1161" cy="233"/>
              </a:xfrm>
            </p:grpSpPr>
            <p:sp>
              <p:nvSpPr>
                <p:cNvPr id="155819" name="Rectangle 171"/>
                <p:cNvSpPr>
                  <a:spLocks noChangeArrowheads="1"/>
                </p:cNvSpPr>
                <p:nvPr/>
              </p:nvSpPr>
              <p:spPr bwMode="auto">
                <a:xfrm>
                  <a:off x="532" y="1296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55820" name="Text Box 172"/>
                <p:cNvSpPr txBox="1">
                  <a:spLocks noChangeArrowheads="1"/>
                </p:cNvSpPr>
                <p:nvPr/>
              </p:nvSpPr>
              <p:spPr bwMode="auto">
                <a:xfrm>
                  <a:off x="235" y="1245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R2</a:t>
                  </a:r>
                </a:p>
              </p:txBody>
            </p:sp>
          </p:grpSp>
          <p:grpSp>
            <p:nvGrpSpPr>
              <p:cNvPr id="155821" name="Group 173"/>
              <p:cNvGrpSpPr>
                <a:grpSpLocks/>
              </p:cNvGrpSpPr>
              <p:nvPr/>
            </p:nvGrpSpPr>
            <p:grpSpPr bwMode="auto">
              <a:xfrm>
                <a:off x="235" y="1389"/>
                <a:ext cx="1161" cy="233"/>
                <a:chOff x="235" y="1389"/>
                <a:chExt cx="1161" cy="233"/>
              </a:xfrm>
            </p:grpSpPr>
            <p:sp>
              <p:nvSpPr>
                <p:cNvPr id="155822" name="Rectangle 174"/>
                <p:cNvSpPr>
                  <a:spLocks noChangeArrowheads="1"/>
                </p:cNvSpPr>
                <p:nvPr/>
              </p:nvSpPr>
              <p:spPr bwMode="auto">
                <a:xfrm>
                  <a:off x="532" y="1440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P7</a:t>
                  </a:r>
                </a:p>
              </p:txBody>
            </p:sp>
            <p:sp>
              <p:nvSpPr>
                <p:cNvPr id="155823" name="Text Box 175"/>
                <p:cNvSpPr txBox="1">
                  <a:spLocks noChangeArrowheads="1"/>
                </p:cNvSpPr>
                <p:nvPr/>
              </p:nvSpPr>
              <p:spPr bwMode="auto">
                <a:xfrm>
                  <a:off x="235" y="1389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R3</a:t>
                  </a:r>
                </a:p>
              </p:txBody>
            </p:sp>
          </p:grpSp>
          <p:grpSp>
            <p:nvGrpSpPr>
              <p:cNvPr id="155824" name="Group 176"/>
              <p:cNvGrpSpPr>
                <a:grpSpLocks/>
              </p:cNvGrpSpPr>
              <p:nvPr/>
            </p:nvGrpSpPr>
            <p:grpSpPr bwMode="auto">
              <a:xfrm>
                <a:off x="235" y="1533"/>
                <a:ext cx="1161" cy="233"/>
                <a:chOff x="235" y="1533"/>
                <a:chExt cx="1161" cy="233"/>
              </a:xfrm>
            </p:grpSpPr>
            <p:sp>
              <p:nvSpPr>
                <p:cNvPr id="155825" name="Rectangle 177"/>
                <p:cNvSpPr>
                  <a:spLocks noChangeArrowheads="1"/>
                </p:cNvSpPr>
                <p:nvPr/>
              </p:nvSpPr>
              <p:spPr bwMode="auto">
                <a:xfrm>
                  <a:off x="532" y="1584"/>
                  <a:ext cx="864" cy="144"/>
                </a:xfrm>
                <a:prstGeom prst="rect">
                  <a:avLst/>
                </a:prstGeom>
                <a:noFill/>
                <a:ln w="19050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anchor="ctr"/>
                <a:lstStyle/>
                <a:p>
                  <a:pPr algn="ctr" eaLnBrk="0" hangingPunct="0">
                    <a:spcBef>
                      <a:spcPct val="50000"/>
                    </a:spcBef>
                  </a:pPr>
                  <a:endParaRPr lang="sv-SE">
                    <a:latin typeface="Verdana" pitchFamily="34" charset="0"/>
                  </a:endParaRPr>
                </a:p>
              </p:txBody>
            </p:sp>
            <p:sp>
              <p:nvSpPr>
                <p:cNvPr id="155826" name="Text Box 178"/>
                <p:cNvSpPr txBox="1">
                  <a:spLocks noChangeArrowheads="1"/>
                </p:cNvSpPr>
                <p:nvPr/>
              </p:nvSpPr>
              <p:spPr bwMode="auto">
                <a:xfrm>
                  <a:off x="235" y="1533"/>
                  <a:ext cx="310" cy="233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</a:pPr>
                  <a:r>
                    <a:rPr lang="en-US">
                      <a:latin typeface="Verdana" pitchFamily="34" charset="0"/>
                    </a:rPr>
                    <a:t>R4</a:t>
                  </a:r>
                </a:p>
              </p:txBody>
            </p:sp>
          </p:grpSp>
        </p:grpSp>
        <p:sp>
          <p:nvSpPr>
            <p:cNvPr id="155827" name="Text Box 179"/>
            <p:cNvSpPr txBox="1">
              <a:spLocks noChangeArrowheads="1"/>
            </p:cNvSpPr>
            <p:nvPr/>
          </p:nvSpPr>
          <p:spPr bwMode="auto">
            <a:xfrm>
              <a:off x="288" y="624"/>
              <a:ext cx="1093" cy="44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 i="1">
                  <a:latin typeface="Verdana" pitchFamily="34" charset="0"/>
                </a:rPr>
                <a:t>Rename Table</a:t>
              </a:r>
            </a:p>
          </p:txBody>
        </p:sp>
      </p:grpSp>
      <p:grpSp>
        <p:nvGrpSpPr>
          <p:cNvPr id="155828" name="Group 180"/>
          <p:cNvGrpSpPr>
            <a:grpSpLocks/>
          </p:cNvGrpSpPr>
          <p:nvPr/>
        </p:nvGrpSpPr>
        <p:grpSpPr bwMode="auto">
          <a:xfrm>
            <a:off x="2444750" y="2052639"/>
            <a:ext cx="847726" cy="369887"/>
            <a:chOff x="384" y="1149"/>
            <a:chExt cx="534" cy="233"/>
          </a:xfrm>
        </p:grpSpPr>
        <p:grpSp>
          <p:nvGrpSpPr>
            <p:cNvPr id="155829" name="Group 181"/>
            <p:cNvGrpSpPr>
              <a:grpSpLocks/>
            </p:cNvGrpSpPr>
            <p:nvPr/>
          </p:nvGrpSpPr>
          <p:grpSpPr bwMode="auto">
            <a:xfrm>
              <a:off x="384" y="1200"/>
              <a:ext cx="288" cy="144"/>
              <a:chOff x="3168" y="912"/>
              <a:chExt cx="432" cy="144"/>
            </a:xfrm>
          </p:grpSpPr>
          <p:sp>
            <p:nvSpPr>
              <p:cNvPr id="155830" name="Line 182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5831" name="Line 183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5832" name="Text Box 184"/>
            <p:cNvSpPr txBox="1">
              <a:spLocks noChangeArrowheads="1"/>
            </p:cNvSpPr>
            <p:nvPr/>
          </p:nvSpPr>
          <p:spPr bwMode="auto">
            <a:xfrm>
              <a:off x="621" y="114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Verdana" pitchFamily="34" charset="0"/>
                </a:rPr>
                <a:t>P0</a:t>
              </a:r>
            </a:p>
          </p:txBody>
        </p:sp>
      </p:grpSp>
      <p:sp>
        <p:nvSpPr>
          <p:cNvPr id="155833" name="Text Box 185"/>
          <p:cNvSpPr txBox="1">
            <a:spLocks noChangeArrowheads="1"/>
          </p:cNvSpPr>
          <p:nvPr/>
        </p:nvSpPr>
        <p:spPr bwMode="auto">
          <a:xfrm>
            <a:off x="6788149" y="48768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P8</a:t>
            </a:r>
          </a:p>
        </p:txBody>
      </p:sp>
      <p:sp>
        <p:nvSpPr>
          <p:cNvPr id="155834" name="Text Box 186"/>
          <p:cNvSpPr txBox="1">
            <a:spLocks noChangeArrowheads="1"/>
          </p:cNvSpPr>
          <p:nvPr/>
        </p:nvSpPr>
        <p:spPr bwMode="auto">
          <a:xfrm>
            <a:off x="6788149" y="51054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P7</a:t>
            </a:r>
          </a:p>
        </p:txBody>
      </p:sp>
      <p:grpSp>
        <p:nvGrpSpPr>
          <p:cNvPr id="155835" name="Group 187"/>
          <p:cNvGrpSpPr>
            <a:grpSpLocks/>
          </p:cNvGrpSpPr>
          <p:nvPr/>
        </p:nvGrpSpPr>
        <p:grpSpPr bwMode="auto">
          <a:xfrm>
            <a:off x="6864351" y="1905000"/>
            <a:ext cx="685800" cy="228600"/>
            <a:chOff x="3168" y="912"/>
            <a:chExt cx="432" cy="144"/>
          </a:xfrm>
        </p:grpSpPr>
        <p:sp>
          <p:nvSpPr>
            <p:cNvPr id="155836" name="Line 188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5837" name="Line 189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55838" name="Group 190"/>
          <p:cNvGrpSpPr>
            <a:grpSpLocks/>
          </p:cNvGrpSpPr>
          <p:nvPr/>
        </p:nvGrpSpPr>
        <p:grpSpPr bwMode="auto">
          <a:xfrm>
            <a:off x="2444750" y="2509840"/>
            <a:ext cx="847726" cy="369887"/>
            <a:chOff x="384" y="1437"/>
            <a:chExt cx="534" cy="233"/>
          </a:xfrm>
        </p:grpSpPr>
        <p:grpSp>
          <p:nvGrpSpPr>
            <p:cNvPr id="155839" name="Group 191"/>
            <p:cNvGrpSpPr>
              <a:grpSpLocks/>
            </p:cNvGrpSpPr>
            <p:nvPr/>
          </p:nvGrpSpPr>
          <p:grpSpPr bwMode="auto">
            <a:xfrm>
              <a:off x="384" y="1488"/>
              <a:ext cx="288" cy="144"/>
              <a:chOff x="3168" y="912"/>
              <a:chExt cx="432" cy="144"/>
            </a:xfrm>
          </p:grpSpPr>
          <p:sp>
            <p:nvSpPr>
              <p:cNvPr id="155840" name="Line 192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5841" name="Line 193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5842" name="Text Box 194"/>
            <p:cNvSpPr txBox="1">
              <a:spLocks noChangeArrowheads="1"/>
            </p:cNvSpPr>
            <p:nvPr/>
          </p:nvSpPr>
          <p:spPr bwMode="auto">
            <a:xfrm>
              <a:off x="621" y="1437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tx2"/>
                  </a:solidFill>
                  <a:latin typeface="Verdana" pitchFamily="34" charset="0"/>
                </a:rPr>
                <a:t>P1</a:t>
              </a:r>
            </a:p>
          </p:txBody>
        </p:sp>
      </p:grpSp>
      <p:sp>
        <p:nvSpPr>
          <p:cNvPr id="155843" name="Text Box 195"/>
          <p:cNvSpPr txBox="1">
            <a:spLocks noChangeArrowheads="1"/>
          </p:cNvSpPr>
          <p:nvPr/>
        </p:nvSpPr>
        <p:spPr bwMode="auto">
          <a:xfrm>
            <a:off x="6788149" y="53340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P5</a:t>
            </a:r>
          </a:p>
        </p:txBody>
      </p:sp>
      <p:grpSp>
        <p:nvGrpSpPr>
          <p:cNvPr id="155844" name="Group 196"/>
          <p:cNvGrpSpPr>
            <a:grpSpLocks/>
          </p:cNvGrpSpPr>
          <p:nvPr/>
        </p:nvGrpSpPr>
        <p:grpSpPr bwMode="auto">
          <a:xfrm>
            <a:off x="2444750" y="3195640"/>
            <a:ext cx="847726" cy="369887"/>
            <a:chOff x="384" y="1869"/>
            <a:chExt cx="534" cy="233"/>
          </a:xfrm>
        </p:grpSpPr>
        <p:grpSp>
          <p:nvGrpSpPr>
            <p:cNvPr id="155845" name="Group 197"/>
            <p:cNvGrpSpPr>
              <a:grpSpLocks/>
            </p:cNvGrpSpPr>
            <p:nvPr/>
          </p:nvGrpSpPr>
          <p:grpSpPr bwMode="auto">
            <a:xfrm>
              <a:off x="384" y="1920"/>
              <a:ext cx="288" cy="144"/>
              <a:chOff x="3168" y="912"/>
              <a:chExt cx="432" cy="144"/>
            </a:xfrm>
          </p:grpSpPr>
          <p:sp>
            <p:nvSpPr>
              <p:cNvPr id="155846" name="Line 198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5847" name="Line 199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5848" name="Text Box 200"/>
            <p:cNvSpPr txBox="1">
              <a:spLocks noChangeArrowheads="1"/>
            </p:cNvSpPr>
            <p:nvPr/>
          </p:nvSpPr>
          <p:spPr bwMode="auto">
            <a:xfrm>
              <a:off x="621" y="186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P3</a:t>
              </a:r>
            </a:p>
          </p:txBody>
        </p:sp>
      </p:grpSp>
      <p:grpSp>
        <p:nvGrpSpPr>
          <p:cNvPr id="155849" name="Group 201"/>
          <p:cNvGrpSpPr>
            <a:grpSpLocks/>
          </p:cNvGrpSpPr>
          <p:nvPr/>
        </p:nvGrpSpPr>
        <p:grpSpPr bwMode="auto">
          <a:xfrm>
            <a:off x="6864351" y="2133600"/>
            <a:ext cx="685800" cy="228600"/>
            <a:chOff x="3168" y="912"/>
            <a:chExt cx="432" cy="144"/>
          </a:xfrm>
        </p:grpSpPr>
        <p:sp>
          <p:nvSpPr>
            <p:cNvPr id="155850" name="Line 202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5851" name="Line 203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55852" name="Text Box 204"/>
          <p:cNvSpPr txBox="1">
            <a:spLocks noChangeArrowheads="1"/>
          </p:cNvSpPr>
          <p:nvPr/>
        </p:nvSpPr>
        <p:spPr bwMode="auto">
          <a:xfrm>
            <a:off x="6788149" y="55626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P1</a:t>
            </a:r>
          </a:p>
        </p:txBody>
      </p:sp>
      <p:grpSp>
        <p:nvGrpSpPr>
          <p:cNvPr id="155853" name="Group 205"/>
          <p:cNvGrpSpPr>
            <a:grpSpLocks/>
          </p:cNvGrpSpPr>
          <p:nvPr/>
        </p:nvGrpSpPr>
        <p:grpSpPr bwMode="auto">
          <a:xfrm>
            <a:off x="2901950" y="2509840"/>
            <a:ext cx="847726" cy="369887"/>
            <a:chOff x="672" y="1437"/>
            <a:chExt cx="534" cy="233"/>
          </a:xfrm>
        </p:grpSpPr>
        <p:grpSp>
          <p:nvGrpSpPr>
            <p:cNvPr id="155854" name="Group 206"/>
            <p:cNvGrpSpPr>
              <a:grpSpLocks/>
            </p:cNvGrpSpPr>
            <p:nvPr/>
          </p:nvGrpSpPr>
          <p:grpSpPr bwMode="auto">
            <a:xfrm>
              <a:off x="672" y="1488"/>
              <a:ext cx="288" cy="144"/>
              <a:chOff x="3168" y="912"/>
              <a:chExt cx="432" cy="144"/>
            </a:xfrm>
          </p:grpSpPr>
          <p:sp>
            <p:nvSpPr>
              <p:cNvPr id="155855" name="Line 207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5856" name="Line 208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5857" name="Text Box 209"/>
            <p:cNvSpPr txBox="1">
              <a:spLocks noChangeArrowheads="1"/>
            </p:cNvSpPr>
            <p:nvPr/>
          </p:nvSpPr>
          <p:spPr bwMode="auto">
            <a:xfrm>
              <a:off x="909" y="1437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P2</a:t>
              </a:r>
            </a:p>
          </p:txBody>
        </p:sp>
      </p:grpSp>
      <p:sp>
        <p:nvSpPr>
          <p:cNvPr id="155858" name="Text Box 210"/>
          <p:cNvSpPr txBox="1">
            <a:spLocks noChangeArrowheads="1"/>
          </p:cNvSpPr>
          <p:nvPr/>
        </p:nvSpPr>
        <p:spPr bwMode="auto">
          <a:xfrm>
            <a:off x="2063751" y="55626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x          add         P1            P3      r3                P2</a:t>
            </a:r>
          </a:p>
        </p:txBody>
      </p:sp>
      <p:sp>
        <p:nvSpPr>
          <p:cNvPr id="155859" name="Text Box 211"/>
          <p:cNvSpPr txBox="1">
            <a:spLocks noChangeArrowheads="1"/>
          </p:cNvSpPr>
          <p:nvPr/>
        </p:nvSpPr>
        <p:spPr bwMode="auto">
          <a:xfrm>
            <a:off x="2063751" y="5791201"/>
            <a:ext cx="63246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x          ld           P0                       r6                P4</a:t>
            </a:r>
          </a:p>
        </p:txBody>
      </p:sp>
      <p:sp>
        <p:nvSpPr>
          <p:cNvPr id="155860" name="Text Box 212"/>
          <p:cNvSpPr txBox="1">
            <a:spLocks noChangeArrowheads="1"/>
          </p:cNvSpPr>
          <p:nvPr/>
        </p:nvSpPr>
        <p:spPr bwMode="auto">
          <a:xfrm>
            <a:off x="6788149" y="5791201"/>
            <a:ext cx="5334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Verdana" pitchFamily="34" charset="0"/>
              </a:rPr>
              <a:t>P3</a:t>
            </a:r>
          </a:p>
        </p:txBody>
      </p:sp>
      <p:grpSp>
        <p:nvGrpSpPr>
          <p:cNvPr id="155861" name="Group 213"/>
          <p:cNvGrpSpPr>
            <a:grpSpLocks/>
          </p:cNvGrpSpPr>
          <p:nvPr/>
        </p:nvGrpSpPr>
        <p:grpSpPr bwMode="auto">
          <a:xfrm>
            <a:off x="6864351" y="2362200"/>
            <a:ext cx="685800" cy="228600"/>
            <a:chOff x="3168" y="912"/>
            <a:chExt cx="432" cy="144"/>
          </a:xfrm>
        </p:grpSpPr>
        <p:sp>
          <p:nvSpPr>
            <p:cNvPr id="155862" name="Line 214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5863" name="Line 215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55864" name="Group 216"/>
          <p:cNvGrpSpPr>
            <a:grpSpLocks/>
          </p:cNvGrpSpPr>
          <p:nvPr/>
        </p:nvGrpSpPr>
        <p:grpSpPr bwMode="auto">
          <a:xfrm>
            <a:off x="2901950" y="3195640"/>
            <a:ext cx="847726" cy="369887"/>
            <a:chOff x="672" y="1869"/>
            <a:chExt cx="534" cy="233"/>
          </a:xfrm>
        </p:grpSpPr>
        <p:grpSp>
          <p:nvGrpSpPr>
            <p:cNvPr id="155865" name="Group 217"/>
            <p:cNvGrpSpPr>
              <a:grpSpLocks/>
            </p:cNvGrpSpPr>
            <p:nvPr/>
          </p:nvGrpSpPr>
          <p:grpSpPr bwMode="auto">
            <a:xfrm>
              <a:off x="672" y="1920"/>
              <a:ext cx="288" cy="144"/>
              <a:chOff x="3168" y="912"/>
              <a:chExt cx="432" cy="144"/>
            </a:xfrm>
          </p:grpSpPr>
          <p:sp>
            <p:nvSpPr>
              <p:cNvPr id="155866" name="Line 218"/>
              <p:cNvSpPr>
                <a:spLocks noChangeShapeType="1"/>
              </p:cNvSpPr>
              <p:nvPr/>
            </p:nvSpPr>
            <p:spPr bwMode="auto">
              <a:xfrm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55867" name="Line 219"/>
              <p:cNvSpPr>
                <a:spLocks noChangeShapeType="1"/>
              </p:cNvSpPr>
              <p:nvPr/>
            </p:nvSpPr>
            <p:spPr bwMode="auto">
              <a:xfrm flipV="1">
                <a:off x="3168" y="912"/>
                <a:ext cx="432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  <p:sp>
          <p:nvSpPr>
            <p:cNvPr id="155868" name="Text Box 220"/>
            <p:cNvSpPr txBox="1">
              <a:spLocks noChangeArrowheads="1"/>
            </p:cNvSpPr>
            <p:nvPr/>
          </p:nvSpPr>
          <p:spPr bwMode="auto">
            <a:xfrm>
              <a:off x="909" y="1869"/>
              <a:ext cx="29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P4</a:t>
              </a:r>
            </a:p>
          </p:txBody>
        </p:sp>
      </p:grpSp>
      <p:grpSp>
        <p:nvGrpSpPr>
          <p:cNvPr id="155869" name="Group 221"/>
          <p:cNvGrpSpPr>
            <a:grpSpLocks/>
          </p:cNvGrpSpPr>
          <p:nvPr/>
        </p:nvGrpSpPr>
        <p:grpSpPr bwMode="auto">
          <a:xfrm>
            <a:off x="6864351" y="2590800"/>
            <a:ext cx="685800" cy="228600"/>
            <a:chOff x="3168" y="912"/>
            <a:chExt cx="432" cy="144"/>
          </a:xfrm>
        </p:grpSpPr>
        <p:sp>
          <p:nvSpPr>
            <p:cNvPr id="155870" name="Line 222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5871" name="Line 223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55872" name="Group 224"/>
          <p:cNvGrpSpPr>
            <a:grpSpLocks/>
          </p:cNvGrpSpPr>
          <p:nvPr/>
        </p:nvGrpSpPr>
        <p:grpSpPr bwMode="auto">
          <a:xfrm>
            <a:off x="8464550" y="4876800"/>
            <a:ext cx="2051051" cy="708025"/>
            <a:chOff x="4176" y="2928"/>
            <a:chExt cx="1292" cy="446"/>
          </a:xfrm>
        </p:grpSpPr>
        <p:sp>
          <p:nvSpPr>
            <p:cNvPr id="155873" name="Line 225"/>
            <p:cNvSpPr>
              <a:spLocks noChangeShapeType="1"/>
            </p:cNvSpPr>
            <p:nvPr/>
          </p:nvSpPr>
          <p:spPr bwMode="auto">
            <a:xfrm flipH="1">
              <a:off x="4176" y="3168"/>
              <a:ext cx="192" cy="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5874" name="Text Box 226"/>
            <p:cNvSpPr txBox="1">
              <a:spLocks noChangeArrowheads="1"/>
            </p:cNvSpPr>
            <p:nvPr/>
          </p:nvSpPr>
          <p:spPr bwMode="auto">
            <a:xfrm>
              <a:off x="4272" y="2928"/>
              <a:ext cx="1196" cy="44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>
                  <a:solidFill>
                    <a:schemeClr val="hlink"/>
                  </a:solidFill>
                  <a:latin typeface="Verdana" pitchFamily="34" charset="0"/>
                </a:rPr>
                <a:t>Execute &amp; Commit</a:t>
              </a:r>
            </a:p>
          </p:txBody>
        </p:sp>
      </p:grpSp>
      <p:grpSp>
        <p:nvGrpSpPr>
          <p:cNvPr id="155875" name="Group 227"/>
          <p:cNvGrpSpPr>
            <a:grpSpLocks/>
          </p:cNvGrpSpPr>
          <p:nvPr/>
        </p:nvGrpSpPr>
        <p:grpSpPr bwMode="auto">
          <a:xfrm>
            <a:off x="3660776" y="1595439"/>
            <a:ext cx="2774950" cy="4591051"/>
            <a:chOff x="1150" y="861"/>
            <a:chExt cx="1748" cy="2892"/>
          </a:xfrm>
        </p:grpSpPr>
        <p:sp>
          <p:nvSpPr>
            <p:cNvPr id="155876" name="Text Box 228"/>
            <p:cNvSpPr txBox="1">
              <a:spLocks noChangeArrowheads="1"/>
            </p:cNvSpPr>
            <p:nvPr/>
          </p:nvSpPr>
          <p:spPr bwMode="auto">
            <a:xfrm>
              <a:off x="1150" y="3069"/>
              <a:ext cx="217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>
                  <a:latin typeface="Verdana" pitchFamily="34" charset="0"/>
                </a:rPr>
                <a:t>p</a:t>
              </a:r>
            </a:p>
          </p:txBody>
        </p:sp>
        <p:sp>
          <p:nvSpPr>
            <p:cNvPr id="155877" name="Text Box 229"/>
            <p:cNvSpPr txBox="1">
              <a:spLocks noChangeArrowheads="1"/>
            </p:cNvSpPr>
            <p:nvPr/>
          </p:nvSpPr>
          <p:spPr bwMode="auto">
            <a:xfrm>
              <a:off x="1150" y="3501"/>
              <a:ext cx="217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>
                  <a:latin typeface="Verdana" pitchFamily="34" charset="0"/>
                </a:rPr>
                <a:t>p</a:t>
              </a:r>
            </a:p>
          </p:txBody>
        </p:sp>
        <p:sp>
          <p:nvSpPr>
            <p:cNvPr id="155878" name="Text Box 230"/>
            <p:cNvSpPr txBox="1">
              <a:spLocks noChangeArrowheads="1"/>
            </p:cNvSpPr>
            <p:nvPr/>
          </p:nvSpPr>
          <p:spPr bwMode="auto">
            <a:xfrm>
              <a:off x="2691" y="877"/>
              <a:ext cx="20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p</a:t>
              </a:r>
            </a:p>
          </p:txBody>
        </p:sp>
        <p:sp>
          <p:nvSpPr>
            <p:cNvPr id="155879" name="Text Box 231"/>
            <p:cNvSpPr txBox="1">
              <a:spLocks noChangeArrowheads="1"/>
            </p:cNvSpPr>
            <p:nvPr/>
          </p:nvSpPr>
          <p:spPr bwMode="auto">
            <a:xfrm>
              <a:off x="1784" y="861"/>
              <a:ext cx="549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latin typeface="Verdana" pitchFamily="34" charset="0"/>
                </a:rPr>
                <a:t>&lt;R1&gt;</a:t>
              </a:r>
            </a:p>
          </p:txBody>
        </p:sp>
      </p:grpSp>
      <p:sp>
        <p:nvSpPr>
          <p:cNvPr id="155880" name="Text Box 232"/>
          <p:cNvSpPr txBox="1">
            <a:spLocks noChangeArrowheads="1"/>
          </p:cNvSpPr>
          <p:nvPr/>
        </p:nvSpPr>
        <p:spPr bwMode="auto">
          <a:xfrm>
            <a:off x="6940551" y="2743201"/>
            <a:ext cx="533400" cy="4001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Verdana" pitchFamily="34" charset="0"/>
              </a:rPr>
              <a:t>P8</a:t>
            </a:r>
          </a:p>
        </p:txBody>
      </p:sp>
      <p:sp>
        <p:nvSpPr>
          <p:cNvPr id="155881" name="Text Box 233"/>
          <p:cNvSpPr txBox="1">
            <a:spLocks noChangeArrowheads="1"/>
          </p:cNvSpPr>
          <p:nvPr/>
        </p:nvSpPr>
        <p:spPr bwMode="auto">
          <a:xfrm>
            <a:off x="2520951" y="5105401"/>
            <a:ext cx="304800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  <a:latin typeface="Verdana" pitchFamily="34" charset="0"/>
              </a:rPr>
              <a:t>x</a:t>
            </a:r>
          </a:p>
        </p:txBody>
      </p:sp>
      <p:grpSp>
        <p:nvGrpSpPr>
          <p:cNvPr id="155882" name="Group 234"/>
          <p:cNvGrpSpPr>
            <a:grpSpLocks/>
          </p:cNvGrpSpPr>
          <p:nvPr/>
        </p:nvGrpSpPr>
        <p:grpSpPr bwMode="auto">
          <a:xfrm>
            <a:off x="3968751" y="2057400"/>
            <a:ext cx="3733800" cy="3733800"/>
            <a:chOff x="1344" y="1152"/>
            <a:chExt cx="2352" cy="2352"/>
          </a:xfrm>
        </p:grpSpPr>
        <p:sp>
          <p:nvSpPr>
            <p:cNvPr id="155883" name="Line 235"/>
            <p:cNvSpPr>
              <a:spLocks noChangeShapeType="1"/>
            </p:cNvSpPr>
            <p:nvPr/>
          </p:nvSpPr>
          <p:spPr bwMode="auto">
            <a:xfrm flipH="1">
              <a:off x="1344" y="3216"/>
              <a:ext cx="2352" cy="28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5884" name="Line 236"/>
            <p:cNvSpPr>
              <a:spLocks noChangeShapeType="1"/>
            </p:cNvSpPr>
            <p:nvPr/>
          </p:nvSpPr>
          <p:spPr bwMode="auto">
            <a:xfrm flipH="1" flipV="1">
              <a:off x="2784" y="1152"/>
              <a:ext cx="912" cy="2016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55885" name="Group 237"/>
          <p:cNvGrpSpPr>
            <a:grpSpLocks/>
          </p:cNvGrpSpPr>
          <p:nvPr/>
        </p:nvGrpSpPr>
        <p:grpSpPr bwMode="auto">
          <a:xfrm>
            <a:off x="3660778" y="1824039"/>
            <a:ext cx="2767013" cy="4133851"/>
            <a:chOff x="1150" y="1005"/>
            <a:chExt cx="1743" cy="2604"/>
          </a:xfrm>
        </p:grpSpPr>
        <p:sp>
          <p:nvSpPr>
            <p:cNvPr id="155886" name="Text Box 238"/>
            <p:cNvSpPr txBox="1">
              <a:spLocks noChangeArrowheads="1"/>
            </p:cNvSpPr>
            <p:nvPr/>
          </p:nvSpPr>
          <p:spPr bwMode="auto">
            <a:xfrm>
              <a:off x="1150" y="3357"/>
              <a:ext cx="217" cy="25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sz="2000">
                  <a:solidFill>
                    <a:schemeClr val="hlink"/>
                  </a:solidFill>
                  <a:latin typeface="Verdana" pitchFamily="34" charset="0"/>
                </a:rPr>
                <a:t>p</a:t>
              </a:r>
            </a:p>
          </p:txBody>
        </p:sp>
        <p:sp>
          <p:nvSpPr>
            <p:cNvPr id="155887" name="Text Box 239"/>
            <p:cNvSpPr txBox="1">
              <a:spLocks noChangeArrowheads="1"/>
            </p:cNvSpPr>
            <p:nvPr/>
          </p:nvSpPr>
          <p:spPr bwMode="auto">
            <a:xfrm>
              <a:off x="2686" y="1005"/>
              <a:ext cx="207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Verdana" pitchFamily="34" charset="0"/>
                </a:rPr>
                <a:t>p</a:t>
              </a:r>
            </a:p>
          </p:txBody>
        </p:sp>
        <p:sp>
          <p:nvSpPr>
            <p:cNvPr id="155888" name="Text Box 240"/>
            <p:cNvSpPr txBox="1">
              <a:spLocks noChangeArrowheads="1"/>
            </p:cNvSpPr>
            <p:nvPr/>
          </p:nvSpPr>
          <p:spPr bwMode="auto">
            <a:xfrm>
              <a:off x="1784" y="1005"/>
              <a:ext cx="549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>
                  <a:solidFill>
                    <a:schemeClr val="hlink"/>
                  </a:solidFill>
                  <a:latin typeface="Verdana" pitchFamily="34" charset="0"/>
                </a:rPr>
                <a:t>&lt;R3&gt;</a:t>
              </a:r>
            </a:p>
          </p:txBody>
        </p:sp>
      </p:grpSp>
      <p:sp>
        <p:nvSpPr>
          <p:cNvPr id="155889" name="Line 241"/>
          <p:cNvSpPr>
            <a:spLocks noChangeShapeType="1"/>
          </p:cNvSpPr>
          <p:nvPr/>
        </p:nvSpPr>
        <p:spPr bwMode="auto">
          <a:xfrm flipH="1" flipV="1">
            <a:off x="6254751" y="3505200"/>
            <a:ext cx="609600" cy="17526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grpSp>
        <p:nvGrpSpPr>
          <p:cNvPr id="155890" name="Group 242"/>
          <p:cNvGrpSpPr>
            <a:grpSpLocks/>
          </p:cNvGrpSpPr>
          <p:nvPr/>
        </p:nvGrpSpPr>
        <p:grpSpPr bwMode="auto">
          <a:xfrm>
            <a:off x="4730751" y="3276600"/>
            <a:ext cx="1676400" cy="228600"/>
            <a:chOff x="3168" y="912"/>
            <a:chExt cx="432" cy="144"/>
          </a:xfrm>
        </p:grpSpPr>
        <p:sp>
          <p:nvSpPr>
            <p:cNvPr id="155891" name="Line 243"/>
            <p:cNvSpPr>
              <a:spLocks noChangeShapeType="1"/>
            </p:cNvSpPr>
            <p:nvPr/>
          </p:nvSpPr>
          <p:spPr bwMode="auto">
            <a:xfrm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5892" name="Line 244"/>
            <p:cNvSpPr>
              <a:spLocks noChangeShapeType="1"/>
            </p:cNvSpPr>
            <p:nvPr/>
          </p:nvSpPr>
          <p:spPr bwMode="auto">
            <a:xfrm flipV="1">
              <a:off x="3168" y="912"/>
              <a:ext cx="432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55893" name="Line 245"/>
          <p:cNvSpPr>
            <a:spLocks noChangeShapeType="1"/>
          </p:cNvSpPr>
          <p:nvPr/>
        </p:nvSpPr>
        <p:spPr bwMode="auto">
          <a:xfrm flipV="1">
            <a:off x="7016749" y="3276600"/>
            <a:ext cx="76200" cy="19050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55894" name="Text Box 246"/>
          <p:cNvSpPr txBox="1">
            <a:spLocks noChangeArrowheads="1"/>
          </p:cNvSpPr>
          <p:nvPr/>
        </p:nvSpPr>
        <p:spPr bwMode="auto">
          <a:xfrm>
            <a:off x="6940551" y="2971801"/>
            <a:ext cx="533400" cy="40011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solidFill>
                  <a:schemeClr val="hlink"/>
                </a:solidFill>
                <a:latin typeface="Verdana" pitchFamily="34" charset="0"/>
              </a:rPr>
              <a:t>P7</a:t>
            </a:r>
          </a:p>
        </p:txBody>
      </p:sp>
    </p:spTree>
    <p:extLst>
      <p:ext uri="{BB962C8B-B14F-4D97-AF65-F5344CB8AC3E}">
        <p14:creationId xmlns:p14="http://schemas.microsoft.com/office/powerpoint/2010/main" val="42827743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735" grpId="0" autoUpdateAnimBg="0"/>
      <p:bldP spid="155881" grpId="0" autoUpdateAnimBg="0"/>
      <p:bldP spid="155889" grpId="0" animBg="1"/>
      <p:bldP spid="155893" grpId="0" animBg="1"/>
      <p:bldP spid="155894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ChangeArrowheads="1"/>
          </p:cNvSpPr>
          <p:nvPr/>
        </p:nvSpPr>
        <p:spPr bwMode="auto">
          <a:xfrm>
            <a:off x="2209800" y="1981200"/>
            <a:ext cx="2895600" cy="2438400"/>
          </a:xfrm>
          <a:prstGeom prst="rect">
            <a:avLst/>
          </a:prstGeom>
          <a:solidFill>
            <a:srgbClr val="FF99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title"/>
          </p:nvPr>
        </p:nvSpPr>
        <p:spPr>
          <a:xfrm>
            <a:off x="2438400" y="571500"/>
            <a:ext cx="7162800" cy="533400"/>
          </a:xfrm>
        </p:spPr>
        <p:txBody>
          <a:bodyPr>
            <a:normAutofit fontScale="90000"/>
          </a:bodyPr>
          <a:lstStyle/>
          <a:p>
            <a:r>
              <a:rPr lang="en-US"/>
              <a:t>Reorder Buffer Holds</a:t>
            </a:r>
            <a:br>
              <a:rPr lang="en-US"/>
            </a:br>
            <a:r>
              <a:rPr lang="en-US"/>
              <a:t>Active Instruction Window</a:t>
            </a:r>
          </a:p>
        </p:txBody>
      </p:sp>
      <p:sp>
        <p:nvSpPr>
          <p:cNvPr id="157700" name="Rectangle 4"/>
          <p:cNvSpPr>
            <a:spLocks noGrp="1" noChangeArrowheads="1"/>
          </p:cNvSpPr>
          <p:nvPr>
            <p:ph idx="1"/>
          </p:nvPr>
        </p:nvSpPr>
        <p:spPr>
          <a:xfrm>
            <a:off x="2157414" y="1905000"/>
            <a:ext cx="3100387" cy="3779838"/>
          </a:xfrm>
          <a:noFill/>
          <a:ln/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…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ld r1, (r3)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add r3, r1, r2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sub r6, r7, r9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add r3, r3, r6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ld r6, (r1)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add r6, r6, r3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st r6, (r1)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ld r6, (r1)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>
                <a:latin typeface="Courier New" pitchFamily="49" charset="0"/>
              </a:rPr>
              <a:t>…</a:t>
            </a:r>
          </a:p>
        </p:txBody>
      </p:sp>
      <p:sp>
        <p:nvSpPr>
          <p:cNvPr id="157701" name="Text Box 5"/>
          <p:cNvSpPr txBox="1">
            <a:spLocks noChangeArrowheads="1"/>
          </p:cNvSpPr>
          <p:nvPr/>
        </p:nvSpPr>
        <p:spPr bwMode="auto">
          <a:xfrm>
            <a:off x="2568576" y="1600201"/>
            <a:ext cx="2222275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000" b="1" i="1"/>
              <a:t>(Older instructions)</a:t>
            </a:r>
          </a:p>
        </p:txBody>
      </p:sp>
      <p:sp>
        <p:nvSpPr>
          <p:cNvPr id="157702" name="Text Box 6"/>
          <p:cNvSpPr txBox="1">
            <a:spLocks noChangeArrowheads="1"/>
          </p:cNvSpPr>
          <p:nvPr/>
        </p:nvSpPr>
        <p:spPr bwMode="auto">
          <a:xfrm>
            <a:off x="2568577" y="5181601"/>
            <a:ext cx="2337307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US" sz="2000" b="1" i="1"/>
              <a:t>(Newer instructions)</a:t>
            </a:r>
          </a:p>
        </p:txBody>
      </p:sp>
      <p:sp>
        <p:nvSpPr>
          <p:cNvPr id="157703" name="Text Box 7"/>
          <p:cNvSpPr txBox="1">
            <a:spLocks noChangeArrowheads="1"/>
          </p:cNvSpPr>
          <p:nvPr/>
        </p:nvSpPr>
        <p:spPr bwMode="auto">
          <a:xfrm>
            <a:off x="3055934" y="5983289"/>
            <a:ext cx="102553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/>
            <a:r>
              <a:rPr lang="en-US" sz="2400" b="1"/>
              <a:t>Cycle </a:t>
            </a:r>
            <a:r>
              <a:rPr lang="en-US" sz="2400" b="1" i="1"/>
              <a:t>t</a:t>
            </a:r>
          </a:p>
        </p:txBody>
      </p:sp>
      <p:grpSp>
        <p:nvGrpSpPr>
          <p:cNvPr id="157704" name="Group 8"/>
          <p:cNvGrpSpPr>
            <a:grpSpLocks/>
          </p:cNvGrpSpPr>
          <p:nvPr/>
        </p:nvGrpSpPr>
        <p:grpSpPr bwMode="auto">
          <a:xfrm>
            <a:off x="5334000" y="1600201"/>
            <a:ext cx="4800600" cy="4845051"/>
            <a:chOff x="2400" y="1008"/>
            <a:chExt cx="3024" cy="3052"/>
          </a:xfrm>
        </p:grpSpPr>
        <p:sp>
          <p:nvSpPr>
            <p:cNvPr id="157705" name="Rectangle 9"/>
            <p:cNvSpPr>
              <a:spLocks noChangeArrowheads="1"/>
            </p:cNvSpPr>
            <p:nvPr/>
          </p:nvSpPr>
          <p:spPr bwMode="auto">
            <a:xfrm>
              <a:off x="3552" y="1488"/>
              <a:ext cx="1824" cy="1776"/>
            </a:xfrm>
            <a:prstGeom prst="rect">
              <a:avLst/>
            </a:prstGeom>
            <a:solidFill>
              <a:srgbClr val="FF99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7706" name="Rectangle 10"/>
            <p:cNvSpPr>
              <a:spLocks noChangeArrowheads="1"/>
            </p:cNvSpPr>
            <p:nvPr/>
          </p:nvSpPr>
          <p:spPr bwMode="auto">
            <a:xfrm>
              <a:off x="3600" y="1008"/>
              <a:ext cx="1824" cy="2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285750" indent="-285750" eaLnBrk="0" hangingPunct="0">
                <a:lnSpc>
                  <a:spcPct val="80000"/>
                </a:lnSpc>
                <a:spcBef>
                  <a:spcPct val="30000"/>
                </a:spcBef>
                <a:buSzPct val="100000"/>
              </a:pPr>
              <a:r>
                <a:rPr lang="en-US" sz="2400" b="1">
                  <a:latin typeface="Courier New" pitchFamily="49" charset="0"/>
                </a:rPr>
                <a:t>…</a:t>
              </a:r>
            </a:p>
            <a:p>
              <a:pPr marL="285750" indent="-285750" eaLnBrk="0" hangingPunct="0">
                <a:lnSpc>
                  <a:spcPct val="80000"/>
                </a:lnSpc>
                <a:spcBef>
                  <a:spcPct val="30000"/>
                </a:spcBef>
                <a:buSzPct val="100000"/>
              </a:pPr>
              <a:r>
                <a:rPr lang="en-US" sz="2400" b="1">
                  <a:latin typeface="Courier New" pitchFamily="49" charset="0"/>
                </a:rPr>
                <a:t>ld r1, (r3)</a:t>
              </a:r>
            </a:p>
            <a:p>
              <a:pPr marL="285750" indent="-285750" eaLnBrk="0" hangingPunct="0">
                <a:lnSpc>
                  <a:spcPct val="80000"/>
                </a:lnSpc>
                <a:spcBef>
                  <a:spcPct val="30000"/>
                </a:spcBef>
                <a:buSzPct val="100000"/>
              </a:pPr>
              <a:r>
                <a:rPr lang="en-US" sz="2400" b="1">
                  <a:latin typeface="Courier New" pitchFamily="49" charset="0"/>
                </a:rPr>
                <a:t>add r3, r1, r2</a:t>
              </a:r>
            </a:p>
            <a:p>
              <a:pPr marL="285750" indent="-285750" eaLnBrk="0" hangingPunct="0">
                <a:lnSpc>
                  <a:spcPct val="80000"/>
                </a:lnSpc>
                <a:spcBef>
                  <a:spcPct val="30000"/>
                </a:spcBef>
                <a:buSzPct val="100000"/>
              </a:pPr>
              <a:r>
                <a:rPr lang="en-US" sz="2400" b="1">
                  <a:latin typeface="Courier New" pitchFamily="49" charset="0"/>
                </a:rPr>
                <a:t>sub r6, r7, r9</a:t>
              </a:r>
            </a:p>
            <a:p>
              <a:pPr marL="285750" indent="-285750" eaLnBrk="0" hangingPunct="0">
                <a:lnSpc>
                  <a:spcPct val="80000"/>
                </a:lnSpc>
                <a:spcBef>
                  <a:spcPct val="30000"/>
                </a:spcBef>
                <a:buSzPct val="100000"/>
              </a:pPr>
              <a:r>
                <a:rPr lang="en-US" sz="2400" b="1">
                  <a:latin typeface="Courier New" pitchFamily="49" charset="0"/>
                </a:rPr>
                <a:t>add r3, r3, r6</a:t>
              </a:r>
            </a:p>
            <a:p>
              <a:pPr marL="285750" indent="-285750" eaLnBrk="0" hangingPunct="0">
                <a:lnSpc>
                  <a:spcPct val="80000"/>
                </a:lnSpc>
                <a:spcBef>
                  <a:spcPct val="30000"/>
                </a:spcBef>
                <a:buSzPct val="100000"/>
              </a:pPr>
              <a:r>
                <a:rPr lang="en-US" sz="2400" b="1">
                  <a:latin typeface="Courier New" pitchFamily="49" charset="0"/>
                </a:rPr>
                <a:t>ld r6, (r1)</a:t>
              </a:r>
            </a:p>
            <a:p>
              <a:pPr marL="285750" indent="-285750" eaLnBrk="0" hangingPunct="0">
                <a:lnSpc>
                  <a:spcPct val="80000"/>
                </a:lnSpc>
                <a:spcBef>
                  <a:spcPct val="30000"/>
                </a:spcBef>
                <a:buSzPct val="100000"/>
              </a:pPr>
              <a:r>
                <a:rPr lang="en-US" sz="2400" b="1">
                  <a:latin typeface="Courier New" pitchFamily="49" charset="0"/>
                </a:rPr>
                <a:t>add r6, r6, r3</a:t>
              </a:r>
            </a:p>
            <a:p>
              <a:pPr marL="285750" indent="-285750" eaLnBrk="0" hangingPunct="0">
                <a:lnSpc>
                  <a:spcPct val="80000"/>
                </a:lnSpc>
                <a:spcBef>
                  <a:spcPct val="30000"/>
                </a:spcBef>
                <a:buSzPct val="100000"/>
              </a:pPr>
              <a:r>
                <a:rPr lang="en-US" sz="2400" b="1">
                  <a:latin typeface="Courier New" pitchFamily="49" charset="0"/>
                </a:rPr>
                <a:t>st r6, (r1)</a:t>
              </a:r>
            </a:p>
            <a:p>
              <a:pPr marL="285750" indent="-285750" eaLnBrk="0" hangingPunct="0">
                <a:lnSpc>
                  <a:spcPct val="80000"/>
                </a:lnSpc>
                <a:spcBef>
                  <a:spcPct val="30000"/>
                </a:spcBef>
                <a:buSzPct val="100000"/>
              </a:pPr>
              <a:r>
                <a:rPr lang="en-US" sz="2400" b="1">
                  <a:latin typeface="Courier New" pitchFamily="49" charset="0"/>
                </a:rPr>
                <a:t>ld r6, (r1)</a:t>
              </a:r>
            </a:p>
            <a:p>
              <a:pPr marL="285750" indent="-285750" eaLnBrk="0" hangingPunct="0">
                <a:lnSpc>
                  <a:spcPct val="80000"/>
                </a:lnSpc>
                <a:spcBef>
                  <a:spcPct val="30000"/>
                </a:spcBef>
                <a:buSzPct val="100000"/>
              </a:pPr>
              <a:r>
                <a:rPr lang="en-US" sz="2400" b="1">
                  <a:latin typeface="Courier New" pitchFamily="49" charset="0"/>
                </a:rPr>
                <a:t>…</a:t>
              </a:r>
            </a:p>
          </p:txBody>
        </p:sp>
        <p:sp>
          <p:nvSpPr>
            <p:cNvPr id="157707" name="AutoShape 11"/>
            <p:cNvSpPr>
              <a:spLocks/>
            </p:cNvSpPr>
            <p:nvPr/>
          </p:nvSpPr>
          <p:spPr bwMode="auto">
            <a:xfrm>
              <a:off x="2400" y="1248"/>
              <a:ext cx="144" cy="240"/>
            </a:xfrm>
            <a:prstGeom prst="rightBrace">
              <a:avLst>
                <a:gd name="adj1" fmla="val 13889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7708" name="Line 12"/>
            <p:cNvSpPr>
              <a:spLocks noChangeShapeType="1"/>
            </p:cNvSpPr>
            <p:nvPr/>
          </p:nvSpPr>
          <p:spPr bwMode="auto">
            <a:xfrm>
              <a:off x="2544" y="1368"/>
              <a:ext cx="8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7709" name="Text Box 13"/>
            <p:cNvSpPr txBox="1">
              <a:spLocks noChangeArrowheads="1"/>
            </p:cNvSpPr>
            <p:nvPr/>
          </p:nvSpPr>
          <p:spPr bwMode="auto">
            <a:xfrm>
              <a:off x="2587" y="1104"/>
              <a:ext cx="745" cy="2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400" b="1" i="1"/>
                <a:t>Commit</a:t>
              </a:r>
            </a:p>
          </p:txBody>
        </p:sp>
        <p:sp>
          <p:nvSpPr>
            <p:cNvPr id="157710" name="AutoShape 14"/>
            <p:cNvSpPr>
              <a:spLocks/>
            </p:cNvSpPr>
            <p:nvPr/>
          </p:nvSpPr>
          <p:spPr bwMode="auto">
            <a:xfrm>
              <a:off x="2400" y="2784"/>
              <a:ext cx="144" cy="480"/>
            </a:xfrm>
            <a:prstGeom prst="rightBrace">
              <a:avLst>
                <a:gd name="adj1" fmla="val 27778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7711" name="Line 15"/>
            <p:cNvSpPr>
              <a:spLocks noChangeShapeType="1"/>
            </p:cNvSpPr>
            <p:nvPr/>
          </p:nvSpPr>
          <p:spPr bwMode="auto">
            <a:xfrm>
              <a:off x="2544" y="3024"/>
              <a:ext cx="8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7712" name="Text Box 16"/>
            <p:cNvSpPr txBox="1">
              <a:spLocks noChangeArrowheads="1"/>
            </p:cNvSpPr>
            <p:nvPr/>
          </p:nvSpPr>
          <p:spPr bwMode="auto">
            <a:xfrm>
              <a:off x="2688" y="2784"/>
              <a:ext cx="543" cy="2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400" b="1" i="1"/>
                <a:t>Fetch</a:t>
              </a:r>
            </a:p>
          </p:txBody>
        </p:sp>
        <p:sp>
          <p:nvSpPr>
            <p:cNvPr id="157713" name="Text Box 17"/>
            <p:cNvSpPr txBox="1">
              <a:spLocks noChangeArrowheads="1"/>
            </p:cNvSpPr>
            <p:nvPr/>
          </p:nvSpPr>
          <p:spPr bwMode="auto">
            <a:xfrm>
              <a:off x="3956" y="3769"/>
              <a:ext cx="928" cy="2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400" b="1"/>
                <a:t>Cycle </a:t>
              </a:r>
              <a:r>
                <a:rPr lang="en-US" sz="2400" b="1" i="1"/>
                <a:t>t + 1</a:t>
              </a:r>
            </a:p>
          </p:txBody>
        </p:sp>
        <p:sp>
          <p:nvSpPr>
            <p:cNvPr id="157714" name="AutoShape 18"/>
            <p:cNvSpPr>
              <a:spLocks/>
            </p:cNvSpPr>
            <p:nvPr/>
          </p:nvSpPr>
          <p:spPr bwMode="auto">
            <a:xfrm>
              <a:off x="2400" y="1580"/>
              <a:ext cx="144" cy="1126"/>
            </a:xfrm>
            <a:prstGeom prst="rightBrace">
              <a:avLst>
                <a:gd name="adj1" fmla="val 65162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7715" name="Line 19"/>
            <p:cNvSpPr>
              <a:spLocks noChangeShapeType="1"/>
            </p:cNvSpPr>
            <p:nvPr/>
          </p:nvSpPr>
          <p:spPr bwMode="auto">
            <a:xfrm flipV="1">
              <a:off x="2544" y="2146"/>
              <a:ext cx="8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57716" name="Text Box 20"/>
            <p:cNvSpPr txBox="1">
              <a:spLocks noChangeArrowheads="1"/>
            </p:cNvSpPr>
            <p:nvPr/>
          </p:nvSpPr>
          <p:spPr bwMode="auto">
            <a:xfrm>
              <a:off x="2596" y="1814"/>
              <a:ext cx="734" cy="2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400" b="1" i="1"/>
                <a:t>Execute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39889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ChangeArrowheads="1"/>
          </p:cNvSpPr>
          <p:nvPr/>
        </p:nvSpPr>
        <p:spPr bwMode="auto">
          <a:xfrm>
            <a:off x="3003551" y="3149879"/>
            <a:ext cx="184731" cy="369332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sv-SE"/>
          </a:p>
        </p:txBody>
      </p:sp>
      <p:sp>
        <p:nvSpPr>
          <p:cNvPr id="126979" name="Rectangle 3"/>
          <p:cNvSpPr>
            <a:spLocks noChangeArrowheads="1"/>
          </p:cNvSpPr>
          <p:nvPr/>
        </p:nvSpPr>
        <p:spPr bwMode="auto">
          <a:xfrm>
            <a:off x="3003551" y="3284817"/>
            <a:ext cx="184731" cy="369332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sv-SE"/>
          </a:p>
        </p:txBody>
      </p:sp>
      <p:sp>
        <p:nvSpPr>
          <p:cNvPr id="126980" name="Rectangle 4"/>
          <p:cNvSpPr>
            <a:spLocks noChangeArrowheads="1"/>
          </p:cNvSpPr>
          <p:nvPr/>
        </p:nvSpPr>
        <p:spPr bwMode="auto">
          <a:xfrm>
            <a:off x="3003551" y="3418167"/>
            <a:ext cx="184731" cy="369332"/>
          </a:xfrm>
          <a:prstGeom prst="rect">
            <a:avLst/>
          </a:prstGeom>
          <a:solidFill>
            <a:srgbClr val="FFCC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sv-SE"/>
          </a:p>
        </p:txBody>
      </p:sp>
      <p:sp>
        <p:nvSpPr>
          <p:cNvPr id="126981" name="Rectangle 5"/>
          <p:cNvSpPr>
            <a:spLocks noChangeArrowheads="1"/>
          </p:cNvSpPr>
          <p:nvPr/>
        </p:nvSpPr>
        <p:spPr bwMode="auto">
          <a:xfrm>
            <a:off x="3003551" y="3005417"/>
            <a:ext cx="184731" cy="369332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sv-SE"/>
          </a:p>
        </p:txBody>
      </p:sp>
      <p:grpSp>
        <p:nvGrpSpPr>
          <p:cNvPr id="126982" name="Group 6"/>
          <p:cNvGrpSpPr>
            <a:grpSpLocks/>
          </p:cNvGrpSpPr>
          <p:nvPr/>
        </p:nvGrpSpPr>
        <p:grpSpPr bwMode="auto">
          <a:xfrm>
            <a:off x="3813176" y="1281114"/>
            <a:ext cx="869951" cy="931862"/>
            <a:chOff x="1338" y="714"/>
            <a:chExt cx="624" cy="720"/>
          </a:xfrm>
        </p:grpSpPr>
        <p:sp>
          <p:nvSpPr>
            <p:cNvPr id="126983" name="Rectangle 7"/>
            <p:cNvSpPr>
              <a:spLocks noChangeArrowheads="1"/>
            </p:cNvSpPr>
            <p:nvPr/>
          </p:nvSpPr>
          <p:spPr bwMode="auto">
            <a:xfrm>
              <a:off x="1338" y="762"/>
              <a:ext cx="432" cy="672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6984" name="Rectangle 8"/>
            <p:cNvSpPr>
              <a:spLocks noChangeArrowheads="1"/>
            </p:cNvSpPr>
            <p:nvPr/>
          </p:nvSpPr>
          <p:spPr bwMode="auto">
            <a:xfrm>
              <a:off x="1338" y="714"/>
              <a:ext cx="432" cy="192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i="1">
                  <a:latin typeface="Verdana" pitchFamily="34" charset="0"/>
                </a:rPr>
                <a:t>t</a:t>
              </a:r>
              <a:endParaRPr lang="en-US" i="1" baseline="-25000">
                <a:latin typeface="Verdana" pitchFamily="34" charset="0"/>
              </a:endParaRPr>
            </a:p>
          </p:txBody>
        </p:sp>
        <p:sp>
          <p:nvSpPr>
            <p:cNvPr id="126985" name="Rectangle 9"/>
            <p:cNvSpPr>
              <a:spLocks noChangeArrowheads="1"/>
            </p:cNvSpPr>
            <p:nvPr/>
          </p:nvSpPr>
          <p:spPr bwMode="auto">
            <a:xfrm>
              <a:off x="1338" y="906"/>
              <a:ext cx="432" cy="144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6986" name="Rectangle 10"/>
            <p:cNvSpPr>
              <a:spLocks noChangeArrowheads="1"/>
            </p:cNvSpPr>
            <p:nvPr/>
          </p:nvSpPr>
          <p:spPr bwMode="auto">
            <a:xfrm>
              <a:off x="1338" y="1290"/>
              <a:ext cx="432" cy="144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6987" name="Rectangle 11"/>
            <p:cNvSpPr>
              <a:spLocks noChangeArrowheads="1"/>
            </p:cNvSpPr>
            <p:nvPr/>
          </p:nvSpPr>
          <p:spPr bwMode="auto">
            <a:xfrm>
              <a:off x="1770" y="714"/>
              <a:ext cx="192" cy="192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i="1">
                  <a:latin typeface="Verdana" pitchFamily="34" charset="0"/>
                </a:rPr>
                <a:t>v</a:t>
              </a:r>
              <a:endParaRPr lang="en-US" sz="2000" i="1" baseline="-25000">
                <a:latin typeface="Verdana" pitchFamily="34" charset="0"/>
              </a:endParaRPr>
            </a:p>
          </p:txBody>
        </p:sp>
        <p:sp>
          <p:nvSpPr>
            <p:cNvPr id="126988" name="Rectangle 12"/>
            <p:cNvSpPr>
              <a:spLocks noChangeArrowheads="1"/>
            </p:cNvSpPr>
            <p:nvPr/>
          </p:nvSpPr>
          <p:spPr bwMode="auto">
            <a:xfrm>
              <a:off x="1770" y="906"/>
              <a:ext cx="192" cy="144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6989" name="Rectangle 13"/>
            <p:cNvSpPr>
              <a:spLocks noChangeArrowheads="1"/>
            </p:cNvSpPr>
            <p:nvPr/>
          </p:nvSpPr>
          <p:spPr bwMode="auto">
            <a:xfrm>
              <a:off x="1770" y="1050"/>
              <a:ext cx="192" cy="240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6990" name="Rectangle 14"/>
            <p:cNvSpPr>
              <a:spLocks noChangeArrowheads="1"/>
            </p:cNvSpPr>
            <p:nvPr/>
          </p:nvSpPr>
          <p:spPr bwMode="auto">
            <a:xfrm>
              <a:off x="1770" y="1290"/>
              <a:ext cx="192" cy="144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26991" name="Group 15"/>
          <p:cNvGrpSpPr>
            <a:grpSpLocks/>
          </p:cNvGrpSpPr>
          <p:nvPr/>
        </p:nvGrpSpPr>
        <p:grpSpPr bwMode="auto">
          <a:xfrm>
            <a:off x="3673476" y="1370014"/>
            <a:ext cx="869951" cy="931862"/>
            <a:chOff x="1338" y="714"/>
            <a:chExt cx="624" cy="720"/>
          </a:xfrm>
        </p:grpSpPr>
        <p:sp>
          <p:nvSpPr>
            <p:cNvPr id="126992" name="Rectangle 16"/>
            <p:cNvSpPr>
              <a:spLocks noChangeArrowheads="1"/>
            </p:cNvSpPr>
            <p:nvPr/>
          </p:nvSpPr>
          <p:spPr bwMode="auto">
            <a:xfrm>
              <a:off x="1338" y="762"/>
              <a:ext cx="432" cy="672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6993" name="Rectangle 17"/>
            <p:cNvSpPr>
              <a:spLocks noChangeArrowheads="1"/>
            </p:cNvSpPr>
            <p:nvPr/>
          </p:nvSpPr>
          <p:spPr bwMode="auto">
            <a:xfrm>
              <a:off x="1338" y="714"/>
              <a:ext cx="432" cy="192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i="1">
                  <a:latin typeface="Verdana" pitchFamily="34" charset="0"/>
                </a:rPr>
                <a:t>t</a:t>
              </a:r>
              <a:endParaRPr lang="en-US" i="1" baseline="-25000">
                <a:latin typeface="Verdana" pitchFamily="34" charset="0"/>
              </a:endParaRPr>
            </a:p>
          </p:txBody>
        </p:sp>
        <p:sp>
          <p:nvSpPr>
            <p:cNvPr id="126994" name="Rectangle 18"/>
            <p:cNvSpPr>
              <a:spLocks noChangeArrowheads="1"/>
            </p:cNvSpPr>
            <p:nvPr/>
          </p:nvSpPr>
          <p:spPr bwMode="auto">
            <a:xfrm>
              <a:off x="1338" y="906"/>
              <a:ext cx="432" cy="144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6995" name="Rectangle 19"/>
            <p:cNvSpPr>
              <a:spLocks noChangeArrowheads="1"/>
            </p:cNvSpPr>
            <p:nvPr/>
          </p:nvSpPr>
          <p:spPr bwMode="auto">
            <a:xfrm>
              <a:off x="1338" y="1290"/>
              <a:ext cx="432" cy="144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6996" name="Rectangle 20"/>
            <p:cNvSpPr>
              <a:spLocks noChangeArrowheads="1"/>
            </p:cNvSpPr>
            <p:nvPr/>
          </p:nvSpPr>
          <p:spPr bwMode="auto">
            <a:xfrm>
              <a:off x="1770" y="714"/>
              <a:ext cx="192" cy="192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i="1">
                  <a:latin typeface="Verdana" pitchFamily="34" charset="0"/>
                </a:rPr>
                <a:t>v</a:t>
              </a:r>
              <a:endParaRPr lang="en-US" sz="2000" i="1" baseline="-25000">
                <a:latin typeface="Verdana" pitchFamily="34" charset="0"/>
              </a:endParaRPr>
            </a:p>
          </p:txBody>
        </p:sp>
        <p:sp>
          <p:nvSpPr>
            <p:cNvPr id="126997" name="Rectangle 21"/>
            <p:cNvSpPr>
              <a:spLocks noChangeArrowheads="1"/>
            </p:cNvSpPr>
            <p:nvPr/>
          </p:nvSpPr>
          <p:spPr bwMode="auto">
            <a:xfrm>
              <a:off x="1770" y="906"/>
              <a:ext cx="192" cy="144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6998" name="Rectangle 22"/>
            <p:cNvSpPr>
              <a:spLocks noChangeArrowheads="1"/>
            </p:cNvSpPr>
            <p:nvPr/>
          </p:nvSpPr>
          <p:spPr bwMode="auto">
            <a:xfrm>
              <a:off x="1770" y="1050"/>
              <a:ext cx="192" cy="240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6999" name="Rectangle 23"/>
            <p:cNvSpPr>
              <a:spLocks noChangeArrowheads="1"/>
            </p:cNvSpPr>
            <p:nvPr/>
          </p:nvSpPr>
          <p:spPr bwMode="auto">
            <a:xfrm>
              <a:off x="1770" y="1290"/>
              <a:ext cx="192" cy="144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grpSp>
        <p:nvGrpSpPr>
          <p:cNvPr id="127000" name="Group 24"/>
          <p:cNvGrpSpPr>
            <a:grpSpLocks/>
          </p:cNvGrpSpPr>
          <p:nvPr/>
        </p:nvGrpSpPr>
        <p:grpSpPr bwMode="auto">
          <a:xfrm>
            <a:off x="3533776" y="1446214"/>
            <a:ext cx="869951" cy="931862"/>
            <a:chOff x="1338" y="714"/>
            <a:chExt cx="624" cy="720"/>
          </a:xfrm>
        </p:grpSpPr>
        <p:sp>
          <p:nvSpPr>
            <p:cNvPr id="127001" name="Rectangle 25"/>
            <p:cNvSpPr>
              <a:spLocks noChangeArrowheads="1"/>
            </p:cNvSpPr>
            <p:nvPr/>
          </p:nvSpPr>
          <p:spPr bwMode="auto">
            <a:xfrm>
              <a:off x="1338" y="762"/>
              <a:ext cx="432" cy="672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02" name="Rectangle 26"/>
            <p:cNvSpPr>
              <a:spLocks noChangeArrowheads="1"/>
            </p:cNvSpPr>
            <p:nvPr/>
          </p:nvSpPr>
          <p:spPr bwMode="auto">
            <a:xfrm>
              <a:off x="1338" y="714"/>
              <a:ext cx="432" cy="192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i="1">
                  <a:latin typeface="Verdana" pitchFamily="34" charset="0"/>
                </a:rPr>
                <a:t>t</a:t>
              </a:r>
              <a:endParaRPr lang="en-US" i="1" baseline="-25000">
                <a:latin typeface="Verdana" pitchFamily="34" charset="0"/>
              </a:endParaRPr>
            </a:p>
          </p:txBody>
        </p:sp>
        <p:sp>
          <p:nvSpPr>
            <p:cNvPr id="127003" name="Rectangle 27"/>
            <p:cNvSpPr>
              <a:spLocks noChangeArrowheads="1"/>
            </p:cNvSpPr>
            <p:nvPr/>
          </p:nvSpPr>
          <p:spPr bwMode="auto">
            <a:xfrm>
              <a:off x="1338" y="906"/>
              <a:ext cx="432" cy="144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04" name="Rectangle 28"/>
            <p:cNvSpPr>
              <a:spLocks noChangeArrowheads="1"/>
            </p:cNvSpPr>
            <p:nvPr/>
          </p:nvSpPr>
          <p:spPr bwMode="auto">
            <a:xfrm>
              <a:off x="1338" y="1290"/>
              <a:ext cx="432" cy="144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05" name="Rectangle 29"/>
            <p:cNvSpPr>
              <a:spLocks noChangeArrowheads="1"/>
            </p:cNvSpPr>
            <p:nvPr/>
          </p:nvSpPr>
          <p:spPr bwMode="auto">
            <a:xfrm>
              <a:off x="1770" y="714"/>
              <a:ext cx="192" cy="192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i="1">
                  <a:latin typeface="Verdana" pitchFamily="34" charset="0"/>
                </a:rPr>
                <a:t>v</a:t>
              </a:r>
              <a:endParaRPr lang="en-US" sz="2000" i="1" baseline="-25000">
                <a:latin typeface="Verdana" pitchFamily="34" charset="0"/>
              </a:endParaRPr>
            </a:p>
          </p:txBody>
        </p:sp>
        <p:sp>
          <p:nvSpPr>
            <p:cNvPr id="127006" name="Rectangle 30"/>
            <p:cNvSpPr>
              <a:spLocks noChangeArrowheads="1"/>
            </p:cNvSpPr>
            <p:nvPr/>
          </p:nvSpPr>
          <p:spPr bwMode="auto">
            <a:xfrm>
              <a:off x="1770" y="906"/>
              <a:ext cx="192" cy="144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07" name="Rectangle 31"/>
            <p:cNvSpPr>
              <a:spLocks noChangeArrowheads="1"/>
            </p:cNvSpPr>
            <p:nvPr/>
          </p:nvSpPr>
          <p:spPr bwMode="auto">
            <a:xfrm>
              <a:off x="1770" y="1050"/>
              <a:ext cx="192" cy="240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08" name="Rectangle 32"/>
            <p:cNvSpPr>
              <a:spLocks noChangeArrowheads="1"/>
            </p:cNvSpPr>
            <p:nvPr/>
          </p:nvSpPr>
          <p:spPr bwMode="auto">
            <a:xfrm>
              <a:off x="1770" y="1290"/>
              <a:ext cx="192" cy="144"/>
            </a:xfrm>
            <a:prstGeom prst="rect">
              <a:avLst/>
            </a:prstGeom>
            <a:solidFill>
              <a:srgbClr val="B3C2A4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27009" name="Rectangle 33"/>
          <p:cNvSpPr>
            <a:spLocks noGrp="1" noChangeArrowheads="1"/>
          </p:cNvSpPr>
          <p:nvPr>
            <p:ph type="title"/>
          </p:nvPr>
        </p:nvSpPr>
        <p:spPr>
          <a:xfrm>
            <a:off x="1828801" y="152401"/>
            <a:ext cx="7937500" cy="1054100"/>
          </a:xfrm>
          <a:noFill/>
          <a:ln/>
        </p:spPr>
        <p:txBody>
          <a:bodyPr vert="horz" lIns="90488" tIns="44450" rIns="90488" bIns="44450" rtlCol="0" anchor="ctr">
            <a:normAutofit fontScale="90000"/>
          </a:bodyPr>
          <a:lstStyle/>
          <a:p>
            <a:r>
              <a:rPr lang="en-US"/>
              <a:t>Recovering ROB/Renaming Table</a:t>
            </a:r>
          </a:p>
        </p:txBody>
      </p:sp>
      <p:sp>
        <p:nvSpPr>
          <p:cNvPr id="127010" name="Rectangle 34"/>
          <p:cNvSpPr>
            <a:spLocks noChangeArrowheads="1"/>
          </p:cNvSpPr>
          <p:nvPr/>
        </p:nvSpPr>
        <p:spPr bwMode="auto">
          <a:xfrm>
            <a:off x="6959601" y="1336676"/>
            <a:ext cx="1125539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r" eaLnBrk="0" hangingPunct="0"/>
            <a:r>
              <a:rPr lang="en-US" i="1">
                <a:solidFill>
                  <a:srgbClr val="56127A"/>
                </a:solidFill>
                <a:latin typeface="Verdana" pitchFamily="34" charset="0"/>
              </a:rPr>
              <a:t>Register File</a:t>
            </a:r>
          </a:p>
        </p:txBody>
      </p:sp>
      <p:sp>
        <p:nvSpPr>
          <p:cNvPr id="127011" name="Rectangle 35"/>
          <p:cNvSpPr>
            <a:spLocks noChangeArrowheads="1"/>
          </p:cNvSpPr>
          <p:nvPr/>
        </p:nvSpPr>
        <p:spPr bwMode="auto">
          <a:xfrm>
            <a:off x="1798341" y="4203700"/>
            <a:ext cx="1179811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eaLnBrk="0" hangingPunct="0"/>
            <a:r>
              <a:rPr lang="en-US" i="1">
                <a:solidFill>
                  <a:srgbClr val="56127A"/>
                </a:solidFill>
                <a:latin typeface="Verdana" pitchFamily="34" charset="0"/>
              </a:rPr>
              <a:t>Reorder </a:t>
            </a:r>
          </a:p>
          <a:p>
            <a:pPr algn="r" eaLnBrk="0" hangingPunct="0"/>
            <a:r>
              <a:rPr lang="en-US" i="1">
                <a:solidFill>
                  <a:srgbClr val="56127A"/>
                </a:solidFill>
                <a:latin typeface="Verdana" pitchFamily="34" charset="0"/>
              </a:rPr>
              <a:t>buffer</a:t>
            </a:r>
          </a:p>
        </p:txBody>
      </p:sp>
      <p:sp>
        <p:nvSpPr>
          <p:cNvPr id="127012" name="Rectangle 36"/>
          <p:cNvSpPr>
            <a:spLocks noChangeArrowheads="1"/>
          </p:cNvSpPr>
          <p:nvPr/>
        </p:nvSpPr>
        <p:spPr bwMode="auto">
          <a:xfrm>
            <a:off x="4283075" y="4545013"/>
            <a:ext cx="787400" cy="71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13" name="Rectangle 37"/>
          <p:cNvSpPr>
            <a:spLocks noChangeArrowheads="1"/>
          </p:cNvSpPr>
          <p:nvPr/>
        </p:nvSpPr>
        <p:spPr bwMode="auto">
          <a:xfrm>
            <a:off x="5438775" y="4545013"/>
            <a:ext cx="787400" cy="71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14" name="Rectangle 38"/>
          <p:cNvSpPr>
            <a:spLocks noChangeArrowheads="1"/>
          </p:cNvSpPr>
          <p:nvPr/>
        </p:nvSpPr>
        <p:spPr bwMode="auto">
          <a:xfrm>
            <a:off x="6594475" y="4545013"/>
            <a:ext cx="787400" cy="71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15" name="Rectangle 39"/>
          <p:cNvSpPr>
            <a:spLocks noChangeArrowheads="1"/>
          </p:cNvSpPr>
          <p:nvPr/>
        </p:nvSpPr>
        <p:spPr bwMode="auto">
          <a:xfrm>
            <a:off x="7750175" y="4545013"/>
            <a:ext cx="787400" cy="71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16" name="Rectangle 40"/>
          <p:cNvSpPr>
            <a:spLocks noChangeArrowheads="1"/>
          </p:cNvSpPr>
          <p:nvPr/>
        </p:nvSpPr>
        <p:spPr bwMode="auto">
          <a:xfrm>
            <a:off x="3216275" y="4545013"/>
            <a:ext cx="787400" cy="71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17" name="Line 41"/>
          <p:cNvSpPr>
            <a:spLocks noChangeShapeType="1"/>
          </p:cNvSpPr>
          <p:nvPr/>
        </p:nvSpPr>
        <p:spPr bwMode="auto">
          <a:xfrm>
            <a:off x="4486276" y="4278313"/>
            <a:ext cx="34607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grpSp>
        <p:nvGrpSpPr>
          <p:cNvPr id="127018" name="Group 42"/>
          <p:cNvGrpSpPr>
            <a:grpSpLocks/>
          </p:cNvGrpSpPr>
          <p:nvPr/>
        </p:nvGrpSpPr>
        <p:grpSpPr bwMode="auto">
          <a:xfrm>
            <a:off x="3622675" y="5257800"/>
            <a:ext cx="3392488" cy="361950"/>
            <a:chOff x="1368" y="3261"/>
            <a:chExt cx="2137" cy="228"/>
          </a:xfrm>
        </p:grpSpPr>
        <p:sp>
          <p:nvSpPr>
            <p:cNvPr id="127019" name="Freeform 43"/>
            <p:cNvSpPr>
              <a:spLocks/>
            </p:cNvSpPr>
            <p:nvPr/>
          </p:nvSpPr>
          <p:spPr bwMode="auto">
            <a:xfrm>
              <a:off x="2040" y="3267"/>
              <a:ext cx="1" cy="2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21"/>
                </a:cxn>
              </a:cxnLst>
              <a:rect l="0" t="0" r="r" b="b"/>
              <a:pathLst>
                <a:path w="1" h="222">
                  <a:moveTo>
                    <a:pt x="0" y="0"/>
                  </a:moveTo>
                  <a:lnTo>
                    <a:pt x="0" y="221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27020" name="Freeform 44"/>
            <p:cNvSpPr>
              <a:spLocks/>
            </p:cNvSpPr>
            <p:nvPr/>
          </p:nvSpPr>
          <p:spPr bwMode="auto">
            <a:xfrm>
              <a:off x="1368" y="3261"/>
              <a:ext cx="1" cy="2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21"/>
                </a:cxn>
              </a:cxnLst>
              <a:rect l="0" t="0" r="r" b="b"/>
              <a:pathLst>
                <a:path w="1" h="222">
                  <a:moveTo>
                    <a:pt x="0" y="0"/>
                  </a:moveTo>
                  <a:lnTo>
                    <a:pt x="0" y="221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27021" name="Freeform 45"/>
            <p:cNvSpPr>
              <a:spLocks/>
            </p:cNvSpPr>
            <p:nvPr/>
          </p:nvSpPr>
          <p:spPr bwMode="auto">
            <a:xfrm>
              <a:off x="2768" y="3261"/>
              <a:ext cx="1" cy="2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21"/>
                </a:cxn>
              </a:cxnLst>
              <a:rect l="0" t="0" r="r" b="b"/>
              <a:pathLst>
                <a:path w="1" h="222">
                  <a:moveTo>
                    <a:pt x="0" y="0"/>
                  </a:moveTo>
                  <a:lnTo>
                    <a:pt x="0" y="221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  <p:sp>
          <p:nvSpPr>
            <p:cNvPr id="127022" name="Freeform 46"/>
            <p:cNvSpPr>
              <a:spLocks/>
            </p:cNvSpPr>
            <p:nvPr/>
          </p:nvSpPr>
          <p:spPr bwMode="auto">
            <a:xfrm>
              <a:off x="3504" y="3261"/>
              <a:ext cx="1" cy="2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21"/>
                </a:cxn>
              </a:cxnLst>
              <a:rect l="0" t="0" r="r" b="b"/>
              <a:pathLst>
                <a:path w="1" h="222">
                  <a:moveTo>
                    <a:pt x="0" y="0"/>
                  </a:moveTo>
                  <a:lnTo>
                    <a:pt x="0" y="221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sv-SE"/>
            </a:p>
          </p:txBody>
        </p:sp>
      </p:grpSp>
      <p:sp>
        <p:nvSpPr>
          <p:cNvPr id="127023" name="Line 47"/>
          <p:cNvSpPr>
            <a:spLocks noChangeShapeType="1"/>
          </p:cNvSpPr>
          <p:nvPr/>
        </p:nvSpPr>
        <p:spPr bwMode="auto">
          <a:xfrm>
            <a:off x="4841877" y="4125913"/>
            <a:ext cx="34448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24" name="Line 48"/>
          <p:cNvSpPr>
            <a:spLocks noChangeShapeType="1"/>
          </p:cNvSpPr>
          <p:nvPr/>
        </p:nvSpPr>
        <p:spPr bwMode="auto">
          <a:xfrm>
            <a:off x="6240463" y="3978275"/>
            <a:ext cx="11112" cy="2857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25" name="Line 49"/>
          <p:cNvSpPr>
            <a:spLocks noChangeShapeType="1"/>
          </p:cNvSpPr>
          <p:nvPr/>
        </p:nvSpPr>
        <p:spPr bwMode="auto">
          <a:xfrm>
            <a:off x="7383463" y="4000502"/>
            <a:ext cx="11112" cy="1111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26" name="Line 50"/>
          <p:cNvSpPr>
            <a:spLocks noChangeShapeType="1"/>
          </p:cNvSpPr>
          <p:nvPr/>
        </p:nvSpPr>
        <p:spPr bwMode="auto">
          <a:xfrm>
            <a:off x="4486275" y="4291014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27" name="Line 51"/>
          <p:cNvSpPr>
            <a:spLocks noChangeShapeType="1"/>
          </p:cNvSpPr>
          <p:nvPr/>
        </p:nvSpPr>
        <p:spPr bwMode="auto">
          <a:xfrm>
            <a:off x="4829175" y="4125914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28" name="Line 52"/>
          <p:cNvSpPr>
            <a:spLocks noChangeShapeType="1"/>
          </p:cNvSpPr>
          <p:nvPr/>
        </p:nvSpPr>
        <p:spPr bwMode="auto">
          <a:xfrm>
            <a:off x="5667375" y="4291014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29" name="Line 53"/>
          <p:cNvSpPr>
            <a:spLocks noChangeShapeType="1"/>
          </p:cNvSpPr>
          <p:nvPr/>
        </p:nvSpPr>
        <p:spPr bwMode="auto">
          <a:xfrm>
            <a:off x="6010275" y="4125914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30" name="Line 54"/>
          <p:cNvSpPr>
            <a:spLocks noChangeShapeType="1"/>
          </p:cNvSpPr>
          <p:nvPr/>
        </p:nvSpPr>
        <p:spPr bwMode="auto">
          <a:xfrm>
            <a:off x="6823075" y="4291014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31" name="Line 55"/>
          <p:cNvSpPr>
            <a:spLocks noChangeShapeType="1"/>
          </p:cNvSpPr>
          <p:nvPr/>
        </p:nvSpPr>
        <p:spPr bwMode="auto">
          <a:xfrm>
            <a:off x="7165975" y="4125914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32" name="Line 56"/>
          <p:cNvSpPr>
            <a:spLocks noChangeShapeType="1"/>
          </p:cNvSpPr>
          <p:nvPr/>
        </p:nvSpPr>
        <p:spPr bwMode="auto">
          <a:xfrm>
            <a:off x="7940675" y="4291014"/>
            <a:ext cx="0" cy="25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33" name="Line 57"/>
          <p:cNvSpPr>
            <a:spLocks noChangeShapeType="1"/>
          </p:cNvSpPr>
          <p:nvPr/>
        </p:nvSpPr>
        <p:spPr bwMode="auto">
          <a:xfrm>
            <a:off x="8283575" y="4125914"/>
            <a:ext cx="0" cy="393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34" name="Freeform 58"/>
          <p:cNvSpPr>
            <a:spLocks/>
          </p:cNvSpPr>
          <p:nvPr/>
        </p:nvSpPr>
        <p:spPr bwMode="auto">
          <a:xfrm>
            <a:off x="3521075" y="4278315"/>
            <a:ext cx="954088" cy="268287"/>
          </a:xfrm>
          <a:custGeom>
            <a:avLst/>
            <a:gdLst/>
            <a:ahLst/>
            <a:cxnLst>
              <a:cxn ang="0">
                <a:pos x="600" y="0"/>
              </a:cxn>
              <a:cxn ang="0">
                <a:pos x="0" y="0"/>
              </a:cxn>
              <a:cxn ang="0">
                <a:pos x="0" y="168"/>
              </a:cxn>
            </a:cxnLst>
            <a:rect l="0" t="0" r="r" b="b"/>
            <a:pathLst>
              <a:path w="601" h="169">
                <a:moveTo>
                  <a:pt x="600" y="0"/>
                </a:moveTo>
                <a:lnTo>
                  <a:pt x="0" y="0"/>
                </a:lnTo>
                <a:lnTo>
                  <a:pt x="0" y="16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27035" name="Freeform 59"/>
          <p:cNvSpPr>
            <a:spLocks/>
          </p:cNvSpPr>
          <p:nvPr/>
        </p:nvSpPr>
        <p:spPr bwMode="auto">
          <a:xfrm>
            <a:off x="3800475" y="4125915"/>
            <a:ext cx="1004888" cy="433387"/>
          </a:xfrm>
          <a:custGeom>
            <a:avLst/>
            <a:gdLst/>
            <a:ahLst/>
            <a:cxnLst>
              <a:cxn ang="0">
                <a:pos x="632" y="0"/>
              </a:cxn>
              <a:cxn ang="0">
                <a:pos x="0" y="0"/>
              </a:cxn>
              <a:cxn ang="0">
                <a:pos x="0" y="272"/>
              </a:cxn>
            </a:cxnLst>
            <a:rect l="0" t="0" r="r" b="b"/>
            <a:pathLst>
              <a:path w="633" h="273">
                <a:moveTo>
                  <a:pt x="632" y="0"/>
                </a:moveTo>
                <a:lnTo>
                  <a:pt x="0" y="0"/>
                </a:lnTo>
                <a:lnTo>
                  <a:pt x="0" y="27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27036" name="Rectangle 60"/>
          <p:cNvSpPr>
            <a:spLocks noChangeArrowheads="1"/>
          </p:cNvSpPr>
          <p:nvPr/>
        </p:nvSpPr>
        <p:spPr bwMode="auto">
          <a:xfrm>
            <a:off x="3252790" y="4586288"/>
            <a:ext cx="734176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latin typeface="Verdana" pitchFamily="34" charset="0"/>
              </a:rPr>
              <a:t>Load</a:t>
            </a:r>
          </a:p>
          <a:p>
            <a:pPr eaLnBrk="0" hangingPunct="0"/>
            <a:r>
              <a:rPr lang="en-US">
                <a:latin typeface="Verdana" pitchFamily="34" charset="0"/>
              </a:rPr>
              <a:t> Unit</a:t>
            </a:r>
          </a:p>
        </p:txBody>
      </p:sp>
      <p:sp>
        <p:nvSpPr>
          <p:cNvPr id="127037" name="Rectangle 61"/>
          <p:cNvSpPr>
            <a:spLocks noChangeArrowheads="1"/>
          </p:cNvSpPr>
          <p:nvPr/>
        </p:nvSpPr>
        <p:spPr bwMode="auto">
          <a:xfrm>
            <a:off x="4446588" y="4713290"/>
            <a:ext cx="484108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latin typeface="Verdana" pitchFamily="34" charset="0"/>
              </a:rPr>
              <a:t>FU</a:t>
            </a:r>
          </a:p>
        </p:txBody>
      </p:sp>
      <p:sp>
        <p:nvSpPr>
          <p:cNvPr id="127038" name="Rectangle 62"/>
          <p:cNvSpPr>
            <a:spLocks noChangeArrowheads="1"/>
          </p:cNvSpPr>
          <p:nvPr/>
        </p:nvSpPr>
        <p:spPr bwMode="auto">
          <a:xfrm>
            <a:off x="5589588" y="4713290"/>
            <a:ext cx="484108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latin typeface="Verdana" pitchFamily="34" charset="0"/>
              </a:rPr>
              <a:t>FU</a:t>
            </a:r>
          </a:p>
        </p:txBody>
      </p:sp>
      <p:sp>
        <p:nvSpPr>
          <p:cNvPr id="127039" name="Rectangle 63"/>
          <p:cNvSpPr>
            <a:spLocks noChangeArrowheads="1"/>
          </p:cNvSpPr>
          <p:nvPr/>
        </p:nvSpPr>
        <p:spPr bwMode="auto">
          <a:xfrm>
            <a:off x="6732588" y="4725990"/>
            <a:ext cx="484108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latin typeface="Verdana" pitchFamily="34" charset="0"/>
              </a:rPr>
              <a:t>FU</a:t>
            </a:r>
          </a:p>
        </p:txBody>
      </p:sp>
      <p:sp>
        <p:nvSpPr>
          <p:cNvPr id="127040" name="Rectangle 64"/>
          <p:cNvSpPr>
            <a:spLocks noChangeArrowheads="1"/>
          </p:cNvSpPr>
          <p:nvPr/>
        </p:nvSpPr>
        <p:spPr bwMode="auto">
          <a:xfrm>
            <a:off x="7761288" y="4598989"/>
            <a:ext cx="806312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latin typeface="Verdana" pitchFamily="34" charset="0"/>
              </a:rPr>
              <a:t>Store</a:t>
            </a:r>
          </a:p>
          <a:p>
            <a:pPr eaLnBrk="0" hangingPunct="0"/>
            <a:r>
              <a:rPr lang="en-US">
                <a:latin typeface="Verdana" pitchFamily="34" charset="0"/>
              </a:rPr>
              <a:t> Unit</a:t>
            </a:r>
          </a:p>
        </p:txBody>
      </p:sp>
      <p:sp>
        <p:nvSpPr>
          <p:cNvPr id="127041" name="Rectangle 65"/>
          <p:cNvSpPr>
            <a:spLocks noChangeArrowheads="1"/>
          </p:cNvSpPr>
          <p:nvPr/>
        </p:nvSpPr>
        <p:spPr bwMode="auto">
          <a:xfrm>
            <a:off x="8243889" y="5254627"/>
            <a:ext cx="1793762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latin typeface="Verdana" pitchFamily="34" charset="0"/>
              </a:rPr>
              <a:t>&lt; t, result &gt;</a:t>
            </a:r>
          </a:p>
        </p:txBody>
      </p:sp>
      <p:sp>
        <p:nvSpPr>
          <p:cNvPr id="127042" name="Rectangle 66"/>
          <p:cNvSpPr>
            <a:spLocks noChangeArrowheads="1"/>
          </p:cNvSpPr>
          <p:nvPr/>
        </p:nvSpPr>
        <p:spPr bwMode="auto">
          <a:xfrm>
            <a:off x="9750425" y="2514602"/>
            <a:ext cx="371898" cy="14747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i="1">
                <a:latin typeface="Verdana" pitchFamily="34" charset="0"/>
              </a:rPr>
              <a:t>t</a:t>
            </a:r>
            <a:r>
              <a:rPr lang="en-US" i="1" baseline="-25000">
                <a:latin typeface="Verdana" pitchFamily="34" charset="0"/>
              </a:rPr>
              <a:t>1</a:t>
            </a:r>
            <a:endParaRPr lang="en-US" i="1">
              <a:latin typeface="Verdana" pitchFamily="34" charset="0"/>
            </a:endParaRPr>
          </a:p>
          <a:p>
            <a:pPr eaLnBrk="0" hangingPunct="0"/>
            <a:r>
              <a:rPr lang="en-US" i="1">
                <a:latin typeface="Verdana" pitchFamily="34" charset="0"/>
              </a:rPr>
              <a:t>t</a:t>
            </a:r>
            <a:r>
              <a:rPr lang="en-US" i="1" baseline="-25000">
                <a:latin typeface="Verdana" pitchFamily="34" charset="0"/>
              </a:rPr>
              <a:t>2</a:t>
            </a:r>
            <a:endParaRPr lang="en-US" i="1">
              <a:latin typeface="Verdana" pitchFamily="34" charset="0"/>
            </a:endParaRPr>
          </a:p>
          <a:p>
            <a:pPr eaLnBrk="0" hangingPunct="0"/>
            <a:r>
              <a:rPr lang="en-US" i="1">
                <a:latin typeface="Verdana" pitchFamily="34" charset="0"/>
              </a:rPr>
              <a:t>.</a:t>
            </a:r>
          </a:p>
          <a:p>
            <a:pPr eaLnBrk="0" hangingPunct="0"/>
            <a:r>
              <a:rPr lang="en-US" i="1">
                <a:latin typeface="Verdana" pitchFamily="34" charset="0"/>
              </a:rPr>
              <a:t>.</a:t>
            </a:r>
          </a:p>
          <a:p>
            <a:pPr eaLnBrk="0" hangingPunct="0"/>
            <a:r>
              <a:rPr lang="en-US" i="1">
                <a:latin typeface="Verdana" pitchFamily="34" charset="0"/>
              </a:rPr>
              <a:t>t</a:t>
            </a:r>
            <a:r>
              <a:rPr lang="en-US" i="1" baseline="-25000">
                <a:latin typeface="Verdana" pitchFamily="34" charset="0"/>
              </a:rPr>
              <a:t>n</a:t>
            </a:r>
          </a:p>
        </p:txBody>
      </p:sp>
      <p:grpSp>
        <p:nvGrpSpPr>
          <p:cNvPr id="127043" name="Group 67"/>
          <p:cNvGrpSpPr>
            <a:grpSpLocks/>
          </p:cNvGrpSpPr>
          <p:nvPr/>
        </p:nvGrpSpPr>
        <p:grpSpPr bwMode="auto">
          <a:xfrm>
            <a:off x="3656015" y="2570165"/>
            <a:ext cx="6029325" cy="1436687"/>
            <a:chOff x="1762" y="959"/>
            <a:chExt cx="3798" cy="1726"/>
          </a:xfrm>
        </p:grpSpPr>
        <p:sp>
          <p:nvSpPr>
            <p:cNvPr id="127044" name="Rectangle 68" descr="Wide downward diagonal"/>
            <p:cNvSpPr>
              <a:spLocks noChangeArrowheads="1"/>
            </p:cNvSpPr>
            <p:nvPr/>
          </p:nvSpPr>
          <p:spPr bwMode="auto">
            <a:xfrm>
              <a:off x="4368" y="984"/>
              <a:ext cx="1192" cy="1696"/>
            </a:xfrm>
            <a:prstGeom prst="rect">
              <a:avLst/>
            </a:prstGeom>
            <a:pattFill prst="wdDnDiag">
              <a:fgClr>
                <a:schemeClr val="bg2">
                  <a:alpha val="39999"/>
                </a:schemeClr>
              </a:fgClr>
              <a:bgClr>
                <a:schemeClr val="bg1">
                  <a:alpha val="39999"/>
                </a:schemeClr>
              </a:bgClr>
            </a:patt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45" name="Line 69"/>
            <p:cNvSpPr>
              <a:spLocks noChangeShapeType="1"/>
            </p:cNvSpPr>
            <p:nvPr/>
          </p:nvSpPr>
          <p:spPr bwMode="auto">
            <a:xfrm>
              <a:off x="1762" y="981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46" name="Line 70"/>
            <p:cNvSpPr>
              <a:spLocks noChangeShapeType="1"/>
            </p:cNvSpPr>
            <p:nvPr/>
          </p:nvSpPr>
          <p:spPr bwMode="auto">
            <a:xfrm>
              <a:off x="2050" y="975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47" name="Line 71"/>
            <p:cNvSpPr>
              <a:spLocks noChangeShapeType="1"/>
            </p:cNvSpPr>
            <p:nvPr/>
          </p:nvSpPr>
          <p:spPr bwMode="auto">
            <a:xfrm>
              <a:off x="3577" y="968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48" name="Line 72"/>
            <p:cNvSpPr>
              <a:spLocks noChangeShapeType="1"/>
            </p:cNvSpPr>
            <p:nvPr/>
          </p:nvSpPr>
          <p:spPr bwMode="auto">
            <a:xfrm>
              <a:off x="2986" y="964"/>
              <a:ext cx="0" cy="17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49" name="Line 73"/>
            <p:cNvSpPr>
              <a:spLocks noChangeShapeType="1"/>
            </p:cNvSpPr>
            <p:nvPr/>
          </p:nvSpPr>
          <p:spPr bwMode="auto">
            <a:xfrm>
              <a:off x="3758" y="965"/>
              <a:ext cx="0" cy="17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50" name="Line 74"/>
            <p:cNvSpPr>
              <a:spLocks noChangeShapeType="1"/>
            </p:cNvSpPr>
            <p:nvPr/>
          </p:nvSpPr>
          <p:spPr bwMode="auto">
            <a:xfrm>
              <a:off x="2389" y="968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51" name="Line 75"/>
            <p:cNvSpPr>
              <a:spLocks noChangeShapeType="1"/>
            </p:cNvSpPr>
            <p:nvPr/>
          </p:nvSpPr>
          <p:spPr bwMode="auto">
            <a:xfrm>
              <a:off x="2812" y="968"/>
              <a:ext cx="0" cy="17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52" name="Line 76"/>
            <p:cNvSpPr>
              <a:spLocks noChangeShapeType="1"/>
            </p:cNvSpPr>
            <p:nvPr/>
          </p:nvSpPr>
          <p:spPr bwMode="auto">
            <a:xfrm>
              <a:off x="4532" y="965"/>
              <a:ext cx="0" cy="17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53" name="Line 77"/>
            <p:cNvSpPr>
              <a:spLocks noChangeShapeType="1"/>
            </p:cNvSpPr>
            <p:nvPr/>
          </p:nvSpPr>
          <p:spPr bwMode="auto">
            <a:xfrm>
              <a:off x="4948" y="959"/>
              <a:ext cx="0" cy="17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27054" name="Rectangle 78"/>
          <p:cNvSpPr>
            <a:spLocks noChangeArrowheads="1"/>
          </p:cNvSpPr>
          <p:nvPr/>
        </p:nvSpPr>
        <p:spPr bwMode="auto">
          <a:xfrm>
            <a:off x="2971801" y="2514602"/>
            <a:ext cx="6597128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>
                <a:latin typeface="Verdana" pitchFamily="34" charset="0"/>
              </a:rPr>
              <a:t>Ins#  use  exec   op   p1    src1   p2    src2    pd  dest     data</a:t>
            </a:r>
          </a:p>
        </p:txBody>
      </p:sp>
      <p:sp>
        <p:nvSpPr>
          <p:cNvPr id="127055" name="Rectangle 79"/>
          <p:cNvSpPr>
            <a:spLocks noChangeArrowheads="1"/>
          </p:cNvSpPr>
          <p:nvPr/>
        </p:nvSpPr>
        <p:spPr bwMode="auto">
          <a:xfrm>
            <a:off x="3019427" y="2581277"/>
            <a:ext cx="6683375" cy="14335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56" name="Line 80"/>
          <p:cNvSpPr>
            <a:spLocks noChangeShapeType="1"/>
          </p:cNvSpPr>
          <p:nvPr/>
        </p:nvSpPr>
        <p:spPr bwMode="auto">
          <a:xfrm>
            <a:off x="3003550" y="2822575"/>
            <a:ext cx="66738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57" name="Freeform 81"/>
          <p:cNvSpPr>
            <a:spLocks/>
          </p:cNvSpPr>
          <p:nvPr/>
        </p:nvSpPr>
        <p:spPr bwMode="auto">
          <a:xfrm>
            <a:off x="3203575" y="2238375"/>
            <a:ext cx="7239000" cy="3352800"/>
          </a:xfrm>
          <a:custGeom>
            <a:avLst/>
            <a:gdLst/>
            <a:ahLst/>
            <a:cxnLst>
              <a:cxn ang="0">
                <a:pos x="0" y="2112"/>
              </a:cxn>
              <a:cxn ang="0">
                <a:pos x="4560" y="2112"/>
              </a:cxn>
              <a:cxn ang="0">
                <a:pos x="4560" y="0"/>
              </a:cxn>
              <a:cxn ang="0">
                <a:pos x="1824" y="0"/>
              </a:cxn>
              <a:cxn ang="0">
                <a:pos x="1816" y="223"/>
              </a:cxn>
            </a:cxnLst>
            <a:rect l="0" t="0" r="r" b="b"/>
            <a:pathLst>
              <a:path w="4560" h="2112">
                <a:moveTo>
                  <a:pt x="0" y="2112"/>
                </a:moveTo>
                <a:lnTo>
                  <a:pt x="4560" y="2112"/>
                </a:lnTo>
                <a:lnTo>
                  <a:pt x="4560" y="0"/>
                </a:lnTo>
                <a:lnTo>
                  <a:pt x="1824" y="0"/>
                </a:lnTo>
                <a:lnTo>
                  <a:pt x="1816" y="223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27058" name="Freeform 82"/>
          <p:cNvSpPr>
            <a:spLocks/>
          </p:cNvSpPr>
          <p:nvPr/>
        </p:nvSpPr>
        <p:spPr bwMode="auto">
          <a:xfrm>
            <a:off x="7235826" y="2232025"/>
            <a:ext cx="7939" cy="311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" y="196"/>
              </a:cxn>
            </a:cxnLst>
            <a:rect l="0" t="0" r="r" b="b"/>
            <a:pathLst>
              <a:path w="5" h="196">
                <a:moveTo>
                  <a:pt x="0" y="0"/>
                </a:moveTo>
                <a:lnTo>
                  <a:pt x="5" y="196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27059" name="Line 83"/>
          <p:cNvSpPr>
            <a:spLocks noChangeShapeType="1"/>
          </p:cNvSpPr>
          <p:nvPr/>
        </p:nvSpPr>
        <p:spPr bwMode="auto">
          <a:xfrm>
            <a:off x="9147175" y="223837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sv-SE"/>
          </a:p>
        </p:txBody>
      </p:sp>
      <p:sp>
        <p:nvSpPr>
          <p:cNvPr id="127060" name="Rectangle 84"/>
          <p:cNvSpPr>
            <a:spLocks noChangeArrowheads="1"/>
          </p:cNvSpPr>
          <p:nvPr/>
        </p:nvSpPr>
        <p:spPr bwMode="auto">
          <a:xfrm>
            <a:off x="8842375" y="4371976"/>
            <a:ext cx="990600" cy="71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>
                <a:latin typeface="Verdana" pitchFamily="34" charset="0"/>
              </a:rPr>
              <a:t>Commit</a:t>
            </a:r>
          </a:p>
        </p:txBody>
      </p:sp>
      <p:sp>
        <p:nvSpPr>
          <p:cNvPr id="127061" name="Line 85"/>
          <p:cNvSpPr>
            <a:spLocks noChangeShapeType="1"/>
          </p:cNvSpPr>
          <p:nvPr/>
        </p:nvSpPr>
        <p:spPr bwMode="auto">
          <a:xfrm>
            <a:off x="9223375" y="4014790"/>
            <a:ext cx="0" cy="3571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sv-SE"/>
          </a:p>
        </p:txBody>
      </p:sp>
      <p:grpSp>
        <p:nvGrpSpPr>
          <p:cNvPr id="127062" name="Group 86"/>
          <p:cNvGrpSpPr>
            <a:grpSpLocks/>
          </p:cNvGrpSpPr>
          <p:nvPr/>
        </p:nvGrpSpPr>
        <p:grpSpPr bwMode="auto">
          <a:xfrm>
            <a:off x="8196263" y="1285876"/>
            <a:ext cx="1065212" cy="776288"/>
            <a:chOff x="4272" y="674"/>
            <a:chExt cx="692" cy="613"/>
          </a:xfrm>
        </p:grpSpPr>
        <p:sp>
          <p:nvSpPr>
            <p:cNvPr id="127063" name="Rectangle 87"/>
            <p:cNvSpPr>
              <a:spLocks noChangeArrowheads="1"/>
            </p:cNvSpPr>
            <p:nvPr/>
          </p:nvSpPr>
          <p:spPr bwMode="auto">
            <a:xfrm>
              <a:off x="4272" y="674"/>
              <a:ext cx="688" cy="61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grpSp>
          <p:nvGrpSpPr>
            <p:cNvPr id="127064" name="Group 88"/>
            <p:cNvGrpSpPr>
              <a:grpSpLocks/>
            </p:cNvGrpSpPr>
            <p:nvPr/>
          </p:nvGrpSpPr>
          <p:grpSpPr bwMode="auto">
            <a:xfrm>
              <a:off x="4272" y="843"/>
              <a:ext cx="692" cy="295"/>
              <a:chOff x="4272" y="843"/>
              <a:chExt cx="756" cy="295"/>
            </a:xfrm>
          </p:grpSpPr>
          <p:sp>
            <p:nvSpPr>
              <p:cNvPr id="127065" name="Line 89"/>
              <p:cNvSpPr>
                <a:spLocks noChangeShapeType="1"/>
              </p:cNvSpPr>
              <p:nvPr/>
            </p:nvSpPr>
            <p:spPr bwMode="auto">
              <a:xfrm>
                <a:off x="4280" y="843"/>
                <a:ext cx="7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27066" name="Line 90"/>
              <p:cNvSpPr>
                <a:spLocks noChangeShapeType="1"/>
              </p:cNvSpPr>
              <p:nvPr/>
            </p:nvSpPr>
            <p:spPr bwMode="auto">
              <a:xfrm>
                <a:off x="4280" y="1138"/>
                <a:ext cx="7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  <p:sp>
            <p:nvSpPr>
              <p:cNvPr id="127067" name="Line 91"/>
              <p:cNvSpPr>
                <a:spLocks noChangeShapeType="1"/>
              </p:cNvSpPr>
              <p:nvPr/>
            </p:nvSpPr>
            <p:spPr bwMode="auto">
              <a:xfrm>
                <a:off x="4272" y="978"/>
                <a:ext cx="74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v-SE"/>
              </a:p>
            </p:txBody>
          </p:sp>
        </p:grpSp>
      </p:grpSp>
      <p:sp>
        <p:nvSpPr>
          <p:cNvPr id="127068" name="Rectangle 92"/>
          <p:cNvSpPr>
            <a:spLocks noChangeArrowheads="1"/>
          </p:cNvSpPr>
          <p:nvPr/>
        </p:nvSpPr>
        <p:spPr bwMode="auto">
          <a:xfrm>
            <a:off x="1844100" y="1419226"/>
            <a:ext cx="1208665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eaLnBrk="0" hangingPunct="0"/>
            <a:r>
              <a:rPr lang="en-US" i="1">
                <a:solidFill>
                  <a:srgbClr val="56127A"/>
                </a:solidFill>
                <a:latin typeface="Verdana" pitchFamily="34" charset="0"/>
              </a:rPr>
              <a:t>Rename </a:t>
            </a:r>
          </a:p>
          <a:p>
            <a:pPr algn="r" eaLnBrk="0" hangingPunct="0"/>
            <a:r>
              <a:rPr lang="en-US" i="1">
                <a:solidFill>
                  <a:srgbClr val="56127A"/>
                </a:solidFill>
                <a:latin typeface="Verdana" pitchFamily="34" charset="0"/>
              </a:rPr>
              <a:t>Table</a:t>
            </a:r>
          </a:p>
        </p:txBody>
      </p:sp>
      <p:sp>
        <p:nvSpPr>
          <p:cNvPr id="127069" name="Rectangle 93"/>
          <p:cNvSpPr>
            <a:spLocks noChangeArrowheads="1"/>
          </p:cNvSpPr>
          <p:nvPr/>
        </p:nvSpPr>
        <p:spPr bwMode="auto">
          <a:xfrm>
            <a:off x="3044827" y="1635126"/>
            <a:ext cx="455613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1600" i="1">
                <a:latin typeface="Verdana" pitchFamily="34" charset="0"/>
              </a:rPr>
              <a:t>r</a:t>
            </a:r>
            <a:r>
              <a:rPr lang="en-US" sz="1600" i="1" baseline="-25000">
                <a:latin typeface="Verdana" pitchFamily="34" charset="0"/>
              </a:rPr>
              <a:t>1 </a:t>
            </a:r>
          </a:p>
        </p:txBody>
      </p:sp>
      <p:grpSp>
        <p:nvGrpSpPr>
          <p:cNvPr id="127070" name="Group 94"/>
          <p:cNvGrpSpPr>
            <a:grpSpLocks/>
          </p:cNvGrpSpPr>
          <p:nvPr/>
        </p:nvGrpSpPr>
        <p:grpSpPr bwMode="auto">
          <a:xfrm>
            <a:off x="3394076" y="1522414"/>
            <a:ext cx="869951" cy="931862"/>
            <a:chOff x="1338" y="714"/>
            <a:chExt cx="624" cy="720"/>
          </a:xfrm>
        </p:grpSpPr>
        <p:sp>
          <p:nvSpPr>
            <p:cNvPr id="127071" name="Rectangle 95"/>
            <p:cNvSpPr>
              <a:spLocks noChangeArrowheads="1"/>
            </p:cNvSpPr>
            <p:nvPr/>
          </p:nvSpPr>
          <p:spPr bwMode="auto">
            <a:xfrm>
              <a:off x="1338" y="762"/>
              <a:ext cx="432" cy="67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72" name="Rectangle 96"/>
            <p:cNvSpPr>
              <a:spLocks noChangeArrowheads="1"/>
            </p:cNvSpPr>
            <p:nvPr/>
          </p:nvSpPr>
          <p:spPr bwMode="auto">
            <a:xfrm>
              <a:off x="1338" y="714"/>
              <a:ext cx="43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i="1">
                  <a:latin typeface="Verdana" pitchFamily="34" charset="0"/>
                </a:rPr>
                <a:t>t</a:t>
              </a:r>
              <a:endParaRPr lang="en-US" i="1" baseline="-25000">
                <a:latin typeface="Verdana" pitchFamily="34" charset="0"/>
              </a:endParaRPr>
            </a:p>
          </p:txBody>
        </p:sp>
        <p:sp>
          <p:nvSpPr>
            <p:cNvPr id="127073" name="Rectangle 97"/>
            <p:cNvSpPr>
              <a:spLocks noChangeArrowheads="1"/>
            </p:cNvSpPr>
            <p:nvPr/>
          </p:nvSpPr>
          <p:spPr bwMode="auto">
            <a:xfrm>
              <a:off x="1338" y="906"/>
              <a:ext cx="432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74" name="Rectangle 98"/>
            <p:cNvSpPr>
              <a:spLocks noChangeArrowheads="1"/>
            </p:cNvSpPr>
            <p:nvPr/>
          </p:nvSpPr>
          <p:spPr bwMode="auto">
            <a:xfrm>
              <a:off x="1338" y="1290"/>
              <a:ext cx="432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75" name="Rectangle 99"/>
            <p:cNvSpPr>
              <a:spLocks noChangeArrowheads="1"/>
            </p:cNvSpPr>
            <p:nvPr/>
          </p:nvSpPr>
          <p:spPr bwMode="auto">
            <a:xfrm>
              <a:off x="1770" y="714"/>
              <a:ext cx="192" cy="19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i="1">
                  <a:latin typeface="Verdana" pitchFamily="34" charset="0"/>
                </a:rPr>
                <a:t>v</a:t>
              </a:r>
              <a:endParaRPr lang="en-US" sz="2000" i="1" baseline="-25000">
                <a:latin typeface="Verdana" pitchFamily="34" charset="0"/>
              </a:endParaRPr>
            </a:p>
          </p:txBody>
        </p:sp>
        <p:sp>
          <p:nvSpPr>
            <p:cNvPr id="127076" name="Rectangle 100"/>
            <p:cNvSpPr>
              <a:spLocks noChangeArrowheads="1"/>
            </p:cNvSpPr>
            <p:nvPr/>
          </p:nvSpPr>
          <p:spPr bwMode="auto">
            <a:xfrm>
              <a:off x="1770" y="906"/>
              <a:ext cx="192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77" name="Rectangle 101"/>
            <p:cNvSpPr>
              <a:spLocks noChangeArrowheads="1"/>
            </p:cNvSpPr>
            <p:nvPr/>
          </p:nvSpPr>
          <p:spPr bwMode="auto">
            <a:xfrm>
              <a:off x="1770" y="1050"/>
              <a:ext cx="192" cy="24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  <p:sp>
          <p:nvSpPr>
            <p:cNvPr id="127078" name="Rectangle 102"/>
            <p:cNvSpPr>
              <a:spLocks noChangeArrowheads="1"/>
            </p:cNvSpPr>
            <p:nvPr/>
          </p:nvSpPr>
          <p:spPr bwMode="auto">
            <a:xfrm>
              <a:off x="1770" y="1290"/>
              <a:ext cx="192" cy="144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v-SE"/>
            </a:p>
          </p:txBody>
        </p:sp>
      </p:grpSp>
      <p:sp>
        <p:nvSpPr>
          <p:cNvPr id="127079" name="Rectangle 103"/>
          <p:cNvSpPr>
            <a:spLocks noChangeArrowheads="1"/>
          </p:cNvSpPr>
          <p:nvPr/>
        </p:nvSpPr>
        <p:spPr bwMode="auto">
          <a:xfrm>
            <a:off x="3044827" y="1951040"/>
            <a:ext cx="412751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1600" i="1">
                <a:latin typeface="Verdana" pitchFamily="34" charset="0"/>
              </a:rPr>
              <a:t>r</a:t>
            </a:r>
            <a:r>
              <a:rPr lang="en-US" sz="1600" i="1" baseline="-25000">
                <a:latin typeface="Verdana" pitchFamily="34" charset="0"/>
              </a:rPr>
              <a:t>2</a:t>
            </a:r>
            <a:endParaRPr lang="en-US" i="1" baseline="-25000">
              <a:latin typeface="Verdana" pitchFamily="34" charset="0"/>
            </a:endParaRPr>
          </a:p>
        </p:txBody>
      </p:sp>
      <p:sp>
        <p:nvSpPr>
          <p:cNvPr id="127080" name="Freeform 104"/>
          <p:cNvSpPr>
            <a:spLocks/>
          </p:cNvSpPr>
          <p:nvPr/>
        </p:nvSpPr>
        <p:spPr bwMode="auto">
          <a:xfrm>
            <a:off x="9245601" y="1638301"/>
            <a:ext cx="927100" cy="3644900"/>
          </a:xfrm>
          <a:custGeom>
            <a:avLst/>
            <a:gdLst/>
            <a:ahLst/>
            <a:cxnLst>
              <a:cxn ang="0">
                <a:pos x="0" y="2168"/>
              </a:cxn>
              <a:cxn ang="0">
                <a:pos x="0" y="2296"/>
              </a:cxn>
              <a:cxn ang="0">
                <a:pos x="584" y="2296"/>
              </a:cxn>
              <a:cxn ang="0">
                <a:pos x="584" y="0"/>
              </a:cxn>
              <a:cxn ang="0">
                <a:pos x="8" y="0"/>
              </a:cxn>
            </a:cxnLst>
            <a:rect l="0" t="0" r="r" b="b"/>
            <a:pathLst>
              <a:path w="584" h="2296">
                <a:moveTo>
                  <a:pt x="0" y="2168"/>
                </a:moveTo>
                <a:lnTo>
                  <a:pt x="0" y="2296"/>
                </a:lnTo>
                <a:lnTo>
                  <a:pt x="584" y="2296"/>
                </a:lnTo>
                <a:lnTo>
                  <a:pt x="584" y="0"/>
                </a:lnTo>
                <a:lnTo>
                  <a:pt x="8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81" name="Text Box 105"/>
          <p:cNvSpPr txBox="1">
            <a:spLocks noChangeArrowheads="1"/>
          </p:cNvSpPr>
          <p:nvPr/>
        </p:nvSpPr>
        <p:spPr bwMode="auto">
          <a:xfrm>
            <a:off x="2193927" y="5686426"/>
            <a:ext cx="18473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sv-SE" sz="2000" b="1">
              <a:latin typeface="Courier New" pitchFamily="49" charset="0"/>
            </a:endParaRPr>
          </a:p>
        </p:txBody>
      </p:sp>
      <p:sp>
        <p:nvSpPr>
          <p:cNvPr id="127082" name="Rectangle 106"/>
          <p:cNvSpPr>
            <a:spLocks noChangeArrowheads="1"/>
          </p:cNvSpPr>
          <p:nvPr/>
        </p:nvSpPr>
        <p:spPr bwMode="auto">
          <a:xfrm>
            <a:off x="2540000" y="5813426"/>
            <a:ext cx="7772400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rgbClr val="56127A"/>
                </a:solidFill>
                <a:latin typeface="Verdana" pitchFamily="34" charset="0"/>
              </a:rPr>
              <a:t>Take snapshot of register rename table at each predicted branch, recover earlier snapshot if branch mispredicted</a:t>
            </a:r>
            <a:endParaRPr lang="en-US" sz="2000" i="1">
              <a:solidFill>
                <a:srgbClr val="56127A"/>
              </a:solidFill>
              <a:latin typeface="Verdana" pitchFamily="34" charset="0"/>
            </a:endParaRPr>
          </a:p>
        </p:txBody>
      </p:sp>
      <p:sp>
        <p:nvSpPr>
          <p:cNvPr id="127083" name="Rectangle 107"/>
          <p:cNvSpPr>
            <a:spLocks noChangeArrowheads="1"/>
          </p:cNvSpPr>
          <p:nvPr/>
        </p:nvSpPr>
        <p:spPr bwMode="auto">
          <a:xfrm>
            <a:off x="4883151" y="1330325"/>
            <a:ext cx="1384996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i="1">
                <a:solidFill>
                  <a:srgbClr val="56127A"/>
                </a:solidFill>
                <a:latin typeface="Verdana" pitchFamily="34" charset="0"/>
              </a:rPr>
              <a:t>Rename </a:t>
            </a:r>
          </a:p>
          <a:p>
            <a:pPr eaLnBrk="0" hangingPunct="0"/>
            <a:r>
              <a:rPr lang="en-US" i="1">
                <a:solidFill>
                  <a:srgbClr val="56127A"/>
                </a:solidFill>
                <a:latin typeface="Verdana" pitchFamily="34" charset="0"/>
              </a:rPr>
              <a:t>Snapshots</a:t>
            </a:r>
          </a:p>
        </p:txBody>
      </p:sp>
      <p:sp>
        <p:nvSpPr>
          <p:cNvPr id="127084" name="Text Box 108"/>
          <p:cNvSpPr txBox="1">
            <a:spLocks noChangeArrowheads="1"/>
          </p:cNvSpPr>
          <p:nvPr/>
        </p:nvSpPr>
        <p:spPr bwMode="auto">
          <a:xfrm>
            <a:off x="1524002" y="2687639"/>
            <a:ext cx="13160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200"/>
              <a:t>Ptr</a:t>
            </a:r>
            <a:r>
              <a:rPr lang="en-US" sz="1200" baseline="-25000"/>
              <a:t>2</a:t>
            </a:r>
            <a:r>
              <a:rPr lang="en-US" sz="1200"/>
              <a:t> </a:t>
            </a:r>
            <a:br>
              <a:rPr lang="en-US" sz="1200"/>
            </a:br>
            <a:r>
              <a:rPr lang="en-US" sz="1200"/>
              <a:t>next to commit</a:t>
            </a:r>
          </a:p>
        </p:txBody>
      </p:sp>
      <p:sp>
        <p:nvSpPr>
          <p:cNvPr id="127085" name="Line 109"/>
          <p:cNvSpPr>
            <a:spLocks noChangeShapeType="1"/>
          </p:cNvSpPr>
          <p:nvPr/>
        </p:nvSpPr>
        <p:spPr bwMode="auto">
          <a:xfrm>
            <a:off x="2454275" y="2855915"/>
            <a:ext cx="533400" cy="3127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86" name="Rectangle 110"/>
          <p:cNvSpPr>
            <a:spLocks noChangeArrowheads="1"/>
          </p:cNvSpPr>
          <p:nvPr/>
        </p:nvSpPr>
        <p:spPr bwMode="auto">
          <a:xfrm>
            <a:off x="3003551" y="2708553"/>
            <a:ext cx="184731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sv-SE"/>
          </a:p>
        </p:txBody>
      </p:sp>
      <p:sp>
        <p:nvSpPr>
          <p:cNvPr id="127087" name="Rectangle 111"/>
          <p:cNvSpPr>
            <a:spLocks noChangeArrowheads="1"/>
          </p:cNvSpPr>
          <p:nvPr/>
        </p:nvSpPr>
        <p:spPr bwMode="auto">
          <a:xfrm>
            <a:off x="3003551" y="2860953"/>
            <a:ext cx="184731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sv-SE"/>
          </a:p>
        </p:txBody>
      </p:sp>
      <p:sp>
        <p:nvSpPr>
          <p:cNvPr id="127088" name="Rectangle 112"/>
          <p:cNvSpPr>
            <a:spLocks noChangeArrowheads="1"/>
          </p:cNvSpPr>
          <p:nvPr/>
        </p:nvSpPr>
        <p:spPr bwMode="auto">
          <a:xfrm>
            <a:off x="3003551" y="3573742"/>
            <a:ext cx="184731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sv-SE"/>
          </a:p>
        </p:txBody>
      </p:sp>
      <p:sp>
        <p:nvSpPr>
          <p:cNvPr id="127089" name="Rectangle 113"/>
          <p:cNvSpPr>
            <a:spLocks noChangeArrowheads="1"/>
          </p:cNvSpPr>
          <p:nvPr/>
        </p:nvSpPr>
        <p:spPr bwMode="auto">
          <a:xfrm>
            <a:off x="3003551" y="3737253"/>
            <a:ext cx="184731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sv-SE"/>
          </a:p>
        </p:txBody>
      </p:sp>
      <p:sp>
        <p:nvSpPr>
          <p:cNvPr id="127090" name="Line 114"/>
          <p:cNvSpPr>
            <a:spLocks noChangeShapeType="1"/>
          </p:cNvSpPr>
          <p:nvPr/>
        </p:nvSpPr>
        <p:spPr bwMode="auto">
          <a:xfrm>
            <a:off x="7786688" y="2584450"/>
            <a:ext cx="0" cy="1417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91" name="Rectangle 115"/>
          <p:cNvSpPr>
            <a:spLocks noChangeArrowheads="1"/>
          </p:cNvSpPr>
          <p:nvPr/>
        </p:nvSpPr>
        <p:spPr bwMode="auto">
          <a:xfrm>
            <a:off x="3014666" y="3573742"/>
            <a:ext cx="184731" cy="3693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sv-SE"/>
          </a:p>
        </p:txBody>
      </p:sp>
      <p:sp>
        <p:nvSpPr>
          <p:cNvPr id="127092" name="Text Box 116"/>
          <p:cNvSpPr txBox="1">
            <a:spLocks noChangeArrowheads="1"/>
          </p:cNvSpPr>
          <p:nvPr/>
        </p:nvSpPr>
        <p:spPr bwMode="auto">
          <a:xfrm>
            <a:off x="1524002" y="3676652"/>
            <a:ext cx="13160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200"/>
              <a:t>Ptr</a:t>
            </a:r>
            <a:r>
              <a:rPr lang="en-US" sz="1200" baseline="-25000"/>
              <a:t>1</a:t>
            </a:r>
            <a:r>
              <a:rPr lang="en-US" sz="1200"/>
              <a:t> </a:t>
            </a:r>
            <a:br>
              <a:rPr lang="en-US" sz="1200"/>
            </a:br>
            <a:r>
              <a:rPr lang="en-US" sz="1200"/>
              <a:t>next available</a:t>
            </a:r>
          </a:p>
        </p:txBody>
      </p:sp>
      <p:sp>
        <p:nvSpPr>
          <p:cNvPr id="127093" name="Line 117"/>
          <p:cNvSpPr>
            <a:spLocks noChangeShapeType="1"/>
          </p:cNvSpPr>
          <p:nvPr/>
        </p:nvSpPr>
        <p:spPr bwMode="auto">
          <a:xfrm flipV="1">
            <a:off x="2395540" y="3767139"/>
            <a:ext cx="611187" cy="66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94" name="Line 118"/>
          <p:cNvSpPr>
            <a:spLocks noChangeShapeType="1"/>
          </p:cNvSpPr>
          <p:nvPr/>
        </p:nvSpPr>
        <p:spPr bwMode="auto">
          <a:xfrm>
            <a:off x="2517778" y="3309939"/>
            <a:ext cx="511175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sv-SE"/>
          </a:p>
        </p:txBody>
      </p:sp>
      <p:sp>
        <p:nvSpPr>
          <p:cNvPr id="127095" name="Text Box 119"/>
          <p:cNvSpPr txBox="1">
            <a:spLocks noChangeArrowheads="1"/>
          </p:cNvSpPr>
          <p:nvPr/>
        </p:nvSpPr>
        <p:spPr bwMode="auto">
          <a:xfrm>
            <a:off x="1524002" y="3171827"/>
            <a:ext cx="13160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1200">
                <a:solidFill>
                  <a:srgbClr val="FF0000"/>
                </a:solidFill>
              </a:rPr>
              <a:t>rollback </a:t>
            </a:r>
            <a:br>
              <a:rPr lang="en-US" sz="1200">
                <a:solidFill>
                  <a:srgbClr val="FF0000"/>
                </a:solidFill>
              </a:rPr>
            </a:br>
            <a:r>
              <a:rPr lang="en-US" sz="1200">
                <a:solidFill>
                  <a:srgbClr val="FF0000"/>
                </a:solidFill>
              </a:rPr>
              <a:t>next available</a:t>
            </a:r>
          </a:p>
        </p:txBody>
      </p:sp>
    </p:spTree>
    <p:extLst>
      <p:ext uri="{BB962C8B-B14F-4D97-AF65-F5344CB8AC3E}">
        <p14:creationId xmlns:p14="http://schemas.microsoft.com/office/powerpoint/2010/main" val="2568598999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F8593A-50FE-21BB-D99E-DE16B0A62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7CE6F9-E77E-0ED2-15DF-D6E0F2277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4732"/>
          </a:xfrm>
        </p:spPr>
        <p:txBody>
          <a:bodyPr/>
          <a:lstStyle/>
          <a:p>
            <a:r>
              <a:rPr lang="en-US" dirty="0"/>
              <a:t>Worked out examples</a:t>
            </a:r>
          </a:p>
        </p:txBody>
      </p:sp>
    </p:spTree>
    <p:extLst>
      <p:ext uri="{BB962C8B-B14F-4D97-AF65-F5344CB8AC3E}">
        <p14:creationId xmlns:p14="http://schemas.microsoft.com/office/powerpoint/2010/main" val="38801076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790264"/>
      </p:ext>
    </p:extLst>
  </p:cSld>
  <p:clrMapOvr>
    <a:masterClrMapping/>
  </p:clrMapOvr>
</p:sld>
</file>

<file path=ppt/theme/theme1.xml><?xml version="1.0" encoding="utf-8"?>
<a:theme xmlns:a="http://schemas.openxmlformats.org/drawingml/2006/main" name="NCDC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CDC Theme" id="{E699FA66-A087-4EA7-B721-304CA56DCFF7}" vid="{A611A925-84E3-4EAA-83F1-E89692715A23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NCDC Theme</Template>
  <TotalTime>2387</TotalTime>
  <Words>3818</Words>
  <Application>Microsoft Office PowerPoint</Application>
  <PresentationFormat>Widescreen</PresentationFormat>
  <Paragraphs>1144</Paragraphs>
  <Slides>52</Slides>
  <Notes>22</Notes>
  <HiddenSlides>8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Aptos</vt:lpstr>
      <vt:lpstr>Aptos Display</vt:lpstr>
      <vt:lpstr>Arial</vt:lpstr>
      <vt:lpstr>Calibri</vt:lpstr>
      <vt:lpstr>Century Gothic</vt:lpstr>
      <vt:lpstr>Courier New</vt:lpstr>
      <vt:lpstr>Source Sans Pro</vt:lpstr>
      <vt:lpstr>Verdana</vt:lpstr>
      <vt:lpstr>NCDC Theme</vt:lpstr>
      <vt:lpstr>Default Design</vt:lpstr>
      <vt:lpstr>Instruction Level Parallelism</vt:lpstr>
      <vt:lpstr>Contents</vt:lpstr>
      <vt:lpstr>Super Pipelined Architecture</vt:lpstr>
      <vt:lpstr>Superscalar Pipeline</vt:lpstr>
      <vt:lpstr>Superscalar Pipeline</vt:lpstr>
      <vt:lpstr>Strengths of Static Pipelines</vt:lpstr>
      <vt:lpstr>Weaknesses of Static Pipeline</vt:lpstr>
      <vt:lpstr>Weaknesses of Static Pipeline</vt:lpstr>
      <vt:lpstr>Weaknesses of Static Pipeline</vt:lpstr>
      <vt:lpstr>Dynamically Scheduled Pipelines</vt:lpstr>
      <vt:lpstr>Out of Order execution</vt:lpstr>
      <vt:lpstr>Tomasulo Algorithm with Speculation</vt:lpstr>
      <vt:lpstr>Tomasulo Algorithm with Speculation</vt:lpstr>
      <vt:lpstr>Tomasulo Algorithm with Speculation</vt:lpstr>
      <vt:lpstr>Tomasulo Algorithm with Speculation</vt:lpstr>
      <vt:lpstr>Tomasulo Algorithm with Speculation</vt:lpstr>
      <vt:lpstr>Tomasulo with Speculation</vt:lpstr>
      <vt:lpstr>Tomasulo with Speculation</vt:lpstr>
      <vt:lpstr>Example</vt:lpstr>
      <vt:lpstr>Speculation (Branch prediction)</vt:lpstr>
      <vt:lpstr>Branch Prediction</vt:lpstr>
      <vt:lpstr>Dynamic Branch Prediction (Learning based on past behavior)</vt:lpstr>
      <vt:lpstr>Branch Prediction Bits</vt:lpstr>
      <vt:lpstr>Branch History Table</vt:lpstr>
      <vt:lpstr>Two-Level Branch Predictor</vt:lpstr>
      <vt:lpstr>Branch Target Buffer</vt:lpstr>
      <vt:lpstr>Tomasulo with Speculation</vt:lpstr>
      <vt:lpstr>Tomasulo with Speculation</vt:lpstr>
      <vt:lpstr>Reorder Buffer (ROB)</vt:lpstr>
      <vt:lpstr>ROB and RAT</vt:lpstr>
      <vt:lpstr>Renaming Structures</vt:lpstr>
      <vt:lpstr>Reorder Buffer Management</vt:lpstr>
      <vt:lpstr>Renaming &amp; Out-of-order Issue An example</vt:lpstr>
      <vt:lpstr>IBM 360/91 Floating-Point Unit R. M. Tomasulo, 1967</vt:lpstr>
      <vt:lpstr>ROB</vt:lpstr>
      <vt:lpstr>Dynamic Memory Disambiguation  </vt:lpstr>
      <vt:lpstr>Dynamic Memory Disambiguation  </vt:lpstr>
      <vt:lpstr>Explicit Register Renaming</vt:lpstr>
      <vt:lpstr>Explicit Register Renaming</vt:lpstr>
      <vt:lpstr>Explicit Register Renaming</vt:lpstr>
      <vt:lpstr>Physical Register Management</vt:lpstr>
      <vt:lpstr>Physical Register Management</vt:lpstr>
      <vt:lpstr>Physical Register Management</vt:lpstr>
      <vt:lpstr>Physical Register Management</vt:lpstr>
      <vt:lpstr>Physical Register Management</vt:lpstr>
      <vt:lpstr>Physical Register Management</vt:lpstr>
      <vt:lpstr>Physical Register Management</vt:lpstr>
      <vt:lpstr>Physical Register Management</vt:lpstr>
      <vt:lpstr>Reorder Buffer Holds Active Instruction Window</vt:lpstr>
      <vt:lpstr>Recovering ROB/Renaming Table</vt:lpstr>
      <vt:lpstr>Next Session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115</cp:revision>
  <dcterms:created xsi:type="dcterms:W3CDTF">2025-05-18T05:09:57Z</dcterms:created>
  <dcterms:modified xsi:type="dcterms:W3CDTF">2025-09-14T14:57:59Z</dcterms:modified>
</cp:coreProperties>
</file>