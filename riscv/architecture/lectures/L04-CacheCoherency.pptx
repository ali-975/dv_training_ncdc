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88" r:id="rId14"/>
    <p:sldId id="269" r:id="rId15"/>
    <p:sldId id="384" r:id="rId16"/>
    <p:sldId id="270" r:id="rId17"/>
    <p:sldId id="389" r:id="rId18"/>
    <p:sldId id="386" r:id="rId19"/>
    <p:sldId id="387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F677A-309C-49C3-8529-0F19918563AB}" v="8" dt="2025-09-10T10:59:48.2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jeel Khilji" userId="d7c9e5d0-931d-429e-91f4-ab214ce9376a" providerId="ADAL" clId="{A4AE5403-6C46-4B1D-8B41-33DFC0FE06D7}"/>
    <pc:docChg chg="undo custSel addSld delSld modSld">
      <pc:chgData name="Sharjeel Khilji" userId="d7c9e5d0-931d-429e-91f4-ab214ce9376a" providerId="ADAL" clId="{A4AE5403-6C46-4B1D-8B41-33DFC0FE06D7}" dt="2025-09-10T12:43:09.695" v="223" actId="478"/>
      <pc:docMkLst>
        <pc:docMk/>
      </pc:docMkLst>
      <pc:sldChg chg="modSp mod">
        <pc:chgData name="Sharjeel Khilji" userId="d7c9e5d0-931d-429e-91f4-ab214ce9376a" providerId="ADAL" clId="{A4AE5403-6C46-4B1D-8B41-33DFC0FE06D7}" dt="2025-09-10T07:45:40.478" v="1" actId="1076"/>
        <pc:sldMkLst>
          <pc:docMk/>
          <pc:sldMk cId="0" sldId="259"/>
        </pc:sldMkLst>
        <pc:spChg chg="mod">
          <ac:chgData name="Sharjeel Khilji" userId="d7c9e5d0-931d-429e-91f4-ab214ce9376a" providerId="ADAL" clId="{A4AE5403-6C46-4B1D-8B41-33DFC0FE06D7}" dt="2025-09-10T07:45:40.478" v="1" actId="1076"/>
          <ac:spMkLst>
            <pc:docMk/>
            <pc:sldMk cId="0" sldId="259"/>
            <ac:spMk id="11" creationId="{00000000-0000-0000-0000-000000000000}"/>
          </ac:spMkLst>
        </pc:spChg>
      </pc:sldChg>
      <pc:sldChg chg="modSp mod modShow">
        <pc:chgData name="Sharjeel Khilji" userId="d7c9e5d0-931d-429e-91f4-ab214ce9376a" providerId="ADAL" clId="{A4AE5403-6C46-4B1D-8B41-33DFC0FE06D7}" dt="2025-09-10T10:56:06.666" v="111" actId="729"/>
        <pc:sldMkLst>
          <pc:docMk/>
          <pc:sldMk cId="0" sldId="267"/>
        </pc:sldMkLst>
        <pc:spChg chg="mod">
          <ac:chgData name="Sharjeel Khilji" userId="d7c9e5d0-931d-429e-91f4-ab214ce9376a" providerId="ADAL" clId="{A4AE5403-6C46-4B1D-8B41-33DFC0FE06D7}" dt="2025-09-10T10:42:07.123" v="110" actId="14100"/>
          <ac:spMkLst>
            <pc:docMk/>
            <pc:sldMk cId="0" sldId="267"/>
            <ac:spMk id="2" creationId="{00000000-0000-0000-0000-000000000000}"/>
          </ac:spMkLst>
        </pc:spChg>
      </pc:sldChg>
      <pc:sldChg chg="del">
        <pc:chgData name="Sharjeel Khilji" userId="d7c9e5d0-931d-429e-91f4-ab214ce9376a" providerId="ADAL" clId="{A4AE5403-6C46-4B1D-8B41-33DFC0FE06D7}" dt="2025-09-10T11:01:44.382" v="170" actId="47"/>
        <pc:sldMkLst>
          <pc:docMk/>
          <pc:sldMk cId="0" sldId="268"/>
        </pc:sldMkLst>
      </pc:sldChg>
      <pc:sldChg chg="modSp del mod modShow">
        <pc:chgData name="Sharjeel Khilji" userId="d7c9e5d0-931d-429e-91f4-ab214ce9376a" providerId="ADAL" clId="{A4AE5403-6C46-4B1D-8B41-33DFC0FE06D7}" dt="2025-09-10T11:01:19.928" v="167" actId="47"/>
        <pc:sldMkLst>
          <pc:docMk/>
          <pc:sldMk cId="0" sldId="271"/>
        </pc:sldMkLst>
        <pc:spChg chg="mod">
          <ac:chgData name="Sharjeel Khilji" userId="d7c9e5d0-931d-429e-91f4-ab214ce9376a" providerId="ADAL" clId="{A4AE5403-6C46-4B1D-8B41-33DFC0FE06D7}" dt="2025-09-10T10:56:54.836" v="141" actId="403"/>
          <ac:spMkLst>
            <pc:docMk/>
            <pc:sldMk cId="0" sldId="271"/>
            <ac:spMk id="2" creationId="{00000000-0000-0000-0000-000000000000}"/>
          </ac:spMkLst>
        </pc:spChg>
        <pc:picChg chg="mod">
          <ac:chgData name="Sharjeel Khilji" userId="d7c9e5d0-931d-429e-91f4-ab214ce9376a" providerId="ADAL" clId="{A4AE5403-6C46-4B1D-8B41-33DFC0FE06D7}" dt="2025-09-10T10:57:18.397" v="149" actId="1036"/>
          <ac:picMkLst>
            <pc:docMk/>
            <pc:sldMk cId="0" sldId="271"/>
            <ac:picMk id="3" creationId="{00000000-0000-0000-0000-000000000000}"/>
          </ac:picMkLst>
        </pc:picChg>
      </pc:sldChg>
      <pc:sldChg chg="modSp mod">
        <pc:chgData name="Sharjeel Khilji" userId="d7c9e5d0-931d-429e-91f4-ab214ce9376a" providerId="ADAL" clId="{A4AE5403-6C46-4B1D-8B41-33DFC0FE06D7}" dt="2025-09-10T11:50:30.601" v="220" actId="255"/>
        <pc:sldMkLst>
          <pc:docMk/>
          <pc:sldMk cId="139339665" sldId="384"/>
        </pc:sldMkLst>
        <pc:spChg chg="mod">
          <ac:chgData name="Sharjeel Khilji" userId="d7c9e5d0-931d-429e-91f4-ab214ce9376a" providerId="ADAL" clId="{A4AE5403-6C46-4B1D-8B41-33DFC0FE06D7}" dt="2025-09-10T11:50:30.601" v="220" actId="255"/>
          <ac:spMkLst>
            <pc:docMk/>
            <pc:sldMk cId="139339665" sldId="384"/>
            <ac:spMk id="3" creationId="{00000000-0000-0000-0000-000000000000}"/>
          </ac:spMkLst>
        </pc:spChg>
      </pc:sldChg>
      <pc:sldChg chg="delSp mod delAnim">
        <pc:chgData name="Sharjeel Khilji" userId="d7c9e5d0-931d-429e-91f4-ab214ce9376a" providerId="ADAL" clId="{A4AE5403-6C46-4B1D-8B41-33DFC0FE06D7}" dt="2025-09-10T12:43:09.695" v="223" actId="478"/>
        <pc:sldMkLst>
          <pc:docMk/>
          <pc:sldMk cId="2559474970" sldId="387"/>
        </pc:sldMkLst>
        <pc:spChg chg="del">
          <ac:chgData name="Sharjeel Khilji" userId="d7c9e5d0-931d-429e-91f4-ab214ce9376a" providerId="ADAL" clId="{A4AE5403-6C46-4B1D-8B41-33DFC0FE06D7}" dt="2025-09-10T12:43:09.695" v="223" actId="478"/>
          <ac:spMkLst>
            <pc:docMk/>
            <pc:sldMk cId="2559474970" sldId="387"/>
            <ac:spMk id="41" creationId="{00000000-0000-0000-0000-000000000000}"/>
          </ac:spMkLst>
        </pc:spChg>
        <pc:spChg chg="del">
          <ac:chgData name="Sharjeel Khilji" userId="d7c9e5d0-931d-429e-91f4-ab214ce9376a" providerId="ADAL" clId="{A4AE5403-6C46-4B1D-8B41-33DFC0FE06D7}" dt="2025-09-10T12:43:04.592" v="222" actId="478"/>
          <ac:spMkLst>
            <pc:docMk/>
            <pc:sldMk cId="2559474970" sldId="387"/>
            <ac:spMk id="42" creationId="{00000000-0000-0000-0000-000000000000}"/>
          </ac:spMkLst>
        </pc:spChg>
      </pc:sldChg>
      <pc:sldChg chg="addSp delSp modSp new mod">
        <pc:chgData name="Sharjeel Khilji" userId="d7c9e5d0-931d-429e-91f4-ab214ce9376a" providerId="ADAL" clId="{A4AE5403-6C46-4B1D-8B41-33DFC0FE06D7}" dt="2025-09-10T12:05:45.164" v="221" actId="1076"/>
        <pc:sldMkLst>
          <pc:docMk/>
          <pc:sldMk cId="2684893703" sldId="388"/>
        </pc:sldMkLst>
        <pc:spChg chg="mod">
          <ac:chgData name="Sharjeel Khilji" userId="d7c9e5d0-931d-429e-91f4-ab214ce9376a" providerId="ADAL" clId="{A4AE5403-6C46-4B1D-8B41-33DFC0FE06D7}" dt="2025-09-10T10:29:41.571" v="75" actId="20577"/>
          <ac:spMkLst>
            <pc:docMk/>
            <pc:sldMk cId="2684893703" sldId="388"/>
            <ac:spMk id="2" creationId="{E96E0FC6-E2F2-4F0B-089F-59145DBF02E8}"/>
          </ac:spMkLst>
        </pc:spChg>
        <pc:spChg chg="del">
          <ac:chgData name="Sharjeel Khilji" userId="d7c9e5d0-931d-429e-91f4-ab214ce9376a" providerId="ADAL" clId="{A4AE5403-6C46-4B1D-8B41-33DFC0FE06D7}" dt="2025-09-10T10:29:47.852" v="76" actId="478"/>
          <ac:spMkLst>
            <pc:docMk/>
            <pc:sldMk cId="2684893703" sldId="388"/>
            <ac:spMk id="3" creationId="{66285B75-21EE-1658-2C3E-92E08094B886}"/>
          </ac:spMkLst>
        </pc:spChg>
        <pc:picChg chg="add mod">
          <ac:chgData name="Sharjeel Khilji" userId="d7c9e5d0-931d-429e-91f4-ab214ce9376a" providerId="ADAL" clId="{A4AE5403-6C46-4B1D-8B41-33DFC0FE06D7}" dt="2025-09-10T12:05:45.164" v="221" actId="1076"/>
          <ac:picMkLst>
            <pc:docMk/>
            <pc:sldMk cId="2684893703" sldId="388"/>
            <ac:picMk id="5" creationId="{1248BE91-447E-C6F3-1E93-325118903F6E}"/>
          </ac:picMkLst>
        </pc:picChg>
      </pc:sldChg>
      <pc:sldChg chg="addSp delSp modSp new mod">
        <pc:chgData name="Sharjeel Khilji" userId="d7c9e5d0-931d-429e-91f4-ab214ce9376a" providerId="ADAL" clId="{A4AE5403-6C46-4B1D-8B41-33DFC0FE06D7}" dt="2025-09-10T11:01:27.779" v="169" actId="1037"/>
        <pc:sldMkLst>
          <pc:docMk/>
          <pc:sldMk cId="662061200" sldId="389"/>
        </pc:sldMkLst>
        <pc:spChg chg="mod">
          <ac:chgData name="Sharjeel Khilji" userId="d7c9e5d0-931d-429e-91f4-ab214ce9376a" providerId="ADAL" clId="{A4AE5403-6C46-4B1D-8B41-33DFC0FE06D7}" dt="2025-09-10T10:59:54.706" v="162" actId="14100"/>
          <ac:spMkLst>
            <pc:docMk/>
            <pc:sldMk cId="662061200" sldId="389"/>
            <ac:spMk id="2" creationId="{B61856AD-3AC3-4553-1925-6A32DBE7D279}"/>
          </ac:spMkLst>
        </pc:spChg>
        <pc:spChg chg="del">
          <ac:chgData name="Sharjeel Khilji" userId="d7c9e5d0-931d-429e-91f4-ab214ce9376a" providerId="ADAL" clId="{A4AE5403-6C46-4B1D-8B41-33DFC0FE06D7}" dt="2025-09-10T10:59:30.229" v="152" actId="478"/>
          <ac:spMkLst>
            <pc:docMk/>
            <pc:sldMk cId="662061200" sldId="389"/>
            <ac:spMk id="3" creationId="{1075EB7F-EA0E-1039-9334-2BBDB4B74A00}"/>
          </ac:spMkLst>
        </pc:spChg>
        <pc:picChg chg="add mod">
          <ac:chgData name="Sharjeel Khilji" userId="d7c9e5d0-931d-429e-91f4-ab214ce9376a" providerId="ADAL" clId="{A4AE5403-6C46-4B1D-8B41-33DFC0FE06D7}" dt="2025-09-10T11:01:27.779" v="169" actId="1037"/>
          <ac:picMkLst>
            <pc:docMk/>
            <pc:sldMk cId="662061200" sldId="389"/>
            <ac:picMk id="5" creationId="{A2DB86EA-9C0E-0DFE-7741-3FF64C6786BD}"/>
          </ac:picMkLst>
        </pc:picChg>
      </pc:sldChg>
    </pc:docChg>
  </pc:docChgLst>
  <pc:docChgLst>
    <pc:chgData name="Sharjeel Khilji" userId="d7c9e5d0-931d-429e-91f4-ab214ce9376a" providerId="ADAL" clId="{C97F677A-309C-49C3-8529-0F19918563AB}"/>
    <pc:docChg chg="undo custSel addSld delSld modSld">
      <pc:chgData name="Sharjeel Khilji" userId="d7c9e5d0-931d-429e-91f4-ab214ce9376a" providerId="ADAL" clId="{C97F677A-309C-49C3-8529-0F19918563AB}" dt="2025-09-05T06:48:07.284" v="163" actId="207"/>
      <pc:docMkLst>
        <pc:docMk/>
      </pc:docMkLst>
      <pc:sldChg chg="addSp delSp modSp mod chgLayout">
        <pc:chgData name="Sharjeel Khilji" userId="d7c9e5d0-931d-429e-91f4-ab214ce9376a" providerId="ADAL" clId="{C97F677A-309C-49C3-8529-0F19918563AB}" dt="2025-09-02T04:50:47.902" v="17" actId="1076"/>
        <pc:sldMkLst>
          <pc:docMk/>
          <pc:sldMk cId="0" sldId="273"/>
        </pc:sldMkLst>
        <pc:spChg chg="mod ord">
          <ac:chgData name="Sharjeel Khilji" userId="d7c9e5d0-931d-429e-91f4-ab214ce9376a" providerId="ADAL" clId="{C97F677A-309C-49C3-8529-0F19918563AB}" dt="2025-09-02T04:49:43.282" v="14" actId="6264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Sharjeel Khilji" userId="d7c9e5d0-931d-429e-91f4-ab214ce9376a" providerId="ADAL" clId="{C97F677A-309C-49C3-8529-0F19918563AB}" dt="2025-09-02T04:49:43.282" v="14" actId="6264"/>
          <ac:spMkLst>
            <pc:docMk/>
            <pc:sldMk cId="0" sldId="273"/>
            <ac:spMk id="5" creationId="{00000000-0000-0000-0000-000000000000}"/>
          </ac:spMkLst>
        </pc:spChg>
        <pc:spChg chg="mod ord">
          <ac:chgData name="Sharjeel Khilji" userId="d7c9e5d0-931d-429e-91f4-ab214ce9376a" providerId="ADAL" clId="{C97F677A-309C-49C3-8529-0F19918563AB}" dt="2025-09-02T04:49:43.282" v="14" actId="6264"/>
          <ac:spMkLst>
            <pc:docMk/>
            <pc:sldMk cId="0" sldId="273"/>
            <ac:spMk id="6" creationId="{00000000-0000-0000-0000-000000000000}"/>
          </ac:spMkLst>
        </pc:spChg>
        <pc:spChg chg="mod ord">
          <ac:chgData name="Sharjeel Khilji" userId="d7c9e5d0-931d-429e-91f4-ab214ce9376a" providerId="ADAL" clId="{C97F677A-309C-49C3-8529-0F19918563AB}" dt="2025-09-02T04:49:43.282" v="14" actId="6264"/>
          <ac:spMkLst>
            <pc:docMk/>
            <pc:sldMk cId="0" sldId="273"/>
            <ac:spMk id="7" creationId="{00000000-0000-0000-0000-000000000000}"/>
          </ac:spMkLst>
        </pc:spChg>
        <pc:spChg chg="add mod">
          <ac:chgData name="Sharjeel Khilji" userId="d7c9e5d0-931d-429e-91f4-ab214ce9376a" providerId="ADAL" clId="{C97F677A-309C-49C3-8529-0F19918563AB}" dt="2025-09-02T04:50:47.902" v="17" actId="1076"/>
          <ac:spMkLst>
            <pc:docMk/>
            <pc:sldMk cId="0" sldId="273"/>
            <ac:spMk id="8" creationId="{0A4C735B-A845-7BFD-BA64-852838E06745}"/>
          </ac:spMkLst>
        </pc:spChg>
        <pc:picChg chg="mod">
          <ac:chgData name="Sharjeel Khilji" userId="d7c9e5d0-931d-429e-91f4-ab214ce9376a" providerId="ADAL" clId="{C97F677A-309C-49C3-8529-0F19918563AB}" dt="2025-09-02T04:48:28.900" v="0" actId="1076"/>
          <ac:picMkLst>
            <pc:docMk/>
            <pc:sldMk cId="0" sldId="273"/>
            <ac:picMk id="4" creationId="{00000000-0000-0000-0000-000000000000}"/>
          </ac:picMkLst>
        </pc:picChg>
      </pc:sldChg>
      <pc:sldChg chg="modSp add mod">
        <pc:chgData name="Sharjeel Khilji" userId="d7c9e5d0-931d-429e-91f4-ab214ce9376a" providerId="ADAL" clId="{C97F677A-309C-49C3-8529-0F19918563AB}" dt="2025-09-02T05:09:35.052" v="32" actId="20577"/>
        <pc:sldMkLst>
          <pc:docMk/>
          <pc:sldMk cId="139339665" sldId="384"/>
        </pc:sldMkLst>
        <pc:spChg chg="mod">
          <ac:chgData name="Sharjeel Khilji" userId="d7c9e5d0-931d-429e-91f4-ab214ce9376a" providerId="ADAL" clId="{C97F677A-309C-49C3-8529-0F19918563AB}" dt="2025-09-02T05:07:09.195" v="19" actId="27636"/>
          <ac:spMkLst>
            <pc:docMk/>
            <pc:sldMk cId="139339665" sldId="384"/>
            <ac:spMk id="2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2T05:09:35.052" v="32" actId="20577"/>
          <ac:spMkLst>
            <pc:docMk/>
            <pc:sldMk cId="139339665" sldId="384"/>
            <ac:spMk id="3" creationId="{00000000-0000-0000-0000-000000000000}"/>
          </ac:spMkLst>
        </pc:spChg>
      </pc:sldChg>
      <pc:sldChg chg="new del">
        <pc:chgData name="Sharjeel Khilji" userId="d7c9e5d0-931d-429e-91f4-ab214ce9376a" providerId="ADAL" clId="{C97F677A-309C-49C3-8529-0F19918563AB}" dt="2025-09-02T05:15:56.160" v="36" actId="47"/>
        <pc:sldMkLst>
          <pc:docMk/>
          <pc:sldMk cId="3553267312" sldId="385"/>
        </pc:sldMkLst>
      </pc:sldChg>
      <pc:sldChg chg="modSp add mod">
        <pc:chgData name="Sharjeel Khilji" userId="d7c9e5d0-931d-429e-91f4-ab214ce9376a" providerId="ADAL" clId="{C97F677A-309C-49C3-8529-0F19918563AB}" dt="2025-09-02T05:22:22.132" v="105" actId="113"/>
        <pc:sldMkLst>
          <pc:docMk/>
          <pc:sldMk cId="2449225521" sldId="386"/>
        </pc:sldMkLst>
        <pc:spChg chg="mod">
          <ac:chgData name="Sharjeel Khilji" userId="d7c9e5d0-931d-429e-91f4-ab214ce9376a" providerId="ADAL" clId="{C97F677A-309C-49C3-8529-0F19918563AB}" dt="2025-09-02T05:22:22.132" v="105" actId="113"/>
          <ac:spMkLst>
            <pc:docMk/>
            <pc:sldMk cId="2449225521" sldId="386"/>
            <ac:spMk id="3" creationId="{00000000-0000-0000-0000-000000000000}"/>
          </ac:spMkLst>
        </pc:spChg>
      </pc:sldChg>
      <pc:sldChg chg="modSp add mod">
        <pc:chgData name="Sharjeel Khilji" userId="d7c9e5d0-931d-429e-91f4-ab214ce9376a" providerId="ADAL" clId="{C97F677A-309C-49C3-8529-0F19918563AB}" dt="2025-09-05T06:48:07.284" v="163" actId="207"/>
        <pc:sldMkLst>
          <pc:docMk/>
          <pc:sldMk cId="2559474970" sldId="387"/>
        </pc:sldMkLst>
        <pc:spChg chg="mod">
          <ac:chgData name="Sharjeel Khilji" userId="d7c9e5d0-931d-429e-91f4-ab214ce9376a" providerId="ADAL" clId="{C97F677A-309C-49C3-8529-0F19918563AB}" dt="2025-09-05T06:47:52.006" v="161" actId="13822"/>
          <ac:spMkLst>
            <pc:docMk/>
            <pc:sldMk cId="2559474970" sldId="387"/>
            <ac:spMk id="3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8:07.284" v="163" actId="207"/>
          <ac:spMkLst>
            <pc:docMk/>
            <pc:sldMk cId="2559474970" sldId="387"/>
            <ac:spMk id="5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5:11.219" v="145" actId="13822"/>
          <ac:spMkLst>
            <pc:docMk/>
            <pc:sldMk cId="2559474970" sldId="387"/>
            <ac:spMk id="10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5:02.228" v="144" actId="207"/>
          <ac:spMkLst>
            <pc:docMk/>
            <pc:sldMk cId="2559474970" sldId="387"/>
            <ac:spMk id="11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6:18.723" v="151" actId="13822"/>
          <ac:spMkLst>
            <pc:docMk/>
            <pc:sldMk cId="2559474970" sldId="387"/>
            <ac:spMk id="12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7:32.320" v="159" actId="13822"/>
          <ac:spMkLst>
            <pc:docMk/>
            <pc:sldMk cId="2559474970" sldId="387"/>
            <ac:spMk id="13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2T06:00:33.110" v="117" actId="404"/>
          <ac:spMkLst>
            <pc:docMk/>
            <pc:sldMk cId="2559474970" sldId="387"/>
            <ac:spMk id="14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0:33.113" v="126" actId="13822"/>
          <ac:spMkLst>
            <pc:docMk/>
            <pc:sldMk cId="2559474970" sldId="387"/>
            <ac:spMk id="15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0:37.734" v="127" actId="207"/>
          <ac:spMkLst>
            <pc:docMk/>
            <pc:sldMk cId="2559474970" sldId="387"/>
            <ac:spMk id="16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7:24.920" v="158" actId="13822"/>
          <ac:spMkLst>
            <pc:docMk/>
            <pc:sldMk cId="2559474970" sldId="387"/>
            <ac:spMk id="18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3:44.475" v="139" actId="207"/>
          <ac:spMkLst>
            <pc:docMk/>
            <pc:sldMk cId="2559474970" sldId="387"/>
            <ac:spMk id="20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7:19.057" v="157" actId="207"/>
          <ac:spMkLst>
            <pc:docMk/>
            <pc:sldMk cId="2559474970" sldId="387"/>
            <ac:spMk id="21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2T06:00:18.907" v="115" actId="1076"/>
          <ac:spMkLst>
            <pc:docMk/>
            <pc:sldMk cId="2559474970" sldId="387"/>
            <ac:spMk id="23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0:54.077" v="128" actId="13822"/>
          <ac:spMkLst>
            <pc:docMk/>
            <pc:sldMk cId="2559474970" sldId="387"/>
            <ac:spMk id="24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1:07.365" v="129" actId="207"/>
          <ac:spMkLst>
            <pc:docMk/>
            <pc:sldMk cId="2559474970" sldId="387"/>
            <ac:spMk id="25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5:41.345" v="147" actId="13822"/>
          <ac:spMkLst>
            <pc:docMk/>
            <pc:sldMk cId="2559474970" sldId="387"/>
            <ac:spMk id="26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6:35.727" v="154" actId="1076"/>
          <ac:spMkLst>
            <pc:docMk/>
            <pc:sldMk cId="2559474970" sldId="387"/>
            <ac:spMk id="27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4:18.401" v="142" actId="13822"/>
          <ac:spMkLst>
            <pc:docMk/>
            <pc:sldMk cId="2559474970" sldId="387"/>
            <ac:spMk id="28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5:54.348" v="149" actId="13822"/>
          <ac:spMkLst>
            <pc:docMk/>
            <pc:sldMk cId="2559474970" sldId="387"/>
            <ac:spMk id="30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2T06:02:10.921" v="120" actId="404"/>
          <ac:spMkLst>
            <pc:docMk/>
            <pc:sldMk cId="2559474970" sldId="387"/>
            <ac:spMk id="31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1:43.323" v="131" actId="13822"/>
          <ac:spMkLst>
            <pc:docMk/>
            <pc:sldMk cId="2559474970" sldId="387"/>
            <ac:spMk id="32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2:56.239" v="136" actId="207"/>
          <ac:spMkLst>
            <pc:docMk/>
            <pc:sldMk cId="2559474970" sldId="387"/>
            <ac:spMk id="33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2T05:59:50.862" v="111" actId="404"/>
          <ac:spMkLst>
            <pc:docMk/>
            <pc:sldMk cId="2559474970" sldId="387"/>
            <ac:spMk id="34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4:36.137" v="143" actId="13822"/>
          <ac:spMkLst>
            <pc:docMk/>
            <pc:sldMk cId="2559474970" sldId="387"/>
            <ac:spMk id="35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2T06:02:02.945" v="119" actId="1076"/>
          <ac:spMkLst>
            <pc:docMk/>
            <pc:sldMk cId="2559474970" sldId="387"/>
            <ac:spMk id="36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4:09.845" v="141" actId="13822"/>
          <ac:spMkLst>
            <pc:docMk/>
            <pc:sldMk cId="2559474970" sldId="387"/>
            <ac:spMk id="37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4:03.967" v="140" actId="207"/>
          <ac:spMkLst>
            <pc:docMk/>
            <pc:sldMk cId="2559474970" sldId="387"/>
            <ac:spMk id="38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2:34.110" v="134" actId="13822"/>
          <ac:spMkLst>
            <pc:docMk/>
            <pc:sldMk cId="2559474970" sldId="387"/>
            <ac:spMk id="39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2:41.595" v="135" actId="1076"/>
          <ac:spMkLst>
            <pc:docMk/>
            <pc:sldMk cId="2559474970" sldId="387"/>
            <ac:spMk id="40" creationId="{00000000-0000-0000-0000-000000000000}"/>
          </ac:spMkLst>
        </pc:spChg>
        <pc:spChg chg="mod">
          <ac:chgData name="Sharjeel Khilji" userId="d7c9e5d0-931d-429e-91f4-ab214ce9376a" providerId="ADAL" clId="{C97F677A-309C-49C3-8529-0F19918563AB}" dt="2025-09-05T06:45:46.370" v="148" actId="13822"/>
          <ac:spMkLst>
            <pc:docMk/>
            <pc:sldMk cId="2559474970" sldId="387"/>
            <ac:spMk id="43" creationId="{00000000-0000-0000-0000-000000000000}"/>
          </ac:spMkLst>
        </pc:spChg>
        <pc:cxnChg chg="mod">
          <ac:chgData name="Sharjeel Khilji" userId="d7c9e5d0-931d-429e-91f4-ab214ce9376a" providerId="ADAL" clId="{C97F677A-309C-49C3-8529-0F19918563AB}" dt="2025-09-05T06:43:39.096" v="138" actId="13822"/>
          <ac:cxnSpMkLst>
            <pc:docMk/>
            <pc:sldMk cId="2559474970" sldId="387"/>
            <ac:cxnSpMk id="19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10767" y="1066546"/>
            <a:ext cx="10160" cy="4495800"/>
          </a:xfrm>
          <a:custGeom>
            <a:avLst/>
            <a:gdLst/>
            <a:ahLst/>
            <a:cxnLst/>
            <a:rect l="l" t="t" r="r" b="b"/>
            <a:pathLst>
              <a:path w="10159" h="4495800">
                <a:moveTo>
                  <a:pt x="9905" y="4495800"/>
                </a:moveTo>
                <a:lnTo>
                  <a:pt x="9905" y="0"/>
                </a:lnTo>
                <a:lnTo>
                  <a:pt x="0" y="0"/>
                </a:lnTo>
                <a:lnTo>
                  <a:pt x="0" y="4495800"/>
                </a:lnTo>
                <a:lnTo>
                  <a:pt x="9905" y="449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648" y="2992882"/>
            <a:ext cx="201168" cy="2011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099" y="2992882"/>
            <a:ext cx="201168" cy="2011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7874" y="2992882"/>
            <a:ext cx="201168" cy="20116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276346"/>
            <a:ext cx="201168" cy="2019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276346"/>
            <a:ext cx="201168" cy="2019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2099" y="3276346"/>
            <a:ext cx="201168" cy="20193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276346"/>
            <a:ext cx="201168" cy="2019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560571"/>
            <a:ext cx="201168" cy="20193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560571"/>
            <a:ext cx="201168" cy="20193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2099" y="3560571"/>
            <a:ext cx="201168" cy="20193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560571"/>
            <a:ext cx="201168" cy="2019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29777" y="3560571"/>
            <a:ext cx="201929" cy="20193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7874" y="3843273"/>
            <a:ext cx="201168" cy="20345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3648" y="3843273"/>
            <a:ext cx="201168" cy="20345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2099" y="3843273"/>
            <a:ext cx="201168" cy="20345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46325" y="3843273"/>
            <a:ext cx="201168" cy="20345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93648" y="4127500"/>
            <a:ext cx="201168" cy="20345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77874" y="4127500"/>
            <a:ext cx="201168" cy="20345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2099" y="4127500"/>
            <a:ext cx="201168" cy="20345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46325" y="4127500"/>
            <a:ext cx="201168" cy="20345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29777" y="4127500"/>
            <a:ext cx="201929" cy="203453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93648" y="4411726"/>
            <a:ext cx="201168" cy="20192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77874" y="4411726"/>
            <a:ext cx="201168" cy="20192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62099" y="4411726"/>
            <a:ext cx="201168" cy="20192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46325" y="4411726"/>
            <a:ext cx="201168" cy="20192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93648" y="4695951"/>
            <a:ext cx="201168" cy="20192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7874" y="4695951"/>
            <a:ext cx="201168" cy="201929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099" y="4695951"/>
            <a:ext cx="201168" cy="20192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46325" y="4695951"/>
            <a:ext cx="201168" cy="201929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77874" y="4980177"/>
            <a:ext cx="201168" cy="2011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46325" y="4980177"/>
            <a:ext cx="201168" cy="201167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04939" y="2816098"/>
            <a:ext cx="8229600" cy="6985"/>
          </a:xfrm>
          <a:custGeom>
            <a:avLst/>
            <a:gdLst/>
            <a:ahLst/>
            <a:cxnLst/>
            <a:rect l="l" t="t" r="r" b="b"/>
            <a:pathLst>
              <a:path w="8229600" h="6985">
                <a:moveTo>
                  <a:pt x="8229600" y="6857"/>
                </a:moveTo>
                <a:lnTo>
                  <a:pt x="8229600" y="0"/>
                </a:lnTo>
                <a:lnTo>
                  <a:pt x="0" y="0"/>
                </a:lnTo>
                <a:lnTo>
                  <a:pt x="0" y="6858"/>
                </a:lnTo>
                <a:lnTo>
                  <a:pt x="8229600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39855" y="812291"/>
            <a:ext cx="517779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10767" y="1066546"/>
            <a:ext cx="10160" cy="4495800"/>
          </a:xfrm>
          <a:custGeom>
            <a:avLst/>
            <a:gdLst/>
            <a:ahLst/>
            <a:cxnLst/>
            <a:rect l="l" t="t" r="r" b="b"/>
            <a:pathLst>
              <a:path w="10159" h="4495800">
                <a:moveTo>
                  <a:pt x="9905" y="4495800"/>
                </a:moveTo>
                <a:lnTo>
                  <a:pt x="9905" y="0"/>
                </a:lnTo>
                <a:lnTo>
                  <a:pt x="0" y="0"/>
                </a:lnTo>
                <a:lnTo>
                  <a:pt x="0" y="4495800"/>
                </a:lnTo>
                <a:lnTo>
                  <a:pt x="9905" y="449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648" y="2992882"/>
            <a:ext cx="201168" cy="2011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099" y="2992882"/>
            <a:ext cx="201168" cy="2011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7874" y="2992882"/>
            <a:ext cx="201168" cy="20116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276346"/>
            <a:ext cx="201168" cy="2019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276346"/>
            <a:ext cx="201168" cy="2019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2099" y="3276346"/>
            <a:ext cx="201168" cy="20193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276346"/>
            <a:ext cx="201168" cy="2019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560571"/>
            <a:ext cx="201168" cy="20193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560571"/>
            <a:ext cx="201168" cy="20193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2099" y="3560571"/>
            <a:ext cx="201168" cy="20193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560571"/>
            <a:ext cx="201168" cy="2019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29777" y="3560571"/>
            <a:ext cx="201929" cy="20193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7874" y="3843273"/>
            <a:ext cx="201168" cy="20345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3648" y="3843273"/>
            <a:ext cx="201168" cy="20345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2099" y="3843273"/>
            <a:ext cx="201168" cy="20345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46325" y="3843273"/>
            <a:ext cx="201168" cy="20345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93648" y="4127500"/>
            <a:ext cx="201168" cy="20345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77874" y="4127500"/>
            <a:ext cx="201168" cy="20345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2099" y="4127500"/>
            <a:ext cx="201168" cy="20345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46325" y="4127500"/>
            <a:ext cx="201168" cy="20345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29777" y="4127500"/>
            <a:ext cx="201929" cy="203453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93648" y="4411726"/>
            <a:ext cx="201168" cy="20192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77874" y="4411726"/>
            <a:ext cx="201168" cy="20192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62099" y="4411726"/>
            <a:ext cx="201168" cy="20192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46325" y="4411726"/>
            <a:ext cx="201168" cy="20192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93648" y="4695951"/>
            <a:ext cx="201168" cy="20192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7874" y="4695951"/>
            <a:ext cx="201168" cy="201929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099" y="4695951"/>
            <a:ext cx="201168" cy="20192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46325" y="4695951"/>
            <a:ext cx="201168" cy="201929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77874" y="4980177"/>
            <a:ext cx="201168" cy="2011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46325" y="4980177"/>
            <a:ext cx="201168" cy="201167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04939" y="2816098"/>
            <a:ext cx="8229600" cy="6985"/>
          </a:xfrm>
          <a:custGeom>
            <a:avLst/>
            <a:gdLst/>
            <a:ahLst/>
            <a:cxnLst/>
            <a:rect l="l" t="t" r="r" b="b"/>
            <a:pathLst>
              <a:path w="8229600" h="6985">
                <a:moveTo>
                  <a:pt x="8229600" y="6857"/>
                </a:moveTo>
                <a:lnTo>
                  <a:pt x="8229600" y="0"/>
                </a:lnTo>
                <a:lnTo>
                  <a:pt x="0" y="0"/>
                </a:lnTo>
                <a:lnTo>
                  <a:pt x="0" y="6858"/>
                </a:lnTo>
                <a:lnTo>
                  <a:pt x="8229600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21" Type="http://schemas.openxmlformats.org/officeDocument/2006/relationships/image" Target="../media/image15.png"/><Relationship Id="rId34" Type="http://schemas.openxmlformats.org/officeDocument/2006/relationships/image" Target="../media/image28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3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37" Type="http://schemas.openxmlformats.org/officeDocument/2006/relationships/image" Target="../media/image3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36" Type="http://schemas.openxmlformats.org/officeDocument/2006/relationships/image" Target="../media/image30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24.png"/><Relationship Id="rId35" Type="http://schemas.openxmlformats.org/officeDocument/2006/relationships/image" Target="../media/image29.png"/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58467" y="152145"/>
            <a:ext cx="10160" cy="1524000"/>
          </a:xfrm>
          <a:custGeom>
            <a:avLst/>
            <a:gdLst/>
            <a:ahLst/>
            <a:cxnLst/>
            <a:rect l="l" t="t" r="r" b="b"/>
            <a:pathLst>
              <a:path w="10159" h="1524000">
                <a:moveTo>
                  <a:pt x="9905" y="1524000"/>
                </a:moveTo>
                <a:lnTo>
                  <a:pt x="9905" y="0"/>
                </a:lnTo>
                <a:lnTo>
                  <a:pt x="0" y="0"/>
                </a:lnTo>
                <a:lnTo>
                  <a:pt x="0" y="1524000"/>
                </a:lnTo>
                <a:lnTo>
                  <a:pt x="9905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53527" y="152146"/>
            <a:ext cx="120396" cy="1203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21941" y="152146"/>
            <a:ext cx="118872" cy="1203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90343" y="152146"/>
            <a:ext cx="113538" cy="12039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53527" y="320548"/>
            <a:ext cx="120396" cy="11506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21941" y="320548"/>
            <a:ext cx="118872" cy="11506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90343" y="320548"/>
            <a:ext cx="113538" cy="11506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57970" y="320548"/>
            <a:ext cx="109727" cy="11506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53527" y="488187"/>
            <a:ext cx="120396" cy="10972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21941" y="488187"/>
            <a:ext cx="118872" cy="10972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90343" y="488187"/>
            <a:ext cx="113538" cy="109727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57970" y="488187"/>
            <a:ext cx="109727" cy="1097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53527" y="656590"/>
            <a:ext cx="120396" cy="11963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826372" y="488187"/>
            <a:ext cx="119633" cy="109727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21941" y="656590"/>
            <a:ext cx="118872" cy="11963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90343" y="656590"/>
            <a:ext cx="113538" cy="11963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57970" y="656590"/>
            <a:ext cx="109727" cy="11963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53527" y="824230"/>
            <a:ext cx="120396" cy="11963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321941" y="824230"/>
            <a:ext cx="118872" cy="11963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490343" y="824230"/>
            <a:ext cx="113538" cy="119634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57970" y="824230"/>
            <a:ext cx="109727" cy="11963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826372" y="824230"/>
            <a:ext cx="119633" cy="11963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153527" y="991869"/>
            <a:ext cx="120396" cy="118872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490343" y="991869"/>
            <a:ext cx="113538" cy="118872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21941" y="991869"/>
            <a:ext cx="118872" cy="118872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657970" y="991869"/>
            <a:ext cx="109727" cy="118872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153527" y="1160272"/>
            <a:ext cx="120396" cy="112013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490343" y="1160272"/>
            <a:ext cx="113538" cy="112013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321941" y="1160272"/>
            <a:ext cx="118872" cy="112013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321941" y="1327912"/>
            <a:ext cx="118872" cy="119634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657970" y="1160272"/>
            <a:ext cx="109727" cy="112013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657970" y="1327912"/>
            <a:ext cx="109727" cy="1196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073" y="156209"/>
            <a:ext cx="6885940" cy="1214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4352" y="2567177"/>
            <a:ext cx="3789045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073" y="6289409"/>
            <a:ext cx="100139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80097" y="6289409"/>
            <a:ext cx="98425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14037" y="6289409"/>
            <a:ext cx="23114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m.com/products/silicon-ip-cpu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Cache</a:t>
            </a:r>
            <a:r>
              <a:rPr sz="4800" spc="-135" dirty="0"/>
              <a:t> </a:t>
            </a:r>
            <a:r>
              <a:rPr sz="4800" spc="-10" dirty="0"/>
              <a:t>Coherence</a:t>
            </a:r>
            <a:endParaRPr sz="4800"/>
          </a:p>
          <a:p>
            <a:pPr marR="5080" algn="r">
              <a:lnSpc>
                <a:spcPct val="100000"/>
              </a:lnSpc>
            </a:pPr>
            <a:r>
              <a:rPr sz="4800" spc="-10" dirty="0"/>
              <a:t>Protocols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447800" y="4114800"/>
            <a:ext cx="5334000" cy="961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Arial MT"/>
                <a:cs typeface="Arial MT"/>
              </a:rPr>
              <a:t>A.</a:t>
            </a:r>
            <a:r>
              <a:rPr lang="en-US" sz="2000" spc="-2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Jantsch</a:t>
            </a:r>
            <a:r>
              <a:rPr lang="en-US" sz="2000" dirty="0">
                <a:latin typeface="Arial MT"/>
                <a:cs typeface="Arial MT"/>
              </a:rPr>
              <a:t>, professor, KTH, Sweden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Arial MT"/>
                <a:cs typeface="Arial MT"/>
              </a:rPr>
              <a:t>Z.</a:t>
            </a:r>
            <a:r>
              <a:rPr lang="en-US" sz="2000" spc="-2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Lu, professor, KTH, Sweden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Arial MT"/>
                <a:cs typeface="Arial MT"/>
              </a:rPr>
              <a:t>I.</a:t>
            </a:r>
            <a:r>
              <a:rPr lang="en-US" sz="2000" spc="-25" dirty="0">
                <a:latin typeface="Arial MT"/>
                <a:cs typeface="Arial MT"/>
              </a:rPr>
              <a:t> </a:t>
            </a:r>
            <a:r>
              <a:rPr lang="en-US" sz="2000" spc="-10" dirty="0">
                <a:latin typeface="Arial MT"/>
                <a:cs typeface="Arial MT"/>
              </a:rPr>
              <a:t>Sander</a:t>
            </a:r>
            <a:r>
              <a:rPr lang="en-US" sz="2000" dirty="0">
                <a:latin typeface="Arial MT"/>
                <a:cs typeface="Arial MT"/>
              </a:rPr>
              <a:t>, professor, KTH, Sweden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800" y="3547646"/>
            <a:ext cx="1600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MT"/>
                <a:cs typeface="Arial MT"/>
              </a:rPr>
              <a:t>Courtesy</a:t>
            </a:r>
            <a:r>
              <a:rPr lang="en-US" dirty="0"/>
              <a:t>:</a:t>
            </a:r>
          </a:p>
          <a:p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Formal</a:t>
            </a:r>
            <a:r>
              <a:rPr spc="-145" dirty="0"/>
              <a:t> </a:t>
            </a:r>
            <a:r>
              <a:rPr dirty="0"/>
              <a:t>Definition</a:t>
            </a:r>
            <a:r>
              <a:rPr spc="-140" dirty="0"/>
              <a:t> </a:t>
            </a:r>
            <a:r>
              <a:rPr spc="-25" dirty="0"/>
              <a:t>of </a:t>
            </a:r>
            <a:r>
              <a:rPr spc="-10" dirty="0"/>
              <a:t>Coherence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706879"/>
            <a:ext cx="8051800" cy="38247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3700" marR="1059815" indent="-381000">
              <a:lnSpc>
                <a:spcPts val="2590"/>
              </a:lnSpc>
              <a:spcBef>
                <a:spcPts val="425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93700" algn="l"/>
              </a:tabLst>
            </a:pPr>
            <a:r>
              <a:rPr sz="2400" i="1" dirty="0">
                <a:latin typeface="Arial"/>
                <a:cs typeface="Arial"/>
              </a:rPr>
              <a:t>Results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of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program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read </a:t>
            </a:r>
            <a:r>
              <a:rPr sz="2400" spc="-10" dirty="0">
                <a:latin typeface="Arial MT"/>
                <a:cs typeface="Arial MT"/>
              </a:rPr>
              <a:t>operations</a:t>
            </a:r>
            <a:endParaRPr sz="2400" dirty="0">
              <a:latin typeface="Arial MT"/>
              <a:cs typeface="Arial MT"/>
            </a:endParaRPr>
          </a:p>
          <a:p>
            <a:pPr marL="393700" marR="5080" indent="-381635">
              <a:lnSpc>
                <a:spcPts val="2590"/>
              </a:lnSpc>
              <a:spcBef>
                <a:spcPts val="580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937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coherent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any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construct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Arial MT"/>
              </a:rPr>
              <a:t>hypothetical</a:t>
            </a:r>
            <a:r>
              <a:rPr sz="2400" spc="-5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70C0"/>
                </a:solidFill>
                <a:latin typeface="Arial MT"/>
                <a:cs typeface="Arial MT"/>
              </a:rPr>
              <a:t>serial</a:t>
            </a:r>
            <a:r>
              <a:rPr sz="2400" spc="-6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70C0"/>
                </a:solidFill>
                <a:latin typeface="Arial MT"/>
                <a:cs typeface="Arial MT"/>
              </a:rPr>
              <a:t>order</a:t>
            </a:r>
            <a:r>
              <a:rPr sz="2400" spc="-5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spc="-10" dirty="0">
                <a:latin typeface="Arial MT"/>
                <a:cs typeface="Arial MT"/>
              </a:rPr>
              <a:t>which:</a:t>
            </a:r>
            <a:endParaRPr sz="2400" dirty="0">
              <a:latin typeface="Arial MT"/>
              <a:cs typeface="Arial MT"/>
            </a:endParaRPr>
          </a:p>
          <a:p>
            <a:pPr marL="812800" marR="328295" lvl="1" indent="-342900">
              <a:lnSpc>
                <a:spcPts val="2380"/>
              </a:lnSpc>
              <a:spcBef>
                <a:spcPts val="540"/>
              </a:spcBef>
              <a:buClr>
                <a:srgbClr val="659A9A"/>
              </a:buClr>
              <a:buSzPct val="70454"/>
              <a:buAutoNum type="arabicPeriod"/>
              <a:tabLst>
                <a:tab pos="812800" algn="l"/>
              </a:tabLst>
            </a:pPr>
            <a:r>
              <a:rPr lang="en-US" sz="2200" dirty="0">
                <a:latin typeface="Arial MT"/>
                <a:cs typeface="Arial MT"/>
              </a:rPr>
              <a:t>O</a:t>
            </a:r>
            <a:r>
              <a:rPr sz="2200" dirty="0">
                <a:latin typeface="Arial MT"/>
                <a:cs typeface="Arial MT"/>
              </a:rPr>
              <a:t>perations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issued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particular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occur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order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issued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</a:t>
            </a:r>
            <a:endParaRPr sz="2200" dirty="0">
              <a:latin typeface="Arial MT"/>
              <a:cs typeface="Arial MT"/>
            </a:endParaRPr>
          </a:p>
          <a:p>
            <a:pPr marL="812800" marR="500380" lvl="1" indent="-342900">
              <a:lnSpc>
                <a:spcPts val="2380"/>
              </a:lnSpc>
              <a:spcBef>
                <a:spcPts val="520"/>
              </a:spcBef>
              <a:buClr>
                <a:srgbClr val="659A9A"/>
              </a:buClr>
              <a:buSzPct val="70454"/>
              <a:buAutoNum type="arabicPeriod"/>
              <a:tabLst>
                <a:tab pos="812800" algn="l"/>
              </a:tabLst>
            </a:pPr>
            <a:r>
              <a:rPr lang="en-US" sz="2200" dirty="0">
                <a:latin typeface="Arial MT"/>
                <a:cs typeface="Arial MT"/>
              </a:rPr>
              <a:t>T</a:t>
            </a:r>
            <a:r>
              <a:rPr sz="2200" dirty="0">
                <a:latin typeface="Arial MT"/>
                <a:cs typeface="Arial MT"/>
              </a:rPr>
              <a:t>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returned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written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last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serial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order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Formal</a:t>
            </a:r>
            <a:r>
              <a:rPr spc="-145" dirty="0"/>
              <a:t> </a:t>
            </a:r>
            <a:r>
              <a:rPr dirty="0"/>
              <a:t>Definition</a:t>
            </a:r>
            <a:r>
              <a:rPr spc="-140" dirty="0"/>
              <a:t> </a:t>
            </a:r>
            <a:r>
              <a:rPr spc="-25" dirty="0"/>
              <a:t>of </a:t>
            </a:r>
            <a:r>
              <a:rPr spc="-10" dirty="0"/>
              <a:t>Coherence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67037" y="1370329"/>
            <a:ext cx="7747000" cy="447167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0"/>
              </a:spcBef>
              <a:buClr>
                <a:srgbClr val="330065"/>
              </a:buClr>
              <a:buSzPct val="69117"/>
              <a:buFont typeface="Wingdings"/>
              <a:buChar char=""/>
              <a:tabLst>
                <a:tab pos="354965" algn="l"/>
              </a:tabLst>
            </a:pPr>
            <a:r>
              <a:rPr sz="3400" dirty="0">
                <a:latin typeface="Arial MT"/>
                <a:cs typeface="Arial MT"/>
              </a:rPr>
              <a:t>Two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necessary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features:</a:t>
            </a:r>
            <a:endParaRPr sz="3400" dirty="0">
              <a:latin typeface="Arial MT"/>
              <a:cs typeface="Arial MT"/>
            </a:endParaRPr>
          </a:p>
          <a:p>
            <a:pPr marL="755650" marR="702310" lvl="1" indent="-285750">
              <a:lnSpc>
                <a:spcPct val="100000"/>
              </a:lnSpc>
              <a:spcBef>
                <a:spcPts val="73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650" algn="l"/>
              </a:tabLst>
            </a:pPr>
            <a:r>
              <a:rPr sz="3000" i="1" dirty="0">
                <a:latin typeface="Arial"/>
                <a:cs typeface="Arial"/>
              </a:rPr>
              <a:t>Write</a:t>
            </a:r>
            <a:r>
              <a:rPr sz="3000" i="1" spc="-45" dirty="0">
                <a:latin typeface="Arial"/>
                <a:cs typeface="Arial"/>
              </a:rPr>
              <a:t> </a:t>
            </a:r>
            <a:r>
              <a:rPr sz="3000" i="1" dirty="0">
                <a:latin typeface="Arial"/>
                <a:cs typeface="Arial"/>
              </a:rPr>
              <a:t>propagation</a:t>
            </a:r>
            <a:r>
              <a:rPr sz="3000" dirty="0">
                <a:latin typeface="Arial MT"/>
                <a:cs typeface="Arial MT"/>
              </a:rPr>
              <a:t>: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written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must </a:t>
            </a:r>
            <a:r>
              <a:rPr sz="3000" dirty="0">
                <a:latin typeface="Arial MT"/>
                <a:cs typeface="Arial MT"/>
              </a:rPr>
              <a:t>become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visible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others</a:t>
            </a:r>
            <a:endParaRPr sz="3000" dirty="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72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650" algn="l"/>
              </a:tabLst>
            </a:pPr>
            <a:r>
              <a:rPr sz="3000" i="1" dirty="0">
                <a:latin typeface="Arial"/>
                <a:cs typeface="Arial"/>
              </a:rPr>
              <a:t>Write</a:t>
            </a:r>
            <a:r>
              <a:rPr sz="3000" i="1" spc="-45" dirty="0">
                <a:latin typeface="Arial"/>
                <a:cs typeface="Arial"/>
              </a:rPr>
              <a:t> </a:t>
            </a:r>
            <a:r>
              <a:rPr sz="3000" i="1" dirty="0">
                <a:latin typeface="Arial"/>
                <a:cs typeface="Arial"/>
              </a:rPr>
              <a:t>serialization</a:t>
            </a:r>
            <a:r>
              <a:rPr sz="3000" dirty="0">
                <a:latin typeface="Arial MT"/>
                <a:cs typeface="Arial MT"/>
              </a:rPr>
              <a:t>: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writes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lang="en-US" sz="3000" spc="-40" dirty="0">
                <a:latin typeface="Arial MT"/>
                <a:cs typeface="Arial MT"/>
              </a:rPr>
              <a:t>a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seen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same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order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by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all</a:t>
            </a:r>
            <a:endParaRPr sz="3000" dirty="0">
              <a:latin typeface="Arial MT"/>
              <a:cs typeface="Arial MT"/>
            </a:endParaRPr>
          </a:p>
          <a:p>
            <a:pPr marL="1155700" marR="130175" lvl="2" indent="-228600">
              <a:lnSpc>
                <a:spcPct val="100000"/>
              </a:lnSpc>
              <a:spcBef>
                <a:spcPts val="400"/>
              </a:spcBef>
              <a:buClr>
                <a:srgbClr val="CCCC00"/>
              </a:buClr>
              <a:buSzPct val="69642"/>
              <a:buFont typeface="Wingdings"/>
              <a:buChar char=""/>
              <a:tabLst>
                <a:tab pos="1155700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w1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before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w2,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should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see </a:t>
            </a:r>
            <a:r>
              <a:rPr sz="2800" dirty="0">
                <a:latin typeface="Arial MT"/>
                <a:cs typeface="Arial MT"/>
              </a:rPr>
              <a:t>w2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before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w1</a:t>
            </a:r>
            <a:endParaRPr sz="2800" dirty="0">
              <a:latin typeface="Arial MT"/>
              <a:cs typeface="Arial MT"/>
            </a:endParaRPr>
          </a:p>
          <a:p>
            <a:pPr marL="1155700" marR="243204" lvl="2" indent="-228600">
              <a:lnSpc>
                <a:spcPct val="100000"/>
              </a:lnSpc>
              <a:spcBef>
                <a:spcPts val="405"/>
              </a:spcBef>
              <a:buClr>
                <a:srgbClr val="CCCC00"/>
              </a:buClr>
              <a:buSzPct val="69642"/>
              <a:buFont typeface="Wingdings"/>
              <a:buChar char=""/>
              <a:tabLst>
                <a:tab pos="1155700" algn="l"/>
              </a:tabLst>
            </a:pPr>
            <a:r>
              <a:rPr sz="2800" dirty="0">
                <a:latin typeface="Arial MT"/>
                <a:cs typeface="Arial MT"/>
              </a:rPr>
              <a:t>no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analogous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serialization </a:t>
            </a:r>
            <a:r>
              <a:rPr sz="2800" dirty="0">
                <a:latin typeface="Arial MT"/>
                <a:cs typeface="Arial MT"/>
              </a:rPr>
              <a:t>since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reads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visible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others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48005"/>
            <a:ext cx="206184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6395" y="856996"/>
            <a:ext cx="1679575" cy="1938655"/>
          </a:xfrm>
          <a:prstGeom prst="rect">
            <a:avLst/>
          </a:prstGeom>
          <a:solidFill>
            <a:srgbClr val="C2D6D6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400" i="1" spc="-60" dirty="0">
                <a:solidFill>
                  <a:srgbClr val="1954A6"/>
                </a:solidFill>
                <a:latin typeface="Arial"/>
                <a:cs typeface="Arial"/>
              </a:rPr>
              <a:t>Task</a:t>
            </a:r>
            <a:r>
              <a:rPr sz="2400" i="1" spc="-100" dirty="0">
                <a:solidFill>
                  <a:srgbClr val="1954A6"/>
                </a:solidFill>
                <a:latin typeface="Arial"/>
                <a:cs typeface="Arial"/>
              </a:rPr>
              <a:t> </a:t>
            </a:r>
            <a:r>
              <a:rPr sz="2400" i="1" spc="-60" dirty="0">
                <a:solidFill>
                  <a:srgbClr val="1954A6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x:=0;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y:=0;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(x+y);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4023" y="856996"/>
            <a:ext cx="1736725" cy="1570990"/>
          </a:xfrm>
          <a:prstGeom prst="rect">
            <a:avLst/>
          </a:prstGeom>
          <a:solidFill>
            <a:srgbClr val="C2D6D6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5"/>
              </a:spcBef>
            </a:pPr>
            <a:r>
              <a:rPr sz="2400" i="1" spc="-30" dirty="0">
                <a:solidFill>
                  <a:srgbClr val="1954A6"/>
                </a:solidFill>
                <a:latin typeface="Arial"/>
                <a:cs typeface="Arial"/>
              </a:rPr>
              <a:t>Task</a:t>
            </a:r>
            <a:r>
              <a:rPr sz="2400" i="1" spc="-135" dirty="0">
                <a:solidFill>
                  <a:srgbClr val="1954A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1954A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"/>
              <a:cs typeface="Arial"/>
            </a:endParaRPr>
          </a:p>
          <a:p>
            <a:pPr marL="90170" marR="63754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x:=1; y:=x+2;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395" y="3286252"/>
            <a:ext cx="1703070" cy="2678430"/>
          </a:xfrm>
          <a:prstGeom prst="rect">
            <a:avLst/>
          </a:prstGeom>
          <a:solidFill>
            <a:srgbClr val="C2D6D6"/>
          </a:solidFill>
        </p:spPr>
        <p:txBody>
          <a:bodyPr vert="horz" wrap="square" lIns="0" tIns="36830" rIns="0" bIns="0" rtlCol="0">
            <a:spAutoFit/>
          </a:bodyPr>
          <a:lstStyle/>
          <a:p>
            <a:pPr marL="595630" marR="99060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latin typeface="Arial MT"/>
                <a:cs typeface="Arial MT"/>
              </a:rPr>
              <a:t>x:=1; y:=x+2;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x:=0;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y:=0;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(x+y);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6139" y="3286252"/>
            <a:ext cx="1788160" cy="2678430"/>
          </a:xfrm>
          <a:prstGeom prst="rect">
            <a:avLst/>
          </a:prstGeom>
          <a:solidFill>
            <a:srgbClr val="C2D6D6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latin typeface="Arial MT"/>
                <a:cs typeface="Arial MT"/>
              </a:rPr>
              <a:t>x:=0;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y:=0;</a:t>
            </a:r>
            <a:endParaRPr sz="2400">
              <a:latin typeface="Arial MT"/>
              <a:cs typeface="Arial MT"/>
            </a:endParaRPr>
          </a:p>
          <a:p>
            <a:pPr marL="679450" marR="9969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x:=1; y:=x+2;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(x+y);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139" y="3322828"/>
            <a:ext cx="1788160" cy="2677795"/>
          </a:xfrm>
          <a:prstGeom prst="rect">
            <a:avLst/>
          </a:prstGeom>
          <a:solidFill>
            <a:srgbClr val="C2D6D6"/>
          </a:solidFill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latin typeface="Arial MT"/>
                <a:cs typeface="Arial MT"/>
              </a:rPr>
              <a:t>x:=0;</a:t>
            </a:r>
            <a:endParaRPr sz="2400">
              <a:latin typeface="Arial MT"/>
              <a:cs typeface="Arial MT"/>
            </a:endParaRPr>
          </a:p>
          <a:p>
            <a:pPr marL="679450" marR="99695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x:=1; y:=x+2;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y:=0;</a:t>
            </a: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(x+y);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127" y="3286252"/>
            <a:ext cx="1788160" cy="2678430"/>
          </a:xfrm>
          <a:prstGeom prst="rect">
            <a:avLst/>
          </a:prstGeom>
          <a:solidFill>
            <a:srgbClr val="C2D6D6"/>
          </a:solidFill>
        </p:spPr>
        <p:txBody>
          <a:bodyPr vert="horz" wrap="square" lIns="0" tIns="36830" rIns="0" bIns="0" rtlCol="0">
            <a:spAutoFit/>
          </a:bodyPr>
          <a:lstStyle/>
          <a:p>
            <a:pPr marL="679450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latin typeface="Arial MT"/>
                <a:cs typeface="Arial MT"/>
              </a:rPr>
              <a:t>x:=1;</a:t>
            </a:r>
            <a:endParaRPr sz="24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x:=0;</a:t>
            </a:r>
            <a:endParaRPr sz="24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y:=0;</a:t>
            </a:r>
            <a:endParaRPr sz="2400">
              <a:latin typeface="Arial MT"/>
              <a:cs typeface="Arial MT"/>
            </a:endParaRPr>
          </a:p>
          <a:p>
            <a:pPr marL="67945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y:=x+2;</a:t>
            </a:r>
            <a:endParaRPr sz="24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(x+y);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9523" y="6143752"/>
            <a:ext cx="4875530" cy="584835"/>
          </a:xfrm>
          <a:custGeom>
            <a:avLst/>
            <a:gdLst/>
            <a:ahLst/>
            <a:cxnLst/>
            <a:rect l="l" t="t" r="r" b="b"/>
            <a:pathLst>
              <a:path w="4875530" h="584834">
                <a:moveTo>
                  <a:pt x="4875276" y="584454"/>
                </a:moveTo>
                <a:lnTo>
                  <a:pt x="4875276" y="0"/>
                </a:lnTo>
                <a:lnTo>
                  <a:pt x="0" y="0"/>
                </a:lnTo>
                <a:lnTo>
                  <a:pt x="0" y="584454"/>
                </a:lnTo>
                <a:lnTo>
                  <a:pt x="4875276" y="584454"/>
                </a:lnTo>
                <a:close/>
              </a:path>
            </a:pathLst>
          </a:custGeom>
          <a:solidFill>
            <a:srgbClr val="FFFF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5"/>
              </a:lnSpc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77807" y="6238355"/>
            <a:ext cx="4669155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35"/>
              </a:lnSpc>
            </a:pPr>
            <a:r>
              <a:rPr sz="3200" dirty="0">
                <a:solidFill>
                  <a:srgbClr val="850AFF"/>
                </a:solidFill>
                <a:latin typeface="Arial MT"/>
                <a:cs typeface="Arial MT"/>
              </a:rPr>
              <a:t>Coherent</a:t>
            </a:r>
            <a:r>
              <a:rPr sz="3200" spc="-45" dirty="0">
                <a:solidFill>
                  <a:srgbClr val="850A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850AFF"/>
                </a:solidFill>
                <a:latin typeface="Arial MT"/>
                <a:cs typeface="Arial MT"/>
              </a:rPr>
              <a:t>memory</a:t>
            </a:r>
            <a:r>
              <a:rPr sz="3200" spc="-45" dirty="0">
                <a:solidFill>
                  <a:srgbClr val="850A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850AFF"/>
                </a:solidFill>
                <a:latin typeface="Arial MT"/>
                <a:cs typeface="Arial MT"/>
              </a:rPr>
              <a:t>system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48005"/>
            <a:ext cx="206184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286395" y="856996"/>
            <a:ext cx="1679575" cy="1938655"/>
          </a:xfrm>
          <a:custGeom>
            <a:avLst/>
            <a:gdLst/>
            <a:ahLst/>
            <a:cxnLst/>
            <a:rect l="l" t="t" r="r" b="b"/>
            <a:pathLst>
              <a:path w="1679575" h="1938655">
                <a:moveTo>
                  <a:pt x="1679448" y="1938527"/>
                </a:moveTo>
                <a:lnTo>
                  <a:pt x="1679448" y="0"/>
                </a:lnTo>
                <a:lnTo>
                  <a:pt x="0" y="0"/>
                </a:lnTo>
                <a:lnTo>
                  <a:pt x="0" y="1938527"/>
                </a:lnTo>
                <a:lnTo>
                  <a:pt x="1679448" y="1938527"/>
                </a:lnTo>
                <a:close/>
              </a:path>
            </a:pathLst>
          </a:custGeom>
          <a:solidFill>
            <a:srgbClr val="C2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65129" y="881634"/>
            <a:ext cx="934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60" dirty="0">
                <a:solidFill>
                  <a:srgbClr val="1954A6"/>
                </a:solidFill>
                <a:latin typeface="Arial"/>
                <a:cs typeface="Arial"/>
              </a:rPr>
              <a:t>Task</a:t>
            </a:r>
            <a:r>
              <a:rPr sz="2400" i="1" spc="-100" dirty="0">
                <a:solidFill>
                  <a:srgbClr val="1954A6"/>
                </a:solidFill>
                <a:latin typeface="Arial"/>
                <a:cs typeface="Arial"/>
              </a:rPr>
              <a:t> </a:t>
            </a:r>
            <a:r>
              <a:rPr sz="2400" i="1" spc="-60" dirty="0">
                <a:solidFill>
                  <a:srgbClr val="1954A6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5129" y="1613153"/>
            <a:ext cx="15068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x:=0;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y:=0;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(x+y);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4023" y="856996"/>
            <a:ext cx="1736725" cy="1570990"/>
          </a:xfrm>
          <a:custGeom>
            <a:avLst/>
            <a:gdLst/>
            <a:ahLst/>
            <a:cxnLst/>
            <a:rect l="l" t="t" r="r" b="b"/>
            <a:pathLst>
              <a:path w="1736725" h="1570989">
                <a:moveTo>
                  <a:pt x="1736598" y="1570482"/>
                </a:moveTo>
                <a:lnTo>
                  <a:pt x="1736598" y="0"/>
                </a:lnTo>
                <a:lnTo>
                  <a:pt x="0" y="0"/>
                </a:lnTo>
                <a:lnTo>
                  <a:pt x="0" y="1570482"/>
                </a:lnTo>
                <a:lnTo>
                  <a:pt x="1736598" y="1570482"/>
                </a:lnTo>
                <a:close/>
              </a:path>
            </a:pathLst>
          </a:custGeom>
          <a:solidFill>
            <a:srgbClr val="C2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21995" y="881634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30" dirty="0">
                <a:solidFill>
                  <a:srgbClr val="1954A6"/>
                </a:solidFill>
                <a:latin typeface="Arial"/>
                <a:cs typeface="Arial"/>
              </a:rPr>
              <a:t>Task</a:t>
            </a:r>
            <a:r>
              <a:rPr sz="2400" i="1" spc="-135" dirty="0">
                <a:solidFill>
                  <a:srgbClr val="1954A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1954A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21995" y="1613153"/>
            <a:ext cx="1026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x:=1; y:=x+2;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6139" y="3286252"/>
            <a:ext cx="3859529" cy="2678430"/>
          </a:xfrm>
          <a:custGeom>
            <a:avLst/>
            <a:gdLst/>
            <a:ahLst/>
            <a:cxnLst/>
            <a:rect l="l" t="t" r="r" b="b"/>
            <a:pathLst>
              <a:path w="3859529" h="2678429">
                <a:moveTo>
                  <a:pt x="3859529" y="2678429"/>
                </a:moveTo>
                <a:lnTo>
                  <a:pt x="3859529" y="0"/>
                </a:lnTo>
                <a:lnTo>
                  <a:pt x="0" y="0"/>
                </a:lnTo>
                <a:lnTo>
                  <a:pt x="0" y="2678430"/>
                </a:lnTo>
                <a:lnTo>
                  <a:pt x="3859529" y="2678429"/>
                </a:lnTo>
                <a:close/>
              </a:path>
            </a:pathLst>
          </a:custGeom>
          <a:solidFill>
            <a:srgbClr val="C2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64873" y="3310890"/>
            <a:ext cx="695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x:=0;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y:=0;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2437" y="4042409"/>
            <a:ext cx="695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x:=1;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4136" y="4408170"/>
            <a:ext cx="1026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y:=x+2;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4568" y="4408170"/>
            <a:ext cx="15068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70C0"/>
                </a:solidFill>
                <a:latin typeface="Arial MT"/>
                <a:cs typeface="Arial MT"/>
              </a:rPr>
              <a:t>y</a:t>
            </a:r>
            <a:r>
              <a:rPr sz="2400" spc="-25" dirty="0">
                <a:solidFill>
                  <a:srgbClr val="0070C0"/>
                </a:solidFill>
                <a:latin typeface="Wingdings"/>
                <a:cs typeface="Wingdings"/>
              </a:rPr>
              <a:t></a:t>
            </a:r>
            <a:r>
              <a:rPr sz="2400" spc="-25" dirty="0">
                <a:solidFill>
                  <a:srgbClr val="0070C0"/>
                </a:solidFill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  <a:p>
            <a:pPr marL="95885" marR="5080" indent="-8382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(x+y); </a:t>
            </a:r>
            <a:r>
              <a:rPr sz="2400" spc="-25" dirty="0">
                <a:solidFill>
                  <a:srgbClr val="0070C0"/>
                </a:solidFill>
                <a:latin typeface="Arial MT"/>
                <a:cs typeface="Arial MT"/>
              </a:rPr>
              <a:t>x</a:t>
            </a:r>
            <a:r>
              <a:rPr sz="2400" spc="-25" dirty="0">
                <a:solidFill>
                  <a:srgbClr val="0070C0"/>
                </a:solidFill>
                <a:latin typeface="Wingdings"/>
                <a:cs typeface="Wingdings"/>
              </a:rPr>
              <a:t></a:t>
            </a:r>
            <a:r>
              <a:rPr sz="2400" spc="-25" dirty="0">
                <a:solidFill>
                  <a:srgbClr val="0070C0"/>
                </a:solidFill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78825" y="6143752"/>
            <a:ext cx="5126355" cy="584835"/>
          </a:xfrm>
          <a:custGeom>
            <a:avLst/>
            <a:gdLst/>
            <a:ahLst/>
            <a:cxnLst/>
            <a:rect l="l" t="t" r="r" b="b"/>
            <a:pathLst>
              <a:path w="5126355" h="584834">
                <a:moveTo>
                  <a:pt x="5125974" y="584454"/>
                </a:moveTo>
                <a:lnTo>
                  <a:pt x="5125974" y="0"/>
                </a:lnTo>
                <a:lnTo>
                  <a:pt x="0" y="0"/>
                </a:lnTo>
                <a:lnTo>
                  <a:pt x="0" y="584454"/>
                </a:lnTo>
                <a:lnTo>
                  <a:pt x="5125974" y="584454"/>
                </a:lnTo>
                <a:close/>
              </a:path>
            </a:pathLst>
          </a:custGeom>
          <a:solidFill>
            <a:srgbClr val="FFFF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143389" y="4276852"/>
            <a:ext cx="3581400" cy="1136650"/>
            <a:chOff x="3143389" y="4276852"/>
            <a:chExt cx="3581400" cy="1136650"/>
          </a:xfrm>
        </p:grpSpPr>
        <p:sp>
          <p:nvSpPr>
            <p:cNvPr id="16" name="object 16"/>
            <p:cNvSpPr/>
            <p:nvPr/>
          </p:nvSpPr>
          <p:spPr>
            <a:xfrm>
              <a:off x="3215017" y="4588510"/>
              <a:ext cx="1643380" cy="110489"/>
            </a:xfrm>
            <a:custGeom>
              <a:avLst/>
              <a:gdLst/>
              <a:ahLst/>
              <a:cxnLst/>
              <a:rect l="l" t="t" r="r" b="b"/>
              <a:pathLst>
                <a:path w="1643379" h="110489">
                  <a:moveTo>
                    <a:pt x="1642872" y="66293"/>
                  </a:moveTo>
                  <a:lnTo>
                    <a:pt x="1642872" y="47243"/>
                  </a:lnTo>
                  <a:lnTo>
                    <a:pt x="1585722" y="47243"/>
                  </a:lnTo>
                  <a:lnTo>
                    <a:pt x="1585722" y="66293"/>
                  </a:lnTo>
                  <a:lnTo>
                    <a:pt x="1642872" y="66293"/>
                  </a:lnTo>
                  <a:close/>
                </a:path>
                <a:path w="1643379" h="110489">
                  <a:moveTo>
                    <a:pt x="1566672" y="66293"/>
                  </a:moveTo>
                  <a:lnTo>
                    <a:pt x="1566672" y="47243"/>
                  </a:lnTo>
                  <a:lnTo>
                    <a:pt x="1509522" y="47243"/>
                  </a:lnTo>
                  <a:lnTo>
                    <a:pt x="1509522" y="66293"/>
                  </a:lnTo>
                  <a:lnTo>
                    <a:pt x="1566672" y="66293"/>
                  </a:lnTo>
                  <a:close/>
                </a:path>
                <a:path w="1643379" h="110489">
                  <a:moveTo>
                    <a:pt x="1490472" y="66293"/>
                  </a:moveTo>
                  <a:lnTo>
                    <a:pt x="1490472" y="47243"/>
                  </a:lnTo>
                  <a:lnTo>
                    <a:pt x="1433322" y="47243"/>
                  </a:lnTo>
                  <a:lnTo>
                    <a:pt x="1433322" y="66293"/>
                  </a:lnTo>
                  <a:lnTo>
                    <a:pt x="1490472" y="66293"/>
                  </a:lnTo>
                  <a:close/>
                </a:path>
                <a:path w="1643379" h="110489">
                  <a:moveTo>
                    <a:pt x="1414272" y="66293"/>
                  </a:moveTo>
                  <a:lnTo>
                    <a:pt x="1414272" y="47243"/>
                  </a:lnTo>
                  <a:lnTo>
                    <a:pt x="1357122" y="46481"/>
                  </a:lnTo>
                  <a:lnTo>
                    <a:pt x="1357122" y="65531"/>
                  </a:lnTo>
                  <a:lnTo>
                    <a:pt x="1414272" y="66293"/>
                  </a:lnTo>
                  <a:close/>
                </a:path>
                <a:path w="1643379" h="110489">
                  <a:moveTo>
                    <a:pt x="1338072" y="65531"/>
                  </a:moveTo>
                  <a:lnTo>
                    <a:pt x="1338072" y="46481"/>
                  </a:lnTo>
                  <a:lnTo>
                    <a:pt x="1280922" y="46481"/>
                  </a:lnTo>
                  <a:lnTo>
                    <a:pt x="1280922" y="65531"/>
                  </a:lnTo>
                  <a:lnTo>
                    <a:pt x="1338072" y="65531"/>
                  </a:lnTo>
                  <a:close/>
                </a:path>
                <a:path w="1643379" h="110489">
                  <a:moveTo>
                    <a:pt x="1261872" y="65531"/>
                  </a:moveTo>
                  <a:lnTo>
                    <a:pt x="1261872" y="46481"/>
                  </a:lnTo>
                  <a:lnTo>
                    <a:pt x="1204722" y="46481"/>
                  </a:lnTo>
                  <a:lnTo>
                    <a:pt x="1204722" y="65531"/>
                  </a:lnTo>
                  <a:lnTo>
                    <a:pt x="1261872" y="65531"/>
                  </a:lnTo>
                  <a:close/>
                </a:path>
                <a:path w="1643379" h="110489">
                  <a:moveTo>
                    <a:pt x="1185672" y="65531"/>
                  </a:moveTo>
                  <a:lnTo>
                    <a:pt x="1185672" y="46481"/>
                  </a:lnTo>
                  <a:lnTo>
                    <a:pt x="1128522" y="46481"/>
                  </a:lnTo>
                  <a:lnTo>
                    <a:pt x="1128522" y="65531"/>
                  </a:lnTo>
                  <a:lnTo>
                    <a:pt x="1185672" y="65531"/>
                  </a:lnTo>
                  <a:close/>
                </a:path>
                <a:path w="1643379" h="110489">
                  <a:moveTo>
                    <a:pt x="1109472" y="65531"/>
                  </a:moveTo>
                  <a:lnTo>
                    <a:pt x="1109472" y="46481"/>
                  </a:lnTo>
                  <a:lnTo>
                    <a:pt x="1052322" y="46481"/>
                  </a:lnTo>
                  <a:lnTo>
                    <a:pt x="1052322" y="65531"/>
                  </a:lnTo>
                  <a:lnTo>
                    <a:pt x="1109472" y="65531"/>
                  </a:lnTo>
                  <a:close/>
                </a:path>
                <a:path w="1643379" h="110489">
                  <a:moveTo>
                    <a:pt x="1033272" y="65531"/>
                  </a:moveTo>
                  <a:lnTo>
                    <a:pt x="1033272" y="46481"/>
                  </a:lnTo>
                  <a:lnTo>
                    <a:pt x="976122" y="46481"/>
                  </a:lnTo>
                  <a:lnTo>
                    <a:pt x="976122" y="65531"/>
                  </a:lnTo>
                  <a:lnTo>
                    <a:pt x="1033272" y="65531"/>
                  </a:lnTo>
                  <a:close/>
                </a:path>
                <a:path w="1643379" h="110489">
                  <a:moveTo>
                    <a:pt x="957072" y="65531"/>
                  </a:moveTo>
                  <a:lnTo>
                    <a:pt x="957072" y="46481"/>
                  </a:lnTo>
                  <a:lnTo>
                    <a:pt x="899922" y="46481"/>
                  </a:lnTo>
                  <a:lnTo>
                    <a:pt x="899922" y="65531"/>
                  </a:lnTo>
                  <a:lnTo>
                    <a:pt x="957072" y="65531"/>
                  </a:lnTo>
                  <a:close/>
                </a:path>
                <a:path w="1643379" h="110489">
                  <a:moveTo>
                    <a:pt x="880872" y="65531"/>
                  </a:moveTo>
                  <a:lnTo>
                    <a:pt x="880872" y="46481"/>
                  </a:lnTo>
                  <a:lnTo>
                    <a:pt x="823722" y="46481"/>
                  </a:lnTo>
                  <a:lnTo>
                    <a:pt x="823722" y="65531"/>
                  </a:lnTo>
                  <a:lnTo>
                    <a:pt x="880872" y="65531"/>
                  </a:lnTo>
                  <a:close/>
                </a:path>
                <a:path w="1643379" h="110489">
                  <a:moveTo>
                    <a:pt x="804672" y="65531"/>
                  </a:moveTo>
                  <a:lnTo>
                    <a:pt x="804672" y="46481"/>
                  </a:lnTo>
                  <a:lnTo>
                    <a:pt x="747522" y="46481"/>
                  </a:lnTo>
                  <a:lnTo>
                    <a:pt x="747522" y="65531"/>
                  </a:lnTo>
                  <a:lnTo>
                    <a:pt x="804672" y="65531"/>
                  </a:lnTo>
                  <a:close/>
                </a:path>
                <a:path w="1643379" h="110489">
                  <a:moveTo>
                    <a:pt x="728472" y="65531"/>
                  </a:moveTo>
                  <a:lnTo>
                    <a:pt x="728472" y="46481"/>
                  </a:lnTo>
                  <a:lnTo>
                    <a:pt x="671322" y="46481"/>
                  </a:lnTo>
                  <a:lnTo>
                    <a:pt x="671322" y="65531"/>
                  </a:lnTo>
                  <a:lnTo>
                    <a:pt x="728472" y="65531"/>
                  </a:lnTo>
                  <a:close/>
                </a:path>
                <a:path w="1643379" h="110489">
                  <a:moveTo>
                    <a:pt x="652272" y="65531"/>
                  </a:moveTo>
                  <a:lnTo>
                    <a:pt x="652272" y="46481"/>
                  </a:lnTo>
                  <a:lnTo>
                    <a:pt x="595122" y="45719"/>
                  </a:lnTo>
                  <a:lnTo>
                    <a:pt x="595122" y="64769"/>
                  </a:lnTo>
                  <a:lnTo>
                    <a:pt x="652272" y="65531"/>
                  </a:lnTo>
                  <a:close/>
                </a:path>
                <a:path w="1643379" h="110489">
                  <a:moveTo>
                    <a:pt x="576072" y="64769"/>
                  </a:moveTo>
                  <a:lnTo>
                    <a:pt x="576072" y="45719"/>
                  </a:lnTo>
                  <a:lnTo>
                    <a:pt x="518922" y="45719"/>
                  </a:lnTo>
                  <a:lnTo>
                    <a:pt x="518922" y="64769"/>
                  </a:lnTo>
                  <a:lnTo>
                    <a:pt x="576072" y="64769"/>
                  </a:lnTo>
                  <a:close/>
                </a:path>
                <a:path w="1643379" h="110489">
                  <a:moveTo>
                    <a:pt x="499872" y="64769"/>
                  </a:moveTo>
                  <a:lnTo>
                    <a:pt x="499872" y="45719"/>
                  </a:lnTo>
                  <a:lnTo>
                    <a:pt x="442722" y="45719"/>
                  </a:lnTo>
                  <a:lnTo>
                    <a:pt x="442722" y="64769"/>
                  </a:lnTo>
                  <a:lnTo>
                    <a:pt x="499872" y="64769"/>
                  </a:lnTo>
                  <a:close/>
                </a:path>
                <a:path w="1643379" h="110489">
                  <a:moveTo>
                    <a:pt x="423672" y="64769"/>
                  </a:moveTo>
                  <a:lnTo>
                    <a:pt x="423672" y="45719"/>
                  </a:lnTo>
                  <a:lnTo>
                    <a:pt x="366522" y="45719"/>
                  </a:lnTo>
                  <a:lnTo>
                    <a:pt x="366522" y="64769"/>
                  </a:lnTo>
                  <a:lnTo>
                    <a:pt x="423672" y="64769"/>
                  </a:lnTo>
                  <a:close/>
                </a:path>
                <a:path w="1643379" h="110489">
                  <a:moveTo>
                    <a:pt x="347472" y="64769"/>
                  </a:moveTo>
                  <a:lnTo>
                    <a:pt x="347472" y="45719"/>
                  </a:lnTo>
                  <a:lnTo>
                    <a:pt x="290322" y="45719"/>
                  </a:lnTo>
                  <a:lnTo>
                    <a:pt x="290322" y="64769"/>
                  </a:lnTo>
                  <a:lnTo>
                    <a:pt x="347472" y="64769"/>
                  </a:lnTo>
                  <a:close/>
                </a:path>
                <a:path w="1643379" h="110489">
                  <a:moveTo>
                    <a:pt x="271272" y="64769"/>
                  </a:moveTo>
                  <a:lnTo>
                    <a:pt x="271272" y="45719"/>
                  </a:lnTo>
                  <a:lnTo>
                    <a:pt x="214122" y="45719"/>
                  </a:lnTo>
                  <a:lnTo>
                    <a:pt x="214122" y="64769"/>
                  </a:lnTo>
                  <a:lnTo>
                    <a:pt x="271272" y="64769"/>
                  </a:lnTo>
                  <a:close/>
                </a:path>
                <a:path w="1643379" h="110489">
                  <a:moveTo>
                    <a:pt x="195072" y="64769"/>
                  </a:moveTo>
                  <a:lnTo>
                    <a:pt x="195072" y="45719"/>
                  </a:lnTo>
                  <a:lnTo>
                    <a:pt x="137922" y="45719"/>
                  </a:lnTo>
                  <a:lnTo>
                    <a:pt x="137922" y="64769"/>
                  </a:lnTo>
                  <a:lnTo>
                    <a:pt x="195072" y="64769"/>
                  </a:lnTo>
                  <a:close/>
                </a:path>
                <a:path w="1643379" h="110489">
                  <a:moveTo>
                    <a:pt x="105917" y="10667"/>
                  </a:moveTo>
                  <a:lnTo>
                    <a:pt x="103631" y="6095"/>
                  </a:lnTo>
                  <a:lnTo>
                    <a:pt x="100584" y="1524"/>
                  </a:lnTo>
                  <a:lnTo>
                    <a:pt x="95250" y="0"/>
                  </a:lnTo>
                  <a:lnTo>
                    <a:pt x="90677" y="2286"/>
                  </a:lnTo>
                  <a:lnTo>
                    <a:pt x="0" y="54863"/>
                  </a:lnTo>
                  <a:lnTo>
                    <a:pt x="19050" y="65909"/>
                  </a:lnTo>
                  <a:lnTo>
                    <a:pt x="19050" y="45719"/>
                  </a:lnTo>
                  <a:lnTo>
                    <a:pt x="42672" y="45719"/>
                  </a:lnTo>
                  <a:lnTo>
                    <a:pt x="42672" y="52196"/>
                  </a:lnTo>
                  <a:lnTo>
                    <a:pt x="99822" y="19050"/>
                  </a:lnTo>
                  <a:lnTo>
                    <a:pt x="104393" y="16001"/>
                  </a:lnTo>
                  <a:lnTo>
                    <a:pt x="105917" y="10667"/>
                  </a:lnTo>
                  <a:close/>
                </a:path>
                <a:path w="1643379" h="110489">
                  <a:moveTo>
                    <a:pt x="42672" y="52196"/>
                  </a:moveTo>
                  <a:lnTo>
                    <a:pt x="42672" y="45719"/>
                  </a:lnTo>
                  <a:lnTo>
                    <a:pt x="19050" y="45719"/>
                  </a:lnTo>
                  <a:lnTo>
                    <a:pt x="19050" y="64769"/>
                  </a:lnTo>
                  <a:lnTo>
                    <a:pt x="23622" y="64769"/>
                  </a:lnTo>
                  <a:lnTo>
                    <a:pt x="23622" y="46481"/>
                  </a:lnTo>
                  <a:lnTo>
                    <a:pt x="37950" y="54935"/>
                  </a:lnTo>
                  <a:lnTo>
                    <a:pt x="42672" y="52196"/>
                  </a:lnTo>
                  <a:close/>
                </a:path>
                <a:path w="1643379" h="110489">
                  <a:moveTo>
                    <a:pt x="42672" y="79606"/>
                  </a:moveTo>
                  <a:lnTo>
                    <a:pt x="42672" y="64769"/>
                  </a:lnTo>
                  <a:lnTo>
                    <a:pt x="19050" y="64769"/>
                  </a:lnTo>
                  <a:lnTo>
                    <a:pt x="19050" y="65909"/>
                  </a:lnTo>
                  <a:lnTo>
                    <a:pt x="42672" y="79606"/>
                  </a:lnTo>
                  <a:close/>
                </a:path>
                <a:path w="1643379" h="110489">
                  <a:moveTo>
                    <a:pt x="37950" y="54935"/>
                  </a:moveTo>
                  <a:lnTo>
                    <a:pt x="23622" y="46481"/>
                  </a:lnTo>
                  <a:lnTo>
                    <a:pt x="23622" y="63245"/>
                  </a:lnTo>
                  <a:lnTo>
                    <a:pt x="37950" y="54935"/>
                  </a:lnTo>
                  <a:close/>
                </a:path>
                <a:path w="1643379" h="110489">
                  <a:moveTo>
                    <a:pt x="105917" y="99822"/>
                  </a:moveTo>
                  <a:lnTo>
                    <a:pt x="104393" y="93725"/>
                  </a:lnTo>
                  <a:lnTo>
                    <a:pt x="99822" y="91439"/>
                  </a:lnTo>
                  <a:lnTo>
                    <a:pt x="37950" y="54935"/>
                  </a:lnTo>
                  <a:lnTo>
                    <a:pt x="23622" y="63245"/>
                  </a:lnTo>
                  <a:lnTo>
                    <a:pt x="23622" y="64769"/>
                  </a:lnTo>
                  <a:lnTo>
                    <a:pt x="42672" y="64769"/>
                  </a:lnTo>
                  <a:lnTo>
                    <a:pt x="42672" y="79606"/>
                  </a:lnTo>
                  <a:lnTo>
                    <a:pt x="90677" y="107441"/>
                  </a:lnTo>
                  <a:lnTo>
                    <a:pt x="95250" y="110489"/>
                  </a:lnTo>
                  <a:lnTo>
                    <a:pt x="100584" y="108965"/>
                  </a:lnTo>
                  <a:lnTo>
                    <a:pt x="103631" y="104393"/>
                  </a:lnTo>
                  <a:lnTo>
                    <a:pt x="105917" y="99822"/>
                  </a:lnTo>
                  <a:close/>
                </a:path>
                <a:path w="1643379" h="110489">
                  <a:moveTo>
                    <a:pt x="42672" y="57721"/>
                  </a:moveTo>
                  <a:lnTo>
                    <a:pt x="42672" y="52196"/>
                  </a:lnTo>
                  <a:lnTo>
                    <a:pt x="37950" y="54935"/>
                  </a:lnTo>
                  <a:lnTo>
                    <a:pt x="42672" y="57721"/>
                  </a:lnTo>
                  <a:close/>
                </a:path>
                <a:path w="1643379" h="110489">
                  <a:moveTo>
                    <a:pt x="118872" y="64769"/>
                  </a:moveTo>
                  <a:lnTo>
                    <a:pt x="118872" y="45719"/>
                  </a:lnTo>
                  <a:lnTo>
                    <a:pt x="61722" y="45719"/>
                  </a:lnTo>
                  <a:lnTo>
                    <a:pt x="61722" y="64769"/>
                  </a:lnTo>
                  <a:lnTo>
                    <a:pt x="118872" y="64769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15126" y="4285996"/>
              <a:ext cx="1000760" cy="1047750"/>
            </a:xfrm>
            <a:custGeom>
              <a:avLst/>
              <a:gdLst/>
              <a:ahLst/>
              <a:cxnLst/>
              <a:rect l="l" t="t" r="r" b="b"/>
              <a:pathLst>
                <a:path w="1000759" h="1047750">
                  <a:moveTo>
                    <a:pt x="0" y="380"/>
                  </a:moveTo>
                  <a:lnTo>
                    <a:pt x="1000505" y="380"/>
                  </a:lnTo>
                </a:path>
                <a:path w="1000759" h="1047750">
                  <a:moveTo>
                    <a:pt x="1000125" y="0"/>
                  </a:moveTo>
                  <a:lnTo>
                    <a:pt x="1000125" y="1047750"/>
                  </a:lnTo>
                </a:path>
              </a:pathLst>
            </a:custGeom>
            <a:ln w="19050">
              <a:solidFill>
                <a:srgbClr val="0070C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43389" y="5302504"/>
              <a:ext cx="3581400" cy="110489"/>
            </a:xfrm>
            <a:custGeom>
              <a:avLst/>
              <a:gdLst/>
              <a:ahLst/>
              <a:cxnLst/>
              <a:rect l="l" t="t" r="r" b="b"/>
              <a:pathLst>
                <a:path w="3581400" h="110489">
                  <a:moveTo>
                    <a:pt x="106680" y="10668"/>
                  </a:moveTo>
                  <a:lnTo>
                    <a:pt x="103632" y="6096"/>
                  </a:lnTo>
                  <a:lnTo>
                    <a:pt x="101346" y="1524"/>
                  </a:lnTo>
                  <a:lnTo>
                    <a:pt x="95250" y="0"/>
                  </a:lnTo>
                  <a:lnTo>
                    <a:pt x="90678" y="3048"/>
                  </a:lnTo>
                  <a:lnTo>
                    <a:pt x="0" y="55626"/>
                  </a:lnTo>
                  <a:lnTo>
                    <a:pt x="19050" y="66675"/>
                  </a:lnTo>
                  <a:lnTo>
                    <a:pt x="90678" y="108204"/>
                  </a:lnTo>
                  <a:lnTo>
                    <a:pt x="95250" y="110490"/>
                  </a:lnTo>
                  <a:lnTo>
                    <a:pt x="101346" y="108966"/>
                  </a:lnTo>
                  <a:lnTo>
                    <a:pt x="105918" y="99822"/>
                  </a:lnTo>
                  <a:lnTo>
                    <a:pt x="104394" y="94488"/>
                  </a:lnTo>
                  <a:lnTo>
                    <a:pt x="99822" y="91440"/>
                  </a:lnTo>
                  <a:lnTo>
                    <a:pt x="54292" y="64770"/>
                  </a:lnTo>
                  <a:lnTo>
                    <a:pt x="67056" y="64770"/>
                  </a:lnTo>
                  <a:lnTo>
                    <a:pt x="67056" y="45720"/>
                  </a:lnTo>
                  <a:lnTo>
                    <a:pt x="55372" y="45720"/>
                  </a:lnTo>
                  <a:lnTo>
                    <a:pt x="100584" y="19050"/>
                  </a:lnTo>
                  <a:lnTo>
                    <a:pt x="105156" y="16764"/>
                  </a:lnTo>
                  <a:lnTo>
                    <a:pt x="106680" y="10668"/>
                  </a:lnTo>
                  <a:close/>
                </a:path>
                <a:path w="3581400" h="110489">
                  <a:moveTo>
                    <a:pt x="143256" y="45720"/>
                  </a:moveTo>
                  <a:lnTo>
                    <a:pt x="86106" y="45720"/>
                  </a:lnTo>
                  <a:lnTo>
                    <a:pt x="86106" y="64770"/>
                  </a:lnTo>
                  <a:lnTo>
                    <a:pt x="143256" y="64770"/>
                  </a:lnTo>
                  <a:lnTo>
                    <a:pt x="143256" y="45720"/>
                  </a:lnTo>
                  <a:close/>
                </a:path>
                <a:path w="3581400" h="110489">
                  <a:moveTo>
                    <a:pt x="219456" y="45720"/>
                  </a:moveTo>
                  <a:lnTo>
                    <a:pt x="162306" y="45720"/>
                  </a:lnTo>
                  <a:lnTo>
                    <a:pt x="162306" y="64770"/>
                  </a:lnTo>
                  <a:lnTo>
                    <a:pt x="219456" y="64770"/>
                  </a:lnTo>
                  <a:lnTo>
                    <a:pt x="219456" y="45720"/>
                  </a:lnTo>
                  <a:close/>
                </a:path>
                <a:path w="3581400" h="110489">
                  <a:moveTo>
                    <a:pt x="295656" y="45720"/>
                  </a:moveTo>
                  <a:lnTo>
                    <a:pt x="238506" y="45720"/>
                  </a:lnTo>
                  <a:lnTo>
                    <a:pt x="238506" y="64770"/>
                  </a:lnTo>
                  <a:lnTo>
                    <a:pt x="295656" y="64770"/>
                  </a:lnTo>
                  <a:lnTo>
                    <a:pt x="295656" y="45720"/>
                  </a:lnTo>
                  <a:close/>
                </a:path>
                <a:path w="3581400" h="110489">
                  <a:moveTo>
                    <a:pt x="371856" y="45720"/>
                  </a:moveTo>
                  <a:lnTo>
                    <a:pt x="314706" y="45720"/>
                  </a:lnTo>
                  <a:lnTo>
                    <a:pt x="314706" y="64770"/>
                  </a:lnTo>
                  <a:lnTo>
                    <a:pt x="371856" y="64770"/>
                  </a:lnTo>
                  <a:lnTo>
                    <a:pt x="371856" y="45720"/>
                  </a:lnTo>
                  <a:close/>
                </a:path>
                <a:path w="3581400" h="110489">
                  <a:moveTo>
                    <a:pt x="448056" y="45720"/>
                  </a:moveTo>
                  <a:lnTo>
                    <a:pt x="390906" y="45720"/>
                  </a:lnTo>
                  <a:lnTo>
                    <a:pt x="390906" y="64770"/>
                  </a:lnTo>
                  <a:lnTo>
                    <a:pt x="448056" y="64770"/>
                  </a:lnTo>
                  <a:lnTo>
                    <a:pt x="448056" y="45720"/>
                  </a:lnTo>
                  <a:close/>
                </a:path>
                <a:path w="3581400" h="110489">
                  <a:moveTo>
                    <a:pt x="524256" y="46482"/>
                  </a:moveTo>
                  <a:lnTo>
                    <a:pt x="467106" y="45720"/>
                  </a:lnTo>
                  <a:lnTo>
                    <a:pt x="467106" y="64770"/>
                  </a:lnTo>
                  <a:lnTo>
                    <a:pt x="524256" y="65532"/>
                  </a:lnTo>
                  <a:lnTo>
                    <a:pt x="524256" y="46482"/>
                  </a:lnTo>
                  <a:close/>
                </a:path>
                <a:path w="3581400" h="110489">
                  <a:moveTo>
                    <a:pt x="600456" y="46482"/>
                  </a:moveTo>
                  <a:lnTo>
                    <a:pt x="543306" y="46482"/>
                  </a:lnTo>
                  <a:lnTo>
                    <a:pt x="543306" y="65532"/>
                  </a:lnTo>
                  <a:lnTo>
                    <a:pt x="600456" y="65532"/>
                  </a:lnTo>
                  <a:lnTo>
                    <a:pt x="600456" y="46482"/>
                  </a:lnTo>
                  <a:close/>
                </a:path>
                <a:path w="3581400" h="110489">
                  <a:moveTo>
                    <a:pt x="676656" y="46482"/>
                  </a:moveTo>
                  <a:lnTo>
                    <a:pt x="619506" y="46482"/>
                  </a:lnTo>
                  <a:lnTo>
                    <a:pt x="619506" y="65532"/>
                  </a:lnTo>
                  <a:lnTo>
                    <a:pt x="676656" y="65532"/>
                  </a:lnTo>
                  <a:lnTo>
                    <a:pt x="676656" y="46482"/>
                  </a:lnTo>
                  <a:close/>
                </a:path>
                <a:path w="3581400" h="110489">
                  <a:moveTo>
                    <a:pt x="752856" y="46482"/>
                  </a:moveTo>
                  <a:lnTo>
                    <a:pt x="695706" y="46482"/>
                  </a:lnTo>
                  <a:lnTo>
                    <a:pt x="695706" y="65532"/>
                  </a:lnTo>
                  <a:lnTo>
                    <a:pt x="752856" y="65532"/>
                  </a:lnTo>
                  <a:lnTo>
                    <a:pt x="752856" y="46482"/>
                  </a:lnTo>
                  <a:close/>
                </a:path>
                <a:path w="3581400" h="110489">
                  <a:moveTo>
                    <a:pt x="829056" y="46482"/>
                  </a:moveTo>
                  <a:lnTo>
                    <a:pt x="771906" y="46482"/>
                  </a:lnTo>
                  <a:lnTo>
                    <a:pt x="771906" y="65532"/>
                  </a:lnTo>
                  <a:lnTo>
                    <a:pt x="829056" y="65532"/>
                  </a:lnTo>
                  <a:lnTo>
                    <a:pt x="829056" y="46482"/>
                  </a:lnTo>
                  <a:close/>
                </a:path>
                <a:path w="3581400" h="110489">
                  <a:moveTo>
                    <a:pt x="905256" y="46482"/>
                  </a:moveTo>
                  <a:lnTo>
                    <a:pt x="848106" y="46482"/>
                  </a:lnTo>
                  <a:lnTo>
                    <a:pt x="848106" y="65532"/>
                  </a:lnTo>
                  <a:lnTo>
                    <a:pt x="905256" y="65532"/>
                  </a:lnTo>
                  <a:lnTo>
                    <a:pt x="905256" y="46482"/>
                  </a:lnTo>
                  <a:close/>
                </a:path>
                <a:path w="3581400" h="110489">
                  <a:moveTo>
                    <a:pt x="981456" y="46482"/>
                  </a:moveTo>
                  <a:lnTo>
                    <a:pt x="924306" y="46482"/>
                  </a:lnTo>
                  <a:lnTo>
                    <a:pt x="924306" y="65532"/>
                  </a:lnTo>
                  <a:lnTo>
                    <a:pt x="981456" y="65532"/>
                  </a:lnTo>
                  <a:lnTo>
                    <a:pt x="981456" y="46482"/>
                  </a:lnTo>
                  <a:close/>
                </a:path>
                <a:path w="3581400" h="110489">
                  <a:moveTo>
                    <a:pt x="1057656" y="46482"/>
                  </a:moveTo>
                  <a:lnTo>
                    <a:pt x="1000506" y="46482"/>
                  </a:lnTo>
                  <a:lnTo>
                    <a:pt x="1000506" y="65532"/>
                  </a:lnTo>
                  <a:lnTo>
                    <a:pt x="1057656" y="65532"/>
                  </a:lnTo>
                  <a:lnTo>
                    <a:pt x="1057656" y="46482"/>
                  </a:lnTo>
                  <a:close/>
                </a:path>
                <a:path w="3581400" h="110489">
                  <a:moveTo>
                    <a:pt x="1133856" y="46482"/>
                  </a:moveTo>
                  <a:lnTo>
                    <a:pt x="1076706" y="46482"/>
                  </a:lnTo>
                  <a:lnTo>
                    <a:pt x="1076706" y="65532"/>
                  </a:lnTo>
                  <a:lnTo>
                    <a:pt x="1133856" y="65532"/>
                  </a:lnTo>
                  <a:lnTo>
                    <a:pt x="1133856" y="46482"/>
                  </a:lnTo>
                  <a:close/>
                </a:path>
                <a:path w="3581400" h="110489">
                  <a:moveTo>
                    <a:pt x="1210056" y="46482"/>
                  </a:moveTo>
                  <a:lnTo>
                    <a:pt x="1152906" y="46482"/>
                  </a:lnTo>
                  <a:lnTo>
                    <a:pt x="1152906" y="65532"/>
                  </a:lnTo>
                  <a:lnTo>
                    <a:pt x="1210056" y="65532"/>
                  </a:lnTo>
                  <a:lnTo>
                    <a:pt x="1210056" y="46482"/>
                  </a:lnTo>
                  <a:close/>
                </a:path>
                <a:path w="3581400" h="110489">
                  <a:moveTo>
                    <a:pt x="1286256" y="46482"/>
                  </a:moveTo>
                  <a:lnTo>
                    <a:pt x="1229106" y="46482"/>
                  </a:lnTo>
                  <a:lnTo>
                    <a:pt x="1229106" y="65532"/>
                  </a:lnTo>
                  <a:lnTo>
                    <a:pt x="1286256" y="65532"/>
                  </a:lnTo>
                  <a:lnTo>
                    <a:pt x="1286256" y="46482"/>
                  </a:lnTo>
                  <a:close/>
                </a:path>
                <a:path w="3581400" h="110489">
                  <a:moveTo>
                    <a:pt x="1362456" y="46482"/>
                  </a:moveTo>
                  <a:lnTo>
                    <a:pt x="1305306" y="46482"/>
                  </a:lnTo>
                  <a:lnTo>
                    <a:pt x="1305306" y="65532"/>
                  </a:lnTo>
                  <a:lnTo>
                    <a:pt x="1362456" y="65532"/>
                  </a:lnTo>
                  <a:lnTo>
                    <a:pt x="1362456" y="46482"/>
                  </a:lnTo>
                  <a:close/>
                </a:path>
                <a:path w="3581400" h="110489">
                  <a:moveTo>
                    <a:pt x="1438656" y="46482"/>
                  </a:moveTo>
                  <a:lnTo>
                    <a:pt x="1381506" y="46482"/>
                  </a:lnTo>
                  <a:lnTo>
                    <a:pt x="1381506" y="65532"/>
                  </a:lnTo>
                  <a:lnTo>
                    <a:pt x="1438656" y="65532"/>
                  </a:lnTo>
                  <a:lnTo>
                    <a:pt x="1438656" y="46482"/>
                  </a:lnTo>
                  <a:close/>
                </a:path>
                <a:path w="3581400" h="110489">
                  <a:moveTo>
                    <a:pt x="1514856" y="46482"/>
                  </a:moveTo>
                  <a:lnTo>
                    <a:pt x="1457706" y="46482"/>
                  </a:lnTo>
                  <a:lnTo>
                    <a:pt x="1457706" y="65532"/>
                  </a:lnTo>
                  <a:lnTo>
                    <a:pt x="1514856" y="65532"/>
                  </a:lnTo>
                  <a:lnTo>
                    <a:pt x="1514856" y="46482"/>
                  </a:lnTo>
                  <a:close/>
                </a:path>
                <a:path w="3581400" h="110489">
                  <a:moveTo>
                    <a:pt x="1591056" y="46482"/>
                  </a:moveTo>
                  <a:lnTo>
                    <a:pt x="1533906" y="46482"/>
                  </a:lnTo>
                  <a:lnTo>
                    <a:pt x="1533906" y="65532"/>
                  </a:lnTo>
                  <a:lnTo>
                    <a:pt x="1591056" y="65532"/>
                  </a:lnTo>
                  <a:lnTo>
                    <a:pt x="1591056" y="46482"/>
                  </a:lnTo>
                  <a:close/>
                </a:path>
                <a:path w="3581400" h="110489">
                  <a:moveTo>
                    <a:pt x="1667256" y="46482"/>
                  </a:moveTo>
                  <a:lnTo>
                    <a:pt x="1610106" y="46482"/>
                  </a:lnTo>
                  <a:lnTo>
                    <a:pt x="1610106" y="65532"/>
                  </a:lnTo>
                  <a:lnTo>
                    <a:pt x="1667256" y="65532"/>
                  </a:lnTo>
                  <a:lnTo>
                    <a:pt x="1667256" y="46482"/>
                  </a:lnTo>
                  <a:close/>
                </a:path>
                <a:path w="3581400" h="110489">
                  <a:moveTo>
                    <a:pt x="1743456" y="46482"/>
                  </a:moveTo>
                  <a:lnTo>
                    <a:pt x="1686306" y="46482"/>
                  </a:lnTo>
                  <a:lnTo>
                    <a:pt x="1686306" y="65532"/>
                  </a:lnTo>
                  <a:lnTo>
                    <a:pt x="1743456" y="65532"/>
                  </a:lnTo>
                  <a:lnTo>
                    <a:pt x="1743456" y="46482"/>
                  </a:lnTo>
                  <a:close/>
                </a:path>
                <a:path w="3581400" h="110489">
                  <a:moveTo>
                    <a:pt x="1819656" y="46482"/>
                  </a:moveTo>
                  <a:lnTo>
                    <a:pt x="1762506" y="46482"/>
                  </a:lnTo>
                  <a:lnTo>
                    <a:pt x="1762506" y="65532"/>
                  </a:lnTo>
                  <a:lnTo>
                    <a:pt x="1819656" y="65532"/>
                  </a:lnTo>
                  <a:lnTo>
                    <a:pt x="1819656" y="46482"/>
                  </a:lnTo>
                  <a:close/>
                </a:path>
                <a:path w="3581400" h="110489">
                  <a:moveTo>
                    <a:pt x="1895856" y="46482"/>
                  </a:moveTo>
                  <a:lnTo>
                    <a:pt x="1838706" y="46482"/>
                  </a:lnTo>
                  <a:lnTo>
                    <a:pt x="1838706" y="65532"/>
                  </a:lnTo>
                  <a:lnTo>
                    <a:pt x="1895856" y="65532"/>
                  </a:lnTo>
                  <a:lnTo>
                    <a:pt x="1895856" y="46482"/>
                  </a:lnTo>
                  <a:close/>
                </a:path>
                <a:path w="3581400" h="110489">
                  <a:moveTo>
                    <a:pt x="1972056" y="46482"/>
                  </a:moveTo>
                  <a:lnTo>
                    <a:pt x="1914906" y="46482"/>
                  </a:lnTo>
                  <a:lnTo>
                    <a:pt x="1914906" y="65532"/>
                  </a:lnTo>
                  <a:lnTo>
                    <a:pt x="1972056" y="65532"/>
                  </a:lnTo>
                  <a:lnTo>
                    <a:pt x="1972056" y="46482"/>
                  </a:lnTo>
                  <a:close/>
                </a:path>
                <a:path w="3581400" h="110489">
                  <a:moveTo>
                    <a:pt x="2048256" y="46482"/>
                  </a:moveTo>
                  <a:lnTo>
                    <a:pt x="1991106" y="46482"/>
                  </a:lnTo>
                  <a:lnTo>
                    <a:pt x="1991106" y="65532"/>
                  </a:lnTo>
                  <a:lnTo>
                    <a:pt x="2048256" y="65532"/>
                  </a:lnTo>
                  <a:lnTo>
                    <a:pt x="2048256" y="46482"/>
                  </a:lnTo>
                  <a:close/>
                </a:path>
                <a:path w="3581400" h="110489">
                  <a:moveTo>
                    <a:pt x="2124456" y="46482"/>
                  </a:moveTo>
                  <a:lnTo>
                    <a:pt x="2067306" y="46482"/>
                  </a:lnTo>
                  <a:lnTo>
                    <a:pt x="2067306" y="65532"/>
                  </a:lnTo>
                  <a:lnTo>
                    <a:pt x="2124456" y="65532"/>
                  </a:lnTo>
                  <a:lnTo>
                    <a:pt x="2124456" y="46482"/>
                  </a:lnTo>
                  <a:close/>
                </a:path>
                <a:path w="3581400" h="110489">
                  <a:moveTo>
                    <a:pt x="2200656" y="46482"/>
                  </a:moveTo>
                  <a:lnTo>
                    <a:pt x="2143506" y="46482"/>
                  </a:lnTo>
                  <a:lnTo>
                    <a:pt x="2143506" y="65532"/>
                  </a:lnTo>
                  <a:lnTo>
                    <a:pt x="2200656" y="65532"/>
                  </a:lnTo>
                  <a:lnTo>
                    <a:pt x="2200656" y="46482"/>
                  </a:lnTo>
                  <a:close/>
                </a:path>
                <a:path w="3581400" h="110489">
                  <a:moveTo>
                    <a:pt x="2276856" y="47244"/>
                  </a:moveTo>
                  <a:lnTo>
                    <a:pt x="2219706" y="47244"/>
                  </a:lnTo>
                  <a:lnTo>
                    <a:pt x="2219706" y="66294"/>
                  </a:lnTo>
                  <a:lnTo>
                    <a:pt x="2276856" y="66294"/>
                  </a:lnTo>
                  <a:lnTo>
                    <a:pt x="2276856" y="47244"/>
                  </a:lnTo>
                  <a:close/>
                </a:path>
                <a:path w="3581400" h="110489">
                  <a:moveTo>
                    <a:pt x="2353043" y="47244"/>
                  </a:moveTo>
                  <a:lnTo>
                    <a:pt x="2295893" y="47244"/>
                  </a:lnTo>
                  <a:lnTo>
                    <a:pt x="2295893" y="66294"/>
                  </a:lnTo>
                  <a:lnTo>
                    <a:pt x="2353043" y="66294"/>
                  </a:lnTo>
                  <a:lnTo>
                    <a:pt x="2353043" y="47244"/>
                  </a:lnTo>
                  <a:close/>
                </a:path>
                <a:path w="3581400" h="110489">
                  <a:moveTo>
                    <a:pt x="2429243" y="47244"/>
                  </a:moveTo>
                  <a:lnTo>
                    <a:pt x="2372093" y="47244"/>
                  </a:lnTo>
                  <a:lnTo>
                    <a:pt x="2372093" y="66294"/>
                  </a:lnTo>
                  <a:lnTo>
                    <a:pt x="2429243" y="66294"/>
                  </a:lnTo>
                  <a:lnTo>
                    <a:pt x="2429243" y="47244"/>
                  </a:lnTo>
                  <a:close/>
                </a:path>
                <a:path w="3581400" h="110489">
                  <a:moveTo>
                    <a:pt x="2505443" y="47244"/>
                  </a:moveTo>
                  <a:lnTo>
                    <a:pt x="2448293" y="47244"/>
                  </a:lnTo>
                  <a:lnTo>
                    <a:pt x="2448293" y="66294"/>
                  </a:lnTo>
                  <a:lnTo>
                    <a:pt x="2505443" y="66294"/>
                  </a:lnTo>
                  <a:lnTo>
                    <a:pt x="2505443" y="47244"/>
                  </a:lnTo>
                  <a:close/>
                </a:path>
                <a:path w="3581400" h="110489">
                  <a:moveTo>
                    <a:pt x="2581643" y="47244"/>
                  </a:moveTo>
                  <a:lnTo>
                    <a:pt x="2524493" y="47244"/>
                  </a:lnTo>
                  <a:lnTo>
                    <a:pt x="2524493" y="66294"/>
                  </a:lnTo>
                  <a:lnTo>
                    <a:pt x="2581643" y="66294"/>
                  </a:lnTo>
                  <a:lnTo>
                    <a:pt x="2581643" y="47244"/>
                  </a:lnTo>
                  <a:close/>
                </a:path>
                <a:path w="3581400" h="110489">
                  <a:moveTo>
                    <a:pt x="2657856" y="47244"/>
                  </a:moveTo>
                  <a:lnTo>
                    <a:pt x="2600706" y="47244"/>
                  </a:lnTo>
                  <a:lnTo>
                    <a:pt x="2600706" y="66294"/>
                  </a:lnTo>
                  <a:lnTo>
                    <a:pt x="2657856" y="66294"/>
                  </a:lnTo>
                  <a:lnTo>
                    <a:pt x="2657856" y="47244"/>
                  </a:lnTo>
                  <a:close/>
                </a:path>
                <a:path w="3581400" h="110489">
                  <a:moveTo>
                    <a:pt x="2734056" y="47244"/>
                  </a:moveTo>
                  <a:lnTo>
                    <a:pt x="2676906" y="47244"/>
                  </a:lnTo>
                  <a:lnTo>
                    <a:pt x="2676906" y="66294"/>
                  </a:lnTo>
                  <a:lnTo>
                    <a:pt x="2734056" y="66294"/>
                  </a:lnTo>
                  <a:lnTo>
                    <a:pt x="2734056" y="47244"/>
                  </a:lnTo>
                  <a:close/>
                </a:path>
                <a:path w="3581400" h="110489">
                  <a:moveTo>
                    <a:pt x="2810256" y="47244"/>
                  </a:moveTo>
                  <a:lnTo>
                    <a:pt x="2753106" y="47244"/>
                  </a:lnTo>
                  <a:lnTo>
                    <a:pt x="2753106" y="66294"/>
                  </a:lnTo>
                  <a:lnTo>
                    <a:pt x="2810256" y="66294"/>
                  </a:lnTo>
                  <a:lnTo>
                    <a:pt x="2810256" y="47244"/>
                  </a:lnTo>
                  <a:close/>
                </a:path>
                <a:path w="3581400" h="110489">
                  <a:moveTo>
                    <a:pt x="2886456" y="47244"/>
                  </a:moveTo>
                  <a:lnTo>
                    <a:pt x="2829306" y="47244"/>
                  </a:lnTo>
                  <a:lnTo>
                    <a:pt x="2829306" y="66294"/>
                  </a:lnTo>
                  <a:lnTo>
                    <a:pt x="2886456" y="66294"/>
                  </a:lnTo>
                  <a:lnTo>
                    <a:pt x="2886456" y="47244"/>
                  </a:lnTo>
                  <a:close/>
                </a:path>
                <a:path w="3581400" h="110489">
                  <a:moveTo>
                    <a:pt x="2962656" y="47244"/>
                  </a:moveTo>
                  <a:lnTo>
                    <a:pt x="2905506" y="47244"/>
                  </a:lnTo>
                  <a:lnTo>
                    <a:pt x="2905506" y="66294"/>
                  </a:lnTo>
                  <a:lnTo>
                    <a:pt x="2962656" y="66294"/>
                  </a:lnTo>
                  <a:lnTo>
                    <a:pt x="2962656" y="47244"/>
                  </a:lnTo>
                  <a:close/>
                </a:path>
                <a:path w="3581400" h="110489">
                  <a:moveTo>
                    <a:pt x="3038856" y="47244"/>
                  </a:moveTo>
                  <a:lnTo>
                    <a:pt x="2981706" y="47244"/>
                  </a:lnTo>
                  <a:lnTo>
                    <a:pt x="2981706" y="66294"/>
                  </a:lnTo>
                  <a:lnTo>
                    <a:pt x="3038856" y="66294"/>
                  </a:lnTo>
                  <a:lnTo>
                    <a:pt x="3038856" y="47244"/>
                  </a:lnTo>
                  <a:close/>
                </a:path>
                <a:path w="3581400" h="110489">
                  <a:moveTo>
                    <a:pt x="3115056" y="47244"/>
                  </a:moveTo>
                  <a:lnTo>
                    <a:pt x="3057906" y="47244"/>
                  </a:lnTo>
                  <a:lnTo>
                    <a:pt x="3057906" y="66294"/>
                  </a:lnTo>
                  <a:lnTo>
                    <a:pt x="3115056" y="66294"/>
                  </a:lnTo>
                  <a:lnTo>
                    <a:pt x="3115056" y="47244"/>
                  </a:lnTo>
                  <a:close/>
                </a:path>
                <a:path w="3581400" h="110489">
                  <a:moveTo>
                    <a:pt x="3191256" y="47244"/>
                  </a:moveTo>
                  <a:lnTo>
                    <a:pt x="3134106" y="47244"/>
                  </a:lnTo>
                  <a:lnTo>
                    <a:pt x="3134106" y="66294"/>
                  </a:lnTo>
                  <a:lnTo>
                    <a:pt x="3191256" y="66294"/>
                  </a:lnTo>
                  <a:lnTo>
                    <a:pt x="3191256" y="47244"/>
                  </a:lnTo>
                  <a:close/>
                </a:path>
                <a:path w="3581400" h="110489">
                  <a:moveTo>
                    <a:pt x="3267456" y="47244"/>
                  </a:moveTo>
                  <a:lnTo>
                    <a:pt x="3210306" y="47244"/>
                  </a:lnTo>
                  <a:lnTo>
                    <a:pt x="3210306" y="66294"/>
                  </a:lnTo>
                  <a:lnTo>
                    <a:pt x="3267456" y="66294"/>
                  </a:lnTo>
                  <a:lnTo>
                    <a:pt x="3267456" y="47244"/>
                  </a:lnTo>
                  <a:close/>
                </a:path>
                <a:path w="3581400" h="110489">
                  <a:moveTo>
                    <a:pt x="3343656" y="47244"/>
                  </a:moveTo>
                  <a:lnTo>
                    <a:pt x="3286506" y="47244"/>
                  </a:lnTo>
                  <a:lnTo>
                    <a:pt x="3286506" y="66294"/>
                  </a:lnTo>
                  <a:lnTo>
                    <a:pt x="3343656" y="66294"/>
                  </a:lnTo>
                  <a:lnTo>
                    <a:pt x="3343656" y="47244"/>
                  </a:lnTo>
                  <a:close/>
                </a:path>
                <a:path w="3581400" h="110489">
                  <a:moveTo>
                    <a:pt x="3419856" y="47244"/>
                  </a:moveTo>
                  <a:lnTo>
                    <a:pt x="3362706" y="47244"/>
                  </a:lnTo>
                  <a:lnTo>
                    <a:pt x="3362706" y="66294"/>
                  </a:lnTo>
                  <a:lnTo>
                    <a:pt x="3419856" y="66294"/>
                  </a:lnTo>
                  <a:lnTo>
                    <a:pt x="3419856" y="47244"/>
                  </a:lnTo>
                  <a:close/>
                </a:path>
                <a:path w="3581400" h="110489">
                  <a:moveTo>
                    <a:pt x="3496056" y="47244"/>
                  </a:moveTo>
                  <a:lnTo>
                    <a:pt x="3438906" y="47244"/>
                  </a:lnTo>
                  <a:lnTo>
                    <a:pt x="3438906" y="66294"/>
                  </a:lnTo>
                  <a:lnTo>
                    <a:pt x="3496056" y="66294"/>
                  </a:lnTo>
                  <a:lnTo>
                    <a:pt x="3496056" y="47244"/>
                  </a:lnTo>
                  <a:close/>
                </a:path>
                <a:path w="3581400" h="110489">
                  <a:moveTo>
                    <a:pt x="3581387" y="50292"/>
                  </a:moveTo>
                  <a:lnTo>
                    <a:pt x="3572256" y="50292"/>
                  </a:lnTo>
                  <a:lnTo>
                    <a:pt x="3572256" y="47244"/>
                  </a:lnTo>
                  <a:lnTo>
                    <a:pt x="3515106" y="47244"/>
                  </a:lnTo>
                  <a:lnTo>
                    <a:pt x="3515106" y="66294"/>
                  </a:lnTo>
                  <a:lnTo>
                    <a:pt x="3572256" y="66294"/>
                  </a:lnTo>
                  <a:lnTo>
                    <a:pt x="3572256" y="55626"/>
                  </a:lnTo>
                  <a:lnTo>
                    <a:pt x="3581387" y="55626"/>
                  </a:lnTo>
                  <a:lnTo>
                    <a:pt x="3581387" y="50292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5"/>
              </a:lnSpc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06327" y="6204575"/>
            <a:ext cx="491617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35"/>
              </a:lnSpc>
            </a:pPr>
            <a:r>
              <a:rPr sz="3200" dirty="0">
                <a:solidFill>
                  <a:srgbClr val="850AFF"/>
                </a:solidFill>
                <a:latin typeface="Arial MT"/>
                <a:cs typeface="Arial MT"/>
              </a:rPr>
              <a:t>Incoherent</a:t>
            </a:r>
            <a:r>
              <a:rPr sz="3200" spc="-50" dirty="0">
                <a:solidFill>
                  <a:srgbClr val="850A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850AFF"/>
                </a:solidFill>
                <a:latin typeface="Arial MT"/>
                <a:cs typeface="Arial MT"/>
              </a:rPr>
              <a:t>memory</a:t>
            </a:r>
            <a:r>
              <a:rPr sz="3200" spc="-50" dirty="0">
                <a:solidFill>
                  <a:srgbClr val="850A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850AFF"/>
                </a:solidFill>
                <a:latin typeface="Arial MT"/>
                <a:cs typeface="Arial MT"/>
              </a:rPr>
              <a:t>system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0160" y="812291"/>
            <a:ext cx="51796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2745">
              <a:lnSpc>
                <a:spcPct val="100000"/>
              </a:lnSpc>
              <a:spcBef>
                <a:spcPts val="100"/>
              </a:spcBef>
            </a:pPr>
            <a:r>
              <a:rPr sz="4800" spc="-35" dirty="0"/>
              <a:t>Snooping-</a:t>
            </a:r>
            <a:r>
              <a:rPr sz="4800" spc="-10" dirty="0"/>
              <a:t>based </a:t>
            </a:r>
            <a:r>
              <a:rPr sz="4800" dirty="0"/>
              <a:t>Cache</a:t>
            </a:r>
            <a:r>
              <a:rPr sz="4800" spc="-135" dirty="0"/>
              <a:t> </a:t>
            </a:r>
            <a:r>
              <a:rPr sz="4800" spc="-10" dirty="0"/>
              <a:t>Coherence</a:t>
            </a:r>
            <a:endParaRPr sz="4800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72186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dirty="0"/>
              <a:t>Coherence</a:t>
            </a:r>
            <a:r>
              <a:rPr spc="-110" dirty="0"/>
              <a:t> </a:t>
            </a:r>
            <a:r>
              <a:rPr dirty="0"/>
              <a:t>Using</a:t>
            </a:r>
            <a:r>
              <a:rPr spc="-114" dirty="0"/>
              <a:t> </a:t>
            </a:r>
            <a:r>
              <a:rPr dirty="0"/>
              <a:t>a</a:t>
            </a:r>
            <a:r>
              <a:rPr spc="-110" dirty="0"/>
              <a:t> </a:t>
            </a:r>
            <a:r>
              <a:rPr spc="-25" dirty="0"/>
              <a:t>Bus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47899"/>
            <a:ext cx="5601335" cy="2551339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Built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on</a:t>
            </a:r>
            <a:endParaRPr sz="30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55015" algn="l"/>
              </a:tabLst>
            </a:pPr>
            <a:r>
              <a:rPr sz="2600" dirty="0">
                <a:latin typeface="Arial MT"/>
                <a:cs typeface="Arial MT"/>
              </a:rPr>
              <a:t>Bus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transactions</a:t>
            </a:r>
            <a:endParaRPr sz="26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55015" algn="l"/>
              </a:tabLst>
            </a:pPr>
            <a:r>
              <a:rPr sz="2600" dirty="0">
                <a:latin typeface="Arial MT"/>
                <a:cs typeface="Arial MT"/>
              </a:rPr>
              <a:t>State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transition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diagram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</a:t>
            </a:r>
            <a:endParaRPr sz="2600" dirty="0">
              <a:latin typeface="Arial MT"/>
              <a:cs typeface="Arial MT"/>
            </a:endParaRPr>
          </a:p>
          <a:p>
            <a:pPr marL="342265" marR="201930" indent="-342265" algn="r">
              <a:lnSpc>
                <a:spcPct val="100000"/>
              </a:lnSpc>
              <a:spcBef>
                <a:spcPts val="71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42265" algn="l"/>
              </a:tabLst>
            </a:pPr>
            <a:r>
              <a:rPr sz="3000" dirty="0">
                <a:latin typeface="Arial MT"/>
                <a:cs typeface="Arial MT"/>
              </a:rPr>
              <a:t>Uniprocessor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bus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transaction:</a:t>
            </a:r>
            <a:endParaRPr sz="3000" dirty="0">
              <a:latin typeface="Arial MT"/>
              <a:cs typeface="Arial MT"/>
            </a:endParaRPr>
          </a:p>
          <a:p>
            <a:pPr marL="285115" marR="170815" lvl="1" indent="-285115" algn="r">
              <a:lnSpc>
                <a:spcPct val="100000"/>
              </a:lnSpc>
              <a:spcBef>
                <a:spcPts val="63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285115" algn="l"/>
              </a:tabLst>
            </a:pPr>
            <a:r>
              <a:rPr sz="2600" dirty="0">
                <a:latin typeface="Arial MT"/>
                <a:cs typeface="Arial MT"/>
              </a:rPr>
              <a:t>Serialization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bus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transactions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333755"/>
            <a:ext cx="72186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dirty="0"/>
              <a:t>Coherence</a:t>
            </a:r>
            <a:r>
              <a:rPr spc="-110" dirty="0"/>
              <a:t> </a:t>
            </a:r>
            <a:r>
              <a:rPr dirty="0"/>
              <a:t>Using</a:t>
            </a:r>
            <a:r>
              <a:rPr spc="-114" dirty="0"/>
              <a:t> </a:t>
            </a:r>
            <a:r>
              <a:rPr dirty="0"/>
              <a:t>a</a:t>
            </a:r>
            <a:r>
              <a:rPr spc="-110" dirty="0"/>
              <a:t> </a:t>
            </a:r>
            <a:r>
              <a:rPr spc="-25" dirty="0"/>
              <a:t>Bus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357577"/>
            <a:ext cx="7914005" cy="484314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Uniprocessor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states:</a:t>
            </a:r>
            <a:endParaRPr sz="30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54380" algn="l"/>
              </a:tabLst>
            </a:pPr>
            <a:r>
              <a:rPr sz="2600" dirty="0">
                <a:latin typeface="Arial MT"/>
                <a:cs typeface="Arial MT"/>
              </a:rPr>
              <a:t>Effectively,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every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finite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machine</a:t>
            </a:r>
            <a:endParaRPr sz="2600">
              <a:latin typeface="Arial MT"/>
              <a:cs typeface="Arial MT"/>
            </a:endParaRPr>
          </a:p>
          <a:p>
            <a:pPr marL="755015" marR="260985" lvl="1" indent="-28575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55015" algn="l"/>
              </a:tabLst>
            </a:pPr>
            <a:r>
              <a:rPr sz="2600" i="1" spc="-20" dirty="0">
                <a:latin typeface="Arial"/>
                <a:cs typeface="Arial"/>
              </a:rPr>
              <a:t>Write-</a:t>
            </a:r>
            <a:r>
              <a:rPr sz="2600" i="1" dirty="0">
                <a:latin typeface="Arial"/>
                <a:cs typeface="Arial"/>
              </a:rPr>
              <a:t>through,</a:t>
            </a:r>
            <a:r>
              <a:rPr sz="2600" i="1" spc="-4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write</a:t>
            </a:r>
            <a:r>
              <a:rPr sz="2600" i="1" spc="-60" dirty="0">
                <a:latin typeface="Arial"/>
                <a:cs typeface="Arial"/>
              </a:rPr>
              <a:t> </a:t>
            </a:r>
            <a:r>
              <a:rPr sz="2600" i="1" spc="-25" dirty="0">
                <a:latin typeface="Arial"/>
                <a:cs typeface="Arial"/>
              </a:rPr>
              <a:t>no-</a:t>
            </a:r>
            <a:r>
              <a:rPr sz="2600" i="1" dirty="0">
                <a:latin typeface="Arial"/>
                <a:cs typeface="Arial"/>
              </a:rPr>
              <a:t>allocate</a:t>
            </a:r>
            <a:r>
              <a:rPr sz="2600" i="1" spc="-30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two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states: </a:t>
            </a:r>
            <a:r>
              <a:rPr sz="2600" dirty="0">
                <a:latin typeface="Arial MT"/>
                <a:cs typeface="Arial MT"/>
              </a:rPr>
              <a:t>valid,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invalid</a:t>
            </a:r>
            <a:endParaRPr sz="26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55015" algn="l"/>
              </a:tabLst>
            </a:pPr>
            <a:r>
              <a:rPr sz="2600" i="1" spc="-20" dirty="0">
                <a:latin typeface="Arial"/>
                <a:cs typeface="Arial"/>
              </a:rPr>
              <a:t>Write-</a:t>
            </a:r>
            <a:r>
              <a:rPr sz="2600" i="1" dirty="0">
                <a:latin typeface="Arial"/>
                <a:cs typeface="Arial"/>
              </a:rPr>
              <a:t>back,</a:t>
            </a:r>
            <a:r>
              <a:rPr sz="2600" i="1" spc="-40" dirty="0">
                <a:latin typeface="Arial"/>
                <a:cs typeface="Arial"/>
              </a:rPr>
              <a:t> </a:t>
            </a:r>
            <a:r>
              <a:rPr sz="2600" i="1" spc="-20" dirty="0">
                <a:latin typeface="Arial"/>
                <a:cs typeface="Arial"/>
              </a:rPr>
              <a:t>write-</a:t>
            </a:r>
            <a:r>
              <a:rPr sz="2600" i="1" dirty="0">
                <a:latin typeface="Arial"/>
                <a:cs typeface="Arial"/>
              </a:rPr>
              <a:t>allocate</a:t>
            </a:r>
            <a:r>
              <a:rPr sz="2600" i="1" spc="-30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one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more </a:t>
            </a:r>
            <a:r>
              <a:rPr sz="2600" dirty="0">
                <a:latin typeface="Arial MT"/>
                <a:cs typeface="Arial MT"/>
              </a:rPr>
              <a:t>state: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modified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(“dirty”)</a:t>
            </a:r>
            <a:endParaRPr sz="2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Multiprocessors</a:t>
            </a:r>
            <a:r>
              <a:rPr sz="3000" spc="-10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extend</a:t>
            </a:r>
            <a:endParaRPr sz="30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states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and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bus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transactions</a:t>
            </a:r>
            <a:endParaRPr sz="2600">
              <a:latin typeface="Arial MT"/>
              <a:cs typeface="Arial MT"/>
            </a:endParaRPr>
          </a:p>
          <a:p>
            <a:pPr marL="436880">
              <a:lnSpc>
                <a:spcPct val="100000"/>
              </a:lnSpc>
              <a:spcBef>
                <a:spcPts val="710"/>
              </a:spcBef>
            </a:pPr>
            <a:r>
              <a:rPr sz="3000" dirty="0">
                <a:latin typeface="Arial MT"/>
                <a:cs typeface="Arial MT"/>
              </a:rPr>
              <a:t>to implement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coherence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Snooping-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Coherence </a:t>
            </a:r>
            <a:r>
              <a:rPr dirty="0"/>
              <a:t>Basic</a:t>
            </a:r>
            <a:r>
              <a:rPr spc="-100" dirty="0"/>
              <a:t> </a:t>
            </a:r>
            <a:r>
              <a:rPr spc="-20" dirty="0"/>
              <a:t>Idea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7559675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043940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Transactions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bus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are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visible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5" dirty="0">
                <a:latin typeface="Arial MT"/>
                <a:cs typeface="Arial MT"/>
              </a:rPr>
              <a:t> all </a:t>
            </a:r>
            <a:r>
              <a:rPr sz="3000" spc="-10" dirty="0">
                <a:latin typeface="Arial MT"/>
                <a:cs typeface="Arial MT"/>
              </a:rPr>
              <a:t>processors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Processors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or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controllers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Arial MT"/>
                <a:cs typeface="Arial MT"/>
              </a:rPr>
              <a:t>snoop </a:t>
            </a:r>
            <a:r>
              <a:rPr sz="3000" dirty="0">
                <a:latin typeface="Arial MT"/>
                <a:cs typeface="Arial MT"/>
              </a:rPr>
              <a:t>(monitor)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bus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take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action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relevant </a:t>
            </a:r>
            <a:r>
              <a:rPr sz="3000" dirty="0">
                <a:latin typeface="Arial MT"/>
                <a:cs typeface="Arial MT"/>
              </a:rPr>
              <a:t>events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(e.g.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change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state)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Snooping-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Coherence</a:t>
            </a:r>
          </a:p>
          <a:p>
            <a:pPr marL="12700">
              <a:lnSpc>
                <a:spcPct val="100000"/>
              </a:lnSpc>
            </a:pPr>
            <a:r>
              <a:rPr i="1" dirty="0">
                <a:latin typeface="Arial"/>
                <a:cs typeface="Arial"/>
              </a:rPr>
              <a:t>Implementing</a:t>
            </a:r>
            <a:r>
              <a:rPr i="1" spc="-1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-1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Protocol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59798"/>
            <a:ext cx="7997190" cy="31953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0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4965" algn="l"/>
              </a:tabLst>
            </a:pPr>
            <a:r>
              <a:rPr sz="2200" i="1" dirty="0">
                <a:latin typeface="Arial"/>
                <a:cs typeface="Arial"/>
              </a:rPr>
              <a:t>Cache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controller</a:t>
            </a:r>
            <a:r>
              <a:rPr sz="2200" i="1" spc="-2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now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receives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both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sides:</a:t>
            </a:r>
            <a:endParaRPr sz="22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365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Requests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processor,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requests/responses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snooper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either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case,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zero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actions</a:t>
            </a:r>
            <a:endParaRPr sz="2200">
              <a:latin typeface="Arial MT"/>
              <a:cs typeface="Arial MT"/>
            </a:endParaRPr>
          </a:p>
          <a:p>
            <a:pPr marL="755650" marR="1115060" lvl="1" indent="-285750">
              <a:lnSpc>
                <a:spcPts val="2160"/>
              </a:lnSpc>
              <a:spcBef>
                <a:spcPts val="635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650" algn="l"/>
              </a:tabLst>
            </a:pPr>
            <a:r>
              <a:rPr sz="2000" dirty="0">
                <a:latin typeface="Arial MT"/>
                <a:cs typeface="Arial MT"/>
              </a:rPr>
              <a:t>Updates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responds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bus </a:t>
            </a:r>
            <a:r>
              <a:rPr sz="2000" spc="-10" dirty="0">
                <a:latin typeface="Arial MT"/>
                <a:cs typeface="Arial MT"/>
              </a:rPr>
              <a:t>transactions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Protocol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distributed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algorithm: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cooperating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machines</a:t>
            </a:r>
            <a:endParaRPr sz="2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transition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diagram,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actions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Granularity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coherence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typically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block</a:t>
            </a:r>
            <a:endParaRPr sz="2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allocation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cache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transfer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to/from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cache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35" dirty="0"/>
              <a:t> </a:t>
            </a:r>
            <a:r>
              <a:rPr dirty="0"/>
              <a:t>Coherence</a:t>
            </a:r>
            <a:r>
              <a:rPr spc="-130" dirty="0"/>
              <a:t> </a:t>
            </a:r>
            <a:r>
              <a:rPr dirty="0"/>
              <a:t>with</a:t>
            </a:r>
            <a:r>
              <a:rPr spc="-130" dirty="0"/>
              <a:t> </a:t>
            </a:r>
            <a:r>
              <a:rPr spc="-10" dirty="0"/>
              <a:t>Write- </a:t>
            </a:r>
            <a:r>
              <a:rPr dirty="0"/>
              <a:t>Through</a:t>
            </a:r>
            <a:r>
              <a:rPr spc="-135" dirty="0"/>
              <a:t> </a:t>
            </a:r>
            <a:r>
              <a:rPr spc="-10" dirty="0"/>
              <a:t>Caches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10735"/>
            <a:ext cx="8022590" cy="20777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95"/>
              </a:spcBef>
              <a:buClr>
                <a:srgbClr val="330065"/>
              </a:buClr>
              <a:buSzPct val="68421"/>
              <a:buFont typeface="Wingdings"/>
              <a:buChar char="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Key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extensions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uniprocessor: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snooping,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invalidating/updating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caches</a:t>
            </a:r>
            <a:endParaRPr sz="19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185"/>
              </a:spcBef>
              <a:buClr>
                <a:srgbClr val="659A9A"/>
              </a:buClr>
              <a:buSzPct val="69444"/>
              <a:buFont typeface="Wingdings"/>
              <a:buChar char=""/>
              <a:tabLst>
                <a:tab pos="755015" algn="l"/>
              </a:tabLst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transactions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case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185"/>
              </a:spcBef>
              <a:buClr>
                <a:srgbClr val="659A9A"/>
              </a:buClr>
              <a:buSzPct val="69444"/>
              <a:buFont typeface="Wingdings"/>
              <a:buChar char=""/>
              <a:tabLst>
                <a:tab pos="755015" algn="l"/>
              </a:tabLst>
            </a:pPr>
            <a:r>
              <a:rPr sz="1800" dirty="0">
                <a:latin typeface="Arial MT"/>
                <a:cs typeface="Arial MT"/>
              </a:rPr>
              <a:t>invalidation-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versus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update-based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protocols</a:t>
            </a:r>
            <a:endParaRPr sz="1800">
              <a:latin typeface="Arial MT"/>
              <a:cs typeface="Arial MT"/>
            </a:endParaRPr>
          </a:p>
          <a:p>
            <a:pPr marL="355600" marR="328930" indent="-342900">
              <a:lnSpc>
                <a:spcPts val="2050"/>
              </a:lnSpc>
              <a:spcBef>
                <a:spcPts val="630"/>
              </a:spcBef>
              <a:buClr>
                <a:srgbClr val="330065"/>
              </a:buClr>
              <a:buSzPct val="68421"/>
              <a:buFont typeface="Wingdings"/>
              <a:buChar char=""/>
              <a:tabLst>
                <a:tab pos="355600" algn="l"/>
              </a:tabLst>
            </a:pPr>
            <a:r>
              <a:rPr sz="1900" dirty="0">
                <a:latin typeface="Arial MT"/>
                <a:cs typeface="Arial MT"/>
              </a:rPr>
              <a:t>Write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propagation: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even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invalidation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case,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later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reads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will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new </a:t>
            </a:r>
            <a:r>
              <a:rPr sz="1900" spc="-10" dirty="0">
                <a:latin typeface="Arial MT"/>
                <a:cs typeface="Arial MT"/>
              </a:rPr>
              <a:t>value</a:t>
            </a:r>
            <a:endParaRPr sz="1900">
              <a:latin typeface="Arial MT"/>
              <a:cs typeface="Arial MT"/>
            </a:endParaRPr>
          </a:p>
          <a:p>
            <a:pPr marL="755650" marR="339725" lvl="1" indent="-285750">
              <a:lnSpc>
                <a:spcPts val="1939"/>
              </a:lnSpc>
              <a:spcBef>
                <a:spcPts val="409"/>
              </a:spcBef>
              <a:buClr>
                <a:srgbClr val="659A9A"/>
              </a:buClr>
              <a:buSzPct val="69444"/>
              <a:buFont typeface="Wingdings"/>
              <a:buChar char=""/>
              <a:tabLst>
                <a:tab pos="755650" algn="l"/>
              </a:tabLst>
            </a:pPr>
            <a:r>
              <a:rPr sz="1800" dirty="0">
                <a:latin typeface="Arial MT"/>
                <a:cs typeface="Arial MT"/>
              </a:rPr>
              <a:t>invalidation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causes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up-to-date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via </a:t>
            </a:r>
            <a:r>
              <a:rPr sz="1800" dirty="0">
                <a:latin typeface="Arial MT"/>
                <a:cs typeface="Arial MT"/>
              </a:rPr>
              <a:t>write-</a:t>
            </a:r>
            <a:r>
              <a:rPr sz="1800" spc="-10" dirty="0">
                <a:latin typeface="Arial MT"/>
                <a:cs typeface="Arial MT"/>
              </a:rPr>
              <a:t>through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1016000" cy="1397000"/>
            <a:chOff x="2654947" y="1511553"/>
            <a:chExt cx="10160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1" name="object 11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19539" y="2285745"/>
            <a:ext cx="3810000" cy="1295400"/>
          </a:xfrm>
          <a:custGeom>
            <a:avLst/>
            <a:gdLst/>
            <a:ahLst/>
            <a:cxnLst/>
            <a:rect l="l" t="t" r="r" b="b"/>
            <a:pathLst>
              <a:path w="3810000" h="1295400">
                <a:moveTo>
                  <a:pt x="393954" y="0"/>
                </a:moveTo>
                <a:lnTo>
                  <a:pt x="368808" y="0"/>
                </a:lnTo>
                <a:lnTo>
                  <a:pt x="368808" y="228600"/>
                </a:lnTo>
                <a:lnTo>
                  <a:pt x="393954" y="228600"/>
                </a:lnTo>
                <a:lnTo>
                  <a:pt x="393954" y="0"/>
                </a:lnTo>
                <a:close/>
              </a:path>
              <a:path w="3810000" h="1295400">
                <a:moveTo>
                  <a:pt x="3810000" y="876300"/>
                </a:moveTo>
                <a:lnTo>
                  <a:pt x="393954" y="876300"/>
                </a:lnTo>
                <a:lnTo>
                  <a:pt x="393954" y="609600"/>
                </a:lnTo>
                <a:lnTo>
                  <a:pt x="368808" y="609600"/>
                </a:lnTo>
                <a:lnTo>
                  <a:pt x="368808" y="876300"/>
                </a:lnTo>
                <a:lnTo>
                  <a:pt x="0" y="876300"/>
                </a:lnTo>
                <a:lnTo>
                  <a:pt x="0" y="952500"/>
                </a:lnTo>
                <a:lnTo>
                  <a:pt x="1283208" y="952500"/>
                </a:lnTo>
                <a:lnTo>
                  <a:pt x="1283208" y="1295400"/>
                </a:lnTo>
                <a:lnTo>
                  <a:pt x="1308354" y="1295400"/>
                </a:lnTo>
                <a:lnTo>
                  <a:pt x="1308354" y="952500"/>
                </a:lnTo>
                <a:lnTo>
                  <a:pt x="3810000" y="952500"/>
                </a:lnTo>
                <a:lnTo>
                  <a:pt x="3810000" y="876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55335" y="1511553"/>
            <a:ext cx="787400" cy="786765"/>
            <a:chOff x="5855335" y="1511553"/>
            <a:chExt cx="787400" cy="786765"/>
          </a:xfrm>
        </p:grpSpPr>
        <p:sp>
          <p:nvSpPr>
            <p:cNvPr id="17" name="object 17"/>
            <p:cNvSpPr/>
            <p:nvPr/>
          </p:nvSpPr>
          <p:spPr>
            <a:xfrm>
              <a:off x="5867527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n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1" name="object 21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031869" y="2126488"/>
            <a:ext cx="2362200" cy="1683385"/>
          </a:xfrm>
          <a:custGeom>
            <a:avLst/>
            <a:gdLst/>
            <a:ahLst/>
            <a:cxnLst/>
            <a:rect l="l" t="t" r="r" b="b"/>
            <a:pathLst>
              <a:path w="2362200" h="1683385">
                <a:moveTo>
                  <a:pt x="102870" y="1638844"/>
                </a:moveTo>
                <a:lnTo>
                  <a:pt x="102870" y="1556004"/>
                </a:lnTo>
                <a:lnTo>
                  <a:pt x="56388" y="1557391"/>
                </a:lnTo>
                <a:lnTo>
                  <a:pt x="53340" y="1557482"/>
                </a:lnTo>
                <a:lnTo>
                  <a:pt x="51816" y="1557528"/>
                </a:lnTo>
                <a:lnTo>
                  <a:pt x="51291" y="1532865"/>
                </a:lnTo>
                <a:lnTo>
                  <a:pt x="0" y="1535430"/>
                </a:lnTo>
                <a:lnTo>
                  <a:pt x="83058" y="1683258"/>
                </a:lnTo>
                <a:lnTo>
                  <a:pt x="102870" y="1638844"/>
                </a:lnTo>
                <a:close/>
              </a:path>
              <a:path w="2362200" h="1683385">
                <a:moveTo>
                  <a:pt x="2311050" y="842311"/>
                </a:moveTo>
                <a:lnTo>
                  <a:pt x="2311050" y="597764"/>
                </a:lnTo>
                <a:lnTo>
                  <a:pt x="2309505" y="643706"/>
                </a:lnTo>
                <a:lnTo>
                  <a:pt x="2304792" y="688831"/>
                </a:lnTo>
                <a:lnTo>
                  <a:pt x="2296541" y="732862"/>
                </a:lnTo>
                <a:lnTo>
                  <a:pt x="2284276" y="775776"/>
                </a:lnTo>
                <a:lnTo>
                  <a:pt x="2267932" y="816535"/>
                </a:lnTo>
                <a:lnTo>
                  <a:pt x="2246832" y="855626"/>
                </a:lnTo>
                <a:lnTo>
                  <a:pt x="2220706" y="892517"/>
                </a:lnTo>
                <a:lnTo>
                  <a:pt x="2189182" y="926932"/>
                </a:lnTo>
                <a:lnTo>
                  <a:pt x="2151888" y="958596"/>
                </a:lnTo>
                <a:lnTo>
                  <a:pt x="2112264" y="985266"/>
                </a:lnTo>
                <a:lnTo>
                  <a:pt x="2048937" y="1015711"/>
                </a:lnTo>
                <a:lnTo>
                  <a:pt x="1996163" y="1033748"/>
                </a:lnTo>
                <a:lnTo>
                  <a:pt x="1942195" y="1048308"/>
                </a:lnTo>
                <a:lnTo>
                  <a:pt x="1889760" y="1059942"/>
                </a:lnTo>
                <a:lnTo>
                  <a:pt x="1837944" y="1069848"/>
                </a:lnTo>
                <a:lnTo>
                  <a:pt x="1782318" y="1078230"/>
                </a:lnTo>
                <a:lnTo>
                  <a:pt x="1732333" y="1084886"/>
                </a:lnTo>
                <a:lnTo>
                  <a:pt x="1682233" y="1090817"/>
                </a:lnTo>
                <a:lnTo>
                  <a:pt x="1632033" y="1096090"/>
                </a:lnTo>
                <a:lnTo>
                  <a:pt x="1581747" y="1100768"/>
                </a:lnTo>
                <a:lnTo>
                  <a:pt x="1531391" y="1104919"/>
                </a:lnTo>
                <a:lnTo>
                  <a:pt x="1480979" y="1108606"/>
                </a:lnTo>
                <a:lnTo>
                  <a:pt x="1430526" y="1111896"/>
                </a:lnTo>
                <a:lnTo>
                  <a:pt x="1380047" y="1114853"/>
                </a:lnTo>
                <a:lnTo>
                  <a:pt x="1329558" y="1117544"/>
                </a:lnTo>
                <a:lnTo>
                  <a:pt x="1279072" y="1120033"/>
                </a:lnTo>
                <a:lnTo>
                  <a:pt x="1228605" y="1122386"/>
                </a:lnTo>
                <a:lnTo>
                  <a:pt x="1127788" y="1126946"/>
                </a:lnTo>
                <a:lnTo>
                  <a:pt x="1014222" y="1132225"/>
                </a:lnTo>
                <a:lnTo>
                  <a:pt x="949452" y="1135272"/>
                </a:lnTo>
                <a:lnTo>
                  <a:pt x="886206" y="1138317"/>
                </a:lnTo>
                <a:lnTo>
                  <a:pt x="822198" y="1141476"/>
                </a:lnTo>
                <a:lnTo>
                  <a:pt x="762000" y="1146048"/>
                </a:lnTo>
                <a:lnTo>
                  <a:pt x="713477" y="1149553"/>
                </a:lnTo>
                <a:lnTo>
                  <a:pt x="664685" y="1153463"/>
                </a:lnTo>
                <a:lnTo>
                  <a:pt x="615788" y="1158109"/>
                </a:lnTo>
                <a:lnTo>
                  <a:pt x="566953" y="1163827"/>
                </a:lnTo>
                <a:lnTo>
                  <a:pt x="518346" y="1170949"/>
                </a:lnTo>
                <a:lnTo>
                  <a:pt x="470133" y="1179810"/>
                </a:lnTo>
                <a:lnTo>
                  <a:pt x="422481" y="1190743"/>
                </a:lnTo>
                <a:lnTo>
                  <a:pt x="375554" y="1204082"/>
                </a:lnTo>
                <a:lnTo>
                  <a:pt x="329519" y="1220161"/>
                </a:lnTo>
                <a:lnTo>
                  <a:pt x="284543" y="1239313"/>
                </a:lnTo>
                <a:lnTo>
                  <a:pt x="240792" y="1261872"/>
                </a:lnTo>
                <a:lnTo>
                  <a:pt x="179274" y="1300517"/>
                </a:lnTo>
                <a:lnTo>
                  <a:pt x="144113" y="1330231"/>
                </a:lnTo>
                <a:lnTo>
                  <a:pt x="113347" y="1363913"/>
                </a:lnTo>
                <a:lnTo>
                  <a:pt x="87872" y="1401504"/>
                </a:lnTo>
                <a:lnTo>
                  <a:pt x="68587" y="1442947"/>
                </a:lnTo>
                <a:lnTo>
                  <a:pt x="56388" y="1488186"/>
                </a:lnTo>
                <a:lnTo>
                  <a:pt x="51054" y="1521714"/>
                </a:lnTo>
                <a:lnTo>
                  <a:pt x="51291" y="1532865"/>
                </a:lnTo>
                <a:lnTo>
                  <a:pt x="102108" y="1530324"/>
                </a:lnTo>
                <a:lnTo>
                  <a:pt x="102108" y="1527810"/>
                </a:lnTo>
                <a:lnTo>
                  <a:pt x="103632" y="1513332"/>
                </a:lnTo>
                <a:lnTo>
                  <a:pt x="120616" y="1450011"/>
                </a:lnTo>
                <a:lnTo>
                  <a:pt x="143683" y="1407907"/>
                </a:lnTo>
                <a:lnTo>
                  <a:pt x="174183" y="1371859"/>
                </a:lnTo>
                <a:lnTo>
                  <a:pt x="211182" y="1340426"/>
                </a:lnTo>
                <a:lnTo>
                  <a:pt x="253746" y="1312164"/>
                </a:lnTo>
                <a:lnTo>
                  <a:pt x="275844" y="1300734"/>
                </a:lnTo>
                <a:lnTo>
                  <a:pt x="321950" y="1278226"/>
                </a:lnTo>
                <a:lnTo>
                  <a:pt x="369480" y="1259569"/>
                </a:lnTo>
                <a:lnTo>
                  <a:pt x="418215" y="1244322"/>
                </a:lnTo>
                <a:lnTo>
                  <a:pt x="467937" y="1232048"/>
                </a:lnTo>
                <a:lnTo>
                  <a:pt x="518346" y="1222324"/>
                </a:lnTo>
                <a:lnTo>
                  <a:pt x="569466" y="1214664"/>
                </a:lnTo>
                <a:lnTo>
                  <a:pt x="620835" y="1208677"/>
                </a:lnTo>
                <a:lnTo>
                  <a:pt x="672316" y="1203908"/>
                </a:lnTo>
                <a:lnTo>
                  <a:pt x="723691" y="1199920"/>
                </a:lnTo>
                <a:lnTo>
                  <a:pt x="774740" y="1196273"/>
                </a:lnTo>
                <a:lnTo>
                  <a:pt x="825246" y="1192530"/>
                </a:lnTo>
                <a:lnTo>
                  <a:pt x="886206" y="1188720"/>
                </a:lnTo>
                <a:lnTo>
                  <a:pt x="947166" y="1185782"/>
                </a:lnTo>
                <a:lnTo>
                  <a:pt x="1011936" y="1182731"/>
                </a:lnTo>
                <a:lnTo>
                  <a:pt x="1079754" y="1179576"/>
                </a:lnTo>
                <a:lnTo>
                  <a:pt x="1146048" y="1177290"/>
                </a:lnTo>
                <a:lnTo>
                  <a:pt x="1195747" y="1174835"/>
                </a:lnTo>
                <a:lnTo>
                  <a:pt x="1296119" y="1169962"/>
                </a:lnTo>
                <a:lnTo>
                  <a:pt x="1346672" y="1167390"/>
                </a:lnTo>
                <a:lnTo>
                  <a:pt x="1397389" y="1164626"/>
                </a:lnTo>
                <a:lnTo>
                  <a:pt x="1448211" y="1161592"/>
                </a:lnTo>
                <a:lnTo>
                  <a:pt x="1499078" y="1158212"/>
                </a:lnTo>
                <a:lnTo>
                  <a:pt x="1549929" y="1154408"/>
                </a:lnTo>
                <a:lnTo>
                  <a:pt x="1600705" y="1150104"/>
                </a:lnTo>
                <a:lnTo>
                  <a:pt x="1651347" y="1145223"/>
                </a:lnTo>
                <a:lnTo>
                  <a:pt x="1701793" y="1139688"/>
                </a:lnTo>
                <a:lnTo>
                  <a:pt x="1751984" y="1133423"/>
                </a:lnTo>
                <a:lnTo>
                  <a:pt x="1801860" y="1126349"/>
                </a:lnTo>
                <a:lnTo>
                  <a:pt x="1851361" y="1118391"/>
                </a:lnTo>
                <a:lnTo>
                  <a:pt x="1900428" y="1109472"/>
                </a:lnTo>
                <a:lnTo>
                  <a:pt x="1951482" y="1098042"/>
                </a:lnTo>
                <a:lnTo>
                  <a:pt x="1999742" y="1085603"/>
                </a:lnTo>
                <a:lnTo>
                  <a:pt x="2048160" y="1070114"/>
                </a:lnTo>
                <a:lnTo>
                  <a:pt x="2095292" y="1051254"/>
                </a:lnTo>
                <a:lnTo>
                  <a:pt x="2139696" y="1028700"/>
                </a:lnTo>
                <a:lnTo>
                  <a:pt x="2184654" y="997458"/>
                </a:lnTo>
                <a:lnTo>
                  <a:pt x="2245903" y="940914"/>
                </a:lnTo>
                <a:lnTo>
                  <a:pt x="2275825" y="903380"/>
                </a:lnTo>
                <a:lnTo>
                  <a:pt x="2300664" y="863754"/>
                </a:lnTo>
                <a:lnTo>
                  <a:pt x="2311050" y="842311"/>
                </a:lnTo>
                <a:close/>
              </a:path>
              <a:path w="2362200" h="1683385">
                <a:moveTo>
                  <a:pt x="152400" y="1527810"/>
                </a:moveTo>
                <a:lnTo>
                  <a:pt x="53340" y="1532763"/>
                </a:lnTo>
                <a:lnTo>
                  <a:pt x="51291" y="1532865"/>
                </a:lnTo>
                <a:lnTo>
                  <a:pt x="51816" y="1557528"/>
                </a:lnTo>
                <a:lnTo>
                  <a:pt x="102108" y="1556026"/>
                </a:lnTo>
                <a:lnTo>
                  <a:pt x="102108" y="1527809"/>
                </a:lnTo>
                <a:lnTo>
                  <a:pt x="102870" y="1556004"/>
                </a:lnTo>
                <a:lnTo>
                  <a:pt x="102870" y="1638844"/>
                </a:lnTo>
                <a:lnTo>
                  <a:pt x="152400" y="1527810"/>
                </a:lnTo>
                <a:close/>
              </a:path>
              <a:path w="2362200" h="1683385">
                <a:moveTo>
                  <a:pt x="102870" y="1556004"/>
                </a:moveTo>
                <a:lnTo>
                  <a:pt x="102108" y="1527809"/>
                </a:lnTo>
                <a:lnTo>
                  <a:pt x="102108" y="1556026"/>
                </a:lnTo>
                <a:lnTo>
                  <a:pt x="102870" y="1556004"/>
                </a:lnTo>
                <a:close/>
              </a:path>
              <a:path w="2362200" h="1683385">
                <a:moveTo>
                  <a:pt x="2361762" y="595228"/>
                </a:moveTo>
                <a:lnTo>
                  <a:pt x="2360369" y="545592"/>
                </a:lnTo>
                <a:lnTo>
                  <a:pt x="2360369" y="546839"/>
                </a:lnTo>
                <a:lnTo>
                  <a:pt x="2356688" y="499642"/>
                </a:lnTo>
                <a:lnTo>
                  <a:pt x="2350893" y="451767"/>
                </a:lnTo>
                <a:lnTo>
                  <a:pt x="2343373" y="404151"/>
                </a:lnTo>
                <a:lnTo>
                  <a:pt x="2334464" y="357029"/>
                </a:lnTo>
                <a:lnTo>
                  <a:pt x="2324502" y="310636"/>
                </a:lnTo>
                <a:lnTo>
                  <a:pt x="2313823" y="265208"/>
                </a:lnTo>
                <a:lnTo>
                  <a:pt x="2302764" y="220979"/>
                </a:lnTo>
                <a:lnTo>
                  <a:pt x="2283714" y="147828"/>
                </a:lnTo>
                <a:lnTo>
                  <a:pt x="2241042" y="0"/>
                </a:lnTo>
                <a:lnTo>
                  <a:pt x="2192274" y="14478"/>
                </a:lnTo>
                <a:lnTo>
                  <a:pt x="2234946" y="161544"/>
                </a:lnTo>
                <a:lnTo>
                  <a:pt x="2253996" y="233934"/>
                </a:lnTo>
                <a:lnTo>
                  <a:pt x="2264406" y="276473"/>
                </a:lnTo>
                <a:lnTo>
                  <a:pt x="2274624" y="320404"/>
                </a:lnTo>
                <a:lnTo>
                  <a:pt x="2284276" y="365452"/>
                </a:lnTo>
                <a:lnTo>
                  <a:pt x="2292991" y="411340"/>
                </a:lnTo>
                <a:lnTo>
                  <a:pt x="2300398" y="457791"/>
                </a:lnTo>
                <a:lnTo>
                  <a:pt x="2306125" y="504530"/>
                </a:lnTo>
                <a:lnTo>
                  <a:pt x="2309799" y="551279"/>
                </a:lnTo>
                <a:lnTo>
                  <a:pt x="2311050" y="597764"/>
                </a:lnTo>
                <a:lnTo>
                  <a:pt x="2311050" y="842311"/>
                </a:lnTo>
                <a:lnTo>
                  <a:pt x="2320756" y="822271"/>
                </a:lnTo>
                <a:lnTo>
                  <a:pt x="2336437" y="779166"/>
                </a:lnTo>
                <a:lnTo>
                  <a:pt x="2348042" y="734674"/>
                </a:lnTo>
                <a:lnTo>
                  <a:pt x="2355907" y="689030"/>
                </a:lnTo>
                <a:lnTo>
                  <a:pt x="2360369" y="642470"/>
                </a:lnTo>
                <a:lnTo>
                  <a:pt x="2361762" y="595228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930271" y="3289554"/>
            <a:ext cx="15589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D8D8EC"/>
                </a:solidFill>
                <a:latin typeface="Verdana"/>
                <a:cs typeface="Verdana"/>
              </a:rPr>
              <a:t>Cache-Memory Transition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00539" y="2819146"/>
            <a:ext cx="1450975" cy="527685"/>
          </a:xfrm>
          <a:custGeom>
            <a:avLst/>
            <a:gdLst/>
            <a:ahLst/>
            <a:cxnLst/>
            <a:rect l="l" t="t" r="r" b="b"/>
            <a:pathLst>
              <a:path w="1450975" h="527685">
                <a:moveTo>
                  <a:pt x="143256" y="92963"/>
                </a:moveTo>
                <a:lnTo>
                  <a:pt x="0" y="0"/>
                </a:lnTo>
                <a:lnTo>
                  <a:pt x="11430" y="170687"/>
                </a:lnTo>
                <a:lnTo>
                  <a:pt x="42672" y="152267"/>
                </a:lnTo>
                <a:lnTo>
                  <a:pt x="42672" y="122681"/>
                </a:lnTo>
                <a:lnTo>
                  <a:pt x="86106" y="96773"/>
                </a:lnTo>
                <a:lnTo>
                  <a:pt x="99351" y="118849"/>
                </a:lnTo>
                <a:lnTo>
                  <a:pt x="143256" y="92963"/>
                </a:lnTo>
                <a:close/>
              </a:path>
              <a:path w="1450975" h="527685">
                <a:moveTo>
                  <a:pt x="99351" y="118849"/>
                </a:moveTo>
                <a:lnTo>
                  <a:pt x="86106" y="96773"/>
                </a:lnTo>
                <a:lnTo>
                  <a:pt x="42672" y="122681"/>
                </a:lnTo>
                <a:lnTo>
                  <a:pt x="55859" y="144492"/>
                </a:lnTo>
                <a:lnTo>
                  <a:pt x="99351" y="118849"/>
                </a:lnTo>
                <a:close/>
              </a:path>
              <a:path w="1450975" h="527685">
                <a:moveTo>
                  <a:pt x="55859" y="144492"/>
                </a:moveTo>
                <a:lnTo>
                  <a:pt x="42672" y="122681"/>
                </a:lnTo>
                <a:lnTo>
                  <a:pt x="42672" y="152267"/>
                </a:lnTo>
                <a:lnTo>
                  <a:pt x="55859" y="144492"/>
                </a:lnTo>
                <a:close/>
              </a:path>
              <a:path w="1450975" h="527685">
                <a:moveTo>
                  <a:pt x="1450848" y="483107"/>
                </a:moveTo>
                <a:lnTo>
                  <a:pt x="1445514" y="432053"/>
                </a:lnTo>
                <a:lnTo>
                  <a:pt x="1305306" y="446531"/>
                </a:lnTo>
                <a:lnTo>
                  <a:pt x="1235964" y="452627"/>
                </a:lnTo>
                <a:lnTo>
                  <a:pt x="1189562" y="456204"/>
                </a:lnTo>
                <a:lnTo>
                  <a:pt x="1141915" y="460026"/>
                </a:lnTo>
                <a:lnTo>
                  <a:pt x="1093208" y="463892"/>
                </a:lnTo>
                <a:lnTo>
                  <a:pt x="1043625" y="467601"/>
                </a:lnTo>
                <a:lnTo>
                  <a:pt x="993720" y="470928"/>
                </a:lnTo>
                <a:lnTo>
                  <a:pt x="942565" y="473744"/>
                </a:lnTo>
                <a:lnTo>
                  <a:pt x="891457" y="475775"/>
                </a:lnTo>
                <a:lnTo>
                  <a:pt x="840210" y="476844"/>
                </a:lnTo>
                <a:lnTo>
                  <a:pt x="789008" y="476749"/>
                </a:lnTo>
                <a:lnTo>
                  <a:pt x="738034" y="475290"/>
                </a:lnTo>
                <a:lnTo>
                  <a:pt x="687473" y="472264"/>
                </a:lnTo>
                <a:lnTo>
                  <a:pt x="637509" y="467472"/>
                </a:lnTo>
                <a:lnTo>
                  <a:pt x="588327" y="460711"/>
                </a:lnTo>
                <a:lnTo>
                  <a:pt x="540111" y="451780"/>
                </a:lnTo>
                <a:lnTo>
                  <a:pt x="493044" y="440478"/>
                </a:lnTo>
                <a:lnTo>
                  <a:pt x="447312" y="426604"/>
                </a:lnTo>
                <a:lnTo>
                  <a:pt x="403098" y="409955"/>
                </a:lnTo>
                <a:lnTo>
                  <a:pt x="364998" y="391667"/>
                </a:lnTo>
                <a:lnTo>
                  <a:pt x="322922" y="366040"/>
                </a:lnTo>
                <a:lnTo>
                  <a:pt x="284219" y="337890"/>
                </a:lnTo>
                <a:lnTo>
                  <a:pt x="248465" y="307259"/>
                </a:lnTo>
                <a:lnTo>
                  <a:pt x="215238" y="274190"/>
                </a:lnTo>
                <a:lnTo>
                  <a:pt x="184115" y="238725"/>
                </a:lnTo>
                <a:lnTo>
                  <a:pt x="154674" y="200908"/>
                </a:lnTo>
                <a:lnTo>
                  <a:pt x="126492" y="160781"/>
                </a:lnTo>
                <a:lnTo>
                  <a:pt x="104394" y="127253"/>
                </a:lnTo>
                <a:lnTo>
                  <a:pt x="99351" y="118849"/>
                </a:lnTo>
                <a:lnTo>
                  <a:pt x="55859" y="144492"/>
                </a:lnTo>
                <a:lnTo>
                  <a:pt x="84582" y="189737"/>
                </a:lnTo>
                <a:lnTo>
                  <a:pt x="114306" y="232114"/>
                </a:lnTo>
                <a:lnTo>
                  <a:pt x="146144" y="272629"/>
                </a:lnTo>
                <a:lnTo>
                  <a:pt x="180240" y="310978"/>
                </a:lnTo>
                <a:lnTo>
                  <a:pt x="216742" y="346857"/>
                </a:lnTo>
                <a:lnTo>
                  <a:pt x="255795" y="379961"/>
                </a:lnTo>
                <a:lnTo>
                  <a:pt x="297545" y="409985"/>
                </a:lnTo>
                <a:lnTo>
                  <a:pt x="342138" y="436625"/>
                </a:lnTo>
                <a:lnTo>
                  <a:pt x="383286" y="456437"/>
                </a:lnTo>
                <a:lnTo>
                  <a:pt x="426597" y="473608"/>
                </a:lnTo>
                <a:lnTo>
                  <a:pt x="472252" y="487991"/>
                </a:lnTo>
                <a:lnTo>
                  <a:pt x="519960" y="499783"/>
                </a:lnTo>
                <a:lnTo>
                  <a:pt x="569430" y="509183"/>
                </a:lnTo>
                <a:lnTo>
                  <a:pt x="620372" y="516388"/>
                </a:lnTo>
                <a:lnTo>
                  <a:pt x="672493" y="521597"/>
                </a:lnTo>
                <a:lnTo>
                  <a:pt x="725505" y="525006"/>
                </a:lnTo>
                <a:lnTo>
                  <a:pt x="779114" y="526814"/>
                </a:lnTo>
                <a:lnTo>
                  <a:pt x="833032" y="527219"/>
                </a:lnTo>
                <a:lnTo>
                  <a:pt x="886966" y="526419"/>
                </a:lnTo>
                <a:lnTo>
                  <a:pt x="940625" y="524610"/>
                </a:lnTo>
                <a:lnTo>
                  <a:pt x="993349" y="522011"/>
                </a:lnTo>
                <a:lnTo>
                  <a:pt x="1045959" y="518763"/>
                </a:lnTo>
                <a:lnTo>
                  <a:pt x="1097051" y="515119"/>
                </a:lnTo>
                <a:lnTo>
                  <a:pt x="1146705" y="511259"/>
                </a:lnTo>
                <a:lnTo>
                  <a:pt x="1240536" y="503681"/>
                </a:lnTo>
                <a:lnTo>
                  <a:pt x="1450848" y="483107"/>
                </a:lnTo>
                <a:close/>
              </a:path>
            </a:pathLst>
          </a:custGeom>
          <a:solidFill>
            <a:srgbClr val="7E9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20271" y="3213354"/>
            <a:ext cx="14236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7D9CE8"/>
                </a:solidFill>
                <a:latin typeface="Verdana"/>
                <a:cs typeface="Verdana"/>
              </a:rPr>
              <a:t>Bus</a:t>
            </a:r>
            <a:r>
              <a:rPr sz="1600" spc="-45" dirty="0">
                <a:solidFill>
                  <a:srgbClr val="7D9CE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7D9CE8"/>
                </a:solidFill>
                <a:latin typeface="Verdana"/>
                <a:cs typeface="Verdana"/>
              </a:rPr>
              <a:t>Snooping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92997" y="2411699"/>
            <a:ext cx="234950" cy="666750"/>
            <a:chOff x="2292997" y="2411699"/>
            <a:chExt cx="234950" cy="666750"/>
          </a:xfrm>
        </p:grpSpPr>
        <p:sp>
          <p:nvSpPr>
            <p:cNvPr id="30" name="object 30"/>
            <p:cNvSpPr/>
            <p:nvPr/>
          </p:nvSpPr>
          <p:spPr>
            <a:xfrm>
              <a:off x="2302141" y="2421381"/>
              <a:ext cx="216535" cy="215900"/>
            </a:xfrm>
            <a:custGeom>
              <a:avLst/>
              <a:gdLst/>
              <a:ahLst/>
              <a:cxnLst/>
              <a:rect l="l" t="t" r="r" b="b"/>
              <a:pathLst>
                <a:path w="216535" h="215900">
                  <a:moveTo>
                    <a:pt x="216408" y="107441"/>
                  </a:moveTo>
                  <a:lnTo>
                    <a:pt x="207859" y="65579"/>
                  </a:lnTo>
                  <a:lnTo>
                    <a:pt x="184594" y="31432"/>
                  </a:lnTo>
                  <a:lnTo>
                    <a:pt x="150185" y="8429"/>
                  </a:lnTo>
                  <a:lnTo>
                    <a:pt x="108204" y="0"/>
                  </a:lnTo>
                  <a:lnTo>
                    <a:pt x="66222" y="8429"/>
                  </a:lnTo>
                  <a:lnTo>
                    <a:pt x="31813" y="31432"/>
                  </a:lnTo>
                  <a:lnTo>
                    <a:pt x="8548" y="65579"/>
                  </a:lnTo>
                  <a:lnTo>
                    <a:pt x="0" y="107441"/>
                  </a:lnTo>
                  <a:lnTo>
                    <a:pt x="8548" y="149423"/>
                  </a:lnTo>
                  <a:lnTo>
                    <a:pt x="31813" y="183832"/>
                  </a:lnTo>
                  <a:lnTo>
                    <a:pt x="66222" y="207097"/>
                  </a:lnTo>
                  <a:lnTo>
                    <a:pt x="108204" y="215645"/>
                  </a:lnTo>
                  <a:lnTo>
                    <a:pt x="150185" y="207097"/>
                  </a:lnTo>
                  <a:lnTo>
                    <a:pt x="184594" y="183832"/>
                  </a:lnTo>
                  <a:lnTo>
                    <a:pt x="207859" y="149423"/>
                  </a:lnTo>
                  <a:lnTo>
                    <a:pt x="216408" y="107441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92997" y="2411699"/>
              <a:ext cx="234950" cy="234950"/>
            </a:xfrm>
            <a:custGeom>
              <a:avLst/>
              <a:gdLst/>
              <a:ahLst/>
              <a:cxnLst/>
              <a:rect l="l" t="t" r="r" b="b"/>
              <a:pathLst>
                <a:path w="234950" h="234950">
                  <a:moveTo>
                    <a:pt x="234696" y="117124"/>
                  </a:moveTo>
                  <a:lnTo>
                    <a:pt x="215237" y="52481"/>
                  </a:lnTo>
                  <a:lnTo>
                    <a:pt x="188057" y="23232"/>
                  </a:lnTo>
                  <a:lnTo>
                    <a:pt x="117067" y="0"/>
                  </a:lnTo>
                  <a:lnTo>
                    <a:pt x="79950" y="5993"/>
                  </a:lnTo>
                  <a:lnTo>
                    <a:pt x="46217" y="23709"/>
                  </a:lnTo>
                  <a:lnTo>
                    <a:pt x="19213" y="53137"/>
                  </a:lnTo>
                  <a:lnTo>
                    <a:pt x="2285" y="94264"/>
                  </a:lnTo>
                  <a:lnTo>
                    <a:pt x="0" y="117886"/>
                  </a:lnTo>
                  <a:lnTo>
                    <a:pt x="762" y="130078"/>
                  </a:lnTo>
                  <a:lnTo>
                    <a:pt x="2286" y="141508"/>
                  </a:lnTo>
                  <a:lnTo>
                    <a:pt x="5334" y="152938"/>
                  </a:lnTo>
                  <a:lnTo>
                    <a:pt x="19050" y="178748"/>
                  </a:lnTo>
                  <a:lnTo>
                    <a:pt x="19050" y="117124"/>
                  </a:lnTo>
                  <a:lnTo>
                    <a:pt x="19812" y="106456"/>
                  </a:lnTo>
                  <a:lnTo>
                    <a:pt x="36315" y="61570"/>
                  </a:lnTo>
                  <a:lnTo>
                    <a:pt x="90076" y="22704"/>
                  </a:lnTo>
                  <a:lnTo>
                    <a:pt x="122529" y="19245"/>
                  </a:lnTo>
                  <a:lnTo>
                    <a:pt x="154218" y="26154"/>
                  </a:lnTo>
                  <a:lnTo>
                    <a:pt x="154477" y="26211"/>
                  </a:lnTo>
                  <a:lnTo>
                    <a:pt x="182756" y="43433"/>
                  </a:lnTo>
                  <a:lnTo>
                    <a:pt x="204200" y="70746"/>
                  </a:lnTo>
                  <a:lnTo>
                    <a:pt x="215646" y="107980"/>
                  </a:lnTo>
                  <a:lnTo>
                    <a:pt x="215646" y="179056"/>
                  </a:lnTo>
                  <a:lnTo>
                    <a:pt x="227245" y="158011"/>
                  </a:lnTo>
                  <a:lnTo>
                    <a:pt x="234696" y="117124"/>
                  </a:lnTo>
                  <a:close/>
                </a:path>
                <a:path w="234950" h="234950">
                  <a:moveTo>
                    <a:pt x="215646" y="179056"/>
                  </a:moveTo>
                  <a:lnTo>
                    <a:pt x="215646" y="117886"/>
                  </a:lnTo>
                  <a:lnTo>
                    <a:pt x="214884" y="127792"/>
                  </a:lnTo>
                  <a:lnTo>
                    <a:pt x="201817" y="167802"/>
                  </a:lnTo>
                  <a:lnTo>
                    <a:pt x="176943" y="195970"/>
                  </a:lnTo>
                  <a:lnTo>
                    <a:pt x="144473" y="211920"/>
                  </a:lnTo>
                  <a:lnTo>
                    <a:pt x="108618" y="215281"/>
                  </a:lnTo>
                  <a:lnTo>
                    <a:pt x="73590" y="205677"/>
                  </a:lnTo>
                  <a:lnTo>
                    <a:pt x="43600" y="182734"/>
                  </a:lnTo>
                  <a:lnTo>
                    <a:pt x="22860" y="146080"/>
                  </a:lnTo>
                  <a:lnTo>
                    <a:pt x="20574" y="136936"/>
                  </a:lnTo>
                  <a:lnTo>
                    <a:pt x="19050" y="127030"/>
                  </a:lnTo>
                  <a:lnTo>
                    <a:pt x="19050" y="178748"/>
                  </a:lnTo>
                  <a:lnTo>
                    <a:pt x="24821" y="189609"/>
                  </a:lnTo>
                  <a:lnTo>
                    <a:pt x="51816" y="215182"/>
                  </a:lnTo>
                  <a:lnTo>
                    <a:pt x="83743" y="230058"/>
                  </a:lnTo>
                  <a:lnTo>
                    <a:pt x="118028" y="234637"/>
                  </a:lnTo>
                  <a:lnTo>
                    <a:pt x="152095" y="229321"/>
                  </a:lnTo>
                  <a:lnTo>
                    <a:pt x="183371" y="214510"/>
                  </a:lnTo>
                  <a:lnTo>
                    <a:pt x="209279" y="190606"/>
                  </a:lnTo>
                  <a:lnTo>
                    <a:pt x="215646" y="179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02141" y="2852673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108203"/>
                  </a:moveTo>
                  <a:lnTo>
                    <a:pt x="207859" y="66222"/>
                  </a:lnTo>
                  <a:lnTo>
                    <a:pt x="184594" y="31813"/>
                  </a:lnTo>
                  <a:lnTo>
                    <a:pt x="150185" y="8548"/>
                  </a:lnTo>
                  <a:lnTo>
                    <a:pt x="108204" y="0"/>
                  </a:lnTo>
                  <a:lnTo>
                    <a:pt x="66222" y="8548"/>
                  </a:lnTo>
                  <a:lnTo>
                    <a:pt x="31813" y="31813"/>
                  </a:lnTo>
                  <a:lnTo>
                    <a:pt x="8548" y="66222"/>
                  </a:lnTo>
                  <a:lnTo>
                    <a:pt x="0" y="108203"/>
                  </a:lnTo>
                  <a:lnTo>
                    <a:pt x="8548" y="150185"/>
                  </a:lnTo>
                  <a:lnTo>
                    <a:pt x="31813" y="184594"/>
                  </a:lnTo>
                  <a:lnTo>
                    <a:pt x="66222" y="207859"/>
                  </a:lnTo>
                  <a:lnTo>
                    <a:pt x="108204" y="216407"/>
                  </a:lnTo>
                  <a:lnTo>
                    <a:pt x="150185" y="207859"/>
                  </a:lnTo>
                  <a:lnTo>
                    <a:pt x="184594" y="184594"/>
                  </a:lnTo>
                  <a:lnTo>
                    <a:pt x="207859" y="150185"/>
                  </a:lnTo>
                  <a:lnTo>
                    <a:pt x="216408" y="108203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92985" y="2637027"/>
              <a:ext cx="234950" cy="441325"/>
            </a:xfrm>
            <a:custGeom>
              <a:avLst/>
              <a:gdLst/>
              <a:ahLst/>
              <a:cxnLst/>
              <a:rect l="l" t="t" r="r" b="b"/>
              <a:pathLst>
                <a:path w="234950" h="441325">
                  <a:moveTo>
                    <a:pt x="234696" y="323088"/>
                  </a:moveTo>
                  <a:lnTo>
                    <a:pt x="233934" y="311658"/>
                  </a:lnTo>
                  <a:lnTo>
                    <a:pt x="232410" y="299466"/>
                  </a:lnTo>
                  <a:lnTo>
                    <a:pt x="215646" y="259816"/>
                  </a:lnTo>
                  <a:lnTo>
                    <a:pt x="215646" y="313944"/>
                  </a:lnTo>
                  <a:lnTo>
                    <a:pt x="215646" y="324612"/>
                  </a:lnTo>
                  <a:lnTo>
                    <a:pt x="201866" y="374307"/>
                  </a:lnTo>
                  <a:lnTo>
                    <a:pt x="144614" y="418261"/>
                  </a:lnTo>
                  <a:lnTo>
                    <a:pt x="108788" y="421652"/>
                  </a:lnTo>
                  <a:lnTo>
                    <a:pt x="73748" y="412140"/>
                  </a:lnTo>
                  <a:lnTo>
                    <a:pt x="43713" y="389318"/>
                  </a:lnTo>
                  <a:lnTo>
                    <a:pt x="22860" y="352806"/>
                  </a:lnTo>
                  <a:lnTo>
                    <a:pt x="20574" y="342900"/>
                  </a:lnTo>
                  <a:lnTo>
                    <a:pt x="19050" y="333756"/>
                  </a:lnTo>
                  <a:lnTo>
                    <a:pt x="19050" y="323088"/>
                  </a:lnTo>
                  <a:lnTo>
                    <a:pt x="39585" y="263398"/>
                  </a:lnTo>
                  <a:lnTo>
                    <a:pt x="68707" y="237820"/>
                  </a:lnTo>
                  <a:lnTo>
                    <a:pt x="104063" y="226225"/>
                  </a:lnTo>
                  <a:lnTo>
                    <a:pt x="141058" y="228346"/>
                  </a:lnTo>
                  <a:lnTo>
                    <a:pt x="175069" y="243865"/>
                  </a:lnTo>
                  <a:lnTo>
                    <a:pt x="201472" y="272503"/>
                  </a:lnTo>
                  <a:lnTo>
                    <a:pt x="215646" y="313944"/>
                  </a:lnTo>
                  <a:lnTo>
                    <a:pt x="215646" y="259816"/>
                  </a:lnTo>
                  <a:lnTo>
                    <a:pt x="215188" y="258724"/>
                  </a:lnTo>
                  <a:lnTo>
                    <a:pt x="187998" y="229641"/>
                  </a:lnTo>
                  <a:lnTo>
                    <a:pt x="160782" y="215646"/>
                  </a:lnTo>
                  <a:lnTo>
                    <a:pt x="163080" y="215646"/>
                  </a:lnTo>
                  <a:lnTo>
                    <a:pt x="163080" y="76200"/>
                  </a:lnTo>
                  <a:lnTo>
                    <a:pt x="192036" y="76200"/>
                  </a:lnTo>
                  <a:lnTo>
                    <a:pt x="153936" y="0"/>
                  </a:lnTo>
                  <a:lnTo>
                    <a:pt x="115836" y="76200"/>
                  </a:lnTo>
                  <a:lnTo>
                    <a:pt x="144030" y="76200"/>
                  </a:lnTo>
                  <a:lnTo>
                    <a:pt x="144030" y="210680"/>
                  </a:lnTo>
                  <a:lnTo>
                    <a:pt x="117055" y="206502"/>
                  </a:lnTo>
                  <a:lnTo>
                    <a:pt x="82588" y="212039"/>
                  </a:lnTo>
                  <a:lnTo>
                    <a:pt x="90690" y="195834"/>
                  </a:lnTo>
                  <a:lnTo>
                    <a:pt x="118884" y="139446"/>
                  </a:lnTo>
                  <a:lnTo>
                    <a:pt x="90690" y="139446"/>
                  </a:lnTo>
                  <a:lnTo>
                    <a:pt x="90690" y="0"/>
                  </a:lnTo>
                  <a:lnTo>
                    <a:pt x="71640" y="0"/>
                  </a:lnTo>
                  <a:lnTo>
                    <a:pt x="71640" y="139446"/>
                  </a:lnTo>
                  <a:lnTo>
                    <a:pt x="42684" y="139446"/>
                  </a:lnTo>
                  <a:lnTo>
                    <a:pt x="71640" y="197358"/>
                  </a:lnTo>
                  <a:lnTo>
                    <a:pt x="79349" y="212788"/>
                  </a:lnTo>
                  <a:lnTo>
                    <a:pt x="46266" y="230047"/>
                  </a:lnTo>
                  <a:lnTo>
                    <a:pt x="19265" y="259308"/>
                  </a:lnTo>
                  <a:lnTo>
                    <a:pt x="2286" y="300228"/>
                  </a:lnTo>
                  <a:lnTo>
                    <a:pt x="762" y="312420"/>
                  </a:lnTo>
                  <a:lnTo>
                    <a:pt x="0" y="324612"/>
                  </a:lnTo>
                  <a:lnTo>
                    <a:pt x="762" y="336042"/>
                  </a:lnTo>
                  <a:lnTo>
                    <a:pt x="19050" y="384924"/>
                  </a:lnTo>
                  <a:lnTo>
                    <a:pt x="51765" y="421462"/>
                  </a:lnTo>
                  <a:lnTo>
                    <a:pt x="118071" y="441032"/>
                  </a:lnTo>
                  <a:lnTo>
                    <a:pt x="152196" y="435711"/>
                  </a:lnTo>
                  <a:lnTo>
                    <a:pt x="183515" y="420852"/>
                  </a:lnTo>
                  <a:lnTo>
                    <a:pt x="209435" y="396862"/>
                  </a:lnTo>
                  <a:lnTo>
                    <a:pt x="215646" y="385508"/>
                  </a:lnTo>
                  <a:lnTo>
                    <a:pt x="227355" y="364134"/>
                  </a:lnTo>
                  <a:lnTo>
                    <a:pt x="234696" y="3230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45823" y="2459735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92343" y="2880359"/>
            <a:ext cx="57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 MT"/>
                <a:cs typeface="Arial MT"/>
              </a:rPr>
              <a:t>I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17197" y="2411699"/>
            <a:ext cx="234950" cy="666750"/>
            <a:chOff x="5417197" y="2411699"/>
            <a:chExt cx="234950" cy="666750"/>
          </a:xfrm>
        </p:grpSpPr>
        <p:sp>
          <p:nvSpPr>
            <p:cNvPr id="37" name="object 37"/>
            <p:cNvSpPr/>
            <p:nvPr/>
          </p:nvSpPr>
          <p:spPr>
            <a:xfrm>
              <a:off x="5426341" y="2421381"/>
              <a:ext cx="216535" cy="215900"/>
            </a:xfrm>
            <a:custGeom>
              <a:avLst/>
              <a:gdLst/>
              <a:ahLst/>
              <a:cxnLst/>
              <a:rect l="l" t="t" r="r" b="b"/>
              <a:pathLst>
                <a:path w="216535" h="215900">
                  <a:moveTo>
                    <a:pt x="216408" y="107441"/>
                  </a:moveTo>
                  <a:lnTo>
                    <a:pt x="207859" y="65579"/>
                  </a:lnTo>
                  <a:lnTo>
                    <a:pt x="184594" y="31432"/>
                  </a:lnTo>
                  <a:lnTo>
                    <a:pt x="150185" y="8429"/>
                  </a:lnTo>
                  <a:lnTo>
                    <a:pt x="108204" y="0"/>
                  </a:lnTo>
                  <a:lnTo>
                    <a:pt x="66222" y="8429"/>
                  </a:lnTo>
                  <a:lnTo>
                    <a:pt x="31813" y="31432"/>
                  </a:lnTo>
                  <a:lnTo>
                    <a:pt x="8548" y="65579"/>
                  </a:lnTo>
                  <a:lnTo>
                    <a:pt x="0" y="107441"/>
                  </a:lnTo>
                  <a:lnTo>
                    <a:pt x="8548" y="149423"/>
                  </a:lnTo>
                  <a:lnTo>
                    <a:pt x="31813" y="183832"/>
                  </a:lnTo>
                  <a:lnTo>
                    <a:pt x="66222" y="207097"/>
                  </a:lnTo>
                  <a:lnTo>
                    <a:pt x="108204" y="215645"/>
                  </a:lnTo>
                  <a:lnTo>
                    <a:pt x="150185" y="207097"/>
                  </a:lnTo>
                  <a:lnTo>
                    <a:pt x="184594" y="183832"/>
                  </a:lnTo>
                  <a:lnTo>
                    <a:pt x="207859" y="149423"/>
                  </a:lnTo>
                  <a:lnTo>
                    <a:pt x="216408" y="107441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17197" y="2411699"/>
              <a:ext cx="234950" cy="234950"/>
            </a:xfrm>
            <a:custGeom>
              <a:avLst/>
              <a:gdLst/>
              <a:ahLst/>
              <a:cxnLst/>
              <a:rect l="l" t="t" r="r" b="b"/>
              <a:pathLst>
                <a:path w="234950" h="234950">
                  <a:moveTo>
                    <a:pt x="234696" y="117124"/>
                  </a:moveTo>
                  <a:lnTo>
                    <a:pt x="215237" y="52481"/>
                  </a:lnTo>
                  <a:lnTo>
                    <a:pt x="188057" y="23232"/>
                  </a:lnTo>
                  <a:lnTo>
                    <a:pt x="117067" y="0"/>
                  </a:lnTo>
                  <a:lnTo>
                    <a:pt x="79950" y="5993"/>
                  </a:lnTo>
                  <a:lnTo>
                    <a:pt x="46217" y="23709"/>
                  </a:lnTo>
                  <a:lnTo>
                    <a:pt x="19213" y="53137"/>
                  </a:lnTo>
                  <a:lnTo>
                    <a:pt x="2285" y="94264"/>
                  </a:lnTo>
                  <a:lnTo>
                    <a:pt x="0" y="117886"/>
                  </a:lnTo>
                  <a:lnTo>
                    <a:pt x="762" y="130078"/>
                  </a:lnTo>
                  <a:lnTo>
                    <a:pt x="2286" y="141508"/>
                  </a:lnTo>
                  <a:lnTo>
                    <a:pt x="5334" y="152938"/>
                  </a:lnTo>
                  <a:lnTo>
                    <a:pt x="19050" y="178748"/>
                  </a:lnTo>
                  <a:lnTo>
                    <a:pt x="19050" y="117124"/>
                  </a:lnTo>
                  <a:lnTo>
                    <a:pt x="19812" y="106456"/>
                  </a:lnTo>
                  <a:lnTo>
                    <a:pt x="36315" y="61570"/>
                  </a:lnTo>
                  <a:lnTo>
                    <a:pt x="90076" y="22704"/>
                  </a:lnTo>
                  <a:lnTo>
                    <a:pt x="122529" y="19245"/>
                  </a:lnTo>
                  <a:lnTo>
                    <a:pt x="154218" y="26154"/>
                  </a:lnTo>
                  <a:lnTo>
                    <a:pt x="154477" y="26211"/>
                  </a:lnTo>
                  <a:lnTo>
                    <a:pt x="182756" y="43433"/>
                  </a:lnTo>
                  <a:lnTo>
                    <a:pt x="204200" y="70746"/>
                  </a:lnTo>
                  <a:lnTo>
                    <a:pt x="215646" y="107980"/>
                  </a:lnTo>
                  <a:lnTo>
                    <a:pt x="215646" y="179056"/>
                  </a:lnTo>
                  <a:lnTo>
                    <a:pt x="227245" y="158011"/>
                  </a:lnTo>
                  <a:lnTo>
                    <a:pt x="234696" y="117124"/>
                  </a:lnTo>
                  <a:close/>
                </a:path>
                <a:path w="234950" h="234950">
                  <a:moveTo>
                    <a:pt x="215646" y="179056"/>
                  </a:moveTo>
                  <a:lnTo>
                    <a:pt x="215646" y="117886"/>
                  </a:lnTo>
                  <a:lnTo>
                    <a:pt x="214884" y="127792"/>
                  </a:lnTo>
                  <a:lnTo>
                    <a:pt x="201785" y="167816"/>
                  </a:lnTo>
                  <a:lnTo>
                    <a:pt x="176915" y="195993"/>
                  </a:lnTo>
                  <a:lnTo>
                    <a:pt x="144468" y="211948"/>
                  </a:lnTo>
                  <a:lnTo>
                    <a:pt x="108642" y="215309"/>
                  </a:lnTo>
                  <a:lnTo>
                    <a:pt x="73635" y="205700"/>
                  </a:lnTo>
                  <a:lnTo>
                    <a:pt x="43641" y="182748"/>
                  </a:lnTo>
                  <a:lnTo>
                    <a:pt x="22860" y="146080"/>
                  </a:lnTo>
                  <a:lnTo>
                    <a:pt x="20574" y="136936"/>
                  </a:lnTo>
                  <a:lnTo>
                    <a:pt x="19050" y="127030"/>
                  </a:lnTo>
                  <a:lnTo>
                    <a:pt x="19050" y="178748"/>
                  </a:lnTo>
                  <a:lnTo>
                    <a:pt x="24821" y="189609"/>
                  </a:lnTo>
                  <a:lnTo>
                    <a:pt x="51816" y="215182"/>
                  </a:lnTo>
                  <a:lnTo>
                    <a:pt x="83743" y="230058"/>
                  </a:lnTo>
                  <a:lnTo>
                    <a:pt x="118028" y="234637"/>
                  </a:lnTo>
                  <a:lnTo>
                    <a:pt x="152095" y="229321"/>
                  </a:lnTo>
                  <a:lnTo>
                    <a:pt x="183371" y="214510"/>
                  </a:lnTo>
                  <a:lnTo>
                    <a:pt x="209279" y="190606"/>
                  </a:lnTo>
                  <a:lnTo>
                    <a:pt x="215646" y="179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26341" y="2852673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108203"/>
                  </a:moveTo>
                  <a:lnTo>
                    <a:pt x="207859" y="66222"/>
                  </a:lnTo>
                  <a:lnTo>
                    <a:pt x="184594" y="31813"/>
                  </a:lnTo>
                  <a:lnTo>
                    <a:pt x="150185" y="8548"/>
                  </a:lnTo>
                  <a:lnTo>
                    <a:pt x="108204" y="0"/>
                  </a:lnTo>
                  <a:lnTo>
                    <a:pt x="66222" y="8548"/>
                  </a:lnTo>
                  <a:lnTo>
                    <a:pt x="31813" y="31813"/>
                  </a:lnTo>
                  <a:lnTo>
                    <a:pt x="8548" y="66222"/>
                  </a:lnTo>
                  <a:lnTo>
                    <a:pt x="0" y="108203"/>
                  </a:lnTo>
                  <a:lnTo>
                    <a:pt x="8548" y="150185"/>
                  </a:lnTo>
                  <a:lnTo>
                    <a:pt x="31813" y="184594"/>
                  </a:lnTo>
                  <a:lnTo>
                    <a:pt x="66222" y="207859"/>
                  </a:lnTo>
                  <a:lnTo>
                    <a:pt x="108204" y="216407"/>
                  </a:lnTo>
                  <a:lnTo>
                    <a:pt x="150185" y="207859"/>
                  </a:lnTo>
                  <a:lnTo>
                    <a:pt x="184594" y="184594"/>
                  </a:lnTo>
                  <a:lnTo>
                    <a:pt x="207859" y="150185"/>
                  </a:lnTo>
                  <a:lnTo>
                    <a:pt x="216408" y="108203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17185" y="2637027"/>
              <a:ext cx="234950" cy="441325"/>
            </a:xfrm>
            <a:custGeom>
              <a:avLst/>
              <a:gdLst/>
              <a:ahLst/>
              <a:cxnLst/>
              <a:rect l="l" t="t" r="r" b="b"/>
              <a:pathLst>
                <a:path w="234950" h="441325">
                  <a:moveTo>
                    <a:pt x="234696" y="323088"/>
                  </a:moveTo>
                  <a:lnTo>
                    <a:pt x="233934" y="311658"/>
                  </a:lnTo>
                  <a:lnTo>
                    <a:pt x="232410" y="299466"/>
                  </a:lnTo>
                  <a:lnTo>
                    <a:pt x="215646" y="259816"/>
                  </a:lnTo>
                  <a:lnTo>
                    <a:pt x="215646" y="313944"/>
                  </a:lnTo>
                  <a:lnTo>
                    <a:pt x="215646" y="324612"/>
                  </a:lnTo>
                  <a:lnTo>
                    <a:pt x="201866" y="374307"/>
                  </a:lnTo>
                  <a:lnTo>
                    <a:pt x="144614" y="418261"/>
                  </a:lnTo>
                  <a:lnTo>
                    <a:pt x="108788" y="421652"/>
                  </a:lnTo>
                  <a:lnTo>
                    <a:pt x="73748" y="412140"/>
                  </a:lnTo>
                  <a:lnTo>
                    <a:pt x="43713" y="389318"/>
                  </a:lnTo>
                  <a:lnTo>
                    <a:pt x="22860" y="352806"/>
                  </a:lnTo>
                  <a:lnTo>
                    <a:pt x="20574" y="342900"/>
                  </a:lnTo>
                  <a:lnTo>
                    <a:pt x="19050" y="333756"/>
                  </a:lnTo>
                  <a:lnTo>
                    <a:pt x="19050" y="323088"/>
                  </a:lnTo>
                  <a:lnTo>
                    <a:pt x="39585" y="263398"/>
                  </a:lnTo>
                  <a:lnTo>
                    <a:pt x="68707" y="237820"/>
                  </a:lnTo>
                  <a:lnTo>
                    <a:pt x="104063" y="226225"/>
                  </a:lnTo>
                  <a:lnTo>
                    <a:pt x="141058" y="228346"/>
                  </a:lnTo>
                  <a:lnTo>
                    <a:pt x="175069" y="243865"/>
                  </a:lnTo>
                  <a:lnTo>
                    <a:pt x="201472" y="272503"/>
                  </a:lnTo>
                  <a:lnTo>
                    <a:pt x="215646" y="313944"/>
                  </a:lnTo>
                  <a:lnTo>
                    <a:pt x="215646" y="259816"/>
                  </a:lnTo>
                  <a:lnTo>
                    <a:pt x="215188" y="258724"/>
                  </a:lnTo>
                  <a:lnTo>
                    <a:pt x="187998" y="229641"/>
                  </a:lnTo>
                  <a:lnTo>
                    <a:pt x="160782" y="215646"/>
                  </a:lnTo>
                  <a:lnTo>
                    <a:pt x="163080" y="215646"/>
                  </a:lnTo>
                  <a:lnTo>
                    <a:pt x="163080" y="76200"/>
                  </a:lnTo>
                  <a:lnTo>
                    <a:pt x="192036" y="76200"/>
                  </a:lnTo>
                  <a:lnTo>
                    <a:pt x="153936" y="0"/>
                  </a:lnTo>
                  <a:lnTo>
                    <a:pt x="115836" y="76200"/>
                  </a:lnTo>
                  <a:lnTo>
                    <a:pt x="144030" y="76200"/>
                  </a:lnTo>
                  <a:lnTo>
                    <a:pt x="144030" y="210680"/>
                  </a:lnTo>
                  <a:lnTo>
                    <a:pt x="117055" y="206502"/>
                  </a:lnTo>
                  <a:lnTo>
                    <a:pt x="82575" y="212039"/>
                  </a:lnTo>
                  <a:lnTo>
                    <a:pt x="90678" y="195834"/>
                  </a:lnTo>
                  <a:lnTo>
                    <a:pt x="118872" y="139446"/>
                  </a:lnTo>
                  <a:lnTo>
                    <a:pt x="90678" y="139446"/>
                  </a:lnTo>
                  <a:lnTo>
                    <a:pt x="90678" y="0"/>
                  </a:lnTo>
                  <a:lnTo>
                    <a:pt x="71628" y="0"/>
                  </a:lnTo>
                  <a:lnTo>
                    <a:pt x="71628" y="139446"/>
                  </a:lnTo>
                  <a:lnTo>
                    <a:pt x="42684" y="139446"/>
                  </a:lnTo>
                  <a:lnTo>
                    <a:pt x="71628" y="197358"/>
                  </a:lnTo>
                  <a:lnTo>
                    <a:pt x="79336" y="212788"/>
                  </a:lnTo>
                  <a:lnTo>
                    <a:pt x="46266" y="230047"/>
                  </a:lnTo>
                  <a:lnTo>
                    <a:pt x="19265" y="259308"/>
                  </a:lnTo>
                  <a:lnTo>
                    <a:pt x="2286" y="300228"/>
                  </a:lnTo>
                  <a:lnTo>
                    <a:pt x="762" y="312420"/>
                  </a:lnTo>
                  <a:lnTo>
                    <a:pt x="0" y="324612"/>
                  </a:lnTo>
                  <a:lnTo>
                    <a:pt x="762" y="336042"/>
                  </a:lnTo>
                  <a:lnTo>
                    <a:pt x="19050" y="384924"/>
                  </a:lnTo>
                  <a:lnTo>
                    <a:pt x="51765" y="421462"/>
                  </a:lnTo>
                  <a:lnTo>
                    <a:pt x="118071" y="441032"/>
                  </a:lnTo>
                  <a:lnTo>
                    <a:pt x="152196" y="435711"/>
                  </a:lnTo>
                  <a:lnTo>
                    <a:pt x="183515" y="420852"/>
                  </a:lnTo>
                  <a:lnTo>
                    <a:pt x="209435" y="396862"/>
                  </a:lnTo>
                  <a:lnTo>
                    <a:pt x="215646" y="385508"/>
                  </a:lnTo>
                  <a:lnTo>
                    <a:pt x="227355" y="364134"/>
                  </a:lnTo>
                  <a:lnTo>
                    <a:pt x="234696" y="3230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470023" y="2459735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2" name="object 42"/>
          <p:cNvSpPr txBox="1"/>
          <p:nvPr/>
        </p:nvSpPr>
        <p:spPr>
          <a:xfrm>
            <a:off x="5516543" y="2880359"/>
            <a:ext cx="57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 MT"/>
                <a:cs typeface="Arial MT"/>
              </a:rPr>
              <a:t>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62259" y="2378963"/>
            <a:ext cx="89535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4965" algn="r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Cache Coherence Protocol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2" y="156209"/>
            <a:ext cx="720128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State</a:t>
            </a:r>
            <a:r>
              <a:rPr sz="2800" spc="-135" dirty="0"/>
              <a:t> </a:t>
            </a:r>
            <a:r>
              <a:rPr sz="2800" dirty="0"/>
              <a:t>Transition</a:t>
            </a:r>
            <a:r>
              <a:rPr sz="2800" spc="-130" dirty="0"/>
              <a:t> </a:t>
            </a:r>
            <a:r>
              <a:rPr sz="2800" spc="-10" dirty="0"/>
              <a:t>Diagram </a:t>
            </a:r>
            <a:r>
              <a:rPr sz="2800" spc="-25" dirty="0"/>
              <a:t>Write-</a:t>
            </a:r>
            <a:r>
              <a:rPr sz="2800" dirty="0"/>
              <a:t>Through</a:t>
            </a:r>
            <a:r>
              <a:rPr sz="2800" spc="-90" dirty="0"/>
              <a:t> </a:t>
            </a:r>
            <a:r>
              <a:rPr sz="2800" spc="-10" dirty="0"/>
              <a:t>Cache</a:t>
            </a:r>
            <a:r>
              <a:rPr lang="en-US" sz="2800" spc="-10" dirty="0"/>
              <a:t> (Write no allocate)</a:t>
            </a:r>
            <a:endParaRPr sz="2800"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4937" y="2165350"/>
            <a:ext cx="3920500" cy="12451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73761" y="2650998"/>
            <a:ext cx="111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I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0691" y="2650998"/>
            <a:ext cx="1651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V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1911" y="1905761"/>
            <a:ext cx="12382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Verdana"/>
                <a:cs typeface="Verdana"/>
              </a:rPr>
              <a:t>PrRd/BusRd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2349" y="2058161"/>
            <a:ext cx="1259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Verdana"/>
                <a:cs typeface="Verdana"/>
              </a:rPr>
              <a:t>PrWr/BusWr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8149" y="2134361"/>
            <a:ext cx="6877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Verdana"/>
                <a:cs typeface="Verdana"/>
              </a:rPr>
              <a:t>PrRd/-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8149" y="3048684"/>
            <a:ext cx="1259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Verdana"/>
                <a:cs typeface="Verdana"/>
              </a:rPr>
              <a:t>PrWr/BusWr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7849" y="3505961"/>
            <a:ext cx="8661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Verdana"/>
                <a:cs typeface="Verdana"/>
              </a:rPr>
              <a:t>BusWr/-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33739" y="3969003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93953" y="50292"/>
                </a:moveTo>
                <a:lnTo>
                  <a:pt x="393953" y="25146"/>
                </a:lnTo>
                <a:lnTo>
                  <a:pt x="0" y="25146"/>
                </a:lnTo>
                <a:lnTo>
                  <a:pt x="0" y="50292"/>
                </a:lnTo>
                <a:lnTo>
                  <a:pt x="393953" y="50292"/>
                </a:lnTo>
                <a:close/>
              </a:path>
              <a:path w="457200" h="76200">
                <a:moveTo>
                  <a:pt x="457200" y="38100"/>
                </a:moveTo>
                <a:lnTo>
                  <a:pt x="380987" y="0"/>
                </a:lnTo>
                <a:lnTo>
                  <a:pt x="380987" y="25146"/>
                </a:lnTo>
                <a:lnTo>
                  <a:pt x="393953" y="25146"/>
                </a:lnTo>
                <a:lnTo>
                  <a:pt x="393953" y="69717"/>
                </a:lnTo>
                <a:lnTo>
                  <a:pt x="457200" y="38100"/>
                </a:lnTo>
                <a:close/>
              </a:path>
              <a:path w="457200" h="76200">
                <a:moveTo>
                  <a:pt x="393953" y="69717"/>
                </a:moveTo>
                <a:lnTo>
                  <a:pt x="393953" y="50292"/>
                </a:lnTo>
                <a:lnTo>
                  <a:pt x="380987" y="50292"/>
                </a:lnTo>
                <a:lnTo>
                  <a:pt x="380987" y="76200"/>
                </a:lnTo>
                <a:lnTo>
                  <a:pt x="393953" y="6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33739" y="4273803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102107" y="50292"/>
                </a:moveTo>
                <a:lnTo>
                  <a:pt x="102107" y="25146"/>
                </a:lnTo>
                <a:lnTo>
                  <a:pt x="0" y="25146"/>
                </a:lnTo>
                <a:lnTo>
                  <a:pt x="0" y="50292"/>
                </a:lnTo>
                <a:lnTo>
                  <a:pt x="102107" y="50292"/>
                </a:lnTo>
                <a:close/>
              </a:path>
              <a:path w="457200" h="76200">
                <a:moveTo>
                  <a:pt x="279653" y="50292"/>
                </a:moveTo>
                <a:lnTo>
                  <a:pt x="279653" y="25146"/>
                </a:lnTo>
                <a:lnTo>
                  <a:pt x="178307" y="25146"/>
                </a:lnTo>
                <a:lnTo>
                  <a:pt x="178307" y="50292"/>
                </a:lnTo>
                <a:lnTo>
                  <a:pt x="279653" y="50292"/>
                </a:lnTo>
                <a:close/>
              </a:path>
              <a:path w="457200" h="76200">
                <a:moveTo>
                  <a:pt x="393953" y="50292"/>
                </a:moveTo>
                <a:lnTo>
                  <a:pt x="393953" y="25146"/>
                </a:lnTo>
                <a:lnTo>
                  <a:pt x="355853" y="25146"/>
                </a:lnTo>
                <a:lnTo>
                  <a:pt x="355853" y="50292"/>
                </a:lnTo>
                <a:lnTo>
                  <a:pt x="393953" y="50292"/>
                </a:lnTo>
                <a:close/>
              </a:path>
              <a:path w="457200" h="76200">
                <a:moveTo>
                  <a:pt x="457200" y="38100"/>
                </a:moveTo>
                <a:lnTo>
                  <a:pt x="380987" y="0"/>
                </a:lnTo>
                <a:lnTo>
                  <a:pt x="380987" y="25146"/>
                </a:lnTo>
                <a:lnTo>
                  <a:pt x="393953" y="25146"/>
                </a:lnTo>
                <a:lnTo>
                  <a:pt x="393953" y="69717"/>
                </a:lnTo>
                <a:lnTo>
                  <a:pt x="457200" y="38100"/>
                </a:lnTo>
                <a:close/>
              </a:path>
              <a:path w="457200" h="76200">
                <a:moveTo>
                  <a:pt x="393953" y="69717"/>
                </a:moveTo>
                <a:lnTo>
                  <a:pt x="393953" y="50292"/>
                </a:lnTo>
                <a:lnTo>
                  <a:pt x="380987" y="50292"/>
                </a:lnTo>
                <a:lnTo>
                  <a:pt x="380987" y="76200"/>
                </a:lnTo>
                <a:lnTo>
                  <a:pt x="393953" y="6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7503" y="3826332"/>
            <a:ext cx="7954009" cy="187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5365" marR="2148840">
              <a:lnSpc>
                <a:spcPct val="125000"/>
              </a:lnSpc>
              <a:spcBef>
                <a:spcPts val="100"/>
              </a:spcBef>
            </a:pPr>
            <a:r>
              <a:rPr sz="1600" spc="-20" dirty="0">
                <a:latin typeface="Verdana"/>
                <a:cs typeface="Verdana"/>
              </a:rPr>
              <a:t>Processor-</a:t>
            </a:r>
            <a:r>
              <a:rPr sz="1600" dirty="0">
                <a:latin typeface="Verdana"/>
                <a:cs typeface="Verdana"/>
              </a:rPr>
              <a:t>initiated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transactions </a:t>
            </a:r>
            <a:r>
              <a:rPr sz="1600" spc="-20" dirty="0">
                <a:latin typeface="Verdana"/>
                <a:cs typeface="Verdana"/>
              </a:rPr>
              <a:t>Bus-snooper-</a:t>
            </a:r>
            <a:r>
              <a:rPr sz="1600" dirty="0">
                <a:latin typeface="Verdana"/>
                <a:cs typeface="Verdana"/>
              </a:rPr>
              <a:t>initiated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transactions</a:t>
            </a:r>
            <a:endParaRPr sz="16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1350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Protocol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executed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cache-</a:t>
            </a:r>
            <a:r>
              <a:rPr sz="2200" dirty="0">
                <a:latin typeface="Arial MT"/>
                <a:cs typeface="Arial MT"/>
              </a:rPr>
              <a:t>controller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connected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spc="-10" dirty="0">
                <a:latin typeface="Arial MT"/>
                <a:cs typeface="Arial MT"/>
              </a:rPr>
              <a:t>processor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25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Controller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receives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processor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bus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1984702" y="3387089"/>
            <a:ext cx="47732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97250" algn="l"/>
              </a:tabLst>
            </a:pPr>
            <a:r>
              <a:rPr sz="1400" dirty="0">
                <a:solidFill>
                  <a:srgbClr val="659A9A"/>
                </a:solidFill>
                <a:latin typeface="Arial MT"/>
                <a:cs typeface="Arial MT"/>
              </a:rPr>
              <a:t>Block</a:t>
            </a:r>
            <a:r>
              <a:rPr sz="1400" spc="-25" dirty="0">
                <a:solidFill>
                  <a:srgbClr val="659A9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59A9A"/>
                </a:solidFill>
                <a:latin typeface="Arial MT"/>
                <a:cs typeface="Arial MT"/>
              </a:rPr>
              <a:t>is</a:t>
            </a:r>
            <a:r>
              <a:rPr sz="1400" spc="-10" dirty="0">
                <a:solidFill>
                  <a:srgbClr val="659A9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59A9A"/>
                </a:solidFill>
                <a:latin typeface="Arial MT"/>
                <a:cs typeface="Arial MT"/>
              </a:rPr>
              <a:t>not</a:t>
            </a:r>
            <a:r>
              <a:rPr sz="1400" spc="-20" dirty="0">
                <a:solidFill>
                  <a:srgbClr val="659A9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59A9A"/>
                </a:solidFill>
                <a:latin typeface="Arial MT"/>
                <a:cs typeface="Arial MT"/>
              </a:rPr>
              <a:t>in</a:t>
            </a:r>
            <a:r>
              <a:rPr sz="1400" spc="-20" dirty="0">
                <a:solidFill>
                  <a:srgbClr val="659A9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659A9A"/>
                </a:solidFill>
                <a:latin typeface="Arial MT"/>
                <a:cs typeface="Arial MT"/>
              </a:rPr>
              <a:t>Cache</a:t>
            </a:r>
            <a:r>
              <a:rPr sz="1400" dirty="0">
                <a:solidFill>
                  <a:srgbClr val="659A9A"/>
                </a:solidFill>
                <a:latin typeface="Arial MT"/>
                <a:cs typeface="Arial MT"/>
              </a:rPr>
              <a:t>	Block</a:t>
            </a:r>
            <a:r>
              <a:rPr sz="1400" spc="-25" dirty="0">
                <a:solidFill>
                  <a:srgbClr val="659A9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59A9A"/>
                </a:solidFill>
                <a:latin typeface="Arial MT"/>
                <a:cs typeface="Arial MT"/>
              </a:rPr>
              <a:t>is</a:t>
            </a:r>
            <a:r>
              <a:rPr sz="1400" spc="-15" dirty="0">
                <a:solidFill>
                  <a:srgbClr val="659A9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59A9A"/>
                </a:solidFill>
                <a:latin typeface="Arial MT"/>
                <a:cs typeface="Arial MT"/>
              </a:rPr>
              <a:t>in</a:t>
            </a:r>
            <a:r>
              <a:rPr sz="1400" spc="-25" dirty="0">
                <a:solidFill>
                  <a:srgbClr val="659A9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659A9A"/>
                </a:solidFill>
                <a:latin typeface="Arial MT"/>
                <a:cs typeface="Arial MT"/>
              </a:rPr>
              <a:t>Cache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0FC6-E2F2-4F0B-089F-59145DBF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73" y="156209"/>
            <a:ext cx="6885940" cy="861774"/>
          </a:xfrm>
        </p:spPr>
        <p:txBody>
          <a:bodyPr/>
          <a:lstStyle/>
          <a:p>
            <a:r>
              <a:rPr lang="en-US" sz="2800" dirty="0"/>
              <a:t>State transition diagram (valid- Invalid protocol) Write back cache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8BE91-447E-C6F3-1E93-325118903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" y="2209641"/>
            <a:ext cx="8001000" cy="243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9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05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spc="-25" dirty="0"/>
              <a:t>Write-</a:t>
            </a:r>
            <a:r>
              <a:rPr spc="-10" dirty="0"/>
              <a:t>Through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50633"/>
            <a:ext cx="7975600" cy="39243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9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High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bandwidth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requirements</a:t>
            </a:r>
            <a:endParaRPr sz="2600">
              <a:latin typeface="Arial MT"/>
              <a:cs typeface="Arial MT"/>
            </a:endParaRPr>
          </a:p>
          <a:p>
            <a:pPr marL="755650" marR="120650" lvl="1" indent="-285750">
              <a:lnSpc>
                <a:spcPct val="100000"/>
              </a:lnSpc>
              <a:spcBef>
                <a:spcPts val="61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650" algn="l"/>
              </a:tabLst>
            </a:pPr>
            <a:r>
              <a:rPr sz="2200" dirty="0">
                <a:latin typeface="Arial MT"/>
                <a:cs typeface="Arial MT"/>
              </a:rPr>
              <a:t>Every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every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shared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755650" marR="323850" lvl="1" indent="-285750">
              <a:lnSpc>
                <a:spcPct val="100000"/>
              </a:lnSpc>
              <a:spcBef>
                <a:spcPts val="40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650" algn="l"/>
              </a:tabLst>
            </a:pPr>
            <a:r>
              <a:rPr sz="2200" spc="-10" dirty="0">
                <a:latin typeface="Arial MT"/>
                <a:cs typeface="Arial MT"/>
              </a:rPr>
              <a:t>Write-</a:t>
            </a:r>
            <a:r>
              <a:rPr sz="2200" dirty="0">
                <a:latin typeface="Arial MT"/>
                <a:cs typeface="Arial MT"/>
              </a:rPr>
              <a:t>through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especially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unpopular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Symmetric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Multi- Processors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9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spc="-20" dirty="0">
                <a:latin typeface="Arial MT"/>
                <a:cs typeface="Arial MT"/>
              </a:rPr>
              <a:t>Write-</a:t>
            </a:r>
            <a:r>
              <a:rPr sz="2600" dirty="0">
                <a:latin typeface="Arial MT"/>
                <a:cs typeface="Arial MT"/>
              </a:rPr>
              <a:t>back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absorb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most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writes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hits</a:t>
            </a:r>
            <a:endParaRPr sz="26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09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hits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don’t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bus</a:t>
            </a:r>
            <a:endParaRPr sz="2200">
              <a:latin typeface="Arial MT"/>
              <a:cs typeface="Arial MT"/>
            </a:endParaRPr>
          </a:p>
          <a:p>
            <a:pPr marL="755650" marR="1088390" lvl="1" indent="-285750">
              <a:lnSpc>
                <a:spcPct val="100000"/>
              </a:lnSpc>
              <a:spcBef>
                <a:spcPts val="40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650" algn="l"/>
              </a:tabLst>
            </a:pPr>
            <a:r>
              <a:rPr sz="2200" dirty="0">
                <a:latin typeface="Arial MT"/>
                <a:cs typeface="Arial MT"/>
              </a:rPr>
              <a:t>But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now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how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ensure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propagation</a:t>
            </a:r>
            <a:r>
              <a:rPr sz="2200" spc="-25" dirty="0">
                <a:latin typeface="Arial MT"/>
                <a:cs typeface="Arial MT"/>
              </a:rPr>
              <a:t> and </a:t>
            </a:r>
            <a:r>
              <a:rPr sz="2200" spc="-10" dirty="0">
                <a:latin typeface="Arial MT"/>
                <a:cs typeface="Arial MT"/>
              </a:rPr>
              <a:t>serialization?</a:t>
            </a:r>
            <a:endParaRPr sz="2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0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Need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sophisticated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protocols: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large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design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space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 of Valid / Invalid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0329"/>
            <a:ext cx="8229600" cy="518160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 processor write to a local block will generate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BusWrite</a:t>
            </a:r>
            <a:r>
              <a:rPr lang="en-US" sz="2000" dirty="0"/>
              <a:t> both in write through and write back caches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BusWrite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protocol action is generated even if CMP is used to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 performance of an explicitly parallel 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Run multiple parallel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Processor reads to an invalid block will read from main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Modified state is included in MSI protocol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Processor reads to an invalid block will  be served by modified cache node (if block is in modified state at some node) and will not generate bus transaction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Modified block is the only valid copy of the block in the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Processor reads and writes can be carried out in local block without need to generate any protocol 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Used in commercial machines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Shared block has multiple valid copies in the systems</a:t>
            </a:r>
          </a:p>
        </p:txBody>
      </p:sp>
    </p:spTree>
    <p:extLst>
      <p:ext uri="{BB962C8B-B14F-4D97-AF65-F5344CB8AC3E}">
        <p14:creationId xmlns:p14="http://schemas.microsoft.com/office/powerpoint/2010/main" val="139339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75" dirty="0"/>
              <a:t> </a:t>
            </a:r>
            <a:r>
              <a:rPr dirty="0"/>
              <a:t>MSI</a:t>
            </a:r>
            <a:r>
              <a:rPr spc="-95" dirty="0"/>
              <a:t> </a:t>
            </a:r>
            <a:r>
              <a:rPr spc="-10" dirty="0"/>
              <a:t>Writeback </a:t>
            </a:r>
            <a:r>
              <a:rPr dirty="0"/>
              <a:t>Invalidation</a:t>
            </a:r>
            <a:r>
              <a:rPr spc="-195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50166"/>
            <a:ext cx="7955915" cy="44113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54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States</a:t>
            </a:r>
            <a:endParaRPr sz="24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13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Invalid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(I)</a:t>
            </a:r>
            <a:endParaRPr sz="20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12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(S):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caches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valid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copy</a:t>
            </a:r>
            <a:endParaRPr sz="2000" dirty="0">
              <a:latin typeface="Arial MT"/>
              <a:cs typeface="Arial MT"/>
            </a:endParaRPr>
          </a:p>
          <a:p>
            <a:pPr marL="755015" lvl="1" indent="-285115">
              <a:lnSpc>
                <a:spcPts val="2395"/>
              </a:lnSpc>
              <a:spcBef>
                <a:spcPts val="12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Dirty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Modified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(M):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cache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modified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(dirty)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copy</a:t>
            </a: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ts val="2875"/>
              </a:lnSpc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Processor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Events:</a:t>
            </a:r>
            <a:endParaRPr sz="24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1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PrRd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(read)</a:t>
            </a:r>
            <a:endParaRPr sz="2000" dirty="0">
              <a:latin typeface="Arial MT"/>
              <a:cs typeface="Arial MT"/>
            </a:endParaRPr>
          </a:p>
          <a:p>
            <a:pPr marL="755015" lvl="1" indent="-285115">
              <a:lnSpc>
                <a:spcPts val="2395"/>
              </a:lnSpc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PrWr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(write)</a:t>
            </a: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ts val="2875"/>
              </a:lnSpc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Bus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Transactions</a:t>
            </a:r>
            <a:endParaRPr sz="24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35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BusRd: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asks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copy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modify</a:t>
            </a:r>
            <a:endParaRPr sz="20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15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BusRdX: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asks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exclusive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copy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modify</a:t>
            </a:r>
            <a:endParaRPr sz="2000" dirty="0">
              <a:latin typeface="Arial MT"/>
              <a:cs typeface="Arial MT"/>
            </a:endParaRPr>
          </a:p>
          <a:p>
            <a:pPr marL="755015" lvl="1" indent="-285115">
              <a:lnSpc>
                <a:spcPts val="2395"/>
              </a:lnSpc>
              <a:spcBef>
                <a:spcPts val="22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BusWB: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updates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back</a:t>
            </a: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ts val="2875"/>
              </a:lnSpc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Actions</a:t>
            </a:r>
            <a:endParaRPr sz="24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35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Update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transaction,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flush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bus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56AD-3AC3-4553-1925-6A32DBE7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72" y="156209"/>
            <a:ext cx="7160127" cy="738664"/>
          </a:xfrm>
        </p:spPr>
        <p:txBody>
          <a:bodyPr/>
          <a:lstStyle/>
          <a:p>
            <a:r>
              <a:rPr lang="en-US" sz="2400" spc="-25" dirty="0"/>
              <a:t>MSI </a:t>
            </a:r>
            <a:r>
              <a:rPr lang="en-US" sz="2400" dirty="0"/>
              <a:t>State</a:t>
            </a:r>
            <a:r>
              <a:rPr lang="en-US" sz="2400" spc="-135" dirty="0"/>
              <a:t> </a:t>
            </a:r>
            <a:r>
              <a:rPr lang="en-US" sz="2400" dirty="0"/>
              <a:t>Transition</a:t>
            </a:r>
            <a:r>
              <a:rPr lang="en-US" sz="2400" spc="-130" dirty="0"/>
              <a:t> </a:t>
            </a:r>
            <a:r>
              <a:rPr lang="en-US" sz="2400" spc="-10" dirty="0"/>
              <a:t>Diagram (Write back cache)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B86EA-9C0E-0DFE-7741-3FF64C678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96911"/>
            <a:ext cx="6934200" cy="557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61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of MSI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073" y="914401"/>
            <a:ext cx="7236327" cy="578739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If processor P1 reads memory block B1 in its cache it is in Shared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Now if processor writes to this block Bus Upgrade protocol action is generated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This action is unnecessary since this block is only read by P1 and other processors do not have it by now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lang="en-US" sz="2200" b="1" dirty="0">
              <a:solidFill>
                <a:schemeClr val="accent3">
                  <a:lumMod val="75000"/>
                </a:schemeClr>
              </a:solidFill>
              <a:latin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</a:rPr>
              <a:t>Add Exclusive state meaning that this is the only copy of the block in the system to the MSI protocol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Clean miss is served by memory and not by the cache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Both clean and dirty blocks must be served by cache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</a:rPr>
              <a:t>Addition of Ownership state to the MSI protocol</a:t>
            </a:r>
          </a:p>
        </p:txBody>
      </p:sp>
    </p:spTree>
    <p:extLst>
      <p:ext uri="{BB962C8B-B14F-4D97-AF65-F5344CB8AC3E}">
        <p14:creationId xmlns:p14="http://schemas.microsoft.com/office/powerpoint/2010/main" val="2449225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938"/>
            <a:ext cx="8229600" cy="1143000"/>
          </a:xfrm>
        </p:spPr>
        <p:txBody>
          <a:bodyPr/>
          <a:lstStyle/>
          <a:p>
            <a:r>
              <a:rPr lang="en-US" dirty="0"/>
              <a:t>MOESI protocol</a:t>
            </a:r>
          </a:p>
        </p:txBody>
      </p:sp>
      <p:sp>
        <p:nvSpPr>
          <p:cNvPr id="4" name="Oval 3"/>
          <p:cNvSpPr/>
          <p:nvPr/>
        </p:nvSpPr>
        <p:spPr>
          <a:xfrm>
            <a:off x="3771900" y="1932710"/>
            <a:ext cx="1143000" cy="762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</a:t>
            </a:r>
          </a:p>
        </p:txBody>
      </p:sp>
      <p:sp>
        <p:nvSpPr>
          <p:cNvPr id="6" name="Oval 5"/>
          <p:cNvSpPr/>
          <p:nvPr/>
        </p:nvSpPr>
        <p:spPr>
          <a:xfrm>
            <a:off x="3771900" y="3595255"/>
            <a:ext cx="1143000" cy="762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7" name="Oval 6"/>
          <p:cNvSpPr/>
          <p:nvPr/>
        </p:nvSpPr>
        <p:spPr>
          <a:xfrm>
            <a:off x="3771900" y="5638800"/>
            <a:ext cx="1143000" cy="762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3581400"/>
            <a:ext cx="1143000" cy="762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</a:p>
        </p:txBody>
      </p:sp>
      <p:sp>
        <p:nvSpPr>
          <p:cNvPr id="9" name="Oval 8"/>
          <p:cNvSpPr/>
          <p:nvPr/>
        </p:nvSpPr>
        <p:spPr>
          <a:xfrm>
            <a:off x="6629400" y="3581400"/>
            <a:ext cx="1143000" cy="762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5" name="Freeform 14"/>
          <p:cNvSpPr/>
          <p:nvPr/>
        </p:nvSpPr>
        <p:spPr>
          <a:xfrm>
            <a:off x="3158781" y="1867701"/>
            <a:ext cx="805707" cy="459863"/>
          </a:xfrm>
          <a:custGeom>
            <a:avLst/>
            <a:gdLst>
              <a:gd name="connsiteX0" fmla="*/ 568092 w 805707"/>
              <a:gd name="connsiteY0" fmla="*/ 459863 h 459863"/>
              <a:gd name="connsiteX1" fmla="*/ 55 w 805707"/>
              <a:gd name="connsiteY1" fmla="*/ 321317 h 459863"/>
              <a:gd name="connsiteX2" fmla="*/ 595801 w 805707"/>
              <a:gd name="connsiteY2" fmla="*/ 2663 h 459863"/>
              <a:gd name="connsiteX3" fmla="*/ 775910 w 805707"/>
              <a:gd name="connsiteY3" fmla="*/ 168917 h 459863"/>
              <a:gd name="connsiteX4" fmla="*/ 803619 w 805707"/>
              <a:gd name="connsiteY4" fmla="*/ 168917 h 459863"/>
              <a:gd name="connsiteX0" fmla="*/ 568092 w 805707"/>
              <a:gd name="connsiteY0" fmla="*/ 459863 h 459863"/>
              <a:gd name="connsiteX1" fmla="*/ 55 w 805707"/>
              <a:gd name="connsiteY1" fmla="*/ 321317 h 459863"/>
              <a:gd name="connsiteX2" fmla="*/ 595801 w 805707"/>
              <a:gd name="connsiteY2" fmla="*/ 2663 h 459863"/>
              <a:gd name="connsiteX3" fmla="*/ 775910 w 805707"/>
              <a:gd name="connsiteY3" fmla="*/ 168917 h 459863"/>
              <a:gd name="connsiteX4" fmla="*/ 803619 w 805707"/>
              <a:gd name="connsiteY4" fmla="*/ 168917 h 45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707" h="459863">
                <a:moveTo>
                  <a:pt x="568092" y="459863"/>
                </a:moveTo>
                <a:cubicBezTo>
                  <a:pt x="281764" y="428690"/>
                  <a:pt x="-4563" y="397517"/>
                  <a:pt x="55" y="321317"/>
                </a:cubicBezTo>
                <a:cubicBezTo>
                  <a:pt x="4673" y="245117"/>
                  <a:pt x="466492" y="28063"/>
                  <a:pt x="595801" y="2663"/>
                </a:cubicBezTo>
                <a:cubicBezTo>
                  <a:pt x="725110" y="-22737"/>
                  <a:pt x="741274" y="141208"/>
                  <a:pt x="775910" y="168917"/>
                </a:cubicBezTo>
                <a:cubicBezTo>
                  <a:pt x="810546" y="196626"/>
                  <a:pt x="807082" y="182771"/>
                  <a:pt x="803619" y="168917"/>
                </a:cubicBezTo>
              </a:path>
            </a:pathLst>
          </a:cu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628129" y="1408451"/>
            <a:ext cx="1061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n w="0"/>
                <a:solidFill>
                  <a:schemeClr val="accent3">
                    <a:lumMod val="50000"/>
                  </a:schemeClr>
                </a:solidFill>
              </a:rPr>
              <a:t>PrWr</a:t>
            </a:r>
            <a:r>
              <a:rPr lang="en-US" dirty="0">
                <a:ln w="0"/>
                <a:solidFill>
                  <a:schemeClr val="accent3">
                    <a:lumMod val="50000"/>
                  </a:schemeClr>
                </a:solidFill>
              </a:rPr>
              <a:t>/-</a:t>
            </a:r>
          </a:p>
          <a:p>
            <a:r>
              <a:rPr lang="en-US" dirty="0" err="1">
                <a:ln w="0"/>
                <a:solidFill>
                  <a:schemeClr val="accent3">
                    <a:lumMod val="50000"/>
                  </a:schemeClr>
                </a:solidFill>
              </a:rPr>
              <a:t>PrRd</a:t>
            </a:r>
            <a:r>
              <a:rPr lang="en-US" dirty="0">
                <a:ln w="0"/>
                <a:solidFill>
                  <a:schemeClr val="accent3">
                    <a:lumMod val="50000"/>
                  </a:schemeClr>
                </a:solidFill>
              </a:rPr>
              <a:t>/-</a:t>
            </a:r>
          </a:p>
        </p:txBody>
      </p:sp>
      <p:cxnSp>
        <p:nvCxnSpPr>
          <p:cNvPr id="19" name="Straight Arrow Connector 18"/>
          <p:cNvCxnSpPr>
            <a:stCxn id="4" idx="3"/>
            <a:endCxn id="8" idx="7"/>
          </p:cNvCxnSpPr>
          <p:nvPr/>
        </p:nvCxnSpPr>
        <p:spPr>
          <a:xfrm flipH="1">
            <a:off x="2118612" y="2583118"/>
            <a:ext cx="1820676" cy="1109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2960" y="2563194"/>
            <a:ext cx="910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BusRd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/Flush</a:t>
            </a:r>
          </a:p>
        </p:txBody>
      </p:sp>
      <p:sp>
        <p:nvSpPr>
          <p:cNvPr id="22" name="Freeform 21"/>
          <p:cNvSpPr/>
          <p:nvPr/>
        </p:nvSpPr>
        <p:spPr>
          <a:xfrm>
            <a:off x="3031353" y="2646218"/>
            <a:ext cx="1069592" cy="3117273"/>
          </a:xfrm>
          <a:custGeom>
            <a:avLst/>
            <a:gdLst>
              <a:gd name="connsiteX0" fmla="*/ 1069592 w 1069592"/>
              <a:gd name="connsiteY0" fmla="*/ 0 h 3117273"/>
              <a:gd name="connsiteX1" fmla="*/ 2792 w 1069592"/>
              <a:gd name="connsiteY1" fmla="*/ 1427018 h 3117273"/>
              <a:gd name="connsiteX2" fmla="*/ 820211 w 1069592"/>
              <a:gd name="connsiteY2" fmla="*/ 3117273 h 311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9592" h="3117273">
                <a:moveTo>
                  <a:pt x="1069592" y="0"/>
                </a:moveTo>
                <a:cubicBezTo>
                  <a:pt x="556973" y="453736"/>
                  <a:pt x="44355" y="907473"/>
                  <a:pt x="2792" y="1427018"/>
                </a:cubicBezTo>
                <a:cubicBezTo>
                  <a:pt x="-38771" y="1946563"/>
                  <a:pt x="390720" y="2531918"/>
                  <a:pt x="820211" y="3117273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638971" y="4617026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BusRdX</a:t>
            </a:r>
            <a:r>
              <a:rPr lang="en-US" dirty="0"/>
              <a:t>/Flush</a:t>
            </a:r>
          </a:p>
        </p:txBody>
      </p:sp>
      <p:sp>
        <p:nvSpPr>
          <p:cNvPr id="24" name="Freeform 23"/>
          <p:cNvSpPr/>
          <p:nvPr/>
        </p:nvSpPr>
        <p:spPr>
          <a:xfrm>
            <a:off x="1131387" y="1152924"/>
            <a:ext cx="3259161" cy="2463112"/>
          </a:xfrm>
          <a:custGeom>
            <a:avLst/>
            <a:gdLst>
              <a:gd name="connsiteX0" fmla="*/ 323340 w 3259161"/>
              <a:gd name="connsiteY0" fmla="*/ 2463112 h 2463112"/>
              <a:gd name="connsiteX1" fmla="*/ 87813 w 3259161"/>
              <a:gd name="connsiteY1" fmla="*/ 897549 h 2463112"/>
              <a:gd name="connsiteX2" fmla="*/ 1625668 w 3259161"/>
              <a:gd name="connsiteY2" fmla="*/ 149403 h 2463112"/>
              <a:gd name="connsiteX3" fmla="*/ 2692468 w 3259161"/>
              <a:gd name="connsiteY3" fmla="*/ 52421 h 2463112"/>
              <a:gd name="connsiteX4" fmla="*/ 3205086 w 3259161"/>
              <a:gd name="connsiteY4" fmla="*/ 772858 h 2463112"/>
              <a:gd name="connsiteX5" fmla="*/ 3218940 w 3259161"/>
              <a:gd name="connsiteY5" fmla="*/ 786712 h 2463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9161" h="2463112">
                <a:moveTo>
                  <a:pt x="323340" y="2463112"/>
                </a:moveTo>
                <a:cubicBezTo>
                  <a:pt x="97049" y="1873139"/>
                  <a:pt x="-129242" y="1283167"/>
                  <a:pt x="87813" y="897549"/>
                </a:cubicBezTo>
                <a:cubicBezTo>
                  <a:pt x="304868" y="511931"/>
                  <a:pt x="1191559" y="290258"/>
                  <a:pt x="1625668" y="149403"/>
                </a:cubicBezTo>
                <a:cubicBezTo>
                  <a:pt x="2059777" y="8548"/>
                  <a:pt x="2429232" y="-51488"/>
                  <a:pt x="2692468" y="52421"/>
                </a:cubicBezTo>
                <a:cubicBezTo>
                  <a:pt x="2955704" y="156330"/>
                  <a:pt x="3117341" y="650476"/>
                  <a:pt x="3205086" y="772858"/>
                </a:cubicBezTo>
                <a:cubicBezTo>
                  <a:pt x="3292831" y="895240"/>
                  <a:pt x="3255885" y="840976"/>
                  <a:pt x="3218940" y="786712"/>
                </a:cubicBezTo>
              </a:path>
            </a:pathLst>
          </a:cu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203358" y="1286288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PrWr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BusUpgd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4765964" y="1846878"/>
            <a:ext cx="3693973" cy="1907704"/>
          </a:xfrm>
          <a:custGeom>
            <a:avLst/>
            <a:gdLst>
              <a:gd name="connsiteX0" fmla="*/ 2909454 w 3693973"/>
              <a:gd name="connsiteY0" fmla="*/ 1907704 h 1907704"/>
              <a:gd name="connsiteX1" fmla="*/ 3505200 w 3693973"/>
              <a:gd name="connsiteY1" fmla="*/ 148177 h 1907704"/>
              <a:gd name="connsiteX2" fmla="*/ 0 w 3693973"/>
              <a:gd name="connsiteY2" fmla="*/ 217449 h 1907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93973" h="1907704">
                <a:moveTo>
                  <a:pt x="2909454" y="1907704"/>
                </a:moveTo>
                <a:cubicBezTo>
                  <a:pt x="3449781" y="1168795"/>
                  <a:pt x="3990109" y="429886"/>
                  <a:pt x="3505200" y="148177"/>
                </a:cubicBezTo>
                <a:cubicBezTo>
                  <a:pt x="3020291" y="-133532"/>
                  <a:pt x="1510145" y="41958"/>
                  <a:pt x="0" y="217449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110584" y="2901748"/>
            <a:ext cx="144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PrWr</a:t>
            </a:r>
            <a:r>
              <a:rPr lang="en-US" dirty="0"/>
              <a:t>/-</a:t>
            </a:r>
          </a:p>
        </p:txBody>
      </p:sp>
      <p:sp>
        <p:nvSpPr>
          <p:cNvPr id="30" name="Freeform 29"/>
          <p:cNvSpPr/>
          <p:nvPr/>
        </p:nvSpPr>
        <p:spPr>
          <a:xfrm>
            <a:off x="4890655" y="2466109"/>
            <a:ext cx="637360" cy="3505200"/>
          </a:xfrm>
          <a:custGeom>
            <a:avLst/>
            <a:gdLst>
              <a:gd name="connsiteX0" fmla="*/ 27709 w 637360"/>
              <a:gd name="connsiteY0" fmla="*/ 3505200 h 3505200"/>
              <a:gd name="connsiteX1" fmla="*/ 637309 w 637360"/>
              <a:gd name="connsiteY1" fmla="*/ 1607127 h 3505200"/>
              <a:gd name="connsiteX2" fmla="*/ 0 w 637360"/>
              <a:gd name="connsiteY2" fmla="*/ 0 h 350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7360" h="3505200">
                <a:moveTo>
                  <a:pt x="27709" y="3505200"/>
                </a:moveTo>
                <a:cubicBezTo>
                  <a:pt x="334818" y="2848263"/>
                  <a:pt x="641927" y="2191327"/>
                  <a:pt x="637309" y="1607127"/>
                </a:cubicBezTo>
                <a:cubicBezTo>
                  <a:pt x="632691" y="1022927"/>
                  <a:pt x="316345" y="511463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164935" y="5226648"/>
            <a:ext cx="144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PrWr</a:t>
            </a:r>
            <a:r>
              <a:rPr lang="en-US" sz="1600" dirty="0"/>
              <a:t>/</a:t>
            </a:r>
            <a:r>
              <a:rPr lang="en-US" sz="1600" dirty="0" err="1"/>
              <a:t>BusRdx</a:t>
            </a:r>
            <a:endParaRPr lang="en-US" sz="1600" dirty="0"/>
          </a:p>
        </p:txBody>
      </p:sp>
      <p:sp>
        <p:nvSpPr>
          <p:cNvPr id="32" name="Freeform 31"/>
          <p:cNvSpPr/>
          <p:nvPr/>
        </p:nvSpPr>
        <p:spPr>
          <a:xfrm>
            <a:off x="4724400" y="2632364"/>
            <a:ext cx="263267" cy="1108363"/>
          </a:xfrm>
          <a:custGeom>
            <a:avLst/>
            <a:gdLst>
              <a:gd name="connsiteX0" fmla="*/ 13855 w 263267"/>
              <a:gd name="connsiteY0" fmla="*/ 1108363 h 1108363"/>
              <a:gd name="connsiteX1" fmla="*/ 263236 w 263267"/>
              <a:gd name="connsiteY1" fmla="*/ 540327 h 1108363"/>
              <a:gd name="connsiteX2" fmla="*/ 0 w 263267"/>
              <a:gd name="connsiteY2" fmla="*/ 0 h 110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3267" h="1108363">
                <a:moveTo>
                  <a:pt x="13855" y="1108363"/>
                </a:moveTo>
                <a:cubicBezTo>
                  <a:pt x="139700" y="916708"/>
                  <a:pt x="265545" y="725054"/>
                  <a:pt x="263236" y="540327"/>
                </a:cubicBezTo>
                <a:cubicBezTo>
                  <a:pt x="260927" y="355600"/>
                  <a:pt x="130463" y="177800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788471" y="3084613"/>
            <a:ext cx="2276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70C0"/>
                </a:solidFill>
              </a:rPr>
              <a:t>PrWr</a:t>
            </a:r>
            <a:r>
              <a:rPr lang="en-US" sz="1200" dirty="0">
                <a:solidFill>
                  <a:srgbClr val="0070C0"/>
                </a:solidFill>
              </a:rPr>
              <a:t>/</a:t>
            </a:r>
            <a:r>
              <a:rPr lang="en-US" sz="1200" dirty="0" err="1">
                <a:solidFill>
                  <a:srgbClr val="0070C0"/>
                </a:solidFill>
              </a:rPr>
              <a:t>BusUpgd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299049" y="6151418"/>
            <a:ext cx="1761470" cy="571866"/>
          </a:xfrm>
          <a:custGeom>
            <a:avLst/>
            <a:gdLst>
              <a:gd name="connsiteX0" fmla="*/ 1550042 w 1761470"/>
              <a:gd name="connsiteY0" fmla="*/ 13855 h 571866"/>
              <a:gd name="connsiteX1" fmla="*/ 1730151 w 1761470"/>
              <a:gd name="connsiteY1" fmla="*/ 457200 h 571866"/>
              <a:gd name="connsiteX2" fmla="*/ 982006 w 1761470"/>
              <a:gd name="connsiteY2" fmla="*/ 568037 h 571866"/>
              <a:gd name="connsiteX3" fmla="*/ 12187 w 1761470"/>
              <a:gd name="connsiteY3" fmla="*/ 360218 h 571866"/>
              <a:gd name="connsiteX4" fmla="*/ 524806 w 1761470"/>
              <a:gd name="connsiteY4" fmla="*/ 0 h 57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1470" h="571866">
                <a:moveTo>
                  <a:pt x="1550042" y="13855"/>
                </a:moveTo>
                <a:cubicBezTo>
                  <a:pt x="1687433" y="189345"/>
                  <a:pt x="1824824" y="364836"/>
                  <a:pt x="1730151" y="457200"/>
                </a:cubicBezTo>
                <a:cubicBezTo>
                  <a:pt x="1635478" y="549564"/>
                  <a:pt x="1268333" y="584201"/>
                  <a:pt x="982006" y="568037"/>
                </a:cubicBezTo>
                <a:cubicBezTo>
                  <a:pt x="695679" y="551873"/>
                  <a:pt x="88387" y="454891"/>
                  <a:pt x="12187" y="360218"/>
                </a:cubicBezTo>
                <a:cubicBezTo>
                  <a:pt x="-64013" y="265545"/>
                  <a:pt x="230396" y="132772"/>
                  <a:pt x="524806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60570" y="6151418"/>
            <a:ext cx="201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</a:rPr>
              <a:t>BusRd</a:t>
            </a:r>
            <a:r>
              <a:rPr lang="en-US" sz="1400" dirty="0">
                <a:solidFill>
                  <a:srgbClr val="7030A0"/>
                </a:solidFill>
              </a:rPr>
              <a:t>/-  </a:t>
            </a:r>
            <a:r>
              <a:rPr lang="en-US" sz="1400" dirty="0" err="1">
                <a:solidFill>
                  <a:srgbClr val="7030A0"/>
                </a:solidFill>
              </a:rPr>
              <a:t>BusRdX</a:t>
            </a:r>
            <a:r>
              <a:rPr lang="en-US" sz="1400" dirty="0">
                <a:solidFill>
                  <a:srgbClr val="7030A0"/>
                </a:solidFill>
              </a:rPr>
              <a:t>/-  </a:t>
            </a:r>
            <a:r>
              <a:rPr lang="en-US" sz="1400" dirty="0" err="1">
                <a:solidFill>
                  <a:srgbClr val="7030A0"/>
                </a:solidFill>
              </a:rPr>
              <a:t>BusUpgd</a:t>
            </a:r>
            <a:r>
              <a:rPr lang="en-US" sz="1400" dirty="0">
                <a:solidFill>
                  <a:srgbClr val="7030A0"/>
                </a:solidFill>
              </a:rPr>
              <a:t>/-</a:t>
            </a:r>
          </a:p>
        </p:txBody>
      </p:sp>
      <p:sp>
        <p:nvSpPr>
          <p:cNvPr id="10" name="Freeform 9"/>
          <p:cNvSpPr/>
          <p:nvPr/>
        </p:nvSpPr>
        <p:spPr>
          <a:xfrm>
            <a:off x="4904509" y="4059382"/>
            <a:ext cx="3175932" cy="2036618"/>
          </a:xfrm>
          <a:custGeom>
            <a:avLst/>
            <a:gdLst>
              <a:gd name="connsiteX0" fmla="*/ 0 w 3175932"/>
              <a:gd name="connsiteY0" fmla="*/ 2036618 h 2036618"/>
              <a:gd name="connsiteX1" fmla="*/ 2646218 w 3175932"/>
              <a:gd name="connsiteY1" fmla="*/ 1801091 h 2036618"/>
              <a:gd name="connsiteX2" fmla="*/ 3172691 w 3175932"/>
              <a:gd name="connsiteY2" fmla="*/ 858982 h 2036618"/>
              <a:gd name="connsiteX3" fmla="*/ 2881746 w 3175932"/>
              <a:gd name="connsiteY3" fmla="*/ 0 h 2036618"/>
              <a:gd name="connsiteX4" fmla="*/ 2881746 w 3175932"/>
              <a:gd name="connsiteY4" fmla="*/ 0 h 2036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5932" h="2036618">
                <a:moveTo>
                  <a:pt x="0" y="2036618"/>
                </a:moveTo>
                <a:cubicBezTo>
                  <a:pt x="1058718" y="2016991"/>
                  <a:pt x="2117436" y="1997364"/>
                  <a:pt x="2646218" y="1801091"/>
                </a:cubicBezTo>
                <a:cubicBezTo>
                  <a:pt x="3175000" y="1604818"/>
                  <a:pt x="3133436" y="1159164"/>
                  <a:pt x="3172691" y="858982"/>
                </a:cubicBezTo>
                <a:cubicBezTo>
                  <a:pt x="3211946" y="558800"/>
                  <a:pt x="2881746" y="0"/>
                  <a:pt x="2881746" y="0"/>
                </a:cubicBezTo>
                <a:lnTo>
                  <a:pt x="2881746" y="0"/>
                </a:lnTo>
              </a:path>
            </a:pathLst>
          </a:cu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884749" y="5505453"/>
            <a:ext cx="1440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</a:rPr>
              <a:t>PrRd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</a:rPr>
              <a:t>BusRd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   S=0</a:t>
            </a:r>
          </a:p>
        </p:txBody>
      </p:sp>
      <p:sp>
        <p:nvSpPr>
          <p:cNvPr id="12" name="Freeform 11"/>
          <p:cNvSpPr/>
          <p:nvPr/>
        </p:nvSpPr>
        <p:spPr>
          <a:xfrm>
            <a:off x="4738255" y="4184073"/>
            <a:ext cx="416719" cy="1537854"/>
          </a:xfrm>
          <a:custGeom>
            <a:avLst/>
            <a:gdLst>
              <a:gd name="connsiteX0" fmla="*/ 0 w 416719"/>
              <a:gd name="connsiteY0" fmla="*/ 1537854 h 1537854"/>
              <a:gd name="connsiteX1" fmla="*/ 415636 w 416719"/>
              <a:gd name="connsiteY1" fmla="*/ 734291 h 1537854"/>
              <a:gd name="connsiteX2" fmla="*/ 96981 w 416719"/>
              <a:gd name="connsiteY2" fmla="*/ 0 h 1537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6719" h="1537854">
                <a:moveTo>
                  <a:pt x="0" y="1537854"/>
                </a:moveTo>
                <a:cubicBezTo>
                  <a:pt x="199736" y="1264227"/>
                  <a:pt x="399472" y="990600"/>
                  <a:pt x="415636" y="734291"/>
                </a:cubicBezTo>
                <a:cubicBezTo>
                  <a:pt x="431800" y="477982"/>
                  <a:pt x="264390" y="238991"/>
                  <a:pt x="96981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4025753" y="4662711"/>
            <a:ext cx="1440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PrRd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BusRd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  S=1</a:t>
            </a:r>
          </a:p>
        </p:txBody>
      </p:sp>
      <p:sp>
        <p:nvSpPr>
          <p:cNvPr id="13" name="Freeform 12"/>
          <p:cNvSpPr/>
          <p:nvPr/>
        </p:nvSpPr>
        <p:spPr>
          <a:xfrm>
            <a:off x="4918364" y="4211782"/>
            <a:ext cx="2956424" cy="1842654"/>
          </a:xfrm>
          <a:custGeom>
            <a:avLst/>
            <a:gdLst>
              <a:gd name="connsiteX0" fmla="*/ 2701636 w 2956424"/>
              <a:gd name="connsiteY0" fmla="*/ 0 h 1842654"/>
              <a:gd name="connsiteX1" fmla="*/ 2909454 w 2956424"/>
              <a:gd name="connsiteY1" fmla="*/ 969818 h 1842654"/>
              <a:gd name="connsiteX2" fmla="*/ 2646218 w 2956424"/>
              <a:gd name="connsiteY2" fmla="*/ 1440873 h 1842654"/>
              <a:gd name="connsiteX3" fmla="*/ 0 w 2956424"/>
              <a:gd name="connsiteY3" fmla="*/ 1842654 h 184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6424" h="1842654">
                <a:moveTo>
                  <a:pt x="2701636" y="0"/>
                </a:moveTo>
                <a:cubicBezTo>
                  <a:pt x="2810163" y="364836"/>
                  <a:pt x="2918690" y="729673"/>
                  <a:pt x="2909454" y="969818"/>
                </a:cubicBezTo>
                <a:cubicBezTo>
                  <a:pt x="2900218" y="1209964"/>
                  <a:pt x="3131127" y="1295400"/>
                  <a:pt x="2646218" y="1440873"/>
                </a:cubicBezTo>
                <a:cubicBezTo>
                  <a:pt x="2161309" y="1586346"/>
                  <a:pt x="1080654" y="1714500"/>
                  <a:pt x="0" y="1842654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942917" y="4608426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BusRdx</a:t>
            </a:r>
            <a:r>
              <a:rPr lang="en-US" sz="1600" dirty="0"/>
              <a:t>/Flush</a:t>
            </a:r>
          </a:p>
        </p:txBody>
      </p:sp>
      <p:sp>
        <p:nvSpPr>
          <p:cNvPr id="18" name="Freeform 17"/>
          <p:cNvSpPr/>
          <p:nvPr/>
        </p:nvSpPr>
        <p:spPr>
          <a:xfrm>
            <a:off x="3823020" y="4281055"/>
            <a:ext cx="305635" cy="1385454"/>
          </a:xfrm>
          <a:custGeom>
            <a:avLst/>
            <a:gdLst>
              <a:gd name="connsiteX0" fmla="*/ 167089 w 305635"/>
              <a:gd name="connsiteY0" fmla="*/ 0 h 1385454"/>
              <a:gd name="connsiteX1" fmla="*/ 835 w 305635"/>
              <a:gd name="connsiteY1" fmla="*/ 526472 h 1385454"/>
              <a:gd name="connsiteX2" fmla="*/ 111671 w 305635"/>
              <a:gd name="connsiteY2" fmla="*/ 928254 h 1385454"/>
              <a:gd name="connsiteX3" fmla="*/ 305635 w 305635"/>
              <a:gd name="connsiteY3" fmla="*/ 1385454 h 1385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35" h="1385454">
                <a:moveTo>
                  <a:pt x="167089" y="0"/>
                </a:moveTo>
                <a:cubicBezTo>
                  <a:pt x="88580" y="185881"/>
                  <a:pt x="10071" y="371763"/>
                  <a:pt x="835" y="526472"/>
                </a:cubicBezTo>
                <a:cubicBezTo>
                  <a:pt x="-8401" y="681181"/>
                  <a:pt x="60871" y="785090"/>
                  <a:pt x="111671" y="928254"/>
                </a:cubicBezTo>
                <a:cubicBezTo>
                  <a:pt x="162471" y="1071418"/>
                  <a:pt x="305635" y="1385454"/>
                  <a:pt x="305635" y="1385454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137008" y="4236701"/>
            <a:ext cx="1634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BusRdX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/-</a:t>
            </a:r>
          </a:p>
          <a:p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BusUpgd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/-</a:t>
            </a:r>
          </a:p>
        </p:txBody>
      </p:sp>
      <p:sp>
        <p:nvSpPr>
          <p:cNvPr id="26" name="Freeform 25"/>
          <p:cNvSpPr/>
          <p:nvPr/>
        </p:nvSpPr>
        <p:spPr>
          <a:xfrm>
            <a:off x="1019902" y="4281055"/>
            <a:ext cx="2776243" cy="1773381"/>
          </a:xfrm>
          <a:custGeom>
            <a:avLst/>
            <a:gdLst>
              <a:gd name="connsiteX0" fmla="*/ 365553 w 2776243"/>
              <a:gd name="connsiteY0" fmla="*/ 0 h 1773381"/>
              <a:gd name="connsiteX1" fmla="*/ 199298 w 2776243"/>
              <a:gd name="connsiteY1" fmla="*/ 1357745 h 1773381"/>
              <a:gd name="connsiteX2" fmla="*/ 2776243 w 2776243"/>
              <a:gd name="connsiteY2" fmla="*/ 1773381 h 1773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76243" h="1773381">
                <a:moveTo>
                  <a:pt x="365553" y="0"/>
                </a:moveTo>
                <a:cubicBezTo>
                  <a:pt x="81534" y="531091"/>
                  <a:pt x="-202484" y="1062182"/>
                  <a:pt x="199298" y="1357745"/>
                </a:cubicBezTo>
                <a:cubicBezTo>
                  <a:pt x="601080" y="1653309"/>
                  <a:pt x="1688661" y="1713345"/>
                  <a:pt x="2776243" y="1773381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83917" y="5731270"/>
            <a:ext cx="155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BusRdx</a:t>
            </a:r>
            <a:r>
              <a:rPr lang="en-US" sz="1600" dirty="0"/>
              <a:t>/Flush</a:t>
            </a:r>
          </a:p>
          <a:p>
            <a:r>
              <a:rPr lang="en-US" sz="1600" dirty="0" err="1"/>
              <a:t>BusUpgd</a:t>
            </a:r>
            <a:r>
              <a:rPr lang="en-US" sz="1600" dirty="0"/>
              <a:t>/-</a:t>
            </a:r>
          </a:p>
        </p:txBody>
      </p:sp>
      <p:sp>
        <p:nvSpPr>
          <p:cNvPr id="35" name="Freeform 34"/>
          <p:cNvSpPr/>
          <p:nvPr/>
        </p:nvSpPr>
        <p:spPr>
          <a:xfrm>
            <a:off x="7730836" y="3657267"/>
            <a:ext cx="1088094" cy="462673"/>
          </a:xfrm>
          <a:custGeom>
            <a:avLst/>
            <a:gdLst>
              <a:gd name="connsiteX0" fmla="*/ 13855 w 1088094"/>
              <a:gd name="connsiteY0" fmla="*/ 360551 h 462673"/>
              <a:gd name="connsiteX1" fmla="*/ 789709 w 1088094"/>
              <a:gd name="connsiteY1" fmla="*/ 443678 h 462673"/>
              <a:gd name="connsiteX2" fmla="*/ 1080655 w 1088094"/>
              <a:gd name="connsiteY2" fmla="*/ 41897 h 462673"/>
              <a:gd name="connsiteX3" fmla="*/ 526473 w 1088094"/>
              <a:gd name="connsiteY3" fmla="*/ 28042 h 462673"/>
              <a:gd name="connsiteX4" fmla="*/ 0 w 1088094"/>
              <a:gd name="connsiteY4" fmla="*/ 180442 h 46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8094" h="462673">
                <a:moveTo>
                  <a:pt x="13855" y="360551"/>
                </a:moveTo>
                <a:cubicBezTo>
                  <a:pt x="312882" y="428669"/>
                  <a:pt x="611909" y="496787"/>
                  <a:pt x="789709" y="443678"/>
                </a:cubicBezTo>
                <a:cubicBezTo>
                  <a:pt x="967509" y="390569"/>
                  <a:pt x="1124528" y="111170"/>
                  <a:pt x="1080655" y="41897"/>
                </a:cubicBezTo>
                <a:cubicBezTo>
                  <a:pt x="1036782" y="-27376"/>
                  <a:pt x="706582" y="4951"/>
                  <a:pt x="526473" y="28042"/>
                </a:cubicBezTo>
                <a:cubicBezTo>
                  <a:pt x="346364" y="51133"/>
                  <a:pt x="173182" y="115787"/>
                  <a:pt x="0" y="180442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24721" y="4059382"/>
            <a:ext cx="1286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PrRd</a:t>
            </a:r>
            <a:r>
              <a:rPr lang="en-US" sz="1600" dirty="0"/>
              <a:t>/-</a:t>
            </a:r>
          </a:p>
        </p:txBody>
      </p:sp>
      <p:sp>
        <p:nvSpPr>
          <p:cNvPr id="37" name="Freeform 36"/>
          <p:cNvSpPr/>
          <p:nvPr/>
        </p:nvSpPr>
        <p:spPr>
          <a:xfrm>
            <a:off x="2258291" y="2961343"/>
            <a:ext cx="4890654" cy="876366"/>
          </a:xfrm>
          <a:custGeom>
            <a:avLst/>
            <a:gdLst>
              <a:gd name="connsiteX0" fmla="*/ 4890654 w 4890654"/>
              <a:gd name="connsiteY0" fmla="*/ 626984 h 876366"/>
              <a:gd name="connsiteX1" fmla="*/ 2105891 w 4890654"/>
              <a:gd name="connsiteY1" fmla="*/ 3530 h 876366"/>
              <a:gd name="connsiteX2" fmla="*/ 0 w 4890654"/>
              <a:gd name="connsiteY2" fmla="*/ 876366 h 87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90654" h="876366">
                <a:moveTo>
                  <a:pt x="4890654" y="626984"/>
                </a:moveTo>
                <a:cubicBezTo>
                  <a:pt x="3905827" y="294475"/>
                  <a:pt x="2921000" y="-38034"/>
                  <a:pt x="2105891" y="3530"/>
                </a:cubicBezTo>
                <a:cubicBezTo>
                  <a:pt x="1290782" y="45094"/>
                  <a:pt x="645391" y="460730"/>
                  <a:pt x="0" y="876366"/>
                </a:cubicBezTo>
              </a:path>
            </a:pathLst>
          </a:cu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5930944" y="2865704"/>
            <a:ext cx="162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BusRd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/Flush</a:t>
            </a:r>
          </a:p>
        </p:txBody>
      </p:sp>
      <p:sp>
        <p:nvSpPr>
          <p:cNvPr id="39" name="Freeform 38"/>
          <p:cNvSpPr/>
          <p:nvPr/>
        </p:nvSpPr>
        <p:spPr>
          <a:xfrm>
            <a:off x="3583448" y="3458827"/>
            <a:ext cx="1029914" cy="323464"/>
          </a:xfrm>
          <a:custGeom>
            <a:avLst/>
            <a:gdLst>
              <a:gd name="connsiteX0" fmla="*/ 240407 w 1029914"/>
              <a:gd name="connsiteY0" fmla="*/ 323464 h 323464"/>
              <a:gd name="connsiteX1" fmla="*/ 4879 w 1029914"/>
              <a:gd name="connsiteY1" fmla="*/ 129500 h 323464"/>
              <a:gd name="connsiteX2" fmla="*/ 434370 w 1029914"/>
              <a:gd name="connsiteY2" fmla="*/ 46373 h 323464"/>
              <a:gd name="connsiteX3" fmla="*/ 988552 w 1029914"/>
              <a:gd name="connsiteY3" fmla="*/ 4809 h 323464"/>
              <a:gd name="connsiteX4" fmla="*/ 946988 w 1029914"/>
              <a:gd name="connsiteY4" fmla="*/ 157209 h 32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9914" h="323464">
                <a:moveTo>
                  <a:pt x="240407" y="323464"/>
                </a:moveTo>
                <a:cubicBezTo>
                  <a:pt x="106479" y="249573"/>
                  <a:pt x="-27448" y="175682"/>
                  <a:pt x="4879" y="129500"/>
                </a:cubicBezTo>
                <a:cubicBezTo>
                  <a:pt x="37206" y="83318"/>
                  <a:pt x="270425" y="67155"/>
                  <a:pt x="434370" y="46373"/>
                </a:cubicBezTo>
                <a:cubicBezTo>
                  <a:pt x="598315" y="25591"/>
                  <a:pt x="903116" y="-13664"/>
                  <a:pt x="988552" y="4809"/>
                </a:cubicBezTo>
                <a:cubicBezTo>
                  <a:pt x="1073988" y="23282"/>
                  <a:pt x="1010488" y="90245"/>
                  <a:pt x="946988" y="157209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316477" y="3265905"/>
            <a:ext cx="131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PrRd</a:t>
            </a:r>
            <a:r>
              <a:rPr lang="en-US" sz="1600" dirty="0"/>
              <a:t>/-</a:t>
            </a:r>
          </a:p>
        </p:txBody>
      </p:sp>
      <p:sp>
        <p:nvSpPr>
          <p:cNvPr id="43" name="Freeform 42"/>
          <p:cNvSpPr/>
          <p:nvPr/>
        </p:nvSpPr>
        <p:spPr>
          <a:xfrm>
            <a:off x="419550" y="3883058"/>
            <a:ext cx="868923" cy="606988"/>
          </a:xfrm>
          <a:custGeom>
            <a:avLst/>
            <a:gdLst>
              <a:gd name="connsiteX0" fmla="*/ 868923 w 868923"/>
              <a:gd name="connsiteY0" fmla="*/ 314869 h 606988"/>
              <a:gd name="connsiteX1" fmla="*/ 314741 w 868923"/>
              <a:gd name="connsiteY1" fmla="*/ 605815 h 606988"/>
              <a:gd name="connsiteX2" fmla="*/ 9941 w 868923"/>
              <a:gd name="connsiteY2" fmla="*/ 217887 h 606988"/>
              <a:gd name="connsiteX3" fmla="*/ 134632 w 868923"/>
              <a:gd name="connsiteY3" fmla="*/ 10069 h 606988"/>
              <a:gd name="connsiteX4" fmla="*/ 716523 w 868923"/>
              <a:gd name="connsiteY4" fmla="*/ 51633 h 60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923" h="606988">
                <a:moveTo>
                  <a:pt x="868923" y="314869"/>
                </a:moveTo>
                <a:cubicBezTo>
                  <a:pt x="663414" y="468424"/>
                  <a:pt x="457905" y="621979"/>
                  <a:pt x="314741" y="605815"/>
                </a:cubicBezTo>
                <a:cubicBezTo>
                  <a:pt x="171577" y="589651"/>
                  <a:pt x="39959" y="317178"/>
                  <a:pt x="9941" y="217887"/>
                </a:cubicBezTo>
                <a:cubicBezTo>
                  <a:pt x="-20077" y="118596"/>
                  <a:pt x="16868" y="37778"/>
                  <a:pt x="134632" y="10069"/>
                </a:cubicBezTo>
                <a:cubicBezTo>
                  <a:pt x="252396" y="-17640"/>
                  <a:pt x="484459" y="16996"/>
                  <a:pt x="716523" y="51633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59656" y="3333495"/>
            <a:ext cx="143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PrRd</a:t>
            </a:r>
            <a:r>
              <a:rPr lang="en-US" sz="1600" dirty="0"/>
              <a:t>/-</a:t>
            </a:r>
          </a:p>
          <a:p>
            <a:r>
              <a:rPr lang="en-US" sz="1600" dirty="0" err="1"/>
              <a:t>BusRd</a:t>
            </a:r>
            <a:r>
              <a:rPr lang="en-US" sz="1600" dirty="0"/>
              <a:t>/Flush</a:t>
            </a:r>
          </a:p>
        </p:txBody>
      </p:sp>
    </p:spTree>
    <p:extLst>
      <p:ext uri="{BB962C8B-B14F-4D97-AF65-F5344CB8AC3E}">
        <p14:creationId xmlns:p14="http://schemas.microsoft.com/office/powerpoint/2010/main" val="255947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20" grpId="0"/>
      <p:bldP spid="22" grpId="0" animBg="1"/>
      <p:bldP spid="23" grpId="0"/>
      <p:bldP spid="24" grpId="0" animBg="1"/>
      <p:bldP spid="25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" grpId="0" animBg="1"/>
      <p:bldP spid="5" grpId="0"/>
      <p:bldP spid="10" grpId="0" animBg="1"/>
      <p:bldP spid="11" grpId="0"/>
      <p:bldP spid="12" grpId="0" animBg="1"/>
      <p:bldP spid="27" grpId="0"/>
      <p:bldP spid="13" grpId="0" animBg="1"/>
      <p:bldP spid="14" grpId="0"/>
      <p:bldP spid="18" grpId="0" animBg="1"/>
      <p:bldP spid="21" grpId="0"/>
      <p:bldP spid="26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3" grpId="0" animBg="1"/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Modern</a:t>
            </a:r>
            <a:r>
              <a:rPr spc="-145" dirty="0"/>
              <a:t> </a:t>
            </a:r>
            <a:r>
              <a:rPr dirty="0"/>
              <a:t>Bus</a:t>
            </a:r>
            <a:r>
              <a:rPr spc="-140" dirty="0"/>
              <a:t> </a:t>
            </a:r>
            <a:r>
              <a:rPr dirty="0"/>
              <a:t>Standards</a:t>
            </a:r>
            <a:r>
              <a:rPr spc="-140" dirty="0"/>
              <a:t> </a:t>
            </a:r>
            <a:r>
              <a:rPr spc="-25" dirty="0"/>
              <a:t>and </a:t>
            </a: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8031480" cy="3824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43204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Both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AMBA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Avalon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protocols</a:t>
            </a:r>
            <a:r>
              <a:rPr sz="3000" spc="-25" dirty="0">
                <a:latin typeface="Arial MT"/>
                <a:cs typeface="Arial MT"/>
              </a:rPr>
              <a:t> do </a:t>
            </a:r>
            <a:r>
              <a:rPr sz="3000" dirty="0">
                <a:latin typeface="Arial MT"/>
                <a:cs typeface="Arial MT"/>
              </a:rPr>
              <a:t>not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include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protocol!</a:t>
            </a:r>
            <a:endParaRPr sz="3000">
              <a:latin typeface="Arial MT"/>
              <a:cs typeface="Arial MT"/>
            </a:endParaRPr>
          </a:p>
          <a:p>
            <a:pPr marL="355600" marR="540385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designer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aware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problems </a:t>
            </a:r>
            <a:r>
              <a:rPr sz="3000" dirty="0">
                <a:latin typeface="Arial MT"/>
                <a:cs typeface="Arial MT"/>
              </a:rPr>
              <a:t>related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coherence</a:t>
            </a:r>
            <a:endParaRPr sz="3000">
              <a:latin typeface="Arial MT"/>
              <a:cs typeface="Arial MT"/>
            </a:endParaRPr>
          </a:p>
          <a:p>
            <a:pPr marL="355600" marR="139065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We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see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protocols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for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SoCs </a:t>
            </a:r>
            <a:r>
              <a:rPr sz="3000" spc="-10" dirty="0">
                <a:latin typeface="Arial MT"/>
                <a:cs typeface="Arial MT"/>
              </a:rPr>
              <a:t>coming</a:t>
            </a:r>
            <a:endParaRPr sz="3000">
              <a:latin typeface="Arial MT"/>
              <a:cs typeface="Arial MT"/>
            </a:endParaRPr>
          </a:p>
          <a:p>
            <a:pPr marL="704215" marR="5080" lvl="1" indent="-34798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E.g.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ARM11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MPCore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Platform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support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 coherence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/>
              <a:t>ARM11</a:t>
            </a:r>
            <a:r>
              <a:rPr lang="en-US" spc="-155"/>
              <a:t> </a:t>
            </a:r>
            <a:r>
              <a:rPr lang="en-US"/>
              <a:t>MPCore</a:t>
            </a:r>
            <a:r>
              <a:rPr lang="en-US" spc="-150"/>
              <a:t> </a:t>
            </a:r>
            <a:r>
              <a:rPr lang="en-US" spc="-10"/>
              <a:t>Cache</a:t>
            </a:r>
            <a:endParaRPr 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8873" y="1643328"/>
            <a:ext cx="3595370" cy="40030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Write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back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Write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allocate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3200" b="1" dirty="0">
                <a:latin typeface="Arial"/>
                <a:cs typeface="Arial"/>
              </a:rPr>
              <a:t>MESI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Protocol</a:t>
            </a:r>
            <a:endParaRPr sz="3200">
              <a:latin typeface="Arial MT"/>
              <a:cs typeface="Arial MT"/>
            </a:endParaRPr>
          </a:p>
          <a:p>
            <a:pPr marL="704215" marR="160655" lvl="1" indent="-347980">
              <a:lnSpc>
                <a:spcPts val="2590"/>
              </a:lnSpc>
              <a:spcBef>
                <a:spcPts val="635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04215" algn="l"/>
              </a:tabLst>
            </a:pPr>
            <a:r>
              <a:rPr sz="2400" b="1" dirty="0">
                <a:latin typeface="Arial"/>
                <a:cs typeface="Arial"/>
              </a:rPr>
              <a:t>Modified: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Exclusive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modified</a:t>
            </a:r>
            <a:endParaRPr sz="2400">
              <a:latin typeface="Arial MT"/>
              <a:cs typeface="Arial MT"/>
            </a:endParaRPr>
          </a:p>
          <a:p>
            <a:pPr marL="704215" marR="5080" lvl="1" indent="-347980">
              <a:lnSpc>
                <a:spcPts val="2590"/>
              </a:lnSpc>
              <a:spcBef>
                <a:spcPts val="580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04215" algn="l"/>
              </a:tabLst>
            </a:pPr>
            <a:r>
              <a:rPr sz="2400" b="1" dirty="0">
                <a:latin typeface="Arial"/>
                <a:cs typeface="Arial"/>
              </a:rPr>
              <a:t>Exclusive:</a:t>
            </a:r>
            <a:r>
              <a:rPr sz="2400" b="1" spc="-16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Exclusive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modified</a:t>
            </a:r>
            <a:endParaRPr sz="24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250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04215" algn="l"/>
              </a:tabLst>
            </a:pPr>
            <a:r>
              <a:rPr sz="2400" b="1" spc="-10" dirty="0">
                <a:latin typeface="Arial"/>
                <a:cs typeface="Arial"/>
              </a:rPr>
              <a:t>Shared</a:t>
            </a:r>
            <a:endParaRPr sz="2400">
              <a:latin typeface="Arial"/>
              <a:cs typeface="Arial"/>
            </a:endParaRPr>
          </a:p>
          <a:p>
            <a:pPr marL="704215" lvl="1" indent="-347345">
              <a:lnSpc>
                <a:spcPct val="100000"/>
              </a:lnSpc>
              <a:spcBef>
                <a:spcPts val="290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04215" algn="l"/>
              </a:tabLst>
            </a:pPr>
            <a:r>
              <a:rPr sz="2400" b="1" spc="-10" dirty="0">
                <a:latin typeface="Arial"/>
                <a:cs typeface="Arial"/>
              </a:rPr>
              <a:t>Invalid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4243" y="1504048"/>
            <a:ext cx="5238750" cy="4953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January</a:t>
            </a:r>
            <a:r>
              <a:rPr lang="en-US" spc="-40"/>
              <a:t> </a:t>
            </a:r>
            <a:r>
              <a:rPr lang="en-US"/>
              <a:t>27,</a:t>
            </a:r>
            <a:r>
              <a:rPr lang="en-US" spc="-30"/>
              <a:t> </a:t>
            </a:r>
            <a:r>
              <a:rPr lang="en-US" spc="-20"/>
              <a:t>2011</a:t>
            </a:r>
            <a:endParaRPr lang="en-US"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SoC</a:t>
            </a:r>
            <a:r>
              <a:rPr lang="en-US" spc="-2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21</a:t>
            </a:fld>
            <a:endParaRPr lang="en-US"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C735B-A845-7BFD-BA64-852838E06745}"/>
              </a:ext>
            </a:extLst>
          </p:cNvPr>
          <p:cNvSpPr txBox="1"/>
          <p:nvPr/>
        </p:nvSpPr>
        <p:spPr>
          <a:xfrm>
            <a:off x="178087" y="6484254"/>
            <a:ext cx="838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linkClick r:id="rId3"/>
              </a:rPr>
              <a:t>Source: https://www.arm.com/products/silicon-ip-cpu</a:t>
            </a:r>
            <a:r>
              <a:rPr lang="en-US" sz="1600" dirty="0"/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9703" y="812291"/>
            <a:ext cx="51777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7434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Directory</a:t>
            </a:r>
            <a:r>
              <a:rPr sz="4800" spc="-240" dirty="0"/>
              <a:t> </a:t>
            </a:r>
            <a:r>
              <a:rPr sz="4800" spc="-10" dirty="0"/>
              <a:t>Based </a:t>
            </a:r>
            <a:r>
              <a:rPr sz="4800" dirty="0"/>
              <a:t>Cache</a:t>
            </a:r>
            <a:r>
              <a:rPr sz="4800" spc="-135" dirty="0"/>
              <a:t> </a:t>
            </a:r>
            <a:r>
              <a:rPr sz="4800" spc="-10" dirty="0"/>
              <a:t>Coherence</a:t>
            </a:r>
            <a:endParaRPr sz="4800"/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Networks</a:t>
            </a:r>
            <a:r>
              <a:rPr spc="-114" dirty="0"/>
              <a:t> </a:t>
            </a:r>
            <a:r>
              <a:rPr dirty="0"/>
              <a:t>on</a:t>
            </a:r>
            <a:r>
              <a:rPr spc="-110" dirty="0"/>
              <a:t> </a:t>
            </a:r>
            <a:r>
              <a:rPr spc="-20" dirty="0"/>
              <a:t>Chip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5284470"/>
            <a:ext cx="7534909" cy="7785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5080" indent="-342900">
              <a:lnSpc>
                <a:spcPts val="2810"/>
              </a:lnSpc>
              <a:spcBef>
                <a:spcPts val="45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Networks-on-</a:t>
            </a:r>
            <a:r>
              <a:rPr sz="2600" dirty="0">
                <a:latin typeface="Arial MT"/>
                <a:cs typeface="Arial MT"/>
              </a:rPr>
              <a:t>Chip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coherence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cannot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be </a:t>
            </a:r>
            <a:r>
              <a:rPr sz="2600" dirty="0">
                <a:latin typeface="Arial MT"/>
                <a:cs typeface="Arial MT"/>
              </a:rPr>
              <a:t>implemented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bus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snooping!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0971" y="2476245"/>
            <a:ext cx="5038725" cy="1869439"/>
            <a:chOff x="560971" y="2476245"/>
            <a:chExt cx="5038725" cy="1869439"/>
          </a:xfrm>
        </p:grpSpPr>
        <p:sp>
          <p:nvSpPr>
            <p:cNvPr id="5" name="object 5"/>
            <p:cNvSpPr/>
            <p:nvPr/>
          </p:nvSpPr>
          <p:spPr>
            <a:xfrm>
              <a:off x="3453523" y="2489199"/>
              <a:ext cx="685800" cy="624205"/>
            </a:xfrm>
            <a:custGeom>
              <a:avLst/>
              <a:gdLst/>
              <a:ahLst/>
              <a:cxnLst/>
              <a:rect l="l" t="t" r="r" b="b"/>
              <a:pathLst>
                <a:path w="685800" h="624205">
                  <a:moveTo>
                    <a:pt x="685800" y="624077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624077"/>
                  </a:lnTo>
                  <a:lnTo>
                    <a:pt x="685800" y="624077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40569" y="2476245"/>
              <a:ext cx="711200" cy="650240"/>
            </a:xfrm>
            <a:custGeom>
              <a:avLst/>
              <a:gdLst/>
              <a:ahLst/>
              <a:cxnLst/>
              <a:rect l="l" t="t" r="r" b="b"/>
              <a:pathLst>
                <a:path w="711200" h="650239">
                  <a:moveTo>
                    <a:pt x="573773" y="561594"/>
                  </a:moveTo>
                  <a:lnTo>
                    <a:pt x="457873" y="561594"/>
                  </a:lnTo>
                  <a:lnTo>
                    <a:pt x="369366" y="324980"/>
                  </a:lnTo>
                  <a:lnTo>
                    <a:pt x="460997" y="80010"/>
                  </a:lnTo>
                  <a:lnTo>
                    <a:pt x="437375" y="70866"/>
                  </a:lnTo>
                  <a:lnTo>
                    <a:pt x="355676" y="288378"/>
                  </a:lnTo>
                  <a:lnTo>
                    <a:pt x="274320" y="70866"/>
                  </a:lnTo>
                  <a:lnTo>
                    <a:pt x="249936" y="80010"/>
                  </a:lnTo>
                  <a:lnTo>
                    <a:pt x="341934" y="324980"/>
                  </a:lnTo>
                  <a:lnTo>
                    <a:pt x="253060" y="561594"/>
                  </a:lnTo>
                  <a:lnTo>
                    <a:pt x="137160" y="561594"/>
                  </a:lnTo>
                  <a:lnTo>
                    <a:pt x="137160" y="587502"/>
                  </a:lnTo>
                  <a:lnTo>
                    <a:pt x="262128" y="587502"/>
                  </a:lnTo>
                  <a:lnTo>
                    <a:pt x="262128" y="574560"/>
                  </a:lnTo>
                  <a:lnTo>
                    <a:pt x="274307" y="579120"/>
                  </a:lnTo>
                  <a:lnTo>
                    <a:pt x="355676" y="361569"/>
                  </a:lnTo>
                  <a:lnTo>
                    <a:pt x="437388" y="579120"/>
                  </a:lnTo>
                  <a:lnTo>
                    <a:pt x="448818" y="574700"/>
                  </a:lnTo>
                  <a:lnTo>
                    <a:pt x="448818" y="587502"/>
                  </a:lnTo>
                  <a:lnTo>
                    <a:pt x="573773" y="587502"/>
                  </a:lnTo>
                  <a:lnTo>
                    <a:pt x="573773" y="561594"/>
                  </a:lnTo>
                  <a:close/>
                </a:path>
                <a:path w="711200" h="650239">
                  <a:moveTo>
                    <a:pt x="710946" y="0"/>
                  </a:moveTo>
                  <a:lnTo>
                    <a:pt x="685800" y="0"/>
                  </a:lnTo>
                  <a:lnTo>
                    <a:pt x="685800" y="25908"/>
                  </a:lnTo>
                  <a:lnTo>
                    <a:pt x="685800" y="624078"/>
                  </a:lnTo>
                  <a:lnTo>
                    <a:pt x="25146" y="624078"/>
                  </a:lnTo>
                  <a:lnTo>
                    <a:pt x="25146" y="25908"/>
                  </a:lnTo>
                  <a:lnTo>
                    <a:pt x="685800" y="2590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49986"/>
                  </a:lnTo>
                  <a:lnTo>
                    <a:pt x="12954" y="649986"/>
                  </a:lnTo>
                  <a:lnTo>
                    <a:pt x="25146" y="649986"/>
                  </a:lnTo>
                  <a:lnTo>
                    <a:pt x="685800" y="649986"/>
                  </a:lnTo>
                  <a:lnTo>
                    <a:pt x="698754" y="649986"/>
                  </a:lnTo>
                  <a:lnTo>
                    <a:pt x="710946" y="649986"/>
                  </a:lnTo>
                  <a:lnTo>
                    <a:pt x="710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53523" y="3708399"/>
              <a:ext cx="685800" cy="624205"/>
            </a:xfrm>
            <a:custGeom>
              <a:avLst/>
              <a:gdLst/>
              <a:ahLst/>
              <a:cxnLst/>
              <a:rect l="l" t="t" r="r" b="b"/>
              <a:pathLst>
                <a:path w="685800" h="624204">
                  <a:moveTo>
                    <a:pt x="685800" y="624077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624077"/>
                  </a:lnTo>
                  <a:lnTo>
                    <a:pt x="685800" y="624077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569" y="3695445"/>
              <a:ext cx="711200" cy="650240"/>
            </a:xfrm>
            <a:custGeom>
              <a:avLst/>
              <a:gdLst/>
              <a:ahLst/>
              <a:cxnLst/>
              <a:rect l="l" t="t" r="r" b="b"/>
              <a:pathLst>
                <a:path w="711200" h="650239">
                  <a:moveTo>
                    <a:pt x="573773" y="561594"/>
                  </a:moveTo>
                  <a:lnTo>
                    <a:pt x="457873" y="561594"/>
                  </a:lnTo>
                  <a:lnTo>
                    <a:pt x="369366" y="324980"/>
                  </a:lnTo>
                  <a:lnTo>
                    <a:pt x="460997" y="80010"/>
                  </a:lnTo>
                  <a:lnTo>
                    <a:pt x="437375" y="70866"/>
                  </a:lnTo>
                  <a:lnTo>
                    <a:pt x="355676" y="288378"/>
                  </a:lnTo>
                  <a:lnTo>
                    <a:pt x="274320" y="70866"/>
                  </a:lnTo>
                  <a:lnTo>
                    <a:pt x="249936" y="80010"/>
                  </a:lnTo>
                  <a:lnTo>
                    <a:pt x="341934" y="324980"/>
                  </a:lnTo>
                  <a:lnTo>
                    <a:pt x="253060" y="561594"/>
                  </a:lnTo>
                  <a:lnTo>
                    <a:pt x="137160" y="561594"/>
                  </a:lnTo>
                  <a:lnTo>
                    <a:pt x="137160" y="587502"/>
                  </a:lnTo>
                  <a:lnTo>
                    <a:pt x="262128" y="587502"/>
                  </a:lnTo>
                  <a:lnTo>
                    <a:pt x="262128" y="574560"/>
                  </a:lnTo>
                  <a:lnTo>
                    <a:pt x="274307" y="579120"/>
                  </a:lnTo>
                  <a:lnTo>
                    <a:pt x="355676" y="361569"/>
                  </a:lnTo>
                  <a:lnTo>
                    <a:pt x="437388" y="579120"/>
                  </a:lnTo>
                  <a:lnTo>
                    <a:pt x="448818" y="574700"/>
                  </a:lnTo>
                  <a:lnTo>
                    <a:pt x="448818" y="587502"/>
                  </a:lnTo>
                  <a:lnTo>
                    <a:pt x="573773" y="587502"/>
                  </a:lnTo>
                  <a:lnTo>
                    <a:pt x="573773" y="561594"/>
                  </a:lnTo>
                  <a:close/>
                </a:path>
                <a:path w="711200" h="650239">
                  <a:moveTo>
                    <a:pt x="710946" y="0"/>
                  </a:moveTo>
                  <a:lnTo>
                    <a:pt x="685800" y="0"/>
                  </a:lnTo>
                  <a:lnTo>
                    <a:pt x="685800" y="25908"/>
                  </a:lnTo>
                  <a:lnTo>
                    <a:pt x="685800" y="624078"/>
                  </a:lnTo>
                  <a:lnTo>
                    <a:pt x="25146" y="624078"/>
                  </a:lnTo>
                  <a:lnTo>
                    <a:pt x="25146" y="25908"/>
                  </a:lnTo>
                  <a:lnTo>
                    <a:pt x="685800" y="2590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49986"/>
                  </a:lnTo>
                  <a:lnTo>
                    <a:pt x="12954" y="649986"/>
                  </a:lnTo>
                  <a:lnTo>
                    <a:pt x="25146" y="649986"/>
                  </a:lnTo>
                  <a:lnTo>
                    <a:pt x="685800" y="649986"/>
                  </a:lnTo>
                  <a:lnTo>
                    <a:pt x="698754" y="649986"/>
                  </a:lnTo>
                  <a:lnTo>
                    <a:pt x="710946" y="649986"/>
                  </a:lnTo>
                  <a:lnTo>
                    <a:pt x="710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1323" y="3708399"/>
              <a:ext cx="685800" cy="624205"/>
            </a:xfrm>
            <a:custGeom>
              <a:avLst/>
              <a:gdLst/>
              <a:ahLst/>
              <a:cxnLst/>
              <a:rect l="l" t="t" r="r" b="b"/>
              <a:pathLst>
                <a:path w="685800" h="624204">
                  <a:moveTo>
                    <a:pt x="685800" y="624077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624078"/>
                  </a:lnTo>
                  <a:lnTo>
                    <a:pt x="685800" y="624077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369" y="3695445"/>
              <a:ext cx="711200" cy="650240"/>
            </a:xfrm>
            <a:custGeom>
              <a:avLst/>
              <a:gdLst/>
              <a:ahLst/>
              <a:cxnLst/>
              <a:rect l="l" t="t" r="r" b="b"/>
              <a:pathLst>
                <a:path w="711200" h="650239">
                  <a:moveTo>
                    <a:pt x="573773" y="561594"/>
                  </a:moveTo>
                  <a:lnTo>
                    <a:pt x="457873" y="561594"/>
                  </a:lnTo>
                  <a:lnTo>
                    <a:pt x="369366" y="324980"/>
                  </a:lnTo>
                  <a:lnTo>
                    <a:pt x="460997" y="80010"/>
                  </a:lnTo>
                  <a:lnTo>
                    <a:pt x="437375" y="70866"/>
                  </a:lnTo>
                  <a:lnTo>
                    <a:pt x="355676" y="288378"/>
                  </a:lnTo>
                  <a:lnTo>
                    <a:pt x="274320" y="70866"/>
                  </a:lnTo>
                  <a:lnTo>
                    <a:pt x="249936" y="80010"/>
                  </a:lnTo>
                  <a:lnTo>
                    <a:pt x="341934" y="324980"/>
                  </a:lnTo>
                  <a:lnTo>
                    <a:pt x="253060" y="561594"/>
                  </a:lnTo>
                  <a:lnTo>
                    <a:pt x="137160" y="561594"/>
                  </a:lnTo>
                  <a:lnTo>
                    <a:pt x="137160" y="587502"/>
                  </a:lnTo>
                  <a:lnTo>
                    <a:pt x="262128" y="587502"/>
                  </a:lnTo>
                  <a:lnTo>
                    <a:pt x="262128" y="574560"/>
                  </a:lnTo>
                  <a:lnTo>
                    <a:pt x="274307" y="579120"/>
                  </a:lnTo>
                  <a:lnTo>
                    <a:pt x="355676" y="361569"/>
                  </a:lnTo>
                  <a:lnTo>
                    <a:pt x="437388" y="579120"/>
                  </a:lnTo>
                  <a:lnTo>
                    <a:pt x="448818" y="574700"/>
                  </a:lnTo>
                  <a:lnTo>
                    <a:pt x="448818" y="587502"/>
                  </a:lnTo>
                  <a:lnTo>
                    <a:pt x="573773" y="587502"/>
                  </a:lnTo>
                  <a:lnTo>
                    <a:pt x="573773" y="561594"/>
                  </a:lnTo>
                  <a:close/>
                </a:path>
                <a:path w="711200" h="650239">
                  <a:moveTo>
                    <a:pt x="710946" y="0"/>
                  </a:moveTo>
                  <a:lnTo>
                    <a:pt x="685787" y="0"/>
                  </a:lnTo>
                  <a:lnTo>
                    <a:pt x="685787" y="25908"/>
                  </a:lnTo>
                  <a:lnTo>
                    <a:pt x="685787" y="624078"/>
                  </a:lnTo>
                  <a:lnTo>
                    <a:pt x="25146" y="624078"/>
                  </a:lnTo>
                  <a:lnTo>
                    <a:pt x="25146" y="25908"/>
                  </a:lnTo>
                  <a:lnTo>
                    <a:pt x="685787" y="25908"/>
                  </a:lnTo>
                  <a:lnTo>
                    <a:pt x="685787" y="0"/>
                  </a:lnTo>
                  <a:lnTo>
                    <a:pt x="0" y="0"/>
                  </a:lnTo>
                  <a:lnTo>
                    <a:pt x="0" y="649986"/>
                  </a:lnTo>
                  <a:lnTo>
                    <a:pt x="12954" y="649986"/>
                  </a:lnTo>
                  <a:lnTo>
                    <a:pt x="25146" y="649986"/>
                  </a:lnTo>
                  <a:lnTo>
                    <a:pt x="685787" y="649986"/>
                  </a:lnTo>
                  <a:lnTo>
                    <a:pt x="698754" y="649986"/>
                  </a:lnTo>
                  <a:lnTo>
                    <a:pt x="710946" y="649986"/>
                  </a:lnTo>
                  <a:lnTo>
                    <a:pt x="710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1323" y="2489199"/>
              <a:ext cx="685800" cy="624205"/>
            </a:xfrm>
            <a:custGeom>
              <a:avLst/>
              <a:gdLst/>
              <a:ahLst/>
              <a:cxnLst/>
              <a:rect l="l" t="t" r="r" b="b"/>
              <a:pathLst>
                <a:path w="685800" h="624205">
                  <a:moveTo>
                    <a:pt x="685800" y="624077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624077"/>
                  </a:lnTo>
                  <a:lnTo>
                    <a:pt x="685800" y="624077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88369" y="2476245"/>
              <a:ext cx="711200" cy="650240"/>
            </a:xfrm>
            <a:custGeom>
              <a:avLst/>
              <a:gdLst/>
              <a:ahLst/>
              <a:cxnLst/>
              <a:rect l="l" t="t" r="r" b="b"/>
              <a:pathLst>
                <a:path w="711200" h="650239">
                  <a:moveTo>
                    <a:pt x="573773" y="561594"/>
                  </a:moveTo>
                  <a:lnTo>
                    <a:pt x="457873" y="561594"/>
                  </a:lnTo>
                  <a:lnTo>
                    <a:pt x="369366" y="324980"/>
                  </a:lnTo>
                  <a:lnTo>
                    <a:pt x="460997" y="80010"/>
                  </a:lnTo>
                  <a:lnTo>
                    <a:pt x="437375" y="70866"/>
                  </a:lnTo>
                  <a:lnTo>
                    <a:pt x="355676" y="288378"/>
                  </a:lnTo>
                  <a:lnTo>
                    <a:pt x="274320" y="70866"/>
                  </a:lnTo>
                  <a:lnTo>
                    <a:pt x="249936" y="80010"/>
                  </a:lnTo>
                  <a:lnTo>
                    <a:pt x="341934" y="324980"/>
                  </a:lnTo>
                  <a:lnTo>
                    <a:pt x="253060" y="561594"/>
                  </a:lnTo>
                  <a:lnTo>
                    <a:pt x="137160" y="561594"/>
                  </a:lnTo>
                  <a:lnTo>
                    <a:pt x="137160" y="587502"/>
                  </a:lnTo>
                  <a:lnTo>
                    <a:pt x="262128" y="587502"/>
                  </a:lnTo>
                  <a:lnTo>
                    <a:pt x="262128" y="574560"/>
                  </a:lnTo>
                  <a:lnTo>
                    <a:pt x="274307" y="579120"/>
                  </a:lnTo>
                  <a:lnTo>
                    <a:pt x="355676" y="361569"/>
                  </a:lnTo>
                  <a:lnTo>
                    <a:pt x="437388" y="579120"/>
                  </a:lnTo>
                  <a:lnTo>
                    <a:pt x="448818" y="574700"/>
                  </a:lnTo>
                  <a:lnTo>
                    <a:pt x="448818" y="587502"/>
                  </a:lnTo>
                  <a:lnTo>
                    <a:pt x="573773" y="587502"/>
                  </a:lnTo>
                  <a:lnTo>
                    <a:pt x="573773" y="561594"/>
                  </a:lnTo>
                  <a:close/>
                </a:path>
                <a:path w="711200" h="650239">
                  <a:moveTo>
                    <a:pt x="710946" y="0"/>
                  </a:moveTo>
                  <a:lnTo>
                    <a:pt x="685787" y="0"/>
                  </a:lnTo>
                  <a:lnTo>
                    <a:pt x="685787" y="25908"/>
                  </a:lnTo>
                  <a:lnTo>
                    <a:pt x="685787" y="624078"/>
                  </a:lnTo>
                  <a:lnTo>
                    <a:pt x="25146" y="624078"/>
                  </a:lnTo>
                  <a:lnTo>
                    <a:pt x="25146" y="25908"/>
                  </a:lnTo>
                  <a:lnTo>
                    <a:pt x="685787" y="25908"/>
                  </a:lnTo>
                  <a:lnTo>
                    <a:pt x="685787" y="0"/>
                  </a:lnTo>
                  <a:lnTo>
                    <a:pt x="0" y="0"/>
                  </a:lnTo>
                  <a:lnTo>
                    <a:pt x="0" y="649986"/>
                  </a:lnTo>
                  <a:lnTo>
                    <a:pt x="12954" y="649986"/>
                  </a:lnTo>
                  <a:lnTo>
                    <a:pt x="25146" y="649986"/>
                  </a:lnTo>
                  <a:lnTo>
                    <a:pt x="685787" y="649986"/>
                  </a:lnTo>
                  <a:lnTo>
                    <a:pt x="698754" y="649986"/>
                  </a:lnTo>
                  <a:lnTo>
                    <a:pt x="710946" y="649986"/>
                  </a:lnTo>
                  <a:lnTo>
                    <a:pt x="710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5567" y="2765805"/>
              <a:ext cx="1504950" cy="1276350"/>
            </a:xfrm>
            <a:custGeom>
              <a:avLst/>
              <a:gdLst/>
              <a:ahLst/>
              <a:cxnLst/>
              <a:rect l="l" t="t" r="r" b="b"/>
              <a:pathLst>
                <a:path w="1504950" h="1276350">
                  <a:moveTo>
                    <a:pt x="57150" y="332994"/>
                  </a:moveTo>
                  <a:lnTo>
                    <a:pt x="0" y="332994"/>
                  </a:lnTo>
                  <a:lnTo>
                    <a:pt x="0" y="942594"/>
                  </a:lnTo>
                  <a:lnTo>
                    <a:pt x="57150" y="942594"/>
                  </a:lnTo>
                  <a:lnTo>
                    <a:pt x="57150" y="332994"/>
                  </a:lnTo>
                  <a:close/>
                </a:path>
                <a:path w="1504950" h="1276350">
                  <a:moveTo>
                    <a:pt x="1095756" y="1219200"/>
                  </a:moveTo>
                  <a:lnTo>
                    <a:pt x="333756" y="1219200"/>
                  </a:lnTo>
                  <a:lnTo>
                    <a:pt x="333756" y="1276350"/>
                  </a:lnTo>
                  <a:lnTo>
                    <a:pt x="1095756" y="1276350"/>
                  </a:lnTo>
                  <a:lnTo>
                    <a:pt x="1095756" y="1219200"/>
                  </a:lnTo>
                  <a:close/>
                </a:path>
                <a:path w="1504950" h="1276350">
                  <a:moveTo>
                    <a:pt x="1095756" y="0"/>
                  </a:moveTo>
                  <a:lnTo>
                    <a:pt x="333756" y="0"/>
                  </a:lnTo>
                  <a:lnTo>
                    <a:pt x="333756" y="57150"/>
                  </a:lnTo>
                  <a:lnTo>
                    <a:pt x="1095756" y="57150"/>
                  </a:lnTo>
                  <a:lnTo>
                    <a:pt x="1095756" y="0"/>
                  </a:lnTo>
                  <a:close/>
                </a:path>
                <a:path w="1504950" h="1276350">
                  <a:moveTo>
                    <a:pt x="1504950" y="332994"/>
                  </a:moveTo>
                  <a:lnTo>
                    <a:pt x="1447800" y="332994"/>
                  </a:lnTo>
                  <a:lnTo>
                    <a:pt x="1447800" y="942594"/>
                  </a:lnTo>
                  <a:lnTo>
                    <a:pt x="1504950" y="942594"/>
                  </a:lnTo>
                  <a:lnTo>
                    <a:pt x="1504950" y="332994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01123" y="2781045"/>
              <a:ext cx="152400" cy="26034"/>
            </a:xfrm>
            <a:custGeom>
              <a:avLst/>
              <a:gdLst/>
              <a:ahLst/>
              <a:cxnLst/>
              <a:rect l="l" t="t" r="r" b="b"/>
              <a:pathLst>
                <a:path w="152400" h="26035">
                  <a:moveTo>
                    <a:pt x="152400" y="25907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25907"/>
                  </a:lnTo>
                  <a:lnTo>
                    <a:pt x="152400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3925" y="249224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685800"/>
                  </a:moveTo>
                  <a:lnTo>
                    <a:pt x="685799" y="0"/>
                  </a:ln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0971" y="2480055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0946" y="710946"/>
                  </a:moveTo>
                  <a:lnTo>
                    <a:pt x="710945" y="0"/>
                  </a:lnTo>
                  <a:lnTo>
                    <a:pt x="0" y="0"/>
                  </a:lnTo>
                  <a:lnTo>
                    <a:pt x="0" y="710946"/>
                  </a:lnTo>
                  <a:lnTo>
                    <a:pt x="12953" y="710946"/>
                  </a:lnTo>
                  <a:lnTo>
                    <a:pt x="12953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685799" y="25146"/>
                  </a:lnTo>
                  <a:lnTo>
                    <a:pt x="685799" y="12192"/>
                  </a:lnTo>
                  <a:lnTo>
                    <a:pt x="698753" y="25146"/>
                  </a:lnTo>
                  <a:lnTo>
                    <a:pt x="698754" y="710946"/>
                  </a:lnTo>
                  <a:lnTo>
                    <a:pt x="710946" y="710946"/>
                  </a:lnTo>
                  <a:close/>
                </a:path>
                <a:path w="711200" h="711200">
                  <a:moveTo>
                    <a:pt x="25145" y="25146"/>
                  </a:moveTo>
                  <a:lnTo>
                    <a:pt x="25145" y="12192"/>
                  </a:lnTo>
                  <a:lnTo>
                    <a:pt x="12953" y="25146"/>
                  </a:lnTo>
                  <a:lnTo>
                    <a:pt x="25145" y="25146"/>
                  </a:lnTo>
                  <a:close/>
                </a:path>
                <a:path w="711200" h="711200">
                  <a:moveTo>
                    <a:pt x="25145" y="685800"/>
                  </a:moveTo>
                  <a:lnTo>
                    <a:pt x="25145" y="25146"/>
                  </a:lnTo>
                  <a:lnTo>
                    <a:pt x="12953" y="25146"/>
                  </a:lnTo>
                  <a:lnTo>
                    <a:pt x="12953" y="685800"/>
                  </a:lnTo>
                  <a:lnTo>
                    <a:pt x="25145" y="685800"/>
                  </a:lnTo>
                  <a:close/>
                </a:path>
                <a:path w="711200" h="711200">
                  <a:moveTo>
                    <a:pt x="698754" y="685800"/>
                  </a:moveTo>
                  <a:lnTo>
                    <a:pt x="12953" y="685800"/>
                  </a:lnTo>
                  <a:lnTo>
                    <a:pt x="25145" y="697992"/>
                  </a:lnTo>
                  <a:lnTo>
                    <a:pt x="25145" y="710946"/>
                  </a:lnTo>
                  <a:lnTo>
                    <a:pt x="685800" y="710946"/>
                  </a:lnTo>
                  <a:lnTo>
                    <a:pt x="685800" y="697992"/>
                  </a:lnTo>
                  <a:lnTo>
                    <a:pt x="698754" y="685800"/>
                  </a:lnTo>
                  <a:close/>
                </a:path>
                <a:path w="711200" h="711200">
                  <a:moveTo>
                    <a:pt x="25145" y="710946"/>
                  </a:moveTo>
                  <a:lnTo>
                    <a:pt x="25145" y="697992"/>
                  </a:lnTo>
                  <a:lnTo>
                    <a:pt x="12953" y="685800"/>
                  </a:lnTo>
                  <a:lnTo>
                    <a:pt x="12953" y="710946"/>
                  </a:lnTo>
                  <a:lnTo>
                    <a:pt x="25145" y="710946"/>
                  </a:lnTo>
                  <a:close/>
                </a:path>
                <a:path w="711200" h="711200">
                  <a:moveTo>
                    <a:pt x="698753" y="25146"/>
                  </a:moveTo>
                  <a:lnTo>
                    <a:pt x="685799" y="12192"/>
                  </a:lnTo>
                  <a:lnTo>
                    <a:pt x="685799" y="25146"/>
                  </a:lnTo>
                  <a:lnTo>
                    <a:pt x="698753" y="25146"/>
                  </a:lnTo>
                  <a:close/>
                </a:path>
                <a:path w="711200" h="711200">
                  <a:moveTo>
                    <a:pt x="698754" y="685800"/>
                  </a:moveTo>
                  <a:lnTo>
                    <a:pt x="698753" y="25146"/>
                  </a:lnTo>
                  <a:lnTo>
                    <a:pt x="685799" y="25146"/>
                  </a:lnTo>
                  <a:lnTo>
                    <a:pt x="685800" y="685800"/>
                  </a:lnTo>
                  <a:lnTo>
                    <a:pt x="698754" y="685800"/>
                  </a:lnTo>
                  <a:close/>
                </a:path>
                <a:path w="711200" h="711200">
                  <a:moveTo>
                    <a:pt x="698754" y="710946"/>
                  </a:moveTo>
                  <a:lnTo>
                    <a:pt x="698754" y="685800"/>
                  </a:lnTo>
                  <a:lnTo>
                    <a:pt x="685800" y="697992"/>
                  </a:lnTo>
                  <a:lnTo>
                    <a:pt x="685800" y="710946"/>
                  </a:lnTo>
                  <a:lnTo>
                    <a:pt x="698754" y="7109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42397" y="2699004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P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967623" y="1760727"/>
            <a:ext cx="673100" cy="673100"/>
            <a:chOff x="1967623" y="1760727"/>
            <a:chExt cx="673100" cy="673100"/>
          </a:xfrm>
        </p:grpSpPr>
        <p:sp>
          <p:nvSpPr>
            <p:cNvPr id="19" name="object 19"/>
            <p:cNvSpPr/>
            <p:nvPr/>
          </p:nvSpPr>
          <p:spPr>
            <a:xfrm>
              <a:off x="1979815" y="1773681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647699" y="647700"/>
                  </a:moveTo>
                  <a:lnTo>
                    <a:pt x="647699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647699" y="6477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67623" y="1760727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672845" y="672845"/>
                  </a:moveTo>
                  <a:lnTo>
                    <a:pt x="672845" y="0"/>
                  </a:lnTo>
                  <a:lnTo>
                    <a:pt x="0" y="0"/>
                  </a:lnTo>
                  <a:lnTo>
                    <a:pt x="0" y="672846"/>
                  </a:lnTo>
                  <a:lnTo>
                    <a:pt x="12191" y="672846"/>
                  </a:lnTo>
                  <a:lnTo>
                    <a:pt x="12191" y="25146"/>
                  </a:lnTo>
                  <a:lnTo>
                    <a:pt x="25145" y="12954"/>
                  </a:lnTo>
                  <a:lnTo>
                    <a:pt x="25145" y="25146"/>
                  </a:lnTo>
                  <a:lnTo>
                    <a:pt x="647699" y="25145"/>
                  </a:lnTo>
                  <a:lnTo>
                    <a:pt x="647699" y="12953"/>
                  </a:lnTo>
                  <a:lnTo>
                    <a:pt x="659892" y="25145"/>
                  </a:lnTo>
                  <a:lnTo>
                    <a:pt x="659892" y="672845"/>
                  </a:lnTo>
                  <a:lnTo>
                    <a:pt x="672845" y="672845"/>
                  </a:lnTo>
                  <a:close/>
                </a:path>
                <a:path w="673100" h="673100">
                  <a:moveTo>
                    <a:pt x="25145" y="25146"/>
                  </a:moveTo>
                  <a:lnTo>
                    <a:pt x="25145" y="12954"/>
                  </a:lnTo>
                  <a:lnTo>
                    <a:pt x="12191" y="25146"/>
                  </a:lnTo>
                  <a:lnTo>
                    <a:pt x="25145" y="25146"/>
                  </a:lnTo>
                  <a:close/>
                </a:path>
                <a:path w="673100" h="673100">
                  <a:moveTo>
                    <a:pt x="25145" y="647700"/>
                  </a:moveTo>
                  <a:lnTo>
                    <a:pt x="25145" y="25146"/>
                  </a:lnTo>
                  <a:lnTo>
                    <a:pt x="12191" y="25146"/>
                  </a:lnTo>
                  <a:lnTo>
                    <a:pt x="12191" y="647700"/>
                  </a:lnTo>
                  <a:lnTo>
                    <a:pt x="25145" y="647700"/>
                  </a:lnTo>
                  <a:close/>
                </a:path>
                <a:path w="673100" h="673100">
                  <a:moveTo>
                    <a:pt x="659892" y="647699"/>
                  </a:moveTo>
                  <a:lnTo>
                    <a:pt x="12191" y="647700"/>
                  </a:lnTo>
                  <a:lnTo>
                    <a:pt x="25145" y="660654"/>
                  </a:lnTo>
                  <a:lnTo>
                    <a:pt x="25145" y="672846"/>
                  </a:lnTo>
                  <a:lnTo>
                    <a:pt x="647699" y="672845"/>
                  </a:lnTo>
                  <a:lnTo>
                    <a:pt x="647699" y="660653"/>
                  </a:lnTo>
                  <a:lnTo>
                    <a:pt x="659892" y="647699"/>
                  </a:lnTo>
                  <a:close/>
                </a:path>
                <a:path w="673100" h="673100">
                  <a:moveTo>
                    <a:pt x="25145" y="672846"/>
                  </a:moveTo>
                  <a:lnTo>
                    <a:pt x="25145" y="660654"/>
                  </a:lnTo>
                  <a:lnTo>
                    <a:pt x="12191" y="647700"/>
                  </a:lnTo>
                  <a:lnTo>
                    <a:pt x="12191" y="672846"/>
                  </a:lnTo>
                  <a:lnTo>
                    <a:pt x="25145" y="672846"/>
                  </a:lnTo>
                  <a:close/>
                </a:path>
                <a:path w="673100" h="673100">
                  <a:moveTo>
                    <a:pt x="659892" y="25145"/>
                  </a:moveTo>
                  <a:lnTo>
                    <a:pt x="647699" y="12953"/>
                  </a:lnTo>
                  <a:lnTo>
                    <a:pt x="647699" y="25145"/>
                  </a:lnTo>
                  <a:lnTo>
                    <a:pt x="659892" y="25145"/>
                  </a:lnTo>
                  <a:close/>
                </a:path>
                <a:path w="673100" h="673100">
                  <a:moveTo>
                    <a:pt x="659892" y="647699"/>
                  </a:moveTo>
                  <a:lnTo>
                    <a:pt x="659892" y="25145"/>
                  </a:lnTo>
                  <a:lnTo>
                    <a:pt x="647699" y="25145"/>
                  </a:lnTo>
                  <a:lnTo>
                    <a:pt x="647699" y="647699"/>
                  </a:lnTo>
                  <a:lnTo>
                    <a:pt x="659892" y="647699"/>
                  </a:lnTo>
                  <a:close/>
                </a:path>
                <a:path w="673100" h="673100">
                  <a:moveTo>
                    <a:pt x="659892" y="672845"/>
                  </a:moveTo>
                  <a:lnTo>
                    <a:pt x="659892" y="647699"/>
                  </a:lnTo>
                  <a:lnTo>
                    <a:pt x="647699" y="660653"/>
                  </a:lnTo>
                  <a:lnTo>
                    <a:pt x="647699" y="672845"/>
                  </a:lnTo>
                  <a:lnTo>
                    <a:pt x="659892" y="672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55501" y="1960625"/>
            <a:ext cx="497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MEM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35189" y="2197649"/>
            <a:ext cx="6997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Verdana"/>
                <a:cs typeface="Verdana"/>
              </a:rPr>
              <a:t>Switch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11001" y="3283484"/>
            <a:ext cx="8528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Verdana"/>
                <a:cs typeface="Verdana"/>
              </a:rPr>
              <a:t>Channel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830969" y="2624073"/>
            <a:ext cx="482600" cy="483234"/>
            <a:chOff x="2830969" y="2624073"/>
            <a:chExt cx="482600" cy="483234"/>
          </a:xfrm>
        </p:grpSpPr>
        <p:sp>
          <p:nvSpPr>
            <p:cNvPr id="25" name="object 25"/>
            <p:cNvSpPr/>
            <p:nvPr/>
          </p:nvSpPr>
          <p:spPr>
            <a:xfrm>
              <a:off x="2843923" y="26370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4572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30969" y="2624073"/>
              <a:ext cx="482600" cy="483234"/>
            </a:xfrm>
            <a:custGeom>
              <a:avLst/>
              <a:gdLst/>
              <a:ahLst/>
              <a:cxnLst/>
              <a:rect l="l" t="t" r="r" b="b"/>
              <a:pathLst>
                <a:path w="482600" h="483235">
                  <a:moveTo>
                    <a:pt x="482346" y="483108"/>
                  </a:moveTo>
                  <a:lnTo>
                    <a:pt x="482346" y="0"/>
                  </a:lnTo>
                  <a:lnTo>
                    <a:pt x="0" y="0"/>
                  </a:lnTo>
                  <a:lnTo>
                    <a:pt x="0" y="483108"/>
                  </a:lnTo>
                  <a:lnTo>
                    <a:pt x="12953" y="483108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457200" y="25907"/>
                  </a:lnTo>
                  <a:lnTo>
                    <a:pt x="457200" y="12953"/>
                  </a:lnTo>
                  <a:lnTo>
                    <a:pt x="470153" y="25907"/>
                  </a:lnTo>
                  <a:lnTo>
                    <a:pt x="470153" y="483108"/>
                  </a:lnTo>
                  <a:lnTo>
                    <a:pt x="482346" y="483108"/>
                  </a:lnTo>
                  <a:close/>
                </a:path>
                <a:path w="482600" h="483235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482600" h="483235">
                  <a:moveTo>
                    <a:pt x="25146" y="457200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457200"/>
                  </a:lnTo>
                  <a:lnTo>
                    <a:pt x="25146" y="457200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12953" y="457200"/>
                  </a:lnTo>
                  <a:lnTo>
                    <a:pt x="25146" y="470153"/>
                  </a:lnTo>
                  <a:lnTo>
                    <a:pt x="25146" y="483108"/>
                  </a:lnTo>
                  <a:lnTo>
                    <a:pt x="457200" y="483108"/>
                  </a:lnTo>
                  <a:lnTo>
                    <a:pt x="457200" y="470153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25146" y="483108"/>
                  </a:moveTo>
                  <a:lnTo>
                    <a:pt x="25146" y="470153"/>
                  </a:lnTo>
                  <a:lnTo>
                    <a:pt x="12953" y="457200"/>
                  </a:lnTo>
                  <a:lnTo>
                    <a:pt x="12953" y="483108"/>
                  </a:lnTo>
                  <a:lnTo>
                    <a:pt x="25146" y="483108"/>
                  </a:lnTo>
                  <a:close/>
                </a:path>
                <a:path w="482600" h="483235">
                  <a:moveTo>
                    <a:pt x="470153" y="25907"/>
                  </a:moveTo>
                  <a:lnTo>
                    <a:pt x="457200" y="12953"/>
                  </a:lnTo>
                  <a:lnTo>
                    <a:pt x="457200" y="25907"/>
                  </a:lnTo>
                  <a:lnTo>
                    <a:pt x="470153" y="25907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470153" y="25907"/>
                  </a:lnTo>
                  <a:lnTo>
                    <a:pt x="457200" y="25907"/>
                  </a:lnTo>
                  <a:lnTo>
                    <a:pt x="457200" y="457200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470153" y="483108"/>
                  </a:moveTo>
                  <a:lnTo>
                    <a:pt x="470153" y="457200"/>
                  </a:lnTo>
                  <a:lnTo>
                    <a:pt x="457200" y="470153"/>
                  </a:lnTo>
                  <a:lnTo>
                    <a:pt x="457200" y="483108"/>
                  </a:lnTo>
                  <a:lnTo>
                    <a:pt x="470153" y="483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940183" y="2728722"/>
            <a:ext cx="2641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NI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835797" y="2840482"/>
            <a:ext cx="1617980" cy="1414780"/>
            <a:chOff x="1835797" y="2840482"/>
            <a:chExt cx="1617980" cy="1414780"/>
          </a:xfrm>
        </p:grpSpPr>
        <p:sp>
          <p:nvSpPr>
            <p:cNvPr id="29" name="object 29"/>
            <p:cNvSpPr/>
            <p:nvPr/>
          </p:nvSpPr>
          <p:spPr>
            <a:xfrm>
              <a:off x="1835797" y="2840481"/>
              <a:ext cx="1617980" cy="1186180"/>
            </a:xfrm>
            <a:custGeom>
              <a:avLst/>
              <a:gdLst/>
              <a:ahLst/>
              <a:cxnLst/>
              <a:rect l="l" t="t" r="r" b="b"/>
              <a:pathLst>
                <a:path w="1617979" h="1186179">
                  <a:moveTo>
                    <a:pt x="1008126" y="0"/>
                  </a:moveTo>
                  <a:lnTo>
                    <a:pt x="0" y="0"/>
                  </a:lnTo>
                  <a:lnTo>
                    <a:pt x="0" y="25146"/>
                  </a:lnTo>
                  <a:lnTo>
                    <a:pt x="1008126" y="25146"/>
                  </a:lnTo>
                  <a:lnTo>
                    <a:pt x="1008126" y="0"/>
                  </a:lnTo>
                  <a:close/>
                </a:path>
                <a:path w="1617979" h="1186179">
                  <a:moveTo>
                    <a:pt x="1617726" y="1159764"/>
                  </a:moveTo>
                  <a:lnTo>
                    <a:pt x="1465326" y="1159764"/>
                  </a:lnTo>
                  <a:lnTo>
                    <a:pt x="1465326" y="1185684"/>
                  </a:lnTo>
                  <a:lnTo>
                    <a:pt x="1617726" y="1185684"/>
                  </a:lnTo>
                  <a:lnTo>
                    <a:pt x="1617726" y="1159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43923" y="3784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4572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30969" y="3771646"/>
              <a:ext cx="482600" cy="483234"/>
            </a:xfrm>
            <a:custGeom>
              <a:avLst/>
              <a:gdLst/>
              <a:ahLst/>
              <a:cxnLst/>
              <a:rect l="l" t="t" r="r" b="b"/>
              <a:pathLst>
                <a:path w="482600" h="483235">
                  <a:moveTo>
                    <a:pt x="482346" y="483108"/>
                  </a:moveTo>
                  <a:lnTo>
                    <a:pt x="482346" y="0"/>
                  </a:lnTo>
                  <a:lnTo>
                    <a:pt x="0" y="0"/>
                  </a:lnTo>
                  <a:lnTo>
                    <a:pt x="0" y="483108"/>
                  </a:lnTo>
                  <a:lnTo>
                    <a:pt x="12953" y="483108"/>
                  </a:lnTo>
                  <a:lnTo>
                    <a:pt x="12953" y="25908"/>
                  </a:lnTo>
                  <a:lnTo>
                    <a:pt x="25146" y="12954"/>
                  </a:lnTo>
                  <a:lnTo>
                    <a:pt x="25146" y="25908"/>
                  </a:lnTo>
                  <a:lnTo>
                    <a:pt x="457200" y="25908"/>
                  </a:lnTo>
                  <a:lnTo>
                    <a:pt x="457200" y="12954"/>
                  </a:lnTo>
                  <a:lnTo>
                    <a:pt x="470153" y="25908"/>
                  </a:lnTo>
                  <a:lnTo>
                    <a:pt x="470153" y="483108"/>
                  </a:lnTo>
                  <a:lnTo>
                    <a:pt x="482346" y="483108"/>
                  </a:lnTo>
                  <a:close/>
                </a:path>
                <a:path w="482600" h="483235">
                  <a:moveTo>
                    <a:pt x="25146" y="25908"/>
                  </a:moveTo>
                  <a:lnTo>
                    <a:pt x="25146" y="12954"/>
                  </a:lnTo>
                  <a:lnTo>
                    <a:pt x="12953" y="25908"/>
                  </a:lnTo>
                  <a:lnTo>
                    <a:pt x="25146" y="25908"/>
                  </a:lnTo>
                  <a:close/>
                </a:path>
                <a:path w="482600" h="483235">
                  <a:moveTo>
                    <a:pt x="25146" y="457200"/>
                  </a:moveTo>
                  <a:lnTo>
                    <a:pt x="25146" y="25908"/>
                  </a:lnTo>
                  <a:lnTo>
                    <a:pt x="12953" y="25908"/>
                  </a:lnTo>
                  <a:lnTo>
                    <a:pt x="12953" y="457200"/>
                  </a:lnTo>
                  <a:lnTo>
                    <a:pt x="25146" y="457200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12953" y="457200"/>
                  </a:lnTo>
                  <a:lnTo>
                    <a:pt x="25146" y="470154"/>
                  </a:lnTo>
                  <a:lnTo>
                    <a:pt x="25146" y="483108"/>
                  </a:lnTo>
                  <a:lnTo>
                    <a:pt x="457200" y="483108"/>
                  </a:lnTo>
                  <a:lnTo>
                    <a:pt x="457200" y="470154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25146" y="483108"/>
                  </a:moveTo>
                  <a:lnTo>
                    <a:pt x="25146" y="470154"/>
                  </a:lnTo>
                  <a:lnTo>
                    <a:pt x="12953" y="457200"/>
                  </a:lnTo>
                  <a:lnTo>
                    <a:pt x="12953" y="483108"/>
                  </a:lnTo>
                  <a:lnTo>
                    <a:pt x="25146" y="483108"/>
                  </a:lnTo>
                  <a:close/>
                </a:path>
                <a:path w="482600" h="483235">
                  <a:moveTo>
                    <a:pt x="470153" y="25908"/>
                  </a:moveTo>
                  <a:lnTo>
                    <a:pt x="457200" y="12954"/>
                  </a:lnTo>
                  <a:lnTo>
                    <a:pt x="457200" y="25908"/>
                  </a:lnTo>
                  <a:lnTo>
                    <a:pt x="470153" y="25908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470153" y="25908"/>
                  </a:lnTo>
                  <a:lnTo>
                    <a:pt x="457200" y="25908"/>
                  </a:lnTo>
                  <a:lnTo>
                    <a:pt x="457200" y="457200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470153" y="483108"/>
                  </a:moveTo>
                  <a:lnTo>
                    <a:pt x="470153" y="457200"/>
                  </a:lnTo>
                  <a:lnTo>
                    <a:pt x="457200" y="470154"/>
                  </a:lnTo>
                  <a:lnTo>
                    <a:pt x="457200" y="483108"/>
                  </a:lnTo>
                  <a:lnTo>
                    <a:pt x="470153" y="483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940183" y="3877055"/>
            <a:ext cx="2641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NI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726557" y="2552445"/>
            <a:ext cx="482600" cy="483234"/>
            <a:chOff x="5726557" y="2552445"/>
            <a:chExt cx="482600" cy="483234"/>
          </a:xfrm>
        </p:grpSpPr>
        <p:sp>
          <p:nvSpPr>
            <p:cNvPr id="34" name="object 34"/>
            <p:cNvSpPr/>
            <p:nvPr/>
          </p:nvSpPr>
          <p:spPr>
            <a:xfrm>
              <a:off x="5739511" y="2565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457199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457200" y="4571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26557" y="2552445"/>
              <a:ext cx="482600" cy="483234"/>
            </a:xfrm>
            <a:custGeom>
              <a:avLst/>
              <a:gdLst/>
              <a:ahLst/>
              <a:cxnLst/>
              <a:rect l="l" t="t" r="r" b="b"/>
              <a:pathLst>
                <a:path w="482600" h="483235">
                  <a:moveTo>
                    <a:pt x="482345" y="483107"/>
                  </a:moveTo>
                  <a:lnTo>
                    <a:pt x="482345" y="0"/>
                  </a:lnTo>
                  <a:lnTo>
                    <a:pt x="0" y="0"/>
                  </a:lnTo>
                  <a:lnTo>
                    <a:pt x="0" y="483107"/>
                  </a:lnTo>
                  <a:lnTo>
                    <a:pt x="12953" y="483107"/>
                  </a:lnTo>
                  <a:lnTo>
                    <a:pt x="12953" y="25908"/>
                  </a:lnTo>
                  <a:lnTo>
                    <a:pt x="25158" y="12954"/>
                  </a:lnTo>
                  <a:lnTo>
                    <a:pt x="25158" y="25908"/>
                  </a:lnTo>
                  <a:lnTo>
                    <a:pt x="457212" y="25908"/>
                  </a:lnTo>
                  <a:lnTo>
                    <a:pt x="457212" y="12954"/>
                  </a:lnTo>
                  <a:lnTo>
                    <a:pt x="470153" y="25908"/>
                  </a:lnTo>
                  <a:lnTo>
                    <a:pt x="470153" y="483107"/>
                  </a:lnTo>
                  <a:lnTo>
                    <a:pt x="482345" y="483107"/>
                  </a:lnTo>
                  <a:close/>
                </a:path>
                <a:path w="482600" h="483235">
                  <a:moveTo>
                    <a:pt x="25158" y="25908"/>
                  </a:moveTo>
                  <a:lnTo>
                    <a:pt x="25158" y="12954"/>
                  </a:lnTo>
                  <a:lnTo>
                    <a:pt x="12953" y="25908"/>
                  </a:lnTo>
                  <a:lnTo>
                    <a:pt x="25158" y="25908"/>
                  </a:lnTo>
                  <a:close/>
                </a:path>
                <a:path w="482600" h="483235">
                  <a:moveTo>
                    <a:pt x="25158" y="457200"/>
                  </a:moveTo>
                  <a:lnTo>
                    <a:pt x="25158" y="25908"/>
                  </a:lnTo>
                  <a:lnTo>
                    <a:pt x="12953" y="25908"/>
                  </a:lnTo>
                  <a:lnTo>
                    <a:pt x="12953" y="457200"/>
                  </a:lnTo>
                  <a:lnTo>
                    <a:pt x="25158" y="457200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12953" y="457200"/>
                  </a:lnTo>
                  <a:lnTo>
                    <a:pt x="25158" y="470153"/>
                  </a:lnTo>
                  <a:lnTo>
                    <a:pt x="25158" y="483107"/>
                  </a:lnTo>
                  <a:lnTo>
                    <a:pt x="457212" y="483107"/>
                  </a:lnTo>
                  <a:lnTo>
                    <a:pt x="457212" y="470153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25158" y="483107"/>
                  </a:moveTo>
                  <a:lnTo>
                    <a:pt x="25158" y="470153"/>
                  </a:lnTo>
                  <a:lnTo>
                    <a:pt x="12953" y="457200"/>
                  </a:lnTo>
                  <a:lnTo>
                    <a:pt x="12953" y="483107"/>
                  </a:lnTo>
                  <a:lnTo>
                    <a:pt x="25158" y="483107"/>
                  </a:lnTo>
                  <a:close/>
                </a:path>
                <a:path w="482600" h="483235">
                  <a:moveTo>
                    <a:pt x="470153" y="25908"/>
                  </a:moveTo>
                  <a:lnTo>
                    <a:pt x="457212" y="12954"/>
                  </a:lnTo>
                  <a:lnTo>
                    <a:pt x="457212" y="25908"/>
                  </a:lnTo>
                  <a:lnTo>
                    <a:pt x="470153" y="25908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470153" y="25908"/>
                  </a:lnTo>
                  <a:lnTo>
                    <a:pt x="457212" y="25908"/>
                  </a:lnTo>
                  <a:lnTo>
                    <a:pt x="457212" y="457200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470153" y="483107"/>
                  </a:moveTo>
                  <a:lnTo>
                    <a:pt x="470153" y="457200"/>
                  </a:lnTo>
                  <a:lnTo>
                    <a:pt x="457212" y="470153"/>
                  </a:lnTo>
                  <a:lnTo>
                    <a:pt x="457212" y="483107"/>
                  </a:lnTo>
                  <a:lnTo>
                    <a:pt x="470153" y="483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835783" y="2657855"/>
            <a:ext cx="2641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NI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587123" y="2781045"/>
            <a:ext cx="622300" cy="1473835"/>
            <a:chOff x="5587123" y="2781045"/>
            <a:chExt cx="622300" cy="1473835"/>
          </a:xfrm>
        </p:grpSpPr>
        <p:sp>
          <p:nvSpPr>
            <p:cNvPr id="38" name="object 38"/>
            <p:cNvSpPr/>
            <p:nvPr/>
          </p:nvSpPr>
          <p:spPr>
            <a:xfrm>
              <a:off x="5587123" y="2781045"/>
              <a:ext cx="152400" cy="26034"/>
            </a:xfrm>
            <a:custGeom>
              <a:avLst/>
              <a:gdLst/>
              <a:ahLst/>
              <a:cxnLst/>
              <a:rect l="l" t="t" r="r" b="b"/>
              <a:pathLst>
                <a:path w="152400" h="26035">
                  <a:moveTo>
                    <a:pt x="152400" y="25907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25907"/>
                  </a:lnTo>
                  <a:lnTo>
                    <a:pt x="152400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39510" y="3784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4572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26556" y="3771645"/>
              <a:ext cx="482600" cy="483234"/>
            </a:xfrm>
            <a:custGeom>
              <a:avLst/>
              <a:gdLst/>
              <a:ahLst/>
              <a:cxnLst/>
              <a:rect l="l" t="t" r="r" b="b"/>
              <a:pathLst>
                <a:path w="482600" h="483235">
                  <a:moveTo>
                    <a:pt x="482345" y="483108"/>
                  </a:moveTo>
                  <a:lnTo>
                    <a:pt x="482345" y="0"/>
                  </a:lnTo>
                  <a:lnTo>
                    <a:pt x="0" y="0"/>
                  </a:lnTo>
                  <a:lnTo>
                    <a:pt x="0" y="483108"/>
                  </a:lnTo>
                  <a:lnTo>
                    <a:pt x="12953" y="483108"/>
                  </a:lnTo>
                  <a:lnTo>
                    <a:pt x="12953" y="25908"/>
                  </a:lnTo>
                  <a:lnTo>
                    <a:pt x="25158" y="12954"/>
                  </a:lnTo>
                  <a:lnTo>
                    <a:pt x="25158" y="25908"/>
                  </a:lnTo>
                  <a:lnTo>
                    <a:pt x="457212" y="25908"/>
                  </a:lnTo>
                  <a:lnTo>
                    <a:pt x="457212" y="12954"/>
                  </a:lnTo>
                  <a:lnTo>
                    <a:pt x="470153" y="25908"/>
                  </a:lnTo>
                  <a:lnTo>
                    <a:pt x="470153" y="483108"/>
                  </a:lnTo>
                  <a:lnTo>
                    <a:pt x="482345" y="483108"/>
                  </a:lnTo>
                  <a:close/>
                </a:path>
                <a:path w="482600" h="483235">
                  <a:moveTo>
                    <a:pt x="25158" y="25908"/>
                  </a:moveTo>
                  <a:lnTo>
                    <a:pt x="25158" y="12954"/>
                  </a:lnTo>
                  <a:lnTo>
                    <a:pt x="12953" y="25908"/>
                  </a:lnTo>
                  <a:lnTo>
                    <a:pt x="25158" y="25908"/>
                  </a:lnTo>
                  <a:close/>
                </a:path>
                <a:path w="482600" h="483235">
                  <a:moveTo>
                    <a:pt x="25158" y="457200"/>
                  </a:moveTo>
                  <a:lnTo>
                    <a:pt x="25158" y="25908"/>
                  </a:lnTo>
                  <a:lnTo>
                    <a:pt x="12953" y="25908"/>
                  </a:lnTo>
                  <a:lnTo>
                    <a:pt x="12953" y="457200"/>
                  </a:lnTo>
                  <a:lnTo>
                    <a:pt x="25158" y="457200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12953" y="457200"/>
                  </a:lnTo>
                  <a:lnTo>
                    <a:pt x="25158" y="470154"/>
                  </a:lnTo>
                  <a:lnTo>
                    <a:pt x="25158" y="483108"/>
                  </a:lnTo>
                  <a:lnTo>
                    <a:pt x="457212" y="483108"/>
                  </a:lnTo>
                  <a:lnTo>
                    <a:pt x="457212" y="470154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25158" y="483108"/>
                  </a:moveTo>
                  <a:lnTo>
                    <a:pt x="25158" y="470154"/>
                  </a:lnTo>
                  <a:lnTo>
                    <a:pt x="12953" y="457200"/>
                  </a:lnTo>
                  <a:lnTo>
                    <a:pt x="12953" y="483108"/>
                  </a:lnTo>
                  <a:lnTo>
                    <a:pt x="25158" y="483108"/>
                  </a:lnTo>
                  <a:close/>
                </a:path>
                <a:path w="482600" h="483235">
                  <a:moveTo>
                    <a:pt x="470153" y="25908"/>
                  </a:moveTo>
                  <a:lnTo>
                    <a:pt x="457212" y="12954"/>
                  </a:lnTo>
                  <a:lnTo>
                    <a:pt x="457212" y="25908"/>
                  </a:lnTo>
                  <a:lnTo>
                    <a:pt x="470153" y="25908"/>
                  </a:lnTo>
                  <a:close/>
                </a:path>
                <a:path w="482600" h="483235">
                  <a:moveTo>
                    <a:pt x="470153" y="457200"/>
                  </a:moveTo>
                  <a:lnTo>
                    <a:pt x="470153" y="25908"/>
                  </a:lnTo>
                  <a:lnTo>
                    <a:pt x="457212" y="25908"/>
                  </a:lnTo>
                  <a:lnTo>
                    <a:pt x="457212" y="457200"/>
                  </a:lnTo>
                  <a:lnTo>
                    <a:pt x="470153" y="457200"/>
                  </a:lnTo>
                  <a:close/>
                </a:path>
                <a:path w="482600" h="483235">
                  <a:moveTo>
                    <a:pt x="470153" y="483108"/>
                  </a:moveTo>
                  <a:lnTo>
                    <a:pt x="470153" y="457200"/>
                  </a:lnTo>
                  <a:lnTo>
                    <a:pt x="457212" y="470154"/>
                  </a:lnTo>
                  <a:lnTo>
                    <a:pt x="457212" y="483108"/>
                  </a:lnTo>
                  <a:lnTo>
                    <a:pt x="470153" y="483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835783" y="3877055"/>
            <a:ext cx="2641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NI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587123" y="4000246"/>
            <a:ext cx="152400" cy="26034"/>
          </a:xfrm>
          <a:custGeom>
            <a:avLst/>
            <a:gdLst/>
            <a:ahLst/>
            <a:cxnLst/>
            <a:rect l="l" t="t" r="r" b="b"/>
            <a:pathLst>
              <a:path w="152400" h="26035">
                <a:moveTo>
                  <a:pt x="152400" y="25908"/>
                </a:moveTo>
                <a:lnTo>
                  <a:pt x="152400" y="0"/>
                </a:lnTo>
                <a:lnTo>
                  <a:pt x="0" y="0"/>
                </a:lnTo>
                <a:lnTo>
                  <a:pt x="0" y="25908"/>
                </a:lnTo>
                <a:lnTo>
                  <a:pt x="15240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497205" y="4685538"/>
            <a:ext cx="1870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Network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Interface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463941" y="2695701"/>
            <a:ext cx="384175" cy="384175"/>
            <a:chOff x="1463941" y="2695701"/>
            <a:chExt cx="384175" cy="384175"/>
          </a:xfrm>
        </p:grpSpPr>
        <p:sp>
          <p:nvSpPr>
            <p:cNvPr id="45" name="object 45"/>
            <p:cNvSpPr/>
            <p:nvPr/>
          </p:nvSpPr>
          <p:spPr>
            <a:xfrm>
              <a:off x="1476895" y="2708655"/>
              <a:ext cx="359410" cy="358140"/>
            </a:xfrm>
            <a:custGeom>
              <a:avLst/>
              <a:gdLst/>
              <a:ahLst/>
              <a:cxnLst/>
              <a:rect l="l" t="t" r="r" b="b"/>
              <a:pathLst>
                <a:path w="359410" h="358139">
                  <a:moveTo>
                    <a:pt x="358901" y="358140"/>
                  </a:moveTo>
                  <a:lnTo>
                    <a:pt x="358901" y="0"/>
                  </a:lnTo>
                  <a:lnTo>
                    <a:pt x="0" y="0"/>
                  </a:lnTo>
                  <a:lnTo>
                    <a:pt x="0" y="358140"/>
                  </a:lnTo>
                  <a:lnTo>
                    <a:pt x="358901" y="35814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63941" y="2695701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384048"/>
                  </a:moveTo>
                  <a:lnTo>
                    <a:pt x="384048" y="0"/>
                  </a:lnTo>
                  <a:lnTo>
                    <a:pt x="0" y="0"/>
                  </a:lnTo>
                  <a:lnTo>
                    <a:pt x="0" y="384048"/>
                  </a:lnTo>
                  <a:lnTo>
                    <a:pt x="12954" y="384048"/>
                  </a:lnTo>
                  <a:lnTo>
                    <a:pt x="12954" y="25146"/>
                  </a:lnTo>
                  <a:lnTo>
                    <a:pt x="25908" y="12954"/>
                  </a:lnTo>
                  <a:lnTo>
                    <a:pt x="25908" y="25146"/>
                  </a:lnTo>
                  <a:lnTo>
                    <a:pt x="358902" y="25146"/>
                  </a:lnTo>
                  <a:lnTo>
                    <a:pt x="358902" y="12954"/>
                  </a:lnTo>
                  <a:lnTo>
                    <a:pt x="371856" y="25146"/>
                  </a:lnTo>
                  <a:lnTo>
                    <a:pt x="371856" y="384048"/>
                  </a:lnTo>
                  <a:lnTo>
                    <a:pt x="384048" y="384048"/>
                  </a:lnTo>
                  <a:close/>
                </a:path>
                <a:path w="384175" h="384175">
                  <a:moveTo>
                    <a:pt x="25908" y="25146"/>
                  </a:moveTo>
                  <a:lnTo>
                    <a:pt x="25908" y="12954"/>
                  </a:lnTo>
                  <a:lnTo>
                    <a:pt x="12954" y="25146"/>
                  </a:lnTo>
                  <a:lnTo>
                    <a:pt x="25908" y="25146"/>
                  </a:lnTo>
                  <a:close/>
                </a:path>
                <a:path w="384175" h="384175">
                  <a:moveTo>
                    <a:pt x="25908" y="358901"/>
                  </a:moveTo>
                  <a:lnTo>
                    <a:pt x="25908" y="25146"/>
                  </a:lnTo>
                  <a:lnTo>
                    <a:pt x="12954" y="25146"/>
                  </a:lnTo>
                  <a:lnTo>
                    <a:pt x="12954" y="358901"/>
                  </a:lnTo>
                  <a:lnTo>
                    <a:pt x="25908" y="358901"/>
                  </a:lnTo>
                  <a:close/>
                </a:path>
                <a:path w="384175" h="384175">
                  <a:moveTo>
                    <a:pt x="371856" y="358901"/>
                  </a:moveTo>
                  <a:lnTo>
                    <a:pt x="12954" y="358901"/>
                  </a:lnTo>
                  <a:lnTo>
                    <a:pt x="25908" y="371094"/>
                  </a:lnTo>
                  <a:lnTo>
                    <a:pt x="25908" y="384048"/>
                  </a:lnTo>
                  <a:lnTo>
                    <a:pt x="358902" y="384048"/>
                  </a:lnTo>
                  <a:lnTo>
                    <a:pt x="358902" y="371094"/>
                  </a:lnTo>
                  <a:lnTo>
                    <a:pt x="371856" y="358901"/>
                  </a:lnTo>
                  <a:close/>
                </a:path>
                <a:path w="384175" h="384175">
                  <a:moveTo>
                    <a:pt x="25908" y="384048"/>
                  </a:moveTo>
                  <a:lnTo>
                    <a:pt x="25908" y="371094"/>
                  </a:lnTo>
                  <a:lnTo>
                    <a:pt x="12954" y="358901"/>
                  </a:lnTo>
                  <a:lnTo>
                    <a:pt x="12954" y="384048"/>
                  </a:lnTo>
                  <a:lnTo>
                    <a:pt x="25908" y="384048"/>
                  </a:lnTo>
                  <a:close/>
                </a:path>
                <a:path w="384175" h="384175">
                  <a:moveTo>
                    <a:pt x="371856" y="25146"/>
                  </a:moveTo>
                  <a:lnTo>
                    <a:pt x="358902" y="12954"/>
                  </a:lnTo>
                  <a:lnTo>
                    <a:pt x="358902" y="25146"/>
                  </a:lnTo>
                  <a:lnTo>
                    <a:pt x="371856" y="25146"/>
                  </a:lnTo>
                  <a:close/>
                </a:path>
                <a:path w="384175" h="384175">
                  <a:moveTo>
                    <a:pt x="371856" y="358901"/>
                  </a:moveTo>
                  <a:lnTo>
                    <a:pt x="371856" y="25146"/>
                  </a:lnTo>
                  <a:lnTo>
                    <a:pt x="358902" y="25146"/>
                  </a:lnTo>
                  <a:lnTo>
                    <a:pt x="358902" y="358901"/>
                  </a:lnTo>
                  <a:lnTo>
                    <a:pt x="371856" y="358901"/>
                  </a:lnTo>
                  <a:close/>
                </a:path>
                <a:path w="384175" h="384175">
                  <a:moveTo>
                    <a:pt x="371856" y="384048"/>
                  </a:moveTo>
                  <a:lnTo>
                    <a:pt x="371856" y="358901"/>
                  </a:lnTo>
                  <a:lnTo>
                    <a:pt x="358902" y="371094"/>
                  </a:lnTo>
                  <a:lnTo>
                    <a:pt x="358902" y="384048"/>
                  </a:lnTo>
                  <a:lnTo>
                    <a:pt x="371856" y="38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571631" y="2751581"/>
            <a:ext cx="167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60971" y="2421382"/>
            <a:ext cx="1792605" cy="1993900"/>
            <a:chOff x="560971" y="2421382"/>
            <a:chExt cx="1792605" cy="1993900"/>
          </a:xfrm>
        </p:grpSpPr>
        <p:sp>
          <p:nvSpPr>
            <p:cNvPr id="49" name="object 49"/>
            <p:cNvSpPr/>
            <p:nvPr/>
          </p:nvSpPr>
          <p:spPr>
            <a:xfrm>
              <a:off x="1261249" y="2421381"/>
              <a:ext cx="1092200" cy="444500"/>
            </a:xfrm>
            <a:custGeom>
              <a:avLst/>
              <a:gdLst/>
              <a:ahLst/>
              <a:cxnLst/>
              <a:rect l="l" t="t" r="r" b="b"/>
              <a:pathLst>
                <a:path w="1092200" h="444500">
                  <a:moveTo>
                    <a:pt x="215646" y="419100"/>
                  </a:moveTo>
                  <a:lnTo>
                    <a:pt x="0" y="419100"/>
                  </a:lnTo>
                  <a:lnTo>
                    <a:pt x="0" y="444246"/>
                  </a:lnTo>
                  <a:lnTo>
                    <a:pt x="215646" y="444246"/>
                  </a:lnTo>
                  <a:lnTo>
                    <a:pt x="215646" y="419100"/>
                  </a:lnTo>
                  <a:close/>
                </a:path>
                <a:path w="1092200" h="444500">
                  <a:moveTo>
                    <a:pt x="1091946" y="0"/>
                  </a:moveTo>
                  <a:lnTo>
                    <a:pt x="1066800" y="0"/>
                  </a:lnTo>
                  <a:lnTo>
                    <a:pt x="1066800" y="431292"/>
                  </a:lnTo>
                  <a:lnTo>
                    <a:pt x="1091946" y="431292"/>
                  </a:lnTo>
                  <a:lnTo>
                    <a:pt x="1091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73925" y="3716782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685800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0971" y="3703828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0946" y="710946"/>
                  </a:moveTo>
                  <a:lnTo>
                    <a:pt x="710946" y="0"/>
                  </a:lnTo>
                  <a:lnTo>
                    <a:pt x="0" y="0"/>
                  </a:lnTo>
                  <a:lnTo>
                    <a:pt x="0" y="710946"/>
                  </a:lnTo>
                  <a:lnTo>
                    <a:pt x="12954" y="710946"/>
                  </a:lnTo>
                  <a:lnTo>
                    <a:pt x="12953" y="25146"/>
                  </a:lnTo>
                  <a:lnTo>
                    <a:pt x="25145" y="12954"/>
                  </a:lnTo>
                  <a:lnTo>
                    <a:pt x="25145" y="25146"/>
                  </a:lnTo>
                  <a:lnTo>
                    <a:pt x="685800" y="25146"/>
                  </a:lnTo>
                  <a:lnTo>
                    <a:pt x="685800" y="12954"/>
                  </a:lnTo>
                  <a:lnTo>
                    <a:pt x="698754" y="25146"/>
                  </a:lnTo>
                  <a:lnTo>
                    <a:pt x="698754" y="710946"/>
                  </a:lnTo>
                  <a:lnTo>
                    <a:pt x="710946" y="710946"/>
                  </a:lnTo>
                  <a:close/>
                </a:path>
                <a:path w="711200" h="711200">
                  <a:moveTo>
                    <a:pt x="25145" y="25146"/>
                  </a:moveTo>
                  <a:lnTo>
                    <a:pt x="25145" y="12954"/>
                  </a:lnTo>
                  <a:lnTo>
                    <a:pt x="12953" y="25146"/>
                  </a:lnTo>
                  <a:lnTo>
                    <a:pt x="25145" y="25146"/>
                  </a:lnTo>
                  <a:close/>
                </a:path>
                <a:path w="711200" h="711200">
                  <a:moveTo>
                    <a:pt x="25146" y="685800"/>
                  </a:moveTo>
                  <a:lnTo>
                    <a:pt x="25145" y="25146"/>
                  </a:lnTo>
                  <a:lnTo>
                    <a:pt x="12953" y="25146"/>
                  </a:lnTo>
                  <a:lnTo>
                    <a:pt x="12954" y="685800"/>
                  </a:lnTo>
                  <a:lnTo>
                    <a:pt x="25146" y="685800"/>
                  </a:lnTo>
                  <a:close/>
                </a:path>
                <a:path w="711200" h="711200">
                  <a:moveTo>
                    <a:pt x="698754" y="685800"/>
                  </a:moveTo>
                  <a:lnTo>
                    <a:pt x="12954" y="685800"/>
                  </a:lnTo>
                  <a:lnTo>
                    <a:pt x="25146" y="698754"/>
                  </a:lnTo>
                  <a:lnTo>
                    <a:pt x="25146" y="710946"/>
                  </a:lnTo>
                  <a:lnTo>
                    <a:pt x="685800" y="710946"/>
                  </a:lnTo>
                  <a:lnTo>
                    <a:pt x="685800" y="698754"/>
                  </a:lnTo>
                  <a:lnTo>
                    <a:pt x="698754" y="685800"/>
                  </a:lnTo>
                  <a:close/>
                </a:path>
                <a:path w="711200" h="711200">
                  <a:moveTo>
                    <a:pt x="25146" y="710946"/>
                  </a:moveTo>
                  <a:lnTo>
                    <a:pt x="25146" y="698754"/>
                  </a:lnTo>
                  <a:lnTo>
                    <a:pt x="12954" y="685800"/>
                  </a:lnTo>
                  <a:lnTo>
                    <a:pt x="12954" y="710946"/>
                  </a:lnTo>
                  <a:lnTo>
                    <a:pt x="25146" y="710946"/>
                  </a:lnTo>
                  <a:close/>
                </a:path>
                <a:path w="711200" h="711200">
                  <a:moveTo>
                    <a:pt x="698754" y="25146"/>
                  </a:moveTo>
                  <a:lnTo>
                    <a:pt x="685800" y="12954"/>
                  </a:lnTo>
                  <a:lnTo>
                    <a:pt x="685800" y="25146"/>
                  </a:lnTo>
                  <a:lnTo>
                    <a:pt x="698754" y="25146"/>
                  </a:lnTo>
                  <a:close/>
                </a:path>
                <a:path w="711200" h="711200">
                  <a:moveTo>
                    <a:pt x="698754" y="685800"/>
                  </a:moveTo>
                  <a:lnTo>
                    <a:pt x="698754" y="25146"/>
                  </a:lnTo>
                  <a:lnTo>
                    <a:pt x="685800" y="25146"/>
                  </a:lnTo>
                  <a:lnTo>
                    <a:pt x="685800" y="685800"/>
                  </a:lnTo>
                  <a:lnTo>
                    <a:pt x="698754" y="685800"/>
                  </a:lnTo>
                  <a:close/>
                </a:path>
                <a:path w="711200" h="711200">
                  <a:moveTo>
                    <a:pt x="698754" y="710946"/>
                  </a:moveTo>
                  <a:lnTo>
                    <a:pt x="698754" y="685800"/>
                  </a:lnTo>
                  <a:lnTo>
                    <a:pt x="685800" y="698754"/>
                  </a:lnTo>
                  <a:lnTo>
                    <a:pt x="685800" y="710946"/>
                  </a:lnTo>
                  <a:lnTo>
                    <a:pt x="698754" y="7109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42397" y="3922776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P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967623" y="4461255"/>
            <a:ext cx="673100" cy="673100"/>
            <a:chOff x="1967623" y="4461255"/>
            <a:chExt cx="673100" cy="673100"/>
          </a:xfrm>
        </p:grpSpPr>
        <p:sp>
          <p:nvSpPr>
            <p:cNvPr id="54" name="object 54"/>
            <p:cNvSpPr/>
            <p:nvPr/>
          </p:nvSpPr>
          <p:spPr>
            <a:xfrm>
              <a:off x="1979815" y="4473447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647699" y="647700"/>
                  </a:moveTo>
                  <a:lnTo>
                    <a:pt x="647699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647699" y="6477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67623" y="4461255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672845" y="672846"/>
                  </a:moveTo>
                  <a:lnTo>
                    <a:pt x="672845" y="0"/>
                  </a:lnTo>
                  <a:lnTo>
                    <a:pt x="0" y="0"/>
                  </a:lnTo>
                  <a:lnTo>
                    <a:pt x="0" y="672846"/>
                  </a:lnTo>
                  <a:lnTo>
                    <a:pt x="12191" y="672846"/>
                  </a:lnTo>
                  <a:lnTo>
                    <a:pt x="12191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647699" y="25146"/>
                  </a:lnTo>
                  <a:lnTo>
                    <a:pt x="647699" y="12192"/>
                  </a:lnTo>
                  <a:lnTo>
                    <a:pt x="659891" y="25146"/>
                  </a:lnTo>
                  <a:lnTo>
                    <a:pt x="659891" y="672846"/>
                  </a:lnTo>
                  <a:lnTo>
                    <a:pt x="672845" y="672846"/>
                  </a:lnTo>
                  <a:close/>
                </a:path>
                <a:path w="673100" h="673100">
                  <a:moveTo>
                    <a:pt x="25145" y="25146"/>
                  </a:moveTo>
                  <a:lnTo>
                    <a:pt x="25145" y="12192"/>
                  </a:lnTo>
                  <a:lnTo>
                    <a:pt x="12191" y="25146"/>
                  </a:lnTo>
                  <a:lnTo>
                    <a:pt x="25145" y="25146"/>
                  </a:lnTo>
                  <a:close/>
                </a:path>
                <a:path w="673100" h="673100">
                  <a:moveTo>
                    <a:pt x="25145" y="647700"/>
                  </a:moveTo>
                  <a:lnTo>
                    <a:pt x="25145" y="25146"/>
                  </a:lnTo>
                  <a:lnTo>
                    <a:pt x="12191" y="25146"/>
                  </a:lnTo>
                  <a:lnTo>
                    <a:pt x="12191" y="647700"/>
                  </a:lnTo>
                  <a:lnTo>
                    <a:pt x="25145" y="647700"/>
                  </a:lnTo>
                  <a:close/>
                </a:path>
                <a:path w="673100" h="673100">
                  <a:moveTo>
                    <a:pt x="659891" y="647700"/>
                  </a:moveTo>
                  <a:lnTo>
                    <a:pt x="12191" y="647700"/>
                  </a:lnTo>
                  <a:lnTo>
                    <a:pt x="25145" y="659892"/>
                  </a:lnTo>
                  <a:lnTo>
                    <a:pt x="25145" y="672846"/>
                  </a:lnTo>
                  <a:lnTo>
                    <a:pt x="647699" y="672846"/>
                  </a:lnTo>
                  <a:lnTo>
                    <a:pt x="647699" y="659892"/>
                  </a:lnTo>
                  <a:lnTo>
                    <a:pt x="659891" y="647700"/>
                  </a:lnTo>
                  <a:close/>
                </a:path>
                <a:path w="673100" h="673100">
                  <a:moveTo>
                    <a:pt x="25145" y="672846"/>
                  </a:moveTo>
                  <a:lnTo>
                    <a:pt x="25145" y="659892"/>
                  </a:lnTo>
                  <a:lnTo>
                    <a:pt x="12191" y="647700"/>
                  </a:lnTo>
                  <a:lnTo>
                    <a:pt x="12191" y="672846"/>
                  </a:lnTo>
                  <a:lnTo>
                    <a:pt x="25145" y="672846"/>
                  </a:lnTo>
                  <a:close/>
                </a:path>
                <a:path w="673100" h="673100">
                  <a:moveTo>
                    <a:pt x="659891" y="25146"/>
                  </a:moveTo>
                  <a:lnTo>
                    <a:pt x="647699" y="12192"/>
                  </a:lnTo>
                  <a:lnTo>
                    <a:pt x="647699" y="25146"/>
                  </a:lnTo>
                  <a:lnTo>
                    <a:pt x="659891" y="25146"/>
                  </a:lnTo>
                  <a:close/>
                </a:path>
                <a:path w="673100" h="673100">
                  <a:moveTo>
                    <a:pt x="659891" y="647700"/>
                  </a:moveTo>
                  <a:lnTo>
                    <a:pt x="659891" y="25146"/>
                  </a:lnTo>
                  <a:lnTo>
                    <a:pt x="647699" y="25146"/>
                  </a:lnTo>
                  <a:lnTo>
                    <a:pt x="647699" y="647700"/>
                  </a:lnTo>
                  <a:lnTo>
                    <a:pt x="659891" y="647700"/>
                  </a:lnTo>
                  <a:close/>
                </a:path>
                <a:path w="673100" h="673100">
                  <a:moveTo>
                    <a:pt x="659891" y="672846"/>
                  </a:moveTo>
                  <a:lnTo>
                    <a:pt x="659891" y="647700"/>
                  </a:lnTo>
                  <a:lnTo>
                    <a:pt x="647699" y="659892"/>
                  </a:lnTo>
                  <a:lnTo>
                    <a:pt x="647699" y="672846"/>
                  </a:lnTo>
                  <a:lnTo>
                    <a:pt x="659891" y="672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055501" y="4661153"/>
            <a:ext cx="497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MEM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463941" y="3815079"/>
            <a:ext cx="1380490" cy="384175"/>
            <a:chOff x="1463941" y="3815079"/>
            <a:chExt cx="1380490" cy="384175"/>
          </a:xfrm>
        </p:grpSpPr>
        <p:sp>
          <p:nvSpPr>
            <p:cNvPr id="58" name="object 58"/>
            <p:cNvSpPr/>
            <p:nvPr/>
          </p:nvSpPr>
          <p:spPr>
            <a:xfrm>
              <a:off x="1835797" y="4029201"/>
              <a:ext cx="1008380" cy="25400"/>
            </a:xfrm>
            <a:custGeom>
              <a:avLst/>
              <a:gdLst/>
              <a:ahLst/>
              <a:cxnLst/>
              <a:rect l="l" t="t" r="r" b="b"/>
              <a:pathLst>
                <a:path w="1008380" h="25400">
                  <a:moveTo>
                    <a:pt x="1008125" y="25146"/>
                  </a:moveTo>
                  <a:lnTo>
                    <a:pt x="1008125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008125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76895" y="3827271"/>
              <a:ext cx="359410" cy="359410"/>
            </a:xfrm>
            <a:custGeom>
              <a:avLst/>
              <a:gdLst/>
              <a:ahLst/>
              <a:cxnLst/>
              <a:rect l="l" t="t" r="r" b="b"/>
              <a:pathLst>
                <a:path w="359410" h="359410">
                  <a:moveTo>
                    <a:pt x="358901" y="358901"/>
                  </a:moveTo>
                  <a:lnTo>
                    <a:pt x="358901" y="0"/>
                  </a:lnTo>
                  <a:lnTo>
                    <a:pt x="0" y="0"/>
                  </a:lnTo>
                  <a:lnTo>
                    <a:pt x="0" y="358901"/>
                  </a:lnTo>
                  <a:lnTo>
                    <a:pt x="358901" y="358901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463941" y="38150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384048"/>
                  </a:moveTo>
                  <a:lnTo>
                    <a:pt x="384048" y="0"/>
                  </a:lnTo>
                  <a:lnTo>
                    <a:pt x="0" y="0"/>
                  </a:lnTo>
                  <a:lnTo>
                    <a:pt x="0" y="384048"/>
                  </a:lnTo>
                  <a:lnTo>
                    <a:pt x="12954" y="384048"/>
                  </a:lnTo>
                  <a:lnTo>
                    <a:pt x="12954" y="25146"/>
                  </a:lnTo>
                  <a:lnTo>
                    <a:pt x="25908" y="12192"/>
                  </a:lnTo>
                  <a:lnTo>
                    <a:pt x="25908" y="25146"/>
                  </a:lnTo>
                  <a:lnTo>
                    <a:pt x="358902" y="25146"/>
                  </a:lnTo>
                  <a:lnTo>
                    <a:pt x="358902" y="12192"/>
                  </a:lnTo>
                  <a:lnTo>
                    <a:pt x="371856" y="25146"/>
                  </a:lnTo>
                  <a:lnTo>
                    <a:pt x="371856" y="384048"/>
                  </a:lnTo>
                  <a:lnTo>
                    <a:pt x="384048" y="384048"/>
                  </a:lnTo>
                  <a:close/>
                </a:path>
                <a:path w="384175" h="384175">
                  <a:moveTo>
                    <a:pt x="25908" y="25146"/>
                  </a:moveTo>
                  <a:lnTo>
                    <a:pt x="25908" y="12192"/>
                  </a:lnTo>
                  <a:lnTo>
                    <a:pt x="12954" y="25146"/>
                  </a:lnTo>
                  <a:lnTo>
                    <a:pt x="25908" y="25146"/>
                  </a:lnTo>
                  <a:close/>
                </a:path>
                <a:path w="384175" h="384175">
                  <a:moveTo>
                    <a:pt x="25908" y="358902"/>
                  </a:moveTo>
                  <a:lnTo>
                    <a:pt x="25908" y="25146"/>
                  </a:lnTo>
                  <a:lnTo>
                    <a:pt x="12954" y="25146"/>
                  </a:lnTo>
                  <a:lnTo>
                    <a:pt x="12954" y="358902"/>
                  </a:lnTo>
                  <a:lnTo>
                    <a:pt x="25908" y="358902"/>
                  </a:lnTo>
                  <a:close/>
                </a:path>
                <a:path w="384175" h="384175">
                  <a:moveTo>
                    <a:pt x="371856" y="358902"/>
                  </a:moveTo>
                  <a:lnTo>
                    <a:pt x="12954" y="358902"/>
                  </a:lnTo>
                  <a:lnTo>
                    <a:pt x="25908" y="371094"/>
                  </a:lnTo>
                  <a:lnTo>
                    <a:pt x="25908" y="384048"/>
                  </a:lnTo>
                  <a:lnTo>
                    <a:pt x="358902" y="384048"/>
                  </a:lnTo>
                  <a:lnTo>
                    <a:pt x="358902" y="371094"/>
                  </a:lnTo>
                  <a:lnTo>
                    <a:pt x="371856" y="358902"/>
                  </a:lnTo>
                  <a:close/>
                </a:path>
                <a:path w="384175" h="384175">
                  <a:moveTo>
                    <a:pt x="25908" y="384048"/>
                  </a:moveTo>
                  <a:lnTo>
                    <a:pt x="25908" y="371094"/>
                  </a:lnTo>
                  <a:lnTo>
                    <a:pt x="12954" y="358902"/>
                  </a:lnTo>
                  <a:lnTo>
                    <a:pt x="12954" y="384048"/>
                  </a:lnTo>
                  <a:lnTo>
                    <a:pt x="25908" y="384048"/>
                  </a:lnTo>
                  <a:close/>
                </a:path>
                <a:path w="384175" h="384175">
                  <a:moveTo>
                    <a:pt x="371856" y="25146"/>
                  </a:moveTo>
                  <a:lnTo>
                    <a:pt x="358902" y="12192"/>
                  </a:lnTo>
                  <a:lnTo>
                    <a:pt x="358902" y="25146"/>
                  </a:lnTo>
                  <a:lnTo>
                    <a:pt x="371856" y="25146"/>
                  </a:lnTo>
                  <a:close/>
                </a:path>
                <a:path w="384175" h="384175">
                  <a:moveTo>
                    <a:pt x="371856" y="358902"/>
                  </a:moveTo>
                  <a:lnTo>
                    <a:pt x="371856" y="25146"/>
                  </a:lnTo>
                  <a:lnTo>
                    <a:pt x="358902" y="25146"/>
                  </a:lnTo>
                  <a:lnTo>
                    <a:pt x="358902" y="358902"/>
                  </a:lnTo>
                  <a:lnTo>
                    <a:pt x="371856" y="358902"/>
                  </a:lnTo>
                  <a:close/>
                </a:path>
                <a:path w="384175" h="384175">
                  <a:moveTo>
                    <a:pt x="371856" y="384048"/>
                  </a:moveTo>
                  <a:lnTo>
                    <a:pt x="371856" y="358902"/>
                  </a:lnTo>
                  <a:lnTo>
                    <a:pt x="358902" y="371094"/>
                  </a:lnTo>
                  <a:lnTo>
                    <a:pt x="358902" y="384048"/>
                  </a:lnTo>
                  <a:lnTo>
                    <a:pt x="371856" y="38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571631" y="3870197"/>
            <a:ext cx="167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261249" y="2406903"/>
            <a:ext cx="7211695" cy="2066925"/>
            <a:chOff x="1261249" y="2406903"/>
            <a:chExt cx="7211695" cy="2066925"/>
          </a:xfrm>
        </p:grpSpPr>
        <p:sp>
          <p:nvSpPr>
            <p:cNvPr id="63" name="object 63"/>
            <p:cNvSpPr/>
            <p:nvPr/>
          </p:nvSpPr>
          <p:spPr>
            <a:xfrm>
              <a:off x="1261249" y="4029201"/>
              <a:ext cx="1092200" cy="444500"/>
            </a:xfrm>
            <a:custGeom>
              <a:avLst/>
              <a:gdLst/>
              <a:ahLst/>
              <a:cxnLst/>
              <a:rect l="l" t="t" r="r" b="b"/>
              <a:pathLst>
                <a:path w="1092200" h="444500">
                  <a:moveTo>
                    <a:pt x="215646" y="0"/>
                  </a:moveTo>
                  <a:lnTo>
                    <a:pt x="0" y="0"/>
                  </a:lnTo>
                  <a:lnTo>
                    <a:pt x="0" y="25146"/>
                  </a:lnTo>
                  <a:lnTo>
                    <a:pt x="215646" y="25146"/>
                  </a:lnTo>
                  <a:lnTo>
                    <a:pt x="215646" y="0"/>
                  </a:lnTo>
                  <a:close/>
                </a:path>
                <a:path w="1092200" h="444500">
                  <a:moveTo>
                    <a:pt x="1091946" y="12954"/>
                  </a:moveTo>
                  <a:lnTo>
                    <a:pt x="1066800" y="12954"/>
                  </a:lnTo>
                  <a:lnTo>
                    <a:pt x="1066800" y="444246"/>
                  </a:lnTo>
                  <a:lnTo>
                    <a:pt x="1091946" y="444246"/>
                  </a:lnTo>
                  <a:lnTo>
                    <a:pt x="1091946" y="129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774813" y="2419095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685800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61871" y="2406903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0946" y="710945"/>
                  </a:moveTo>
                  <a:lnTo>
                    <a:pt x="710946" y="0"/>
                  </a:lnTo>
                  <a:lnTo>
                    <a:pt x="0" y="0"/>
                  </a:lnTo>
                  <a:lnTo>
                    <a:pt x="0" y="710945"/>
                  </a:lnTo>
                  <a:lnTo>
                    <a:pt x="12954" y="710945"/>
                  </a:lnTo>
                  <a:lnTo>
                    <a:pt x="12954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685799" y="25145"/>
                  </a:lnTo>
                  <a:lnTo>
                    <a:pt x="685799" y="12191"/>
                  </a:lnTo>
                  <a:lnTo>
                    <a:pt x="698754" y="25145"/>
                  </a:lnTo>
                  <a:lnTo>
                    <a:pt x="698754" y="710945"/>
                  </a:lnTo>
                  <a:lnTo>
                    <a:pt x="710946" y="710945"/>
                  </a:lnTo>
                  <a:close/>
                </a:path>
                <a:path w="711200" h="711200">
                  <a:moveTo>
                    <a:pt x="25145" y="25145"/>
                  </a:moveTo>
                  <a:lnTo>
                    <a:pt x="25145" y="12191"/>
                  </a:lnTo>
                  <a:lnTo>
                    <a:pt x="12954" y="25145"/>
                  </a:lnTo>
                  <a:lnTo>
                    <a:pt x="25145" y="25145"/>
                  </a:lnTo>
                  <a:close/>
                </a:path>
                <a:path w="711200" h="711200">
                  <a:moveTo>
                    <a:pt x="25145" y="685799"/>
                  </a:moveTo>
                  <a:lnTo>
                    <a:pt x="25145" y="25145"/>
                  </a:lnTo>
                  <a:lnTo>
                    <a:pt x="12954" y="25145"/>
                  </a:lnTo>
                  <a:lnTo>
                    <a:pt x="12954" y="685799"/>
                  </a:lnTo>
                  <a:lnTo>
                    <a:pt x="25145" y="685799"/>
                  </a:lnTo>
                  <a:close/>
                </a:path>
                <a:path w="711200" h="711200">
                  <a:moveTo>
                    <a:pt x="698754" y="685799"/>
                  </a:moveTo>
                  <a:lnTo>
                    <a:pt x="12954" y="685799"/>
                  </a:lnTo>
                  <a:lnTo>
                    <a:pt x="25145" y="697991"/>
                  </a:lnTo>
                  <a:lnTo>
                    <a:pt x="25145" y="710945"/>
                  </a:lnTo>
                  <a:lnTo>
                    <a:pt x="685799" y="710945"/>
                  </a:lnTo>
                  <a:lnTo>
                    <a:pt x="685799" y="697991"/>
                  </a:lnTo>
                  <a:lnTo>
                    <a:pt x="698754" y="685799"/>
                  </a:lnTo>
                  <a:close/>
                </a:path>
                <a:path w="711200" h="711200">
                  <a:moveTo>
                    <a:pt x="25145" y="710945"/>
                  </a:moveTo>
                  <a:lnTo>
                    <a:pt x="25145" y="697991"/>
                  </a:lnTo>
                  <a:lnTo>
                    <a:pt x="12954" y="685799"/>
                  </a:lnTo>
                  <a:lnTo>
                    <a:pt x="12954" y="710945"/>
                  </a:lnTo>
                  <a:lnTo>
                    <a:pt x="25145" y="710945"/>
                  </a:lnTo>
                  <a:close/>
                </a:path>
                <a:path w="711200" h="711200">
                  <a:moveTo>
                    <a:pt x="698754" y="25145"/>
                  </a:moveTo>
                  <a:lnTo>
                    <a:pt x="685799" y="12191"/>
                  </a:lnTo>
                  <a:lnTo>
                    <a:pt x="685799" y="25145"/>
                  </a:lnTo>
                  <a:lnTo>
                    <a:pt x="698754" y="25145"/>
                  </a:lnTo>
                  <a:close/>
                </a:path>
                <a:path w="711200" h="711200">
                  <a:moveTo>
                    <a:pt x="698754" y="685799"/>
                  </a:moveTo>
                  <a:lnTo>
                    <a:pt x="698754" y="25145"/>
                  </a:lnTo>
                  <a:lnTo>
                    <a:pt x="685799" y="25145"/>
                  </a:lnTo>
                  <a:lnTo>
                    <a:pt x="685799" y="685799"/>
                  </a:lnTo>
                  <a:lnTo>
                    <a:pt x="698754" y="685799"/>
                  </a:lnTo>
                  <a:close/>
                </a:path>
                <a:path w="711200" h="711200">
                  <a:moveTo>
                    <a:pt x="698754" y="710945"/>
                  </a:moveTo>
                  <a:lnTo>
                    <a:pt x="698754" y="685799"/>
                  </a:lnTo>
                  <a:lnTo>
                    <a:pt x="685799" y="697991"/>
                  </a:lnTo>
                  <a:lnTo>
                    <a:pt x="685799" y="710945"/>
                  </a:lnTo>
                  <a:lnTo>
                    <a:pt x="698754" y="7109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043297" y="2625851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P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393319" y="1687575"/>
            <a:ext cx="673100" cy="673100"/>
            <a:chOff x="6393319" y="1687575"/>
            <a:chExt cx="673100" cy="673100"/>
          </a:xfrm>
        </p:grpSpPr>
        <p:sp>
          <p:nvSpPr>
            <p:cNvPr id="68" name="object 68"/>
            <p:cNvSpPr/>
            <p:nvPr/>
          </p:nvSpPr>
          <p:spPr>
            <a:xfrm>
              <a:off x="6406261" y="1700529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647700" y="647700"/>
                  </a:moveTo>
                  <a:lnTo>
                    <a:pt x="647700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647700" y="6477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93319" y="1687575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672846" y="672845"/>
                  </a:moveTo>
                  <a:lnTo>
                    <a:pt x="672846" y="0"/>
                  </a:lnTo>
                  <a:lnTo>
                    <a:pt x="0" y="0"/>
                  </a:lnTo>
                  <a:lnTo>
                    <a:pt x="0" y="672845"/>
                  </a:lnTo>
                  <a:lnTo>
                    <a:pt x="12954" y="672845"/>
                  </a:lnTo>
                  <a:lnTo>
                    <a:pt x="12954" y="25145"/>
                  </a:lnTo>
                  <a:lnTo>
                    <a:pt x="25145" y="12953"/>
                  </a:lnTo>
                  <a:lnTo>
                    <a:pt x="25145" y="25145"/>
                  </a:lnTo>
                  <a:lnTo>
                    <a:pt x="647700" y="25145"/>
                  </a:lnTo>
                  <a:lnTo>
                    <a:pt x="647700" y="12953"/>
                  </a:lnTo>
                  <a:lnTo>
                    <a:pt x="660654" y="25145"/>
                  </a:lnTo>
                  <a:lnTo>
                    <a:pt x="660654" y="672845"/>
                  </a:lnTo>
                  <a:lnTo>
                    <a:pt x="672846" y="672845"/>
                  </a:lnTo>
                  <a:close/>
                </a:path>
                <a:path w="673100" h="673100">
                  <a:moveTo>
                    <a:pt x="25145" y="25145"/>
                  </a:moveTo>
                  <a:lnTo>
                    <a:pt x="25145" y="12953"/>
                  </a:lnTo>
                  <a:lnTo>
                    <a:pt x="12954" y="25145"/>
                  </a:lnTo>
                  <a:lnTo>
                    <a:pt x="25145" y="25145"/>
                  </a:lnTo>
                  <a:close/>
                </a:path>
                <a:path w="673100" h="673100">
                  <a:moveTo>
                    <a:pt x="25145" y="647699"/>
                  </a:moveTo>
                  <a:lnTo>
                    <a:pt x="25145" y="25145"/>
                  </a:lnTo>
                  <a:lnTo>
                    <a:pt x="12954" y="25145"/>
                  </a:lnTo>
                  <a:lnTo>
                    <a:pt x="12954" y="647699"/>
                  </a:lnTo>
                  <a:lnTo>
                    <a:pt x="25145" y="647699"/>
                  </a:lnTo>
                  <a:close/>
                </a:path>
                <a:path w="673100" h="673100">
                  <a:moveTo>
                    <a:pt x="660654" y="647699"/>
                  </a:moveTo>
                  <a:lnTo>
                    <a:pt x="12954" y="647699"/>
                  </a:lnTo>
                  <a:lnTo>
                    <a:pt x="25145" y="660653"/>
                  </a:lnTo>
                  <a:lnTo>
                    <a:pt x="25145" y="672845"/>
                  </a:lnTo>
                  <a:lnTo>
                    <a:pt x="647700" y="672845"/>
                  </a:lnTo>
                  <a:lnTo>
                    <a:pt x="647700" y="660653"/>
                  </a:lnTo>
                  <a:lnTo>
                    <a:pt x="660654" y="647699"/>
                  </a:lnTo>
                  <a:close/>
                </a:path>
                <a:path w="673100" h="673100">
                  <a:moveTo>
                    <a:pt x="25145" y="672845"/>
                  </a:moveTo>
                  <a:lnTo>
                    <a:pt x="25145" y="660653"/>
                  </a:lnTo>
                  <a:lnTo>
                    <a:pt x="12954" y="647699"/>
                  </a:lnTo>
                  <a:lnTo>
                    <a:pt x="12954" y="672845"/>
                  </a:lnTo>
                  <a:lnTo>
                    <a:pt x="25145" y="672845"/>
                  </a:lnTo>
                  <a:close/>
                </a:path>
                <a:path w="673100" h="673100">
                  <a:moveTo>
                    <a:pt x="660654" y="25145"/>
                  </a:moveTo>
                  <a:lnTo>
                    <a:pt x="647700" y="12953"/>
                  </a:lnTo>
                  <a:lnTo>
                    <a:pt x="647700" y="25145"/>
                  </a:lnTo>
                  <a:lnTo>
                    <a:pt x="660654" y="25145"/>
                  </a:lnTo>
                  <a:close/>
                </a:path>
                <a:path w="673100" h="673100">
                  <a:moveTo>
                    <a:pt x="660654" y="647699"/>
                  </a:moveTo>
                  <a:lnTo>
                    <a:pt x="660654" y="25145"/>
                  </a:lnTo>
                  <a:lnTo>
                    <a:pt x="647700" y="25145"/>
                  </a:lnTo>
                  <a:lnTo>
                    <a:pt x="647700" y="647699"/>
                  </a:lnTo>
                  <a:lnTo>
                    <a:pt x="660654" y="647699"/>
                  </a:lnTo>
                  <a:close/>
                </a:path>
                <a:path w="673100" h="673100">
                  <a:moveTo>
                    <a:pt x="660654" y="672845"/>
                  </a:moveTo>
                  <a:lnTo>
                    <a:pt x="660654" y="647699"/>
                  </a:lnTo>
                  <a:lnTo>
                    <a:pt x="647700" y="660653"/>
                  </a:lnTo>
                  <a:lnTo>
                    <a:pt x="647700" y="672845"/>
                  </a:lnTo>
                  <a:lnTo>
                    <a:pt x="660654" y="672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481197" y="1887474"/>
            <a:ext cx="497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MEM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189865" y="2622550"/>
            <a:ext cx="1380490" cy="384175"/>
            <a:chOff x="6189865" y="2622550"/>
            <a:chExt cx="1380490" cy="384175"/>
          </a:xfrm>
        </p:grpSpPr>
        <p:sp>
          <p:nvSpPr>
            <p:cNvPr id="72" name="object 72"/>
            <p:cNvSpPr/>
            <p:nvPr/>
          </p:nvSpPr>
          <p:spPr>
            <a:xfrm>
              <a:off x="6189865" y="2767329"/>
              <a:ext cx="1008380" cy="25400"/>
            </a:xfrm>
            <a:custGeom>
              <a:avLst/>
              <a:gdLst/>
              <a:ahLst/>
              <a:cxnLst/>
              <a:rect l="l" t="t" r="r" b="b"/>
              <a:pathLst>
                <a:path w="1008379" h="25400">
                  <a:moveTo>
                    <a:pt x="1008126" y="25145"/>
                  </a:moveTo>
                  <a:lnTo>
                    <a:pt x="1008126" y="0"/>
                  </a:lnTo>
                  <a:lnTo>
                    <a:pt x="0" y="0"/>
                  </a:lnTo>
                  <a:lnTo>
                    <a:pt x="0" y="25145"/>
                  </a:lnTo>
                  <a:lnTo>
                    <a:pt x="1008126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197991" y="2635503"/>
              <a:ext cx="359410" cy="359410"/>
            </a:xfrm>
            <a:custGeom>
              <a:avLst/>
              <a:gdLst/>
              <a:ahLst/>
              <a:cxnLst/>
              <a:rect l="l" t="t" r="r" b="b"/>
              <a:pathLst>
                <a:path w="359409" h="359410">
                  <a:moveTo>
                    <a:pt x="358901" y="358901"/>
                  </a:moveTo>
                  <a:lnTo>
                    <a:pt x="358901" y="0"/>
                  </a:lnTo>
                  <a:lnTo>
                    <a:pt x="0" y="0"/>
                  </a:lnTo>
                  <a:lnTo>
                    <a:pt x="0" y="358901"/>
                  </a:lnTo>
                  <a:lnTo>
                    <a:pt x="358901" y="358901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185786" y="262255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384047"/>
                  </a:moveTo>
                  <a:lnTo>
                    <a:pt x="384048" y="0"/>
                  </a:lnTo>
                  <a:lnTo>
                    <a:pt x="0" y="0"/>
                  </a:lnTo>
                  <a:lnTo>
                    <a:pt x="0" y="384047"/>
                  </a:lnTo>
                  <a:lnTo>
                    <a:pt x="12192" y="384047"/>
                  </a:lnTo>
                  <a:lnTo>
                    <a:pt x="12192" y="25145"/>
                  </a:lnTo>
                  <a:lnTo>
                    <a:pt x="25146" y="12953"/>
                  </a:lnTo>
                  <a:lnTo>
                    <a:pt x="25146" y="25145"/>
                  </a:lnTo>
                  <a:lnTo>
                    <a:pt x="358140" y="25145"/>
                  </a:lnTo>
                  <a:lnTo>
                    <a:pt x="358140" y="12953"/>
                  </a:lnTo>
                  <a:lnTo>
                    <a:pt x="371094" y="25145"/>
                  </a:lnTo>
                  <a:lnTo>
                    <a:pt x="371094" y="384047"/>
                  </a:lnTo>
                  <a:lnTo>
                    <a:pt x="384048" y="384047"/>
                  </a:lnTo>
                  <a:close/>
                </a:path>
                <a:path w="384175" h="384175">
                  <a:moveTo>
                    <a:pt x="25146" y="25145"/>
                  </a:moveTo>
                  <a:lnTo>
                    <a:pt x="25146" y="12953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84175" h="384175">
                  <a:moveTo>
                    <a:pt x="25146" y="358901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58901"/>
                  </a:lnTo>
                  <a:lnTo>
                    <a:pt x="25146" y="358901"/>
                  </a:lnTo>
                  <a:close/>
                </a:path>
                <a:path w="384175" h="384175">
                  <a:moveTo>
                    <a:pt x="371094" y="358901"/>
                  </a:moveTo>
                  <a:lnTo>
                    <a:pt x="12192" y="358901"/>
                  </a:lnTo>
                  <a:lnTo>
                    <a:pt x="25146" y="371855"/>
                  </a:lnTo>
                  <a:lnTo>
                    <a:pt x="25146" y="384047"/>
                  </a:lnTo>
                  <a:lnTo>
                    <a:pt x="358140" y="384047"/>
                  </a:lnTo>
                  <a:lnTo>
                    <a:pt x="358140" y="371855"/>
                  </a:lnTo>
                  <a:lnTo>
                    <a:pt x="371094" y="358901"/>
                  </a:lnTo>
                  <a:close/>
                </a:path>
                <a:path w="384175" h="384175">
                  <a:moveTo>
                    <a:pt x="25146" y="384047"/>
                  </a:moveTo>
                  <a:lnTo>
                    <a:pt x="25146" y="371855"/>
                  </a:lnTo>
                  <a:lnTo>
                    <a:pt x="12192" y="358901"/>
                  </a:lnTo>
                  <a:lnTo>
                    <a:pt x="12192" y="384047"/>
                  </a:lnTo>
                  <a:lnTo>
                    <a:pt x="25146" y="384047"/>
                  </a:lnTo>
                  <a:close/>
                </a:path>
                <a:path w="384175" h="384175">
                  <a:moveTo>
                    <a:pt x="371094" y="25145"/>
                  </a:moveTo>
                  <a:lnTo>
                    <a:pt x="358140" y="12953"/>
                  </a:lnTo>
                  <a:lnTo>
                    <a:pt x="358140" y="25145"/>
                  </a:lnTo>
                  <a:lnTo>
                    <a:pt x="371094" y="25145"/>
                  </a:lnTo>
                  <a:close/>
                </a:path>
                <a:path w="384175" h="384175">
                  <a:moveTo>
                    <a:pt x="371094" y="358901"/>
                  </a:moveTo>
                  <a:lnTo>
                    <a:pt x="371094" y="25145"/>
                  </a:lnTo>
                  <a:lnTo>
                    <a:pt x="358140" y="25145"/>
                  </a:lnTo>
                  <a:lnTo>
                    <a:pt x="358140" y="358901"/>
                  </a:lnTo>
                  <a:lnTo>
                    <a:pt x="371094" y="358901"/>
                  </a:lnTo>
                  <a:close/>
                </a:path>
                <a:path w="384175" h="384175">
                  <a:moveTo>
                    <a:pt x="371094" y="384047"/>
                  </a:moveTo>
                  <a:lnTo>
                    <a:pt x="371094" y="358901"/>
                  </a:lnTo>
                  <a:lnTo>
                    <a:pt x="358140" y="371855"/>
                  </a:lnTo>
                  <a:lnTo>
                    <a:pt x="358140" y="384047"/>
                  </a:lnTo>
                  <a:lnTo>
                    <a:pt x="371094" y="384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7293489" y="2678430"/>
            <a:ext cx="167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680593" y="2348229"/>
            <a:ext cx="1792605" cy="1993900"/>
            <a:chOff x="6680593" y="2348229"/>
            <a:chExt cx="1792605" cy="1993900"/>
          </a:xfrm>
        </p:grpSpPr>
        <p:sp>
          <p:nvSpPr>
            <p:cNvPr id="77" name="object 77"/>
            <p:cNvSpPr/>
            <p:nvPr/>
          </p:nvSpPr>
          <p:spPr>
            <a:xfrm>
              <a:off x="6680594" y="2348229"/>
              <a:ext cx="1092200" cy="444500"/>
            </a:xfrm>
            <a:custGeom>
              <a:avLst/>
              <a:gdLst/>
              <a:ahLst/>
              <a:cxnLst/>
              <a:rect l="l" t="t" r="r" b="b"/>
              <a:pathLst>
                <a:path w="1092200" h="444500">
                  <a:moveTo>
                    <a:pt x="25146" y="0"/>
                  </a:moveTo>
                  <a:lnTo>
                    <a:pt x="0" y="0"/>
                  </a:lnTo>
                  <a:lnTo>
                    <a:pt x="0" y="431292"/>
                  </a:lnTo>
                  <a:lnTo>
                    <a:pt x="25146" y="431292"/>
                  </a:lnTo>
                  <a:lnTo>
                    <a:pt x="25146" y="0"/>
                  </a:lnTo>
                  <a:close/>
                </a:path>
                <a:path w="1092200" h="444500">
                  <a:moveTo>
                    <a:pt x="1091946" y="419100"/>
                  </a:moveTo>
                  <a:lnTo>
                    <a:pt x="876300" y="419100"/>
                  </a:lnTo>
                  <a:lnTo>
                    <a:pt x="876300" y="444246"/>
                  </a:lnTo>
                  <a:lnTo>
                    <a:pt x="1091946" y="444246"/>
                  </a:lnTo>
                  <a:lnTo>
                    <a:pt x="1091946" y="419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774813" y="364362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685800" y="685800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685800"/>
                  </a:lnTo>
                  <a:lnTo>
                    <a:pt x="685800" y="6858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61871" y="3630675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0946" y="710946"/>
                  </a:moveTo>
                  <a:lnTo>
                    <a:pt x="710946" y="0"/>
                  </a:lnTo>
                  <a:lnTo>
                    <a:pt x="0" y="0"/>
                  </a:lnTo>
                  <a:lnTo>
                    <a:pt x="0" y="710946"/>
                  </a:lnTo>
                  <a:lnTo>
                    <a:pt x="12954" y="710946"/>
                  </a:lnTo>
                  <a:lnTo>
                    <a:pt x="12954" y="25146"/>
                  </a:lnTo>
                  <a:lnTo>
                    <a:pt x="25145" y="12954"/>
                  </a:lnTo>
                  <a:lnTo>
                    <a:pt x="25145" y="25146"/>
                  </a:lnTo>
                  <a:lnTo>
                    <a:pt x="685799" y="25146"/>
                  </a:lnTo>
                  <a:lnTo>
                    <a:pt x="685799" y="12954"/>
                  </a:lnTo>
                  <a:lnTo>
                    <a:pt x="698754" y="25146"/>
                  </a:lnTo>
                  <a:lnTo>
                    <a:pt x="698754" y="710946"/>
                  </a:lnTo>
                  <a:lnTo>
                    <a:pt x="710946" y="710946"/>
                  </a:lnTo>
                  <a:close/>
                </a:path>
                <a:path w="711200" h="711200">
                  <a:moveTo>
                    <a:pt x="25145" y="25146"/>
                  </a:moveTo>
                  <a:lnTo>
                    <a:pt x="25145" y="12954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711200" h="711200">
                  <a:moveTo>
                    <a:pt x="25145" y="6858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685800"/>
                  </a:lnTo>
                  <a:lnTo>
                    <a:pt x="25145" y="685800"/>
                  </a:lnTo>
                  <a:close/>
                </a:path>
                <a:path w="711200" h="711200">
                  <a:moveTo>
                    <a:pt x="698754" y="685800"/>
                  </a:moveTo>
                  <a:lnTo>
                    <a:pt x="12954" y="685800"/>
                  </a:lnTo>
                  <a:lnTo>
                    <a:pt x="25145" y="698754"/>
                  </a:lnTo>
                  <a:lnTo>
                    <a:pt x="25145" y="710946"/>
                  </a:lnTo>
                  <a:lnTo>
                    <a:pt x="685799" y="710946"/>
                  </a:lnTo>
                  <a:lnTo>
                    <a:pt x="685799" y="698754"/>
                  </a:lnTo>
                  <a:lnTo>
                    <a:pt x="698754" y="685800"/>
                  </a:lnTo>
                  <a:close/>
                </a:path>
                <a:path w="711200" h="711200">
                  <a:moveTo>
                    <a:pt x="25145" y="710946"/>
                  </a:moveTo>
                  <a:lnTo>
                    <a:pt x="25145" y="698754"/>
                  </a:lnTo>
                  <a:lnTo>
                    <a:pt x="12954" y="685800"/>
                  </a:lnTo>
                  <a:lnTo>
                    <a:pt x="12954" y="710946"/>
                  </a:lnTo>
                  <a:lnTo>
                    <a:pt x="25145" y="710946"/>
                  </a:lnTo>
                  <a:close/>
                </a:path>
                <a:path w="711200" h="711200">
                  <a:moveTo>
                    <a:pt x="698754" y="25146"/>
                  </a:moveTo>
                  <a:lnTo>
                    <a:pt x="685799" y="12954"/>
                  </a:lnTo>
                  <a:lnTo>
                    <a:pt x="685799" y="25146"/>
                  </a:lnTo>
                  <a:lnTo>
                    <a:pt x="698754" y="25146"/>
                  </a:lnTo>
                  <a:close/>
                </a:path>
                <a:path w="711200" h="711200">
                  <a:moveTo>
                    <a:pt x="698754" y="685800"/>
                  </a:moveTo>
                  <a:lnTo>
                    <a:pt x="698754" y="25146"/>
                  </a:lnTo>
                  <a:lnTo>
                    <a:pt x="685799" y="25146"/>
                  </a:lnTo>
                  <a:lnTo>
                    <a:pt x="685799" y="685800"/>
                  </a:lnTo>
                  <a:lnTo>
                    <a:pt x="698754" y="685800"/>
                  </a:lnTo>
                  <a:close/>
                </a:path>
                <a:path w="711200" h="711200">
                  <a:moveTo>
                    <a:pt x="698754" y="710946"/>
                  </a:moveTo>
                  <a:lnTo>
                    <a:pt x="698754" y="685800"/>
                  </a:lnTo>
                  <a:lnTo>
                    <a:pt x="685799" y="698754"/>
                  </a:lnTo>
                  <a:lnTo>
                    <a:pt x="685799" y="710946"/>
                  </a:lnTo>
                  <a:lnTo>
                    <a:pt x="698754" y="7109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8043297" y="3849623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P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393319" y="4388103"/>
            <a:ext cx="673100" cy="673100"/>
            <a:chOff x="6393319" y="4388103"/>
            <a:chExt cx="673100" cy="673100"/>
          </a:xfrm>
        </p:grpSpPr>
        <p:sp>
          <p:nvSpPr>
            <p:cNvPr id="82" name="object 82"/>
            <p:cNvSpPr/>
            <p:nvPr/>
          </p:nvSpPr>
          <p:spPr>
            <a:xfrm>
              <a:off x="6406261" y="4400295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647700" y="647700"/>
                  </a:moveTo>
                  <a:lnTo>
                    <a:pt x="647700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647700" y="6477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393319" y="4388103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672846" y="672845"/>
                  </a:moveTo>
                  <a:lnTo>
                    <a:pt x="672846" y="0"/>
                  </a:lnTo>
                  <a:lnTo>
                    <a:pt x="0" y="0"/>
                  </a:lnTo>
                  <a:lnTo>
                    <a:pt x="0" y="672845"/>
                  </a:lnTo>
                  <a:lnTo>
                    <a:pt x="12954" y="672845"/>
                  </a:lnTo>
                  <a:lnTo>
                    <a:pt x="12954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647700" y="25145"/>
                  </a:lnTo>
                  <a:lnTo>
                    <a:pt x="647700" y="12191"/>
                  </a:lnTo>
                  <a:lnTo>
                    <a:pt x="660654" y="25145"/>
                  </a:lnTo>
                  <a:lnTo>
                    <a:pt x="660654" y="672845"/>
                  </a:lnTo>
                  <a:lnTo>
                    <a:pt x="672846" y="672845"/>
                  </a:lnTo>
                  <a:close/>
                </a:path>
                <a:path w="673100" h="673100">
                  <a:moveTo>
                    <a:pt x="25145" y="25145"/>
                  </a:moveTo>
                  <a:lnTo>
                    <a:pt x="25145" y="12191"/>
                  </a:lnTo>
                  <a:lnTo>
                    <a:pt x="12954" y="25145"/>
                  </a:lnTo>
                  <a:lnTo>
                    <a:pt x="25145" y="25145"/>
                  </a:lnTo>
                  <a:close/>
                </a:path>
                <a:path w="673100" h="673100">
                  <a:moveTo>
                    <a:pt x="25145" y="647699"/>
                  </a:moveTo>
                  <a:lnTo>
                    <a:pt x="25145" y="25145"/>
                  </a:lnTo>
                  <a:lnTo>
                    <a:pt x="12954" y="25145"/>
                  </a:lnTo>
                  <a:lnTo>
                    <a:pt x="12954" y="647699"/>
                  </a:lnTo>
                  <a:lnTo>
                    <a:pt x="25145" y="647699"/>
                  </a:lnTo>
                  <a:close/>
                </a:path>
                <a:path w="673100" h="673100">
                  <a:moveTo>
                    <a:pt x="660654" y="647699"/>
                  </a:moveTo>
                  <a:lnTo>
                    <a:pt x="12954" y="647699"/>
                  </a:lnTo>
                  <a:lnTo>
                    <a:pt x="25145" y="659891"/>
                  </a:lnTo>
                  <a:lnTo>
                    <a:pt x="25145" y="672845"/>
                  </a:lnTo>
                  <a:lnTo>
                    <a:pt x="647700" y="672845"/>
                  </a:lnTo>
                  <a:lnTo>
                    <a:pt x="647700" y="659891"/>
                  </a:lnTo>
                  <a:lnTo>
                    <a:pt x="660654" y="647699"/>
                  </a:lnTo>
                  <a:close/>
                </a:path>
                <a:path w="673100" h="673100">
                  <a:moveTo>
                    <a:pt x="25145" y="672845"/>
                  </a:moveTo>
                  <a:lnTo>
                    <a:pt x="25145" y="659891"/>
                  </a:lnTo>
                  <a:lnTo>
                    <a:pt x="12954" y="647699"/>
                  </a:lnTo>
                  <a:lnTo>
                    <a:pt x="12954" y="672845"/>
                  </a:lnTo>
                  <a:lnTo>
                    <a:pt x="25145" y="672845"/>
                  </a:lnTo>
                  <a:close/>
                </a:path>
                <a:path w="673100" h="673100">
                  <a:moveTo>
                    <a:pt x="660654" y="25145"/>
                  </a:moveTo>
                  <a:lnTo>
                    <a:pt x="647700" y="12191"/>
                  </a:lnTo>
                  <a:lnTo>
                    <a:pt x="647700" y="25145"/>
                  </a:lnTo>
                  <a:lnTo>
                    <a:pt x="660654" y="25145"/>
                  </a:lnTo>
                  <a:close/>
                </a:path>
                <a:path w="673100" h="673100">
                  <a:moveTo>
                    <a:pt x="660654" y="647699"/>
                  </a:moveTo>
                  <a:lnTo>
                    <a:pt x="660654" y="25145"/>
                  </a:lnTo>
                  <a:lnTo>
                    <a:pt x="647700" y="25145"/>
                  </a:lnTo>
                  <a:lnTo>
                    <a:pt x="647700" y="647699"/>
                  </a:lnTo>
                  <a:lnTo>
                    <a:pt x="660654" y="647699"/>
                  </a:lnTo>
                  <a:close/>
                </a:path>
                <a:path w="673100" h="673100">
                  <a:moveTo>
                    <a:pt x="660654" y="672845"/>
                  </a:moveTo>
                  <a:lnTo>
                    <a:pt x="660654" y="647699"/>
                  </a:lnTo>
                  <a:lnTo>
                    <a:pt x="647700" y="659891"/>
                  </a:lnTo>
                  <a:lnTo>
                    <a:pt x="647700" y="672845"/>
                  </a:lnTo>
                  <a:lnTo>
                    <a:pt x="660654" y="672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481197" y="4588002"/>
            <a:ext cx="497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MEM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189865" y="3741928"/>
            <a:ext cx="1380490" cy="384175"/>
            <a:chOff x="6189865" y="3741928"/>
            <a:chExt cx="1380490" cy="384175"/>
          </a:xfrm>
        </p:grpSpPr>
        <p:sp>
          <p:nvSpPr>
            <p:cNvPr id="86" name="object 86"/>
            <p:cNvSpPr/>
            <p:nvPr/>
          </p:nvSpPr>
          <p:spPr>
            <a:xfrm>
              <a:off x="6189865" y="3956050"/>
              <a:ext cx="1008380" cy="25400"/>
            </a:xfrm>
            <a:custGeom>
              <a:avLst/>
              <a:gdLst/>
              <a:ahLst/>
              <a:cxnLst/>
              <a:rect l="l" t="t" r="r" b="b"/>
              <a:pathLst>
                <a:path w="1008379" h="25400">
                  <a:moveTo>
                    <a:pt x="1008126" y="25146"/>
                  </a:moveTo>
                  <a:lnTo>
                    <a:pt x="1008126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008126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97991" y="3754882"/>
              <a:ext cx="359410" cy="358140"/>
            </a:xfrm>
            <a:custGeom>
              <a:avLst/>
              <a:gdLst/>
              <a:ahLst/>
              <a:cxnLst/>
              <a:rect l="l" t="t" r="r" b="b"/>
              <a:pathLst>
                <a:path w="359409" h="358139">
                  <a:moveTo>
                    <a:pt x="358901" y="358139"/>
                  </a:moveTo>
                  <a:lnTo>
                    <a:pt x="358901" y="0"/>
                  </a:lnTo>
                  <a:lnTo>
                    <a:pt x="0" y="0"/>
                  </a:lnTo>
                  <a:lnTo>
                    <a:pt x="0" y="358139"/>
                  </a:lnTo>
                  <a:lnTo>
                    <a:pt x="358901" y="35813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185786" y="374192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384047"/>
                  </a:moveTo>
                  <a:lnTo>
                    <a:pt x="384048" y="0"/>
                  </a:lnTo>
                  <a:lnTo>
                    <a:pt x="0" y="0"/>
                  </a:lnTo>
                  <a:lnTo>
                    <a:pt x="0" y="384047"/>
                  </a:lnTo>
                  <a:lnTo>
                    <a:pt x="12192" y="384047"/>
                  </a:lnTo>
                  <a:lnTo>
                    <a:pt x="12192" y="25145"/>
                  </a:lnTo>
                  <a:lnTo>
                    <a:pt x="25146" y="12953"/>
                  </a:lnTo>
                  <a:lnTo>
                    <a:pt x="25146" y="25145"/>
                  </a:lnTo>
                  <a:lnTo>
                    <a:pt x="358140" y="25145"/>
                  </a:lnTo>
                  <a:lnTo>
                    <a:pt x="358140" y="12953"/>
                  </a:lnTo>
                  <a:lnTo>
                    <a:pt x="371094" y="25145"/>
                  </a:lnTo>
                  <a:lnTo>
                    <a:pt x="371094" y="384047"/>
                  </a:lnTo>
                  <a:lnTo>
                    <a:pt x="384048" y="384047"/>
                  </a:lnTo>
                  <a:close/>
                </a:path>
                <a:path w="384175" h="384175">
                  <a:moveTo>
                    <a:pt x="25146" y="25145"/>
                  </a:moveTo>
                  <a:lnTo>
                    <a:pt x="25146" y="12953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84175" h="384175">
                  <a:moveTo>
                    <a:pt x="25146" y="358901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58901"/>
                  </a:lnTo>
                  <a:lnTo>
                    <a:pt x="25146" y="358901"/>
                  </a:lnTo>
                  <a:close/>
                </a:path>
                <a:path w="384175" h="384175">
                  <a:moveTo>
                    <a:pt x="371094" y="358901"/>
                  </a:moveTo>
                  <a:lnTo>
                    <a:pt x="12192" y="358901"/>
                  </a:lnTo>
                  <a:lnTo>
                    <a:pt x="25146" y="371093"/>
                  </a:lnTo>
                  <a:lnTo>
                    <a:pt x="25146" y="384047"/>
                  </a:lnTo>
                  <a:lnTo>
                    <a:pt x="358140" y="384047"/>
                  </a:lnTo>
                  <a:lnTo>
                    <a:pt x="358140" y="371093"/>
                  </a:lnTo>
                  <a:lnTo>
                    <a:pt x="371094" y="358901"/>
                  </a:lnTo>
                  <a:close/>
                </a:path>
                <a:path w="384175" h="384175">
                  <a:moveTo>
                    <a:pt x="25146" y="384047"/>
                  </a:moveTo>
                  <a:lnTo>
                    <a:pt x="25146" y="371093"/>
                  </a:lnTo>
                  <a:lnTo>
                    <a:pt x="12192" y="358901"/>
                  </a:lnTo>
                  <a:lnTo>
                    <a:pt x="12192" y="384047"/>
                  </a:lnTo>
                  <a:lnTo>
                    <a:pt x="25146" y="384047"/>
                  </a:lnTo>
                  <a:close/>
                </a:path>
                <a:path w="384175" h="384175">
                  <a:moveTo>
                    <a:pt x="371094" y="25145"/>
                  </a:moveTo>
                  <a:lnTo>
                    <a:pt x="358140" y="12953"/>
                  </a:lnTo>
                  <a:lnTo>
                    <a:pt x="358140" y="25145"/>
                  </a:lnTo>
                  <a:lnTo>
                    <a:pt x="371094" y="25145"/>
                  </a:lnTo>
                  <a:close/>
                </a:path>
                <a:path w="384175" h="384175">
                  <a:moveTo>
                    <a:pt x="371094" y="358901"/>
                  </a:moveTo>
                  <a:lnTo>
                    <a:pt x="371094" y="25145"/>
                  </a:lnTo>
                  <a:lnTo>
                    <a:pt x="358140" y="25145"/>
                  </a:lnTo>
                  <a:lnTo>
                    <a:pt x="358140" y="358901"/>
                  </a:lnTo>
                  <a:lnTo>
                    <a:pt x="371094" y="358901"/>
                  </a:lnTo>
                  <a:close/>
                </a:path>
                <a:path w="384175" h="384175">
                  <a:moveTo>
                    <a:pt x="371094" y="384047"/>
                  </a:moveTo>
                  <a:lnTo>
                    <a:pt x="371094" y="358901"/>
                  </a:lnTo>
                  <a:lnTo>
                    <a:pt x="358140" y="371093"/>
                  </a:lnTo>
                  <a:lnTo>
                    <a:pt x="358140" y="384047"/>
                  </a:lnTo>
                  <a:lnTo>
                    <a:pt x="371094" y="384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7293489" y="3797808"/>
            <a:ext cx="167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3132721" y="3956050"/>
            <a:ext cx="4639945" cy="777240"/>
          </a:xfrm>
          <a:custGeom>
            <a:avLst/>
            <a:gdLst/>
            <a:ahLst/>
            <a:cxnLst/>
            <a:rect l="l" t="t" r="r" b="b"/>
            <a:pathLst>
              <a:path w="4639945" h="777239">
                <a:moveTo>
                  <a:pt x="368046" y="762774"/>
                </a:moveTo>
                <a:lnTo>
                  <a:pt x="51943" y="321424"/>
                </a:lnTo>
                <a:lnTo>
                  <a:pt x="75438" y="304812"/>
                </a:lnTo>
                <a:lnTo>
                  <a:pt x="0" y="265188"/>
                </a:lnTo>
                <a:lnTo>
                  <a:pt x="12954" y="349008"/>
                </a:lnTo>
                <a:lnTo>
                  <a:pt x="28956" y="337680"/>
                </a:lnTo>
                <a:lnTo>
                  <a:pt x="36245" y="332524"/>
                </a:lnTo>
                <a:lnTo>
                  <a:pt x="352806" y="774204"/>
                </a:lnTo>
                <a:lnTo>
                  <a:pt x="368046" y="762774"/>
                </a:lnTo>
                <a:close/>
              </a:path>
              <a:path w="4639945" h="777239">
                <a:moveTo>
                  <a:pt x="2734818" y="265176"/>
                </a:moveTo>
                <a:lnTo>
                  <a:pt x="2652522" y="286512"/>
                </a:lnTo>
                <a:lnTo>
                  <a:pt x="2671800" y="308724"/>
                </a:lnTo>
                <a:lnTo>
                  <a:pt x="2154174" y="762762"/>
                </a:lnTo>
                <a:lnTo>
                  <a:pt x="2167128" y="777240"/>
                </a:lnTo>
                <a:lnTo>
                  <a:pt x="2683840" y="322592"/>
                </a:lnTo>
                <a:lnTo>
                  <a:pt x="2693670" y="333895"/>
                </a:lnTo>
                <a:lnTo>
                  <a:pt x="2702814" y="344424"/>
                </a:lnTo>
                <a:lnTo>
                  <a:pt x="2734818" y="265176"/>
                </a:lnTo>
                <a:close/>
              </a:path>
              <a:path w="4639945" h="777239">
                <a:moveTo>
                  <a:pt x="3573018" y="12954"/>
                </a:moveTo>
                <a:lnTo>
                  <a:pt x="3547872" y="12954"/>
                </a:lnTo>
                <a:lnTo>
                  <a:pt x="3547872" y="444246"/>
                </a:lnTo>
                <a:lnTo>
                  <a:pt x="3573018" y="444246"/>
                </a:lnTo>
                <a:lnTo>
                  <a:pt x="3573018" y="12954"/>
                </a:lnTo>
                <a:close/>
              </a:path>
              <a:path w="4639945" h="777239">
                <a:moveTo>
                  <a:pt x="4639818" y="0"/>
                </a:moveTo>
                <a:lnTo>
                  <a:pt x="4424172" y="0"/>
                </a:lnTo>
                <a:lnTo>
                  <a:pt x="4424172" y="25146"/>
                </a:lnTo>
                <a:lnTo>
                  <a:pt x="4639818" y="25146"/>
                </a:lnTo>
                <a:lnTo>
                  <a:pt x="46398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Distributed</a:t>
            </a:r>
            <a:r>
              <a:rPr spc="-180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6093" y="1660398"/>
            <a:ext cx="4154804" cy="40671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5080" indent="-342900">
              <a:lnSpc>
                <a:spcPts val="2810"/>
              </a:lnSpc>
              <a:spcBef>
                <a:spcPts val="45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Distributed</a:t>
            </a:r>
            <a:r>
              <a:rPr sz="2600" spc="-1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 </a:t>
            </a:r>
            <a:r>
              <a:rPr sz="2600" dirty="0">
                <a:latin typeface="Arial MT"/>
                <a:cs typeface="Arial MT"/>
              </a:rPr>
              <a:t>Architectures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do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bus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only </a:t>
            </a:r>
            <a:r>
              <a:rPr sz="2600" dirty="0">
                <a:latin typeface="Arial MT"/>
                <a:cs typeface="Arial MT"/>
              </a:rPr>
              <a:t>communication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channel </a:t>
            </a:r>
            <a:r>
              <a:rPr sz="2600" dirty="0">
                <a:latin typeface="Arial MT"/>
                <a:cs typeface="Arial MT"/>
              </a:rPr>
              <a:t>cannot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snooping </a:t>
            </a:r>
            <a:r>
              <a:rPr sz="2600" dirty="0">
                <a:latin typeface="Arial MT"/>
                <a:cs typeface="Arial MT"/>
              </a:rPr>
              <a:t>protocols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ensure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 coherence</a:t>
            </a:r>
            <a:endParaRPr sz="2600">
              <a:latin typeface="Arial MT"/>
              <a:cs typeface="Arial MT"/>
            </a:endParaRPr>
          </a:p>
          <a:p>
            <a:pPr marL="355600" marR="78740" indent="-342900">
              <a:lnSpc>
                <a:spcPts val="2810"/>
              </a:lnSpc>
              <a:spcBef>
                <a:spcPts val="61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Instead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directory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based </a:t>
            </a:r>
            <a:r>
              <a:rPr sz="2600" dirty="0">
                <a:latin typeface="Arial MT"/>
                <a:cs typeface="Arial MT"/>
              </a:rPr>
              <a:t>approach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guarantee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 coherence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13471" y="1968753"/>
            <a:ext cx="787400" cy="786765"/>
            <a:chOff x="1513471" y="1968753"/>
            <a:chExt cx="787400" cy="786765"/>
          </a:xfrm>
        </p:grpSpPr>
        <p:sp>
          <p:nvSpPr>
            <p:cNvPr id="5" name="object 5"/>
            <p:cNvSpPr/>
            <p:nvPr/>
          </p:nvSpPr>
          <p:spPr>
            <a:xfrm>
              <a:off x="1526425" y="19809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079" y="2970"/>
                  </a:lnTo>
                  <a:lnTo>
                    <a:pt x="286971" y="11642"/>
                  </a:lnTo>
                  <a:lnTo>
                    <a:pt x="243028" y="25658"/>
                  </a:lnTo>
                  <a:lnTo>
                    <a:pt x="201600" y="44661"/>
                  </a:lnTo>
                  <a:lnTo>
                    <a:pt x="163040" y="68292"/>
                  </a:lnTo>
                  <a:lnTo>
                    <a:pt x="127700" y="96193"/>
                  </a:lnTo>
                  <a:lnTo>
                    <a:pt x="95930" y="128006"/>
                  </a:lnTo>
                  <a:lnTo>
                    <a:pt x="68084" y="163373"/>
                  </a:lnTo>
                  <a:lnTo>
                    <a:pt x="44511" y="201937"/>
                  </a:lnTo>
                  <a:lnTo>
                    <a:pt x="25565" y="243340"/>
                  </a:lnTo>
                  <a:lnTo>
                    <a:pt x="11596" y="287223"/>
                  </a:lnTo>
                  <a:lnTo>
                    <a:pt x="2957" y="333229"/>
                  </a:lnTo>
                  <a:lnTo>
                    <a:pt x="0" y="381000"/>
                  </a:lnTo>
                  <a:lnTo>
                    <a:pt x="2957" y="428920"/>
                  </a:lnTo>
                  <a:lnTo>
                    <a:pt x="11596" y="475028"/>
                  </a:lnTo>
                  <a:lnTo>
                    <a:pt x="25565" y="518971"/>
                  </a:lnTo>
                  <a:lnTo>
                    <a:pt x="44511" y="560399"/>
                  </a:lnTo>
                  <a:lnTo>
                    <a:pt x="68084" y="598959"/>
                  </a:lnTo>
                  <a:lnTo>
                    <a:pt x="95930" y="634299"/>
                  </a:lnTo>
                  <a:lnTo>
                    <a:pt x="127700" y="666069"/>
                  </a:lnTo>
                  <a:lnTo>
                    <a:pt x="163040" y="693915"/>
                  </a:lnTo>
                  <a:lnTo>
                    <a:pt x="201600" y="717488"/>
                  </a:lnTo>
                  <a:lnTo>
                    <a:pt x="243028" y="736434"/>
                  </a:lnTo>
                  <a:lnTo>
                    <a:pt x="286971" y="750403"/>
                  </a:lnTo>
                  <a:lnTo>
                    <a:pt x="33307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3471" y="19687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841" y="283938"/>
                  </a:lnTo>
                  <a:lnTo>
                    <a:pt x="755261" y="237525"/>
                  </a:lnTo>
                  <a:lnTo>
                    <a:pt x="733263" y="194127"/>
                  </a:lnTo>
                  <a:lnTo>
                    <a:pt x="706276" y="154114"/>
                  </a:lnTo>
                  <a:lnTo>
                    <a:pt x="674730" y="117858"/>
                  </a:lnTo>
                  <a:lnTo>
                    <a:pt x="639054" y="85730"/>
                  </a:lnTo>
                  <a:lnTo>
                    <a:pt x="599679" y="58101"/>
                  </a:lnTo>
                  <a:lnTo>
                    <a:pt x="557032" y="35343"/>
                  </a:lnTo>
                  <a:lnTo>
                    <a:pt x="511545" y="17825"/>
                  </a:lnTo>
                  <a:lnTo>
                    <a:pt x="463646" y="5921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401" y="5895"/>
                  </a:lnTo>
                  <a:lnTo>
                    <a:pt x="275440" y="17813"/>
                  </a:lnTo>
                  <a:lnTo>
                    <a:pt x="229922" y="35378"/>
                  </a:lnTo>
                  <a:lnTo>
                    <a:pt x="187269" y="58210"/>
                  </a:lnTo>
                  <a:lnTo>
                    <a:pt x="147907" y="85931"/>
                  </a:lnTo>
                  <a:lnTo>
                    <a:pt x="112200" y="118232"/>
                  </a:lnTo>
                  <a:lnTo>
                    <a:pt x="80748" y="154529"/>
                  </a:lnTo>
                  <a:lnTo>
                    <a:pt x="53801" y="194649"/>
                  </a:lnTo>
                  <a:lnTo>
                    <a:pt x="31839" y="238146"/>
                  </a:lnTo>
                  <a:lnTo>
                    <a:pt x="15288" y="284641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4151"/>
                  </a:lnTo>
                  <a:lnTo>
                    <a:pt x="20383" y="519205"/>
                  </a:lnTo>
                  <a:lnTo>
                    <a:pt x="25146" y="531085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6" y="288950"/>
                  </a:lnTo>
                  <a:lnTo>
                    <a:pt x="57053" y="243904"/>
                  </a:lnTo>
                  <a:lnTo>
                    <a:pt x="78927" y="202030"/>
                  </a:lnTo>
                  <a:lnTo>
                    <a:pt x="105698" y="163696"/>
                  </a:lnTo>
                  <a:lnTo>
                    <a:pt x="136933" y="129265"/>
                  </a:lnTo>
                  <a:lnTo>
                    <a:pt x="172202" y="99104"/>
                  </a:lnTo>
                  <a:lnTo>
                    <a:pt x="211073" y="73579"/>
                  </a:lnTo>
                  <a:lnTo>
                    <a:pt x="253115" y="53055"/>
                  </a:lnTo>
                  <a:lnTo>
                    <a:pt x="297896" y="37897"/>
                  </a:lnTo>
                  <a:lnTo>
                    <a:pt x="344986" y="28472"/>
                  </a:lnTo>
                  <a:lnTo>
                    <a:pt x="393191" y="25197"/>
                  </a:lnTo>
                  <a:lnTo>
                    <a:pt x="393953" y="25145"/>
                  </a:lnTo>
                  <a:lnTo>
                    <a:pt x="477336" y="34832"/>
                  </a:lnTo>
                  <a:lnTo>
                    <a:pt x="521400" y="47959"/>
                  </a:lnTo>
                  <a:lnTo>
                    <a:pt x="563065" y="66404"/>
                  </a:lnTo>
                  <a:lnTo>
                    <a:pt x="601912" y="89756"/>
                  </a:lnTo>
                  <a:lnTo>
                    <a:pt x="637522" y="117605"/>
                  </a:lnTo>
                  <a:lnTo>
                    <a:pt x="669474" y="149537"/>
                  </a:lnTo>
                  <a:lnTo>
                    <a:pt x="697351" y="185139"/>
                  </a:lnTo>
                  <a:lnTo>
                    <a:pt x="720724" y="223982"/>
                  </a:lnTo>
                  <a:lnTo>
                    <a:pt x="739184" y="265655"/>
                  </a:lnTo>
                  <a:lnTo>
                    <a:pt x="752319" y="309750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64"/>
                  </a:lnTo>
                  <a:lnTo>
                    <a:pt x="769300" y="511511"/>
                  </a:lnTo>
                  <a:lnTo>
                    <a:pt x="781211" y="463624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64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9714" y="431291"/>
                  </a:lnTo>
                  <a:lnTo>
                    <a:pt x="752319" y="477340"/>
                  </a:lnTo>
                  <a:lnTo>
                    <a:pt x="739184" y="521377"/>
                  </a:lnTo>
                  <a:lnTo>
                    <a:pt x="720724" y="563024"/>
                  </a:lnTo>
                  <a:lnTo>
                    <a:pt x="697351" y="601874"/>
                  </a:lnTo>
                  <a:lnTo>
                    <a:pt x="669474" y="637508"/>
                  </a:lnTo>
                  <a:lnTo>
                    <a:pt x="637522" y="669488"/>
                  </a:lnTo>
                  <a:lnTo>
                    <a:pt x="601912" y="697390"/>
                  </a:lnTo>
                  <a:lnTo>
                    <a:pt x="563065" y="720788"/>
                  </a:lnTo>
                  <a:lnTo>
                    <a:pt x="521400" y="739257"/>
                  </a:lnTo>
                  <a:lnTo>
                    <a:pt x="477336" y="752374"/>
                  </a:lnTo>
                  <a:lnTo>
                    <a:pt x="431292" y="759713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124" y="758845"/>
                  </a:lnTo>
                  <a:lnTo>
                    <a:pt x="300675" y="749958"/>
                  </a:lnTo>
                  <a:lnTo>
                    <a:pt x="257260" y="735671"/>
                  </a:lnTo>
                  <a:lnTo>
                    <a:pt x="216290" y="716320"/>
                  </a:lnTo>
                  <a:lnTo>
                    <a:pt x="178182" y="692238"/>
                  </a:lnTo>
                  <a:lnTo>
                    <a:pt x="143347" y="663759"/>
                  </a:lnTo>
                  <a:lnTo>
                    <a:pt x="112200" y="631218"/>
                  </a:lnTo>
                  <a:lnTo>
                    <a:pt x="85155" y="594947"/>
                  </a:lnTo>
                  <a:lnTo>
                    <a:pt x="62625" y="555283"/>
                  </a:lnTo>
                  <a:lnTo>
                    <a:pt x="45024" y="512557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1085"/>
                  </a:lnTo>
                  <a:lnTo>
                    <a:pt x="60283" y="603443"/>
                  </a:lnTo>
                  <a:lnTo>
                    <a:pt x="87296" y="640991"/>
                  </a:lnTo>
                  <a:lnTo>
                    <a:pt x="118429" y="675035"/>
                  </a:lnTo>
                  <a:lnTo>
                    <a:pt x="153238" y="705230"/>
                  </a:lnTo>
                  <a:lnTo>
                    <a:pt x="191281" y="731235"/>
                  </a:lnTo>
                  <a:lnTo>
                    <a:pt x="232116" y="752706"/>
                  </a:lnTo>
                  <a:lnTo>
                    <a:pt x="275301" y="769299"/>
                  </a:lnTo>
                  <a:lnTo>
                    <a:pt x="320392" y="780672"/>
                  </a:lnTo>
                  <a:lnTo>
                    <a:pt x="366949" y="786481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215" y="771848"/>
                  </a:lnTo>
                  <a:lnTo>
                    <a:pt x="549629" y="755267"/>
                  </a:lnTo>
                  <a:lnTo>
                    <a:pt x="593025" y="733263"/>
                  </a:lnTo>
                  <a:lnTo>
                    <a:pt x="633032" y="706267"/>
                  </a:lnTo>
                  <a:lnTo>
                    <a:pt x="669281" y="674711"/>
                  </a:lnTo>
                  <a:lnTo>
                    <a:pt x="701402" y="639026"/>
                  </a:lnTo>
                  <a:lnTo>
                    <a:pt x="729025" y="599643"/>
                  </a:lnTo>
                  <a:lnTo>
                    <a:pt x="751781" y="556994"/>
                  </a:lnTo>
                  <a:lnTo>
                    <a:pt x="762000" y="5304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76609" y="22105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4531" y="23431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89871" y="1968753"/>
            <a:ext cx="787400" cy="786765"/>
            <a:chOff x="3189871" y="1968753"/>
            <a:chExt cx="787400" cy="786765"/>
          </a:xfrm>
        </p:grpSpPr>
        <p:sp>
          <p:nvSpPr>
            <p:cNvPr id="10" name="object 10"/>
            <p:cNvSpPr/>
            <p:nvPr/>
          </p:nvSpPr>
          <p:spPr>
            <a:xfrm>
              <a:off x="3202825" y="19809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079" y="2970"/>
                  </a:lnTo>
                  <a:lnTo>
                    <a:pt x="286971" y="11642"/>
                  </a:lnTo>
                  <a:lnTo>
                    <a:pt x="243028" y="25658"/>
                  </a:lnTo>
                  <a:lnTo>
                    <a:pt x="201600" y="44661"/>
                  </a:lnTo>
                  <a:lnTo>
                    <a:pt x="163040" y="68292"/>
                  </a:lnTo>
                  <a:lnTo>
                    <a:pt x="127700" y="96193"/>
                  </a:lnTo>
                  <a:lnTo>
                    <a:pt x="95930" y="128006"/>
                  </a:lnTo>
                  <a:lnTo>
                    <a:pt x="68084" y="163373"/>
                  </a:lnTo>
                  <a:lnTo>
                    <a:pt x="44511" y="201937"/>
                  </a:lnTo>
                  <a:lnTo>
                    <a:pt x="25565" y="243340"/>
                  </a:lnTo>
                  <a:lnTo>
                    <a:pt x="11596" y="287223"/>
                  </a:lnTo>
                  <a:lnTo>
                    <a:pt x="2957" y="333229"/>
                  </a:lnTo>
                  <a:lnTo>
                    <a:pt x="0" y="381000"/>
                  </a:lnTo>
                  <a:lnTo>
                    <a:pt x="2957" y="428920"/>
                  </a:lnTo>
                  <a:lnTo>
                    <a:pt x="11596" y="475028"/>
                  </a:lnTo>
                  <a:lnTo>
                    <a:pt x="25565" y="518971"/>
                  </a:lnTo>
                  <a:lnTo>
                    <a:pt x="44511" y="560399"/>
                  </a:lnTo>
                  <a:lnTo>
                    <a:pt x="68084" y="598959"/>
                  </a:lnTo>
                  <a:lnTo>
                    <a:pt x="95930" y="634299"/>
                  </a:lnTo>
                  <a:lnTo>
                    <a:pt x="127700" y="666069"/>
                  </a:lnTo>
                  <a:lnTo>
                    <a:pt x="163040" y="693915"/>
                  </a:lnTo>
                  <a:lnTo>
                    <a:pt x="201600" y="717488"/>
                  </a:lnTo>
                  <a:lnTo>
                    <a:pt x="243028" y="736434"/>
                  </a:lnTo>
                  <a:lnTo>
                    <a:pt x="286971" y="750403"/>
                  </a:lnTo>
                  <a:lnTo>
                    <a:pt x="33307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89871" y="19687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841" y="283938"/>
                  </a:lnTo>
                  <a:lnTo>
                    <a:pt x="755261" y="237525"/>
                  </a:lnTo>
                  <a:lnTo>
                    <a:pt x="733263" y="194127"/>
                  </a:lnTo>
                  <a:lnTo>
                    <a:pt x="706276" y="154114"/>
                  </a:lnTo>
                  <a:lnTo>
                    <a:pt x="674730" y="117858"/>
                  </a:lnTo>
                  <a:lnTo>
                    <a:pt x="639054" y="85730"/>
                  </a:lnTo>
                  <a:lnTo>
                    <a:pt x="599679" y="58101"/>
                  </a:lnTo>
                  <a:lnTo>
                    <a:pt x="557032" y="35343"/>
                  </a:lnTo>
                  <a:lnTo>
                    <a:pt x="511545" y="17825"/>
                  </a:lnTo>
                  <a:lnTo>
                    <a:pt x="463646" y="5921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401" y="5895"/>
                  </a:lnTo>
                  <a:lnTo>
                    <a:pt x="275440" y="17813"/>
                  </a:lnTo>
                  <a:lnTo>
                    <a:pt x="229922" y="35378"/>
                  </a:lnTo>
                  <a:lnTo>
                    <a:pt x="187269" y="58210"/>
                  </a:lnTo>
                  <a:lnTo>
                    <a:pt x="147907" y="85931"/>
                  </a:lnTo>
                  <a:lnTo>
                    <a:pt x="112200" y="118232"/>
                  </a:lnTo>
                  <a:lnTo>
                    <a:pt x="80748" y="154529"/>
                  </a:lnTo>
                  <a:lnTo>
                    <a:pt x="53801" y="194649"/>
                  </a:lnTo>
                  <a:lnTo>
                    <a:pt x="31839" y="238146"/>
                  </a:lnTo>
                  <a:lnTo>
                    <a:pt x="15288" y="284641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4151"/>
                  </a:lnTo>
                  <a:lnTo>
                    <a:pt x="20383" y="519205"/>
                  </a:lnTo>
                  <a:lnTo>
                    <a:pt x="25146" y="531085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6" y="288950"/>
                  </a:lnTo>
                  <a:lnTo>
                    <a:pt x="57053" y="243904"/>
                  </a:lnTo>
                  <a:lnTo>
                    <a:pt x="78927" y="202030"/>
                  </a:lnTo>
                  <a:lnTo>
                    <a:pt x="105698" y="163696"/>
                  </a:lnTo>
                  <a:lnTo>
                    <a:pt x="136933" y="129265"/>
                  </a:lnTo>
                  <a:lnTo>
                    <a:pt x="172202" y="99104"/>
                  </a:lnTo>
                  <a:lnTo>
                    <a:pt x="211073" y="73579"/>
                  </a:lnTo>
                  <a:lnTo>
                    <a:pt x="253115" y="53055"/>
                  </a:lnTo>
                  <a:lnTo>
                    <a:pt x="297896" y="37897"/>
                  </a:lnTo>
                  <a:lnTo>
                    <a:pt x="344986" y="28472"/>
                  </a:lnTo>
                  <a:lnTo>
                    <a:pt x="393191" y="25197"/>
                  </a:lnTo>
                  <a:lnTo>
                    <a:pt x="393953" y="25145"/>
                  </a:lnTo>
                  <a:lnTo>
                    <a:pt x="477336" y="34832"/>
                  </a:lnTo>
                  <a:lnTo>
                    <a:pt x="521400" y="47959"/>
                  </a:lnTo>
                  <a:lnTo>
                    <a:pt x="563065" y="66404"/>
                  </a:lnTo>
                  <a:lnTo>
                    <a:pt x="601912" y="89756"/>
                  </a:lnTo>
                  <a:lnTo>
                    <a:pt x="637522" y="117605"/>
                  </a:lnTo>
                  <a:lnTo>
                    <a:pt x="669474" y="149537"/>
                  </a:lnTo>
                  <a:lnTo>
                    <a:pt x="697351" y="185139"/>
                  </a:lnTo>
                  <a:lnTo>
                    <a:pt x="720724" y="223982"/>
                  </a:lnTo>
                  <a:lnTo>
                    <a:pt x="739184" y="265655"/>
                  </a:lnTo>
                  <a:lnTo>
                    <a:pt x="752319" y="309750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64"/>
                  </a:lnTo>
                  <a:lnTo>
                    <a:pt x="769300" y="511511"/>
                  </a:lnTo>
                  <a:lnTo>
                    <a:pt x="781211" y="463624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64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9714" y="431291"/>
                  </a:lnTo>
                  <a:lnTo>
                    <a:pt x="752319" y="477340"/>
                  </a:lnTo>
                  <a:lnTo>
                    <a:pt x="739184" y="521377"/>
                  </a:lnTo>
                  <a:lnTo>
                    <a:pt x="720724" y="563024"/>
                  </a:lnTo>
                  <a:lnTo>
                    <a:pt x="697351" y="601874"/>
                  </a:lnTo>
                  <a:lnTo>
                    <a:pt x="669474" y="637508"/>
                  </a:lnTo>
                  <a:lnTo>
                    <a:pt x="637522" y="669488"/>
                  </a:lnTo>
                  <a:lnTo>
                    <a:pt x="601912" y="697390"/>
                  </a:lnTo>
                  <a:lnTo>
                    <a:pt x="563065" y="720788"/>
                  </a:lnTo>
                  <a:lnTo>
                    <a:pt x="521400" y="739257"/>
                  </a:lnTo>
                  <a:lnTo>
                    <a:pt x="477336" y="752374"/>
                  </a:lnTo>
                  <a:lnTo>
                    <a:pt x="431292" y="759713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124" y="758845"/>
                  </a:lnTo>
                  <a:lnTo>
                    <a:pt x="300675" y="749958"/>
                  </a:lnTo>
                  <a:lnTo>
                    <a:pt x="257260" y="735671"/>
                  </a:lnTo>
                  <a:lnTo>
                    <a:pt x="216290" y="716320"/>
                  </a:lnTo>
                  <a:lnTo>
                    <a:pt x="178182" y="692238"/>
                  </a:lnTo>
                  <a:lnTo>
                    <a:pt x="143347" y="663759"/>
                  </a:lnTo>
                  <a:lnTo>
                    <a:pt x="112200" y="631218"/>
                  </a:lnTo>
                  <a:lnTo>
                    <a:pt x="85155" y="594947"/>
                  </a:lnTo>
                  <a:lnTo>
                    <a:pt x="62625" y="555283"/>
                  </a:lnTo>
                  <a:lnTo>
                    <a:pt x="45024" y="512557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1085"/>
                  </a:lnTo>
                  <a:lnTo>
                    <a:pt x="60283" y="603443"/>
                  </a:lnTo>
                  <a:lnTo>
                    <a:pt x="87296" y="640991"/>
                  </a:lnTo>
                  <a:lnTo>
                    <a:pt x="118429" y="675035"/>
                  </a:lnTo>
                  <a:lnTo>
                    <a:pt x="153238" y="705230"/>
                  </a:lnTo>
                  <a:lnTo>
                    <a:pt x="191281" y="731235"/>
                  </a:lnTo>
                  <a:lnTo>
                    <a:pt x="232116" y="752706"/>
                  </a:lnTo>
                  <a:lnTo>
                    <a:pt x="275301" y="769299"/>
                  </a:lnTo>
                  <a:lnTo>
                    <a:pt x="320392" y="780672"/>
                  </a:lnTo>
                  <a:lnTo>
                    <a:pt x="366949" y="786481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215" y="771848"/>
                  </a:lnTo>
                  <a:lnTo>
                    <a:pt x="549629" y="755267"/>
                  </a:lnTo>
                  <a:lnTo>
                    <a:pt x="593025" y="733263"/>
                  </a:lnTo>
                  <a:lnTo>
                    <a:pt x="633032" y="706267"/>
                  </a:lnTo>
                  <a:lnTo>
                    <a:pt x="669281" y="674711"/>
                  </a:lnTo>
                  <a:lnTo>
                    <a:pt x="701402" y="639026"/>
                  </a:lnTo>
                  <a:lnTo>
                    <a:pt x="729025" y="599643"/>
                  </a:lnTo>
                  <a:lnTo>
                    <a:pt x="751781" y="556994"/>
                  </a:lnTo>
                  <a:lnTo>
                    <a:pt x="762000" y="5304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27101" y="22105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65023" y="2343150"/>
            <a:ext cx="173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m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61071" y="2959354"/>
            <a:ext cx="1016000" cy="406400"/>
            <a:chOff x="1361071" y="2959354"/>
            <a:chExt cx="1016000" cy="406400"/>
          </a:xfrm>
        </p:grpSpPr>
        <p:sp>
          <p:nvSpPr>
            <p:cNvPr id="15" name="object 15"/>
            <p:cNvSpPr/>
            <p:nvPr/>
          </p:nvSpPr>
          <p:spPr>
            <a:xfrm>
              <a:off x="1374025" y="29715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61071" y="29593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4" y="25146"/>
                  </a:lnTo>
                  <a:lnTo>
                    <a:pt x="1003554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3554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4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3554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4" y="25146"/>
                  </a:lnTo>
                  <a:close/>
                </a:path>
                <a:path w="1016000" h="406400">
                  <a:moveTo>
                    <a:pt x="1003554" y="381000"/>
                  </a:moveTo>
                  <a:lnTo>
                    <a:pt x="1003554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4" y="381000"/>
                  </a:lnTo>
                  <a:close/>
                </a:path>
                <a:path w="1016000" h="406400">
                  <a:moveTo>
                    <a:pt x="1003554" y="406146"/>
                  </a:moveTo>
                  <a:lnTo>
                    <a:pt x="1003554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07623" y="30106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071" y="3721353"/>
            <a:ext cx="1092200" cy="406400"/>
            <a:chOff x="599071" y="3721353"/>
            <a:chExt cx="1092200" cy="406400"/>
          </a:xfrm>
        </p:grpSpPr>
        <p:sp>
          <p:nvSpPr>
            <p:cNvPr id="19" name="object 19"/>
            <p:cNvSpPr/>
            <p:nvPr/>
          </p:nvSpPr>
          <p:spPr>
            <a:xfrm>
              <a:off x="612025" y="373354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9071" y="3721353"/>
              <a:ext cx="1092200" cy="406400"/>
            </a:xfrm>
            <a:custGeom>
              <a:avLst/>
              <a:gdLst/>
              <a:ahLst/>
              <a:cxnLst/>
              <a:rect l="l" t="t" r="r" b="b"/>
              <a:pathLst>
                <a:path w="1092200" h="406400">
                  <a:moveTo>
                    <a:pt x="1091946" y="406146"/>
                  </a:moveTo>
                  <a:lnTo>
                    <a:pt x="10919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3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066800" y="25146"/>
                  </a:lnTo>
                  <a:lnTo>
                    <a:pt x="1066800" y="12192"/>
                  </a:lnTo>
                  <a:lnTo>
                    <a:pt x="1079754" y="25146"/>
                  </a:lnTo>
                  <a:lnTo>
                    <a:pt x="1079754" y="406146"/>
                  </a:lnTo>
                  <a:lnTo>
                    <a:pt x="1091946" y="406146"/>
                  </a:lnTo>
                  <a:close/>
                </a:path>
                <a:path w="10922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3" y="25146"/>
                  </a:lnTo>
                  <a:lnTo>
                    <a:pt x="25145" y="25146"/>
                  </a:lnTo>
                  <a:close/>
                </a:path>
                <a:path w="1092200" h="406400">
                  <a:moveTo>
                    <a:pt x="25146" y="381000"/>
                  </a:moveTo>
                  <a:lnTo>
                    <a:pt x="25145" y="25146"/>
                  </a:lnTo>
                  <a:lnTo>
                    <a:pt x="12953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92200" h="406400">
                  <a:moveTo>
                    <a:pt x="1079754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1066800" y="406146"/>
                  </a:lnTo>
                  <a:lnTo>
                    <a:pt x="1066800" y="393192"/>
                  </a:lnTo>
                  <a:lnTo>
                    <a:pt x="1079754" y="381000"/>
                  </a:lnTo>
                  <a:close/>
                </a:path>
                <a:path w="10922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92200" h="406400">
                  <a:moveTo>
                    <a:pt x="1079754" y="25146"/>
                  </a:moveTo>
                  <a:lnTo>
                    <a:pt x="1066800" y="12192"/>
                  </a:lnTo>
                  <a:lnTo>
                    <a:pt x="1066800" y="25146"/>
                  </a:lnTo>
                  <a:lnTo>
                    <a:pt x="1079754" y="25146"/>
                  </a:lnTo>
                  <a:close/>
                </a:path>
                <a:path w="1092200" h="406400">
                  <a:moveTo>
                    <a:pt x="1079754" y="381000"/>
                  </a:moveTo>
                  <a:lnTo>
                    <a:pt x="1079754" y="25146"/>
                  </a:lnTo>
                  <a:lnTo>
                    <a:pt x="1066800" y="25146"/>
                  </a:lnTo>
                  <a:lnTo>
                    <a:pt x="1066800" y="381000"/>
                  </a:lnTo>
                  <a:lnTo>
                    <a:pt x="1079754" y="381000"/>
                  </a:lnTo>
                  <a:close/>
                </a:path>
                <a:path w="1092200" h="406400">
                  <a:moveTo>
                    <a:pt x="1079754" y="406146"/>
                  </a:moveTo>
                  <a:lnTo>
                    <a:pt x="1079754" y="381000"/>
                  </a:lnTo>
                  <a:lnTo>
                    <a:pt x="1066800" y="393192"/>
                  </a:lnTo>
                  <a:lnTo>
                    <a:pt x="1066800" y="406146"/>
                  </a:lnTo>
                  <a:lnTo>
                    <a:pt x="10797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70947" y="3772661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94471" y="2742945"/>
            <a:ext cx="2235200" cy="1905000"/>
            <a:chOff x="1894471" y="2742945"/>
            <a:chExt cx="2235200" cy="1905000"/>
          </a:xfrm>
        </p:grpSpPr>
        <p:sp>
          <p:nvSpPr>
            <p:cNvPr id="23" name="object 23"/>
            <p:cNvSpPr/>
            <p:nvPr/>
          </p:nvSpPr>
          <p:spPr>
            <a:xfrm>
              <a:off x="1894471" y="2742945"/>
              <a:ext cx="1701800" cy="1905000"/>
            </a:xfrm>
            <a:custGeom>
              <a:avLst/>
              <a:gdLst/>
              <a:ahLst/>
              <a:cxnLst/>
              <a:rect l="l" t="t" r="r" b="b"/>
              <a:pathLst>
                <a:path w="1701800" h="1905000">
                  <a:moveTo>
                    <a:pt x="25146" y="609600"/>
                  </a:moveTo>
                  <a:lnTo>
                    <a:pt x="0" y="609600"/>
                  </a:lnTo>
                  <a:lnTo>
                    <a:pt x="0" y="1905000"/>
                  </a:lnTo>
                  <a:lnTo>
                    <a:pt x="25146" y="1905000"/>
                  </a:lnTo>
                  <a:lnTo>
                    <a:pt x="25146" y="609600"/>
                  </a:lnTo>
                  <a:close/>
                </a:path>
                <a:path w="1701800" h="19050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19050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1524000"/>
                  </a:lnTo>
                  <a:lnTo>
                    <a:pt x="1701546" y="1524000"/>
                  </a:lnTo>
                  <a:lnTo>
                    <a:pt x="1701546" y="609600"/>
                  </a:lnTo>
                  <a:close/>
                </a:path>
                <a:path w="1701800" h="19050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26625" y="29715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13671" y="29593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3" y="406146"/>
                  </a:lnTo>
                  <a:lnTo>
                    <a:pt x="12953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3" y="25146"/>
                  </a:lnTo>
                  <a:lnTo>
                    <a:pt x="1003553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3" y="25146"/>
                  </a:lnTo>
                  <a:lnTo>
                    <a:pt x="25146" y="25146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3" y="25146"/>
                  </a:lnTo>
                  <a:lnTo>
                    <a:pt x="12953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3553" y="381000"/>
                  </a:moveTo>
                  <a:lnTo>
                    <a:pt x="12953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3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3" y="381000"/>
                  </a:lnTo>
                  <a:lnTo>
                    <a:pt x="12953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3553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3" y="25146"/>
                  </a:lnTo>
                  <a:close/>
                </a:path>
                <a:path w="1016000" h="406400">
                  <a:moveTo>
                    <a:pt x="1003553" y="381000"/>
                  </a:moveTo>
                  <a:lnTo>
                    <a:pt x="1003553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3" y="381000"/>
                  </a:lnTo>
                  <a:close/>
                </a:path>
                <a:path w="1016000" h="406400">
                  <a:moveTo>
                    <a:pt x="1003553" y="406146"/>
                  </a:moveTo>
                  <a:lnTo>
                    <a:pt x="1003553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60223" y="30106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513471" y="4635753"/>
            <a:ext cx="2387600" cy="635000"/>
            <a:chOff x="1513471" y="4635753"/>
            <a:chExt cx="2387600" cy="635000"/>
          </a:xfrm>
        </p:grpSpPr>
        <p:sp>
          <p:nvSpPr>
            <p:cNvPr id="28" name="object 28"/>
            <p:cNvSpPr/>
            <p:nvPr/>
          </p:nvSpPr>
          <p:spPr>
            <a:xfrm>
              <a:off x="1526425" y="4647945"/>
              <a:ext cx="2362200" cy="609600"/>
            </a:xfrm>
            <a:custGeom>
              <a:avLst/>
              <a:gdLst/>
              <a:ahLst/>
              <a:cxnLst/>
              <a:rect l="l" t="t" r="r" b="b"/>
              <a:pathLst>
                <a:path w="2362200" h="609600">
                  <a:moveTo>
                    <a:pt x="2362200" y="6096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2362200" y="6096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13471" y="4635753"/>
              <a:ext cx="2387600" cy="635000"/>
            </a:xfrm>
            <a:custGeom>
              <a:avLst/>
              <a:gdLst/>
              <a:ahLst/>
              <a:cxnLst/>
              <a:rect l="l" t="t" r="r" b="b"/>
              <a:pathLst>
                <a:path w="2387600" h="635000">
                  <a:moveTo>
                    <a:pt x="2387345" y="6347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634746"/>
                  </a:lnTo>
                  <a:lnTo>
                    <a:pt x="12954" y="6347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634746"/>
                  </a:lnTo>
                  <a:lnTo>
                    <a:pt x="2387345" y="634746"/>
                  </a:lnTo>
                  <a:close/>
                </a:path>
                <a:path w="2387600" h="6350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2387600" h="635000">
                  <a:moveTo>
                    <a:pt x="25146" y="6096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609600"/>
                  </a:lnTo>
                  <a:lnTo>
                    <a:pt x="25146" y="609600"/>
                  </a:lnTo>
                  <a:close/>
                </a:path>
                <a:path w="2387600" h="635000">
                  <a:moveTo>
                    <a:pt x="2375153" y="609600"/>
                  </a:moveTo>
                  <a:lnTo>
                    <a:pt x="12954" y="609600"/>
                  </a:lnTo>
                  <a:lnTo>
                    <a:pt x="25146" y="621792"/>
                  </a:lnTo>
                  <a:lnTo>
                    <a:pt x="25145" y="634746"/>
                  </a:lnTo>
                  <a:lnTo>
                    <a:pt x="2362199" y="634746"/>
                  </a:lnTo>
                  <a:lnTo>
                    <a:pt x="2362199" y="621792"/>
                  </a:lnTo>
                  <a:lnTo>
                    <a:pt x="2375153" y="609600"/>
                  </a:lnTo>
                  <a:close/>
                </a:path>
                <a:path w="2387600" h="635000">
                  <a:moveTo>
                    <a:pt x="25145" y="634746"/>
                  </a:moveTo>
                  <a:lnTo>
                    <a:pt x="25146" y="621792"/>
                  </a:lnTo>
                  <a:lnTo>
                    <a:pt x="12954" y="609600"/>
                  </a:lnTo>
                  <a:lnTo>
                    <a:pt x="12954" y="634746"/>
                  </a:lnTo>
                  <a:lnTo>
                    <a:pt x="25145" y="634746"/>
                  </a:lnTo>
                  <a:close/>
                </a:path>
                <a:path w="2387600" h="6350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635000">
                  <a:moveTo>
                    <a:pt x="2375153" y="6096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609600"/>
                  </a:lnTo>
                  <a:lnTo>
                    <a:pt x="2375153" y="609600"/>
                  </a:lnTo>
                  <a:close/>
                </a:path>
                <a:path w="2387600" h="635000">
                  <a:moveTo>
                    <a:pt x="2375153" y="634746"/>
                  </a:moveTo>
                  <a:lnTo>
                    <a:pt x="2375153" y="609600"/>
                  </a:lnTo>
                  <a:lnTo>
                    <a:pt x="2362199" y="621792"/>
                  </a:lnTo>
                  <a:lnTo>
                    <a:pt x="2362199" y="634746"/>
                  </a:lnTo>
                  <a:lnTo>
                    <a:pt x="2375153" y="634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792611" y="4664202"/>
            <a:ext cx="18281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Interconnection Network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75471" y="3721353"/>
            <a:ext cx="1320800" cy="927100"/>
            <a:chOff x="2275471" y="3721353"/>
            <a:chExt cx="1320800" cy="927100"/>
          </a:xfrm>
        </p:grpSpPr>
        <p:sp>
          <p:nvSpPr>
            <p:cNvPr id="32" name="object 32"/>
            <p:cNvSpPr/>
            <p:nvPr/>
          </p:nvSpPr>
          <p:spPr>
            <a:xfrm>
              <a:off x="3570871" y="4266945"/>
              <a:ext cx="25400" cy="381000"/>
            </a:xfrm>
            <a:custGeom>
              <a:avLst/>
              <a:gdLst/>
              <a:ahLst/>
              <a:cxnLst/>
              <a:rect l="l" t="t" r="r" b="b"/>
              <a:pathLst>
                <a:path w="25400" h="381000">
                  <a:moveTo>
                    <a:pt x="25146" y="381000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514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8425" y="373354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75471" y="3721353"/>
              <a:ext cx="1092200" cy="406400"/>
            </a:xfrm>
            <a:custGeom>
              <a:avLst/>
              <a:gdLst/>
              <a:ahLst/>
              <a:cxnLst/>
              <a:rect l="l" t="t" r="r" b="b"/>
              <a:pathLst>
                <a:path w="1092200" h="406400">
                  <a:moveTo>
                    <a:pt x="1091945" y="406146"/>
                  </a:moveTo>
                  <a:lnTo>
                    <a:pt x="1091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1066799" y="25146"/>
                  </a:lnTo>
                  <a:lnTo>
                    <a:pt x="1066799" y="12192"/>
                  </a:lnTo>
                  <a:lnTo>
                    <a:pt x="1079753" y="25146"/>
                  </a:lnTo>
                  <a:lnTo>
                    <a:pt x="1079753" y="406146"/>
                  </a:lnTo>
                  <a:lnTo>
                    <a:pt x="1091945" y="406146"/>
                  </a:lnTo>
                  <a:close/>
                </a:path>
                <a:path w="10922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10922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92200" h="406400">
                  <a:moveTo>
                    <a:pt x="1079753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1066799" y="406146"/>
                  </a:lnTo>
                  <a:lnTo>
                    <a:pt x="1066799" y="393192"/>
                  </a:lnTo>
                  <a:lnTo>
                    <a:pt x="1079753" y="381000"/>
                  </a:lnTo>
                  <a:close/>
                </a:path>
                <a:path w="10922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92200" h="406400">
                  <a:moveTo>
                    <a:pt x="1079753" y="25146"/>
                  </a:moveTo>
                  <a:lnTo>
                    <a:pt x="1066799" y="12192"/>
                  </a:lnTo>
                  <a:lnTo>
                    <a:pt x="1066799" y="25146"/>
                  </a:lnTo>
                  <a:lnTo>
                    <a:pt x="1079753" y="25146"/>
                  </a:lnTo>
                  <a:close/>
                </a:path>
                <a:path w="1092200" h="406400">
                  <a:moveTo>
                    <a:pt x="1079753" y="381000"/>
                  </a:moveTo>
                  <a:lnTo>
                    <a:pt x="1079753" y="25146"/>
                  </a:lnTo>
                  <a:lnTo>
                    <a:pt x="1066799" y="25146"/>
                  </a:lnTo>
                  <a:lnTo>
                    <a:pt x="1066799" y="381000"/>
                  </a:lnTo>
                  <a:lnTo>
                    <a:pt x="1079753" y="381000"/>
                  </a:lnTo>
                  <a:close/>
                </a:path>
                <a:path w="1092200" h="406400">
                  <a:moveTo>
                    <a:pt x="1079753" y="406146"/>
                  </a:moveTo>
                  <a:lnTo>
                    <a:pt x="1079753" y="381000"/>
                  </a:lnTo>
                  <a:lnTo>
                    <a:pt x="1066799" y="393192"/>
                  </a:lnTo>
                  <a:lnTo>
                    <a:pt x="1066799" y="406146"/>
                  </a:lnTo>
                  <a:lnTo>
                    <a:pt x="10797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347347" y="3772661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678825" y="3949953"/>
            <a:ext cx="1905000" cy="25400"/>
          </a:xfrm>
          <a:custGeom>
            <a:avLst/>
            <a:gdLst/>
            <a:ahLst/>
            <a:cxnLst/>
            <a:rect l="l" t="t" r="r" b="b"/>
            <a:pathLst>
              <a:path w="1905000" h="25400">
                <a:moveTo>
                  <a:pt x="228600" y="0"/>
                </a:moveTo>
                <a:lnTo>
                  <a:pt x="0" y="0"/>
                </a:lnTo>
                <a:lnTo>
                  <a:pt x="0" y="25146"/>
                </a:lnTo>
                <a:lnTo>
                  <a:pt x="228600" y="25146"/>
                </a:lnTo>
                <a:lnTo>
                  <a:pt x="228600" y="0"/>
                </a:lnTo>
                <a:close/>
              </a:path>
              <a:path w="1905000" h="25400">
                <a:moveTo>
                  <a:pt x="1905000" y="0"/>
                </a:moveTo>
                <a:lnTo>
                  <a:pt x="1676400" y="0"/>
                </a:lnTo>
                <a:lnTo>
                  <a:pt x="1676400" y="25146"/>
                </a:lnTo>
                <a:lnTo>
                  <a:pt x="1905000" y="25146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Directory-</a:t>
            </a:r>
            <a:r>
              <a:rPr dirty="0"/>
              <a:t>Based</a:t>
            </a:r>
            <a:r>
              <a:rPr spc="-30" dirty="0"/>
              <a:t> </a:t>
            </a:r>
            <a:r>
              <a:rPr spc="-10" dirty="0"/>
              <a:t>Cache </a:t>
            </a:r>
            <a:r>
              <a:rPr dirty="0"/>
              <a:t>Coherence</a:t>
            </a:r>
            <a:r>
              <a:rPr spc="-1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49730"/>
            <a:ext cx="7625715" cy="404876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State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maintained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directory</a:t>
            </a:r>
            <a:endParaRPr sz="3000">
              <a:latin typeface="Arial MT"/>
              <a:cs typeface="Arial MT"/>
            </a:endParaRPr>
          </a:p>
          <a:p>
            <a:pPr marL="355600" marR="387985" indent="-342900" algn="just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A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miss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results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communication </a:t>
            </a:r>
            <a:r>
              <a:rPr sz="3000" dirty="0">
                <a:latin typeface="Arial MT"/>
                <a:cs typeface="Arial MT"/>
              </a:rPr>
              <a:t>between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node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where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miss </a:t>
            </a:r>
            <a:r>
              <a:rPr sz="3000" dirty="0">
                <a:latin typeface="Arial MT"/>
                <a:cs typeface="Arial MT"/>
              </a:rPr>
              <a:t>occures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directory</a:t>
            </a:r>
            <a:endParaRPr sz="3000">
              <a:latin typeface="Arial MT"/>
              <a:cs typeface="Arial MT"/>
            </a:endParaRPr>
          </a:p>
          <a:p>
            <a:pPr marL="355600" marR="85598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Then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information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affected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is </a:t>
            </a:r>
            <a:r>
              <a:rPr sz="3000" spc="-10" dirty="0">
                <a:latin typeface="Arial MT"/>
                <a:cs typeface="Arial MT"/>
              </a:rPr>
              <a:t>updated</a:t>
            </a:r>
            <a:endParaRPr sz="3000">
              <a:latin typeface="Arial MT"/>
              <a:cs typeface="Arial MT"/>
            </a:endParaRPr>
          </a:p>
          <a:p>
            <a:pPr marL="355600" marR="281305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Each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node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monitors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state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its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cache </a:t>
            </a:r>
            <a:r>
              <a:rPr sz="3000" dirty="0">
                <a:latin typeface="Arial MT"/>
                <a:cs typeface="Arial MT"/>
              </a:rPr>
              <a:t>with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e.g.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MSI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protocol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Multiprocessor</a:t>
            </a:r>
            <a:r>
              <a:rPr spc="-260" dirty="0"/>
              <a:t> </a:t>
            </a:r>
            <a:r>
              <a:rPr spc="-20" dirty="0"/>
              <a:t>with </a:t>
            </a:r>
            <a:r>
              <a:rPr spc="-10" dirty="0"/>
              <a:t>Directories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5895" y="1618996"/>
            <a:ext cx="2754630" cy="2251710"/>
            <a:chOff x="1095895" y="1618996"/>
            <a:chExt cx="2754630" cy="2251710"/>
          </a:xfrm>
        </p:grpSpPr>
        <p:sp>
          <p:nvSpPr>
            <p:cNvPr id="4" name="object 4"/>
            <p:cNvSpPr/>
            <p:nvPr/>
          </p:nvSpPr>
          <p:spPr>
            <a:xfrm>
              <a:off x="3121291" y="1628902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4" h="719455">
                  <a:moveTo>
                    <a:pt x="719327" y="719327"/>
                  </a:moveTo>
                  <a:lnTo>
                    <a:pt x="719327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719327" y="719327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12147" y="1618995"/>
              <a:ext cx="738505" cy="1594485"/>
            </a:xfrm>
            <a:custGeom>
              <a:avLst/>
              <a:gdLst/>
              <a:ahLst/>
              <a:cxnLst/>
              <a:rect l="l" t="t" r="r" b="b"/>
              <a:pathLst>
                <a:path w="738504" h="1594485">
                  <a:moveTo>
                    <a:pt x="379476" y="1305306"/>
                  </a:moveTo>
                  <a:lnTo>
                    <a:pt x="360426" y="1305306"/>
                  </a:lnTo>
                  <a:lnTo>
                    <a:pt x="360426" y="1594104"/>
                  </a:lnTo>
                  <a:lnTo>
                    <a:pt x="379476" y="1594104"/>
                  </a:lnTo>
                  <a:lnTo>
                    <a:pt x="379476" y="1305306"/>
                  </a:lnTo>
                  <a:close/>
                </a:path>
                <a:path w="738504" h="1594485">
                  <a:moveTo>
                    <a:pt x="738378" y="0"/>
                  </a:moveTo>
                  <a:lnTo>
                    <a:pt x="719328" y="0"/>
                  </a:lnTo>
                  <a:lnTo>
                    <a:pt x="719328" y="19050"/>
                  </a:lnTo>
                  <a:lnTo>
                    <a:pt x="719328" y="719328"/>
                  </a:lnTo>
                  <a:lnTo>
                    <a:pt x="19050" y="719328"/>
                  </a:lnTo>
                  <a:lnTo>
                    <a:pt x="19050" y="19050"/>
                  </a:lnTo>
                  <a:lnTo>
                    <a:pt x="719328" y="19050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738378"/>
                  </a:lnTo>
                  <a:lnTo>
                    <a:pt x="9144" y="738378"/>
                  </a:lnTo>
                  <a:lnTo>
                    <a:pt x="19050" y="738378"/>
                  </a:lnTo>
                  <a:lnTo>
                    <a:pt x="360426" y="738378"/>
                  </a:lnTo>
                  <a:lnTo>
                    <a:pt x="360426" y="1018032"/>
                  </a:lnTo>
                  <a:lnTo>
                    <a:pt x="379476" y="1018032"/>
                  </a:lnTo>
                  <a:lnTo>
                    <a:pt x="379476" y="738378"/>
                  </a:lnTo>
                  <a:lnTo>
                    <a:pt x="719328" y="738378"/>
                  </a:lnTo>
                  <a:lnTo>
                    <a:pt x="728472" y="738378"/>
                  </a:lnTo>
                  <a:lnTo>
                    <a:pt x="738378" y="738378"/>
                  </a:lnTo>
                  <a:lnTo>
                    <a:pt x="7383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21291" y="3213100"/>
              <a:ext cx="719455" cy="647700"/>
            </a:xfrm>
            <a:custGeom>
              <a:avLst/>
              <a:gdLst/>
              <a:ahLst/>
              <a:cxnLst/>
              <a:rect l="l" t="t" r="r" b="b"/>
              <a:pathLst>
                <a:path w="719454" h="647700">
                  <a:moveTo>
                    <a:pt x="719327" y="647700"/>
                  </a:moveTo>
                  <a:lnTo>
                    <a:pt x="719327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719327" y="6477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12147" y="3203956"/>
              <a:ext cx="738505" cy="666750"/>
            </a:xfrm>
            <a:custGeom>
              <a:avLst/>
              <a:gdLst/>
              <a:ahLst/>
              <a:cxnLst/>
              <a:rect l="l" t="t" r="r" b="b"/>
              <a:pathLst>
                <a:path w="738504" h="666750">
                  <a:moveTo>
                    <a:pt x="738377" y="666750"/>
                  </a:moveTo>
                  <a:lnTo>
                    <a:pt x="738377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9144" y="666750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719327" y="19050"/>
                  </a:lnTo>
                  <a:lnTo>
                    <a:pt x="719327" y="9144"/>
                  </a:lnTo>
                  <a:lnTo>
                    <a:pt x="728472" y="19050"/>
                  </a:lnTo>
                  <a:lnTo>
                    <a:pt x="728472" y="666750"/>
                  </a:lnTo>
                  <a:lnTo>
                    <a:pt x="738377" y="666750"/>
                  </a:lnTo>
                  <a:close/>
                </a:path>
                <a:path w="738504" h="666750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738504" h="666750">
                  <a:moveTo>
                    <a:pt x="19050" y="647700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647700"/>
                  </a:lnTo>
                  <a:lnTo>
                    <a:pt x="19050" y="647700"/>
                  </a:lnTo>
                  <a:close/>
                </a:path>
                <a:path w="738504" h="666750">
                  <a:moveTo>
                    <a:pt x="728472" y="647700"/>
                  </a:moveTo>
                  <a:lnTo>
                    <a:pt x="9144" y="647700"/>
                  </a:lnTo>
                  <a:lnTo>
                    <a:pt x="19050" y="656844"/>
                  </a:lnTo>
                  <a:lnTo>
                    <a:pt x="19050" y="666750"/>
                  </a:lnTo>
                  <a:lnTo>
                    <a:pt x="719327" y="666750"/>
                  </a:lnTo>
                  <a:lnTo>
                    <a:pt x="719327" y="656844"/>
                  </a:lnTo>
                  <a:lnTo>
                    <a:pt x="728472" y="647700"/>
                  </a:lnTo>
                  <a:close/>
                </a:path>
                <a:path w="738504" h="666750">
                  <a:moveTo>
                    <a:pt x="19050" y="666750"/>
                  </a:moveTo>
                  <a:lnTo>
                    <a:pt x="19050" y="656844"/>
                  </a:lnTo>
                  <a:lnTo>
                    <a:pt x="9144" y="647700"/>
                  </a:lnTo>
                  <a:lnTo>
                    <a:pt x="9144" y="666750"/>
                  </a:lnTo>
                  <a:lnTo>
                    <a:pt x="19050" y="666750"/>
                  </a:lnTo>
                  <a:close/>
                </a:path>
                <a:path w="738504" h="666750">
                  <a:moveTo>
                    <a:pt x="728472" y="19050"/>
                  </a:moveTo>
                  <a:lnTo>
                    <a:pt x="719327" y="9144"/>
                  </a:lnTo>
                  <a:lnTo>
                    <a:pt x="719327" y="19050"/>
                  </a:lnTo>
                  <a:lnTo>
                    <a:pt x="728472" y="19050"/>
                  </a:lnTo>
                  <a:close/>
                </a:path>
                <a:path w="738504" h="666750">
                  <a:moveTo>
                    <a:pt x="728472" y="647700"/>
                  </a:moveTo>
                  <a:lnTo>
                    <a:pt x="728472" y="19050"/>
                  </a:lnTo>
                  <a:lnTo>
                    <a:pt x="719327" y="19050"/>
                  </a:lnTo>
                  <a:lnTo>
                    <a:pt x="719327" y="647700"/>
                  </a:lnTo>
                  <a:lnTo>
                    <a:pt x="728472" y="647700"/>
                  </a:lnTo>
                  <a:close/>
                </a:path>
                <a:path w="738504" h="666750">
                  <a:moveTo>
                    <a:pt x="728472" y="666750"/>
                  </a:moveTo>
                  <a:lnTo>
                    <a:pt x="728472" y="647700"/>
                  </a:lnTo>
                  <a:lnTo>
                    <a:pt x="719327" y="656844"/>
                  </a:lnTo>
                  <a:lnTo>
                    <a:pt x="719327" y="666750"/>
                  </a:lnTo>
                  <a:lnTo>
                    <a:pt x="728472" y="666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11641" y="3213100"/>
              <a:ext cx="719455" cy="647700"/>
            </a:xfrm>
            <a:custGeom>
              <a:avLst/>
              <a:gdLst/>
              <a:ahLst/>
              <a:cxnLst/>
              <a:rect l="l" t="t" r="r" b="b"/>
              <a:pathLst>
                <a:path w="719455" h="647700">
                  <a:moveTo>
                    <a:pt x="719327" y="647700"/>
                  </a:moveTo>
                  <a:lnTo>
                    <a:pt x="719327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719327" y="647700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02497" y="3203955"/>
              <a:ext cx="738505" cy="666750"/>
            </a:xfrm>
            <a:custGeom>
              <a:avLst/>
              <a:gdLst/>
              <a:ahLst/>
              <a:cxnLst/>
              <a:rect l="l" t="t" r="r" b="b"/>
              <a:pathLst>
                <a:path w="738505" h="666750">
                  <a:moveTo>
                    <a:pt x="738378" y="0"/>
                  </a:moveTo>
                  <a:lnTo>
                    <a:pt x="719328" y="0"/>
                  </a:lnTo>
                  <a:lnTo>
                    <a:pt x="719328" y="19050"/>
                  </a:lnTo>
                  <a:lnTo>
                    <a:pt x="719328" y="142494"/>
                  </a:lnTo>
                  <a:lnTo>
                    <a:pt x="719328" y="647700"/>
                  </a:lnTo>
                  <a:lnTo>
                    <a:pt x="19050" y="647700"/>
                  </a:lnTo>
                  <a:lnTo>
                    <a:pt x="19050" y="521970"/>
                  </a:lnTo>
                  <a:lnTo>
                    <a:pt x="719328" y="521970"/>
                  </a:lnTo>
                  <a:lnTo>
                    <a:pt x="719328" y="502920"/>
                  </a:lnTo>
                  <a:lnTo>
                    <a:pt x="19050" y="502920"/>
                  </a:lnTo>
                  <a:lnTo>
                    <a:pt x="19050" y="345948"/>
                  </a:lnTo>
                  <a:lnTo>
                    <a:pt x="719328" y="345948"/>
                  </a:lnTo>
                  <a:lnTo>
                    <a:pt x="719328" y="326898"/>
                  </a:lnTo>
                  <a:lnTo>
                    <a:pt x="19050" y="326898"/>
                  </a:lnTo>
                  <a:lnTo>
                    <a:pt x="19050" y="161544"/>
                  </a:lnTo>
                  <a:lnTo>
                    <a:pt x="719328" y="161544"/>
                  </a:lnTo>
                  <a:lnTo>
                    <a:pt x="719328" y="142494"/>
                  </a:lnTo>
                  <a:lnTo>
                    <a:pt x="19050" y="142494"/>
                  </a:lnTo>
                  <a:lnTo>
                    <a:pt x="19050" y="19050"/>
                  </a:lnTo>
                  <a:lnTo>
                    <a:pt x="719328" y="19050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9144" y="666750"/>
                  </a:lnTo>
                  <a:lnTo>
                    <a:pt x="19050" y="666750"/>
                  </a:lnTo>
                  <a:lnTo>
                    <a:pt x="719328" y="666750"/>
                  </a:lnTo>
                  <a:lnTo>
                    <a:pt x="728472" y="666750"/>
                  </a:lnTo>
                  <a:lnTo>
                    <a:pt x="738378" y="666750"/>
                  </a:lnTo>
                  <a:lnTo>
                    <a:pt x="7383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5039" y="3213100"/>
              <a:ext cx="719455" cy="647700"/>
            </a:xfrm>
            <a:custGeom>
              <a:avLst/>
              <a:gdLst/>
              <a:ahLst/>
              <a:cxnLst/>
              <a:rect l="l" t="t" r="r" b="b"/>
              <a:pathLst>
                <a:path w="719455" h="647700">
                  <a:moveTo>
                    <a:pt x="719328" y="647700"/>
                  </a:moveTo>
                  <a:lnTo>
                    <a:pt x="719328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719328" y="647700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5895" y="3203955"/>
              <a:ext cx="2025650" cy="666750"/>
            </a:xfrm>
            <a:custGeom>
              <a:avLst/>
              <a:gdLst/>
              <a:ahLst/>
              <a:cxnLst/>
              <a:rect l="l" t="t" r="r" b="b"/>
              <a:pathLst>
                <a:path w="2025650" h="666750">
                  <a:moveTo>
                    <a:pt x="1017270" y="326898"/>
                  </a:moveTo>
                  <a:lnTo>
                    <a:pt x="738378" y="326898"/>
                  </a:lnTo>
                  <a:lnTo>
                    <a:pt x="738378" y="0"/>
                  </a:lnTo>
                  <a:lnTo>
                    <a:pt x="719328" y="0"/>
                  </a:lnTo>
                  <a:lnTo>
                    <a:pt x="719328" y="647700"/>
                  </a:lnTo>
                  <a:lnTo>
                    <a:pt x="19050" y="647700"/>
                  </a:lnTo>
                  <a:lnTo>
                    <a:pt x="19050" y="521970"/>
                  </a:lnTo>
                  <a:lnTo>
                    <a:pt x="719328" y="521970"/>
                  </a:lnTo>
                  <a:lnTo>
                    <a:pt x="719328" y="502920"/>
                  </a:lnTo>
                  <a:lnTo>
                    <a:pt x="19050" y="502920"/>
                  </a:lnTo>
                  <a:lnTo>
                    <a:pt x="19050" y="345948"/>
                  </a:lnTo>
                  <a:lnTo>
                    <a:pt x="719328" y="345948"/>
                  </a:lnTo>
                  <a:lnTo>
                    <a:pt x="719328" y="326898"/>
                  </a:lnTo>
                  <a:lnTo>
                    <a:pt x="19050" y="326898"/>
                  </a:lnTo>
                  <a:lnTo>
                    <a:pt x="19050" y="161544"/>
                  </a:lnTo>
                  <a:lnTo>
                    <a:pt x="719328" y="161544"/>
                  </a:lnTo>
                  <a:lnTo>
                    <a:pt x="719328" y="142494"/>
                  </a:lnTo>
                  <a:lnTo>
                    <a:pt x="19050" y="142494"/>
                  </a:lnTo>
                  <a:lnTo>
                    <a:pt x="19050" y="19050"/>
                  </a:lnTo>
                  <a:lnTo>
                    <a:pt x="719328" y="19050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9144" y="666750"/>
                  </a:lnTo>
                  <a:lnTo>
                    <a:pt x="19050" y="666750"/>
                  </a:lnTo>
                  <a:lnTo>
                    <a:pt x="719328" y="666750"/>
                  </a:lnTo>
                  <a:lnTo>
                    <a:pt x="728472" y="666750"/>
                  </a:lnTo>
                  <a:lnTo>
                    <a:pt x="738378" y="666750"/>
                  </a:lnTo>
                  <a:lnTo>
                    <a:pt x="738378" y="345948"/>
                  </a:lnTo>
                  <a:lnTo>
                    <a:pt x="1017270" y="345948"/>
                  </a:lnTo>
                  <a:lnTo>
                    <a:pt x="1017270" y="326898"/>
                  </a:lnTo>
                  <a:close/>
                </a:path>
                <a:path w="2025650" h="666750">
                  <a:moveTo>
                    <a:pt x="2025396" y="326898"/>
                  </a:moveTo>
                  <a:lnTo>
                    <a:pt x="1736598" y="326898"/>
                  </a:lnTo>
                  <a:lnTo>
                    <a:pt x="1736598" y="345948"/>
                  </a:lnTo>
                  <a:lnTo>
                    <a:pt x="2025396" y="345948"/>
                  </a:lnTo>
                  <a:lnTo>
                    <a:pt x="2025396" y="3268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1769" y="2974085"/>
            <a:ext cx="635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Directory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46941" y="2977134"/>
            <a:ext cx="577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90981" y="3313938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Communication Assist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7295" y="2666238"/>
            <a:ext cx="465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Cache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3281" y="177317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1043" y="3310280"/>
            <a:ext cx="449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07169" y="2627122"/>
            <a:ext cx="1169670" cy="306705"/>
            <a:chOff x="2907169" y="2627122"/>
            <a:chExt cx="1169670" cy="306705"/>
          </a:xfrm>
        </p:grpSpPr>
        <p:sp>
          <p:nvSpPr>
            <p:cNvPr id="19" name="object 19"/>
            <p:cNvSpPr/>
            <p:nvPr/>
          </p:nvSpPr>
          <p:spPr>
            <a:xfrm>
              <a:off x="2917075" y="2637028"/>
              <a:ext cx="1150620" cy="287655"/>
            </a:xfrm>
            <a:custGeom>
              <a:avLst/>
              <a:gdLst/>
              <a:ahLst/>
              <a:cxnLst/>
              <a:rect l="l" t="t" r="r" b="b"/>
              <a:pathLst>
                <a:path w="1150620" h="287655">
                  <a:moveTo>
                    <a:pt x="1150619" y="287274"/>
                  </a:moveTo>
                  <a:lnTo>
                    <a:pt x="1150619" y="0"/>
                  </a:lnTo>
                  <a:lnTo>
                    <a:pt x="0" y="0"/>
                  </a:lnTo>
                  <a:lnTo>
                    <a:pt x="0" y="287274"/>
                  </a:lnTo>
                  <a:lnTo>
                    <a:pt x="1150619" y="287274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07169" y="2627122"/>
              <a:ext cx="1169670" cy="306705"/>
            </a:xfrm>
            <a:custGeom>
              <a:avLst/>
              <a:gdLst/>
              <a:ahLst/>
              <a:cxnLst/>
              <a:rect l="l" t="t" r="r" b="b"/>
              <a:pathLst>
                <a:path w="1169670" h="306705">
                  <a:moveTo>
                    <a:pt x="1169669" y="306324"/>
                  </a:moveTo>
                  <a:lnTo>
                    <a:pt x="1169669" y="0"/>
                  </a:lnTo>
                  <a:lnTo>
                    <a:pt x="0" y="0"/>
                  </a:lnTo>
                  <a:lnTo>
                    <a:pt x="0" y="306324"/>
                  </a:lnTo>
                  <a:lnTo>
                    <a:pt x="9905" y="306324"/>
                  </a:lnTo>
                  <a:lnTo>
                    <a:pt x="9905" y="19049"/>
                  </a:lnTo>
                  <a:lnTo>
                    <a:pt x="19050" y="9905"/>
                  </a:lnTo>
                  <a:lnTo>
                    <a:pt x="19050" y="19049"/>
                  </a:lnTo>
                  <a:lnTo>
                    <a:pt x="1150620" y="19049"/>
                  </a:lnTo>
                  <a:lnTo>
                    <a:pt x="1150620" y="9905"/>
                  </a:lnTo>
                  <a:lnTo>
                    <a:pt x="1160526" y="19049"/>
                  </a:lnTo>
                  <a:lnTo>
                    <a:pt x="1160526" y="306324"/>
                  </a:lnTo>
                  <a:lnTo>
                    <a:pt x="1169669" y="306324"/>
                  </a:lnTo>
                  <a:close/>
                </a:path>
                <a:path w="1169670" h="306705">
                  <a:moveTo>
                    <a:pt x="19050" y="19049"/>
                  </a:moveTo>
                  <a:lnTo>
                    <a:pt x="19050" y="9905"/>
                  </a:lnTo>
                  <a:lnTo>
                    <a:pt x="9905" y="19049"/>
                  </a:lnTo>
                  <a:lnTo>
                    <a:pt x="19050" y="19049"/>
                  </a:lnTo>
                  <a:close/>
                </a:path>
                <a:path w="1169670" h="306705">
                  <a:moveTo>
                    <a:pt x="19050" y="287274"/>
                  </a:moveTo>
                  <a:lnTo>
                    <a:pt x="19050" y="19049"/>
                  </a:lnTo>
                  <a:lnTo>
                    <a:pt x="9905" y="19049"/>
                  </a:lnTo>
                  <a:lnTo>
                    <a:pt x="9905" y="287274"/>
                  </a:lnTo>
                  <a:lnTo>
                    <a:pt x="19050" y="287274"/>
                  </a:lnTo>
                  <a:close/>
                </a:path>
                <a:path w="1169670" h="306705">
                  <a:moveTo>
                    <a:pt x="1160526" y="287274"/>
                  </a:moveTo>
                  <a:lnTo>
                    <a:pt x="9905" y="287274"/>
                  </a:lnTo>
                  <a:lnTo>
                    <a:pt x="19050" y="297179"/>
                  </a:lnTo>
                  <a:lnTo>
                    <a:pt x="19050" y="306324"/>
                  </a:lnTo>
                  <a:lnTo>
                    <a:pt x="1150620" y="306324"/>
                  </a:lnTo>
                  <a:lnTo>
                    <a:pt x="1150620" y="297179"/>
                  </a:lnTo>
                  <a:lnTo>
                    <a:pt x="1160526" y="287274"/>
                  </a:lnTo>
                  <a:close/>
                </a:path>
                <a:path w="1169670" h="306705">
                  <a:moveTo>
                    <a:pt x="19050" y="306324"/>
                  </a:moveTo>
                  <a:lnTo>
                    <a:pt x="19050" y="297179"/>
                  </a:lnTo>
                  <a:lnTo>
                    <a:pt x="9905" y="287274"/>
                  </a:lnTo>
                  <a:lnTo>
                    <a:pt x="9905" y="306324"/>
                  </a:lnTo>
                  <a:lnTo>
                    <a:pt x="19050" y="306324"/>
                  </a:lnTo>
                  <a:close/>
                </a:path>
                <a:path w="1169670" h="306705">
                  <a:moveTo>
                    <a:pt x="1160526" y="19049"/>
                  </a:moveTo>
                  <a:lnTo>
                    <a:pt x="1150620" y="9905"/>
                  </a:lnTo>
                  <a:lnTo>
                    <a:pt x="1150620" y="19049"/>
                  </a:lnTo>
                  <a:lnTo>
                    <a:pt x="1160526" y="19049"/>
                  </a:lnTo>
                  <a:close/>
                </a:path>
                <a:path w="1169670" h="306705">
                  <a:moveTo>
                    <a:pt x="1160526" y="287274"/>
                  </a:moveTo>
                  <a:lnTo>
                    <a:pt x="1160526" y="19049"/>
                  </a:lnTo>
                  <a:lnTo>
                    <a:pt x="1150620" y="19049"/>
                  </a:lnTo>
                  <a:lnTo>
                    <a:pt x="1150620" y="287274"/>
                  </a:lnTo>
                  <a:lnTo>
                    <a:pt x="1160526" y="287274"/>
                  </a:lnTo>
                  <a:close/>
                </a:path>
                <a:path w="1169670" h="306705">
                  <a:moveTo>
                    <a:pt x="1160526" y="306324"/>
                  </a:moveTo>
                  <a:lnTo>
                    <a:pt x="1160526" y="287274"/>
                  </a:lnTo>
                  <a:lnTo>
                    <a:pt x="1150620" y="297179"/>
                  </a:lnTo>
                  <a:lnTo>
                    <a:pt x="1150620" y="306324"/>
                  </a:lnTo>
                  <a:lnTo>
                    <a:pt x="1160526" y="306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24053" y="2666238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34173" y="3860800"/>
            <a:ext cx="7435850" cy="873760"/>
            <a:chOff x="1034173" y="3860800"/>
            <a:chExt cx="7435850" cy="873760"/>
          </a:xfrm>
        </p:grpSpPr>
        <p:sp>
          <p:nvSpPr>
            <p:cNvPr id="23" name="object 23"/>
            <p:cNvSpPr/>
            <p:nvPr/>
          </p:nvSpPr>
          <p:spPr>
            <a:xfrm>
              <a:off x="3472573" y="3860800"/>
              <a:ext cx="19050" cy="287655"/>
            </a:xfrm>
            <a:custGeom>
              <a:avLst/>
              <a:gdLst/>
              <a:ahLst/>
              <a:cxnLst/>
              <a:rect l="l" t="t" r="r" b="b"/>
              <a:pathLst>
                <a:path w="19050" h="287654">
                  <a:moveTo>
                    <a:pt x="19050" y="287274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87274"/>
                  </a:lnTo>
                  <a:lnTo>
                    <a:pt x="19050" y="2872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43317" y="4148074"/>
              <a:ext cx="7417434" cy="576580"/>
            </a:xfrm>
            <a:custGeom>
              <a:avLst/>
              <a:gdLst/>
              <a:ahLst/>
              <a:cxnLst/>
              <a:rect l="l" t="t" r="r" b="b"/>
              <a:pathLst>
                <a:path w="7417434" h="576579">
                  <a:moveTo>
                    <a:pt x="7417308" y="576072"/>
                  </a:moveTo>
                  <a:lnTo>
                    <a:pt x="7417308" y="0"/>
                  </a:lnTo>
                  <a:lnTo>
                    <a:pt x="0" y="0"/>
                  </a:lnTo>
                  <a:lnTo>
                    <a:pt x="0" y="576072"/>
                  </a:lnTo>
                  <a:lnTo>
                    <a:pt x="7417308" y="57607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4173" y="4138929"/>
              <a:ext cx="7435850" cy="595630"/>
            </a:xfrm>
            <a:custGeom>
              <a:avLst/>
              <a:gdLst/>
              <a:ahLst/>
              <a:cxnLst/>
              <a:rect l="l" t="t" r="r" b="b"/>
              <a:pathLst>
                <a:path w="7435850" h="595629">
                  <a:moveTo>
                    <a:pt x="7435596" y="595122"/>
                  </a:moveTo>
                  <a:lnTo>
                    <a:pt x="7435596" y="0"/>
                  </a:lnTo>
                  <a:lnTo>
                    <a:pt x="0" y="0"/>
                  </a:lnTo>
                  <a:lnTo>
                    <a:pt x="0" y="595122"/>
                  </a:lnTo>
                  <a:lnTo>
                    <a:pt x="9144" y="595122"/>
                  </a:lnTo>
                  <a:lnTo>
                    <a:pt x="9143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7416545" y="19050"/>
                  </a:lnTo>
                  <a:lnTo>
                    <a:pt x="7416545" y="9144"/>
                  </a:lnTo>
                  <a:lnTo>
                    <a:pt x="7426452" y="19050"/>
                  </a:lnTo>
                  <a:lnTo>
                    <a:pt x="7426452" y="595122"/>
                  </a:lnTo>
                  <a:lnTo>
                    <a:pt x="7435596" y="595122"/>
                  </a:lnTo>
                  <a:close/>
                </a:path>
                <a:path w="7435850" h="595629">
                  <a:moveTo>
                    <a:pt x="19050" y="19050"/>
                  </a:moveTo>
                  <a:lnTo>
                    <a:pt x="19050" y="9144"/>
                  </a:lnTo>
                  <a:lnTo>
                    <a:pt x="9143" y="19050"/>
                  </a:lnTo>
                  <a:lnTo>
                    <a:pt x="19050" y="19050"/>
                  </a:lnTo>
                  <a:close/>
                </a:path>
                <a:path w="7435850" h="595629">
                  <a:moveTo>
                    <a:pt x="19050" y="576072"/>
                  </a:moveTo>
                  <a:lnTo>
                    <a:pt x="19050" y="19050"/>
                  </a:lnTo>
                  <a:lnTo>
                    <a:pt x="9143" y="19050"/>
                  </a:lnTo>
                  <a:lnTo>
                    <a:pt x="9143" y="576072"/>
                  </a:lnTo>
                  <a:lnTo>
                    <a:pt x="19050" y="576072"/>
                  </a:lnTo>
                  <a:close/>
                </a:path>
                <a:path w="7435850" h="595629">
                  <a:moveTo>
                    <a:pt x="7426452" y="576072"/>
                  </a:moveTo>
                  <a:lnTo>
                    <a:pt x="9143" y="576072"/>
                  </a:lnTo>
                  <a:lnTo>
                    <a:pt x="19050" y="585216"/>
                  </a:lnTo>
                  <a:lnTo>
                    <a:pt x="19050" y="595122"/>
                  </a:lnTo>
                  <a:lnTo>
                    <a:pt x="7416545" y="595122"/>
                  </a:lnTo>
                  <a:lnTo>
                    <a:pt x="7416545" y="585216"/>
                  </a:lnTo>
                  <a:lnTo>
                    <a:pt x="7426452" y="576072"/>
                  </a:lnTo>
                  <a:close/>
                </a:path>
                <a:path w="7435850" h="595629">
                  <a:moveTo>
                    <a:pt x="19050" y="595122"/>
                  </a:moveTo>
                  <a:lnTo>
                    <a:pt x="19050" y="585216"/>
                  </a:lnTo>
                  <a:lnTo>
                    <a:pt x="9143" y="576072"/>
                  </a:lnTo>
                  <a:lnTo>
                    <a:pt x="9144" y="595122"/>
                  </a:lnTo>
                  <a:lnTo>
                    <a:pt x="19050" y="595122"/>
                  </a:lnTo>
                  <a:close/>
                </a:path>
                <a:path w="7435850" h="595629">
                  <a:moveTo>
                    <a:pt x="7426452" y="19050"/>
                  </a:moveTo>
                  <a:lnTo>
                    <a:pt x="7416545" y="9144"/>
                  </a:lnTo>
                  <a:lnTo>
                    <a:pt x="7416545" y="19050"/>
                  </a:lnTo>
                  <a:lnTo>
                    <a:pt x="7426452" y="19050"/>
                  </a:lnTo>
                  <a:close/>
                </a:path>
                <a:path w="7435850" h="595629">
                  <a:moveTo>
                    <a:pt x="7426452" y="576072"/>
                  </a:moveTo>
                  <a:lnTo>
                    <a:pt x="7426452" y="19050"/>
                  </a:lnTo>
                  <a:lnTo>
                    <a:pt x="7416545" y="19050"/>
                  </a:lnTo>
                  <a:lnTo>
                    <a:pt x="7416545" y="576072"/>
                  </a:lnTo>
                  <a:lnTo>
                    <a:pt x="7426452" y="576072"/>
                  </a:lnTo>
                  <a:close/>
                </a:path>
                <a:path w="7435850" h="595629">
                  <a:moveTo>
                    <a:pt x="7426452" y="595122"/>
                  </a:moveTo>
                  <a:lnTo>
                    <a:pt x="7426452" y="576072"/>
                  </a:lnTo>
                  <a:lnTo>
                    <a:pt x="7416545" y="585216"/>
                  </a:lnTo>
                  <a:lnTo>
                    <a:pt x="7416545" y="595122"/>
                  </a:lnTo>
                  <a:lnTo>
                    <a:pt x="7426452" y="5951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6073" y="4283202"/>
            <a:ext cx="7558405" cy="1704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7975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 MT"/>
                <a:cs typeface="Arial MT"/>
              </a:rPr>
              <a:t>Interconnection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Network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000">
              <a:latin typeface="Arial MT"/>
              <a:cs typeface="Arial MT"/>
            </a:endParaRPr>
          </a:p>
          <a:p>
            <a:pPr marL="355600" marR="5080" indent="-342900" algn="just">
              <a:lnSpc>
                <a:spcPts val="2810"/>
              </a:lnSpc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Every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size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 </a:t>
            </a:r>
            <a:r>
              <a:rPr sz="2600" dirty="0">
                <a:latin typeface="Arial MT"/>
                <a:cs typeface="Arial MT"/>
              </a:rPr>
              <a:t>block)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directory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entry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keeps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track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its </a:t>
            </a:r>
            <a:r>
              <a:rPr sz="2600" dirty="0">
                <a:latin typeface="Arial MT"/>
                <a:cs typeface="Arial MT"/>
              </a:rPr>
              <a:t>cached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copies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state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85408" y="1618995"/>
            <a:ext cx="2753995" cy="2251710"/>
            <a:chOff x="5685408" y="1618995"/>
            <a:chExt cx="2753995" cy="2251710"/>
          </a:xfrm>
        </p:grpSpPr>
        <p:sp>
          <p:nvSpPr>
            <p:cNvPr id="28" name="object 28"/>
            <p:cNvSpPr/>
            <p:nvPr/>
          </p:nvSpPr>
          <p:spPr>
            <a:xfrm>
              <a:off x="5694565" y="1628902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4" h="719455">
                  <a:moveTo>
                    <a:pt x="719328" y="719327"/>
                  </a:moveTo>
                  <a:lnTo>
                    <a:pt x="719328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719328" y="719327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85396" y="1618995"/>
              <a:ext cx="738505" cy="1594485"/>
            </a:xfrm>
            <a:custGeom>
              <a:avLst/>
              <a:gdLst/>
              <a:ahLst/>
              <a:cxnLst/>
              <a:rect l="l" t="t" r="r" b="b"/>
              <a:pathLst>
                <a:path w="738504" h="1594485">
                  <a:moveTo>
                    <a:pt x="377964" y="1305306"/>
                  </a:moveTo>
                  <a:lnTo>
                    <a:pt x="358914" y="1305306"/>
                  </a:lnTo>
                  <a:lnTo>
                    <a:pt x="358914" y="1594104"/>
                  </a:lnTo>
                  <a:lnTo>
                    <a:pt x="377964" y="1594104"/>
                  </a:lnTo>
                  <a:lnTo>
                    <a:pt x="377964" y="1305306"/>
                  </a:lnTo>
                  <a:close/>
                </a:path>
                <a:path w="738504" h="1594485">
                  <a:moveTo>
                    <a:pt x="738378" y="0"/>
                  </a:moveTo>
                  <a:lnTo>
                    <a:pt x="719328" y="0"/>
                  </a:lnTo>
                  <a:lnTo>
                    <a:pt x="719328" y="19050"/>
                  </a:lnTo>
                  <a:lnTo>
                    <a:pt x="719328" y="719328"/>
                  </a:lnTo>
                  <a:lnTo>
                    <a:pt x="19050" y="719328"/>
                  </a:lnTo>
                  <a:lnTo>
                    <a:pt x="19050" y="19050"/>
                  </a:lnTo>
                  <a:lnTo>
                    <a:pt x="719328" y="19050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738378"/>
                  </a:lnTo>
                  <a:lnTo>
                    <a:pt x="9144" y="738378"/>
                  </a:lnTo>
                  <a:lnTo>
                    <a:pt x="19050" y="738378"/>
                  </a:lnTo>
                  <a:lnTo>
                    <a:pt x="358914" y="738378"/>
                  </a:lnTo>
                  <a:lnTo>
                    <a:pt x="358914" y="1018032"/>
                  </a:lnTo>
                  <a:lnTo>
                    <a:pt x="377964" y="1018032"/>
                  </a:lnTo>
                  <a:lnTo>
                    <a:pt x="377964" y="738378"/>
                  </a:lnTo>
                  <a:lnTo>
                    <a:pt x="719328" y="738378"/>
                  </a:lnTo>
                  <a:lnTo>
                    <a:pt x="728472" y="738378"/>
                  </a:lnTo>
                  <a:lnTo>
                    <a:pt x="738378" y="738378"/>
                  </a:lnTo>
                  <a:lnTo>
                    <a:pt x="7383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94565" y="3213100"/>
              <a:ext cx="719455" cy="647700"/>
            </a:xfrm>
            <a:custGeom>
              <a:avLst/>
              <a:gdLst/>
              <a:ahLst/>
              <a:cxnLst/>
              <a:rect l="l" t="t" r="r" b="b"/>
              <a:pathLst>
                <a:path w="719454" h="647700">
                  <a:moveTo>
                    <a:pt x="719328" y="647700"/>
                  </a:moveTo>
                  <a:lnTo>
                    <a:pt x="719328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719328" y="6477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85408" y="3203955"/>
              <a:ext cx="738505" cy="666750"/>
            </a:xfrm>
            <a:custGeom>
              <a:avLst/>
              <a:gdLst/>
              <a:ahLst/>
              <a:cxnLst/>
              <a:rect l="l" t="t" r="r" b="b"/>
              <a:pathLst>
                <a:path w="738504" h="666750">
                  <a:moveTo>
                    <a:pt x="738377" y="666750"/>
                  </a:moveTo>
                  <a:lnTo>
                    <a:pt x="738377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9143" y="666750"/>
                  </a:lnTo>
                  <a:lnTo>
                    <a:pt x="9143" y="19050"/>
                  </a:lnTo>
                  <a:lnTo>
                    <a:pt x="19049" y="9144"/>
                  </a:lnTo>
                  <a:lnTo>
                    <a:pt x="19049" y="19050"/>
                  </a:lnTo>
                  <a:lnTo>
                    <a:pt x="719327" y="19050"/>
                  </a:lnTo>
                  <a:lnTo>
                    <a:pt x="719327" y="9144"/>
                  </a:lnTo>
                  <a:lnTo>
                    <a:pt x="728471" y="19050"/>
                  </a:lnTo>
                  <a:lnTo>
                    <a:pt x="728471" y="666750"/>
                  </a:lnTo>
                  <a:lnTo>
                    <a:pt x="738377" y="666750"/>
                  </a:lnTo>
                  <a:close/>
                </a:path>
                <a:path w="738504" h="666750">
                  <a:moveTo>
                    <a:pt x="19049" y="19050"/>
                  </a:moveTo>
                  <a:lnTo>
                    <a:pt x="19049" y="9144"/>
                  </a:lnTo>
                  <a:lnTo>
                    <a:pt x="9143" y="19050"/>
                  </a:lnTo>
                  <a:lnTo>
                    <a:pt x="19049" y="19050"/>
                  </a:lnTo>
                  <a:close/>
                </a:path>
                <a:path w="738504" h="666750">
                  <a:moveTo>
                    <a:pt x="19049" y="647700"/>
                  </a:moveTo>
                  <a:lnTo>
                    <a:pt x="19049" y="19050"/>
                  </a:lnTo>
                  <a:lnTo>
                    <a:pt x="9143" y="19050"/>
                  </a:lnTo>
                  <a:lnTo>
                    <a:pt x="9143" y="647700"/>
                  </a:lnTo>
                  <a:lnTo>
                    <a:pt x="19049" y="647700"/>
                  </a:lnTo>
                  <a:close/>
                </a:path>
                <a:path w="738504" h="666750">
                  <a:moveTo>
                    <a:pt x="728471" y="647700"/>
                  </a:moveTo>
                  <a:lnTo>
                    <a:pt x="9143" y="647700"/>
                  </a:lnTo>
                  <a:lnTo>
                    <a:pt x="19049" y="656844"/>
                  </a:lnTo>
                  <a:lnTo>
                    <a:pt x="19049" y="666750"/>
                  </a:lnTo>
                  <a:lnTo>
                    <a:pt x="719327" y="666750"/>
                  </a:lnTo>
                  <a:lnTo>
                    <a:pt x="719327" y="656844"/>
                  </a:lnTo>
                  <a:lnTo>
                    <a:pt x="728471" y="647700"/>
                  </a:lnTo>
                  <a:close/>
                </a:path>
                <a:path w="738504" h="666750">
                  <a:moveTo>
                    <a:pt x="19049" y="666750"/>
                  </a:moveTo>
                  <a:lnTo>
                    <a:pt x="19049" y="656844"/>
                  </a:lnTo>
                  <a:lnTo>
                    <a:pt x="9143" y="647700"/>
                  </a:lnTo>
                  <a:lnTo>
                    <a:pt x="9143" y="666750"/>
                  </a:lnTo>
                  <a:lnTo>
                    <a:pt x="19049" y="666750"/>
                  </a:lnTo>
                  <a:close/>
                </a:path>
                <a:path w="738504" h="666750">
                  <a:moveTo>
                    <a:pt x="728471" y="19050"/>
                  </a:moveTo>
                  <a:lnTo>
                    <a:pt x="719327" y="9144"/>
                  </a:lnTo>
                  <a:lnTo>
                    <a:pt x="719327" y="19050"/>
                  </a:lnTo>
                  <a:lnTo>
                    <a:pt x="728471" y="19050"/>
                  </a:lnTo>
                  <a:close/>
                </a:path>
                <a:path w="738504" h="666750">
                  <a:moveTo>
                    <a:pt x="728471" y="647700"/>
                  </a:moveTo>
                  <a:lnTo>
                    <a:pt x="728471" y="19050"/>
                  </a:lnTo>
                  <a:lnTo>
                    <a:pt x="719327" y="19050"/>
                  </a:lnTo>
                  <a:lnTo>
                    <a:pt x="719327" y="647700"/>
                  </a:lnTo>
                  <a:lnTo>
                    <a:pt x="728471" y="647700"/>
                  </a:lnTo>
                  <a:close/>
                </a:path>
                <a:path w="738504" h="666750">
                  <a:moveTo>
                    <a:pt x="728471" y="666750"/>
                  </a:moveTo>
                  <a:lnTo>
                    <a:pt x="728471" y="647700"/>
                  </a:lnTo>
                  <a:lnTo>
                    <a:pt x="719327" y="656844"/>
                  </a:lnTo>
                  <a:lnTo>
                    <a:pt x="719327" y="666750"/>
                  </a:lnTo>
                  <a:lnTo>
                    <a:pt x="728471" y="666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04215" y="3213100"/>
              <a:ext cx="719455" cy="647700"/>
            </a:xfrm>
            <a:custGeom>
              <a:avLst/>
              <a:gdLst/>
              <a:ahLst/>
              <a:cxnLst/>
              <a:rect l="l" t="t" r="r" b="b"/>
              <a:pathLst>
                <a:path w="719454" h="647700">
                  <a:moveTo>
                    <a:pt x="719327" y="647700"/>
                  </a:moveTo>
                  <a:lnTo>
                    <a:pt x="719327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719327" y="647700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95046" y="3203955"/>
              <a:ext cx="738505" cy="666750"/>
            </a:xfrm>
            <a:custGeom>
              <a:avLst/>
              <a:gdLst/>
              <a:ahLst/>
              <a:cxnLst/>
              <a:rect l="l" t="t" r="r" b="b"/>
              <a:pathLst>
                <a:path w="738504" h="666750">
                  <a:moveTo>
                    <a:pt x="738378" y="0"/>
                  </a:moveTo>
                  <a:lnTo>
                    <a:pt x="719328" y="0"/>
                  </a:lnTo>
                  <a:lnTo>
                    <a:pt x="719328" y="19050"/>
                  </a:lnTo>
                  <a:lnTo>
                    <a:pt x="719328" y="142494"/>
                  </a:lnTo>
                  <a:lnTo>
                    <a:pt x="719328" y="647700"/>
                  </a:lnTo>
                  <a:lnTo>
                    <a:pt x="19050" y="647700"/>
                  </a:lnTo>
                  <a:lnTo>
                    <a:pt x="19050" y="521970"/>
                  </a:lnTo>
                  <a:lnTo>
                    <a:pt x="719328" y="521970"/>
                  </a:lnTo>
                  <a:lnTo>
                    <a:pt x="719328" y="502920"/>
                  </a:lnTo>
                  <a:lnTo>
                    <a:pt x="19050" y="502920"/>
                  </a:lnTo>
                  <a:lnTo>
                    <a:pt x="19050" y="345948"/>
                  </a:lnTo>
                  <a:lnTo>
                    <a:pt x="719328" y="345948"/>
                  </a:lnTo>
                  <a:lnTo>
                    <a:pt x="719328" y="326898"/>
                  </a:lnTo>
                  <a:lnTo>
                    <a:pt x="19050" y="326898"/>
                  </a:lnTo>
                  <a:lnTo>
                    <a:pt x="19050" y="161544"/>
                  </a:lnTo>
                  <a:lnTo>
                    <a:pt x="719328" y="161544"/>
                  </a:lnTo>
                  <a:lnTo>
                    <a:pt x="719328" y="142494"/>
                  </a:lnTo>
                  <a:lnTo>
                    <a:pt x="19050" y="142494"/>
                  </a:lnTo>
                  <a:lnTo>
                    <a:pt x="19050" y="19050"/>
                  </a:lnTo>
                  <a:lnTo>
                    <a:pt x="719328" y="19050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9144" y="666750"/>
                  </a:lnTo>
                  <a:lnTo>
                    <a:pt x="19050" y="666750"/>
                  </a:lnTo>
                  <a:lnTo>
                    <a:pt x="719328" y="666750"/>
                  </a:lnTo>
                  <a:lnTo>
                    <a:pt x="728472" y="666750"/>
                  </a:lnTo>
                  <a:lnTo>
                    <a:pt x="738378" y="666750"/>
                  </a:lnTo>
                  <a:lnTo>
                    <a:pt x="7383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10817" y="3213100"/>
              <a:ext cx="719455" cy="647700"/>
            </a:xfrm>
            <a:custGeom>
              <a:avLst/>
              <a:gdLst/>
              <a:ahLst/>
              <a:cxnLst/>
              <a:rect l="l" t="t" r="r" b="b"/>
              <a:pathLst>
                <a:path w="719454" h="647700">
                  <a:moveTo>
                    <a:pt x="719327" y="647700"/>
                  </a:moveTo>
                  <a:lnTo>
                    <a:pt x="719327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719327" y="647700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3893" y="3203955"/>
              <a:ext cx="2025650" cy="666750"/>
            </a:xfrm>
            <a:custGeom>
              <a:avLst/>
              <a:gdLst/>
              <a:ahLst/>
              <a:cxnLst/>
              <a:rect l="l" t="t" r="r" b="b"/>
              <a:pathLst>
                <a:path w="2025650" h="666750">
                  <a:moveTo>
                    <a:pt x="288798" y="326898"/>
                  </a:moveTo>
                  <a:lnTo>
                    <a:pt x="0" y="326898"/>
                  </a:lnTo>
                  <a:lnTo>
                    <a:pt x="0" y="345948"/>
                  </a:lnTo>
                  <a:lnTo>
                    <a:pt x="288798" y="345948"/>
                  </a:lnTo>
                  <a:lnTo>
                    <a:pt x="288798" y="326898"/>
                  </a:lnTo>
                  <a:close/>
                </a:path>
                <a:path w="2025650" h="666750">
                  <a:moveTo>
                    <a:pt x="2025370" y="0"/>
                  </a:moveTo>
                  <a:lnTo>
                    <a:pt x="2006320" y="0"/>
                  </a:lnTo>
                  <a:lnTo>
                    <a:pt x="2006320" y="19050"/>
                  </a:lnTo>
                  <a:lnTo>
                    <a:pt x="2006320" y="142494"/>
                  </a:lnTo>
                  <a:lnTo>
                    <a:pt x="2006320" y="647700"/>
                  </a:lnTo>
                  <a:lnTo>
                    <a:pt x="1306804" y="647700"/>
                  </a:lnTo>
                  <a:lnTo>
                    <a:pt x="1306804" y="521970"/>
                  </a:lnTo>
                  <a:lnTo>
                    <a:pt x="2006320" y="521970"/>
                  </a:lnTo>
                  <a:lnTo>
                    <a:pt x="2006320" y="502920"/>
                  </a:lnTo>
                  <a:lnTo>
                    <a:pt x="1306804" y="502920"/>
                  </a:lnTo>
                  <a:lnTo>
                    <a:pt x="1306804" y="345948"/>
                  </a:lnTo>
                  <a:lnTo>
                    <a:pt x="2006320" y="345948"/>
                  </a:lnTo>
                  <a:lnTo>
                    <a:pt x="2006320" y="326898"/>
                  </a:lnTo>
                  <a:lnTo>
                    <a:pt x="1306804" y="326898"/>
                  </a:lnTo>
                  <a:lnTo>
                    <a:pt x="1306804" y="161544"/>
                  </a:lnTo>
                  <a:lnTo>
                    <a:pt x="2006320" y="161544"/>
                  </a:lnTo>
                  <a:lnTo>
                    <a:pt x="2006320" y="142494"/>
                  </a:lnTo>
                  <a:lnTo>
                    <a:pt x="1306804" y="142494"/>
                  </a:lnTo>
                  <a:lnTo>
                    <a:pt x="1306804" y="19050"/>
                  </a:lnTo>
                  <a:lnTo>
                    <a:pt x="2006320" y="19050"/>
                  </a:lnTo>
                  <a:lnTo>
                    <a:pt x="2006320" y="0"/>
                  </a:lnTo>
                  <a:lnTo>
                    <a:pt x="1287754" y="0"/>
                  </a:lnTo>
                  <a:lnTo>
                    <a:pt x="1287754" y="326898"/>
                  </a:lnTo>
                  <a:lnTo>
                    <a:pt x="1008126" y="326898"/>
                  </a:lnTo>
                  <a:lnTo>
                    <a:pt x="1008126" y="345948"/>
                  </a:lnTo>
                  <a:lnTo>
                    <a:pt x="1287754" y="345948"/>
                  </a:lnTo>
                  <a:lnTo>
                    <a:pt x="1287754" y="666750"/>
                  </a:lnTo>
                  <a:lnTo>
                    <a:pt x="2025370" y="666750"/>
                  </a:lnTo>
                  <a:lnTo>
                    <a:pt x="20253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747641" y="2974085"/>
            <a:ext cx="635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Directory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11143" y="2977134"/>
            <a:ext cx="577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62275" y="177317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15057" y="3310280"/>
            <a:ext cx="449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99493" y="2627122"/>
            <a:ext cx="1170940" cy="1521460"/>
            <a:chOff x="5499493" y="2627122"/>
            <a:chExt cx="1170940" cy="1521460"/>
          </a:xfrm>
        </p:grpSpPr>
        <p:sp>
          <p:nvSpPr>
            <p:cNvPr id="41" name="object 41"/>
            <p:cNvSpPr/>
            <p:nvPr/>
          </p:nvSpPr>
          <p:spPr>
            <a:xfrm>
              <a:off x="6044311" y="3860800"/>
              <a:ext cx="19050" cy="287655"/>
            </a:xfrm>
            <a:custGeom>
              <a:avLst/>
              <a:gdLst/>
              <a:ahLst/>
              <a:cxnLst/>
              <a:rect l="l" t="t" r="r" b="b"/>
              <a:pathLst>
                <a:path w="19050" h="287654">
                  <a:moveTo>
                    <a:pt x="19050" y="287274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87274"/>
                  </a:lnTo>
                  <a:lnTo>
                    <a:pt x="19050" y="2872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09387" y="2637028"/>
              <a:ext cx="1150620" cy="287655"/>
            </a:xfrm>
            <a:custGeom>
              <a:avLst/>
              <a:gdLst/>
              <a:ahLst/>
              <a:cxnLst/>
              <a:rect l="l" t="t" r="r" b="b"/>
              <a:pathLst>
                <a:path w="1150620" h="287655">
                  <a:moveTo>
                    <a:pt x="1150619" y="287273"/>
                  </a:moveTo>
                  <a:lnTo>
                    <a:pt x="1150619" y="0"/>
                  </a:lnTo>
                  <a:lnTo>
                    <a:pt x="0" y="0"/>
                  </a:lnTo>
                  <a:lnTo>
                    <a:pt x="0" y="287273"/>
                  </a:lnTo>
                  <a:lnTo>
                    <a:pt x="1150619" y="287273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99493" y="2627122"/>
              <a:ext cx="1170940" cy="306705"/>
            </a:xfrm>
            <a:custGeom>
              <a:avLst/>
              <a:gdLst/>
              <a:ahLst/>
              <a:cxnLst/>
              <a:rect l="l" t="t" r="r" b="b"/>
              <a:pathLst>
                <a:path w="1170940" h="306705">
                  <a:moveTo>
                    <a:pt x="1170432" y="306323"/>
                  </a:moveTo>
                  <a:lnTo>
                    <a:pt x="1170432" y="0"/>
                  </a:lnTo>
                  <a:lnTo>
                    <a:pt x="0" y="0"/>
                  </a:lnTo>
                  <a:lnTo>
                    <a:pt x="0" y="306323"/>
                  </a:lnTo>
                  <a:lnTo>
                    <a:pt x="9893" y="306323"/>
                  </a:lnTo>
                  <a:lnTo>
                    <a:pt x="9893" y="19049"/>
                  </a:lnTo>
                  <a:lnTo>
                    <a:pt x="19050" y="9905"/>
                  </a:lnTo>
                  <a:lnTo>
                    <a:pt x="19050" y="19049"/>
                  </a:lnTo>
                  <a:lnTo>
                    <a:pt x="1151369" y="19049"/>
                  </a:lnTo>
                  <a:lnTo>
                    <a:pt x="1151369" y="9905"/>
                  </a:lnTo>
                  <a:lnTo>
                    <a:pt x="1160525" y="19049"/>
                  </a:lnTo>
                  <a:lnTo>
                    <a:pt x="1160525" y="306323"/>
                  </a:lnTo>
                  <a:lnTo>
                    <a:pt x="1170432" y="306323"/>
                  </a:lnTo>
                  <a:close/>
                </a:path>
                <a:path w="1170940" h="306705">
                  <a:moveTo>
                    <a:pt x="19050" y="19049"/>
                  </a:moveTo>
                  <a:lnTo>
                    <a:pt x="19050" y="9905"/>
                  </a:lnTo>
                  <a:lnTo>
                    <a:pt x="9893" y="19049"/>
                  </a:lnTo>
                  <a:lnTo>
                    <a:pt x="19050" y="19049"/>
                  </a:lnTo>
                  <a:close/>
                </a:path>
                <a:path w="1170940" h="306705">
                  <a:moveTo>
                    <a:pt x="19050" y="287273"/>
                  </a:moveTo>
                  <a:lnTo>
                    <a:pt x="19050" y="19049"/>
                  </a:lnTo>
                  <a:lnTo>
                    <a:pt x="9893" y="19049"/>
                  </a:lnTo>
                  <a:lnTo>
                    <a:pt x="9893" y="287273"/>
                  </a:lnTo>
                  <a:lnTo>
                    <a:pt x="19050" y="287273"/>
                  </a:lnTo>
                  <a:close/>
                </a:path>
                <a:path w="1170940" h="306705">
                  <a:moveTo>
                    <a:pt x="1160525" y="287273"/>
                  </a:moveTo>
                  <a:lnTo>
                    <a:pt x="9893" y="287273"/>
                  </a:lnTo>
                  <a:lnTo>
                    <a:pt x="19050" y="297179"/>
                  </a:lnTo>
                  <a:lnTo>
                    <a:pt x="19050" y="306323"/>
                  </a:lnTo>
                  <a:lnTo>
                    <a:pt x="1151369" y="306323"/>
                  </a:lnTo>
                  <a:lnTo>
                    <a:pt x="1151369" y="297179"/>
                  </a:lnTo>
                  <a:lnTo>
                    <a:pt x="1160525" y="287273"/>
                  </a:lnTo>
                  <a:close/>
                </a:path>
                <a:path w="1170940" h="306705">
                  <a:moveTo>
                    <a:pt x="19050" y="306323"/>
                  </a:moveTo>
                  <a:lnTo>
                    <a:pt x="19050" y="297179"/>
                  </a:lnTo>
                  <a:lnTo>
                    <a:pt x="9893" y="287273"/>
                  </a:lnTo>
                  <a:lnTo>
                    <a:pt x="9893" y="306323"/>
                  </a:lnTo>
                  <a:lnTo>
                    <a:pt x="19050" y="306323"/>
                  </a:lnTo>
                  <a:close/>
                </a:path>
                <a:path w="1170940" h="306705">
                  <a:moveTo>
                    <a:pt x="1160525" y="19049"/>
                  </a:moveTo>
                  <a:lnTo>
                    <a:pt x="1151369" y="9905"/>
                  </a:lnTo>
                  <a:lnTo>
                    <a:pt x="1151369" y="19049"/>
                  </a:lnTo>
                  <a:lnTo>
                    <a:pt x="1160525" y="19049"/>
                  </a:lnTo>
                  <a:close/>
                </a:path>
                <a:path w="1170940" h="306705">
                  <a:moveTo>
                    <a:pt x="1160525" y="287273"/>
                  </a:moveTo>
                  <a:lnTo>
                    <a:pt x="1160525" y="19049"/>
                  </a:lnTo>
                  <a:lnTo>
                    <a:pt x="1151369" y="19049"/>
                  </a:lnTo>
                  <a:lnTo>
                    <a:pt x="1151369" y="287273"/>
                  </a:lnTo>
                  <a:lnTo>
                    <a:pt x="1160525" y="287273"/>
                  </a:lnTo>
                  <a:close/>
                </a:path>
                <a:path w="1170940" h="306705">
                  <a:moveTo>
                    <a:pt x="1160525" y="306323"/>
                  </a:moveTo>
                  <a:lnTo>
                    <a:pt x="1160525" y="287273"/>
                  </a:lnTo>
                  <a:lnTo>
                    <a:pt x="1151369" y="297179"/>
                  </a:lnTo>
                  <a:lnTo>
                    <a:pt x="1151369" y="306323"/>
                  </a:lnTo>
                  <a:lnTo>
                    <a:pt x="1160525" y="306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16377" y="2666238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Tasks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7922259" cy="355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562610" indent="-5715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583565" algn="l"/>
              </a:tabLst>
            </a:pPr>
            <a:r>
              <a:rPr sz="3000" dirty="0">
                <a:latin typeface="Arial MT"/>
                <a:cs typeface="Arial MT"/>
              </a:rPr>
              <a:t>When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miss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occurs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following </a:t>
            </a:r>
            <a:r>
              <a:rPr sz="3000" dirty="0">
                <a:latin typeface="Arial MT"/>
                <a:cs typeface="Arial MT"/>
              </a:rPr>
              <a:t>tasks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have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performed</a:t>
            </a:r>
            <a:endParaRPr sz="3000">
              <a:latin typeface="Arial MT"/>
              <a:cs typeface="Arial MT"/>
            </a:endParaRPr>
          </a:p>
          <a:p>
            <a:pPr marL="852805" marR="201295" lvl="1" indent="-4953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AutoNum type="arabicPeriod"/>
              <a:tabLst>
                <a:tab pos="852805" algn="l"/>
              </a:tabLst>
            </a:pPr>
            <a:r>
              <a:rPr sz="2600" dirty="0">
                <a:latin typeface="Arial MT"/>
                <a:cs typeface="Arial MT"/>
              </a:rPr>
              <a:t>Finding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out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information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copies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in </a:t>
            </a:r>
            <a:r>
              <a:rPr sz="2600" dirty="0">
                <a:latin typeface="Arial MT"/>
                <a:cs typeface="Arial MT"/>
              </a:rPr>
              <a:t>other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caches</a:t>
            </a:r>
            <a:endParaRPr sz="2600">
              <a:latin typeface="Arial MT"/>
              <a:cs typeface="Arial MT"/>
            </a:endParaRPr>
          </a:p>
          <a:p>
            <a:pPr marL="852805" marR="713740" lvl="1" indent="-49530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AutoNum type="arabicPeriod"/>
              <a:tabLst>
                <a:tab pos="852805" algn="l"/>
              </a:tabLst>
            </a:pP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these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copies,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needed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(e.g.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for </a:t>
            </a:r>
            <a:r>
              <a:rPr sz="2600" spc="-10" dirty="0">
                <a:latin typeface="Arial MT"/>
                <a:cs typeface="Arial MT"/>
              </a:rPr>
              <a:t>Invalidation)</a:t>
            </a:r>
            <a:endParaRPr sz="2600">
              <a:latin typeface="Arial MT"/>
              <a:cs typeface="Arial MT"/>
            </a:endParaRPr>
          </a:p>
          <a:p>
            <a:pPr marL="852805" marR="5080" lvl="1" indent="-49530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AutoNum type="arabicPeriod"/>
              <a:tabLst>
                <a:tab pos="852805" algn="l"/>
              </a:tabLst>
            </a:pPr>
            <a:r>
              <a:rPr sz="2600" dirty="0">
                <a:latin typeface="Arial MT"/>
                <a:cs typeface="Arial MT"/>
              </a:rPr>
              <a:t>Communication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other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copies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(e.g.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obtaining data)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110" dirty="0"/>
              <a:t> </a:t>
            </a:r>
            <a:r>
              <a:rPr spc="-10" dirty="0"/>
              <a:t>Definitions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80209"/>
            <a:ext cx="7830820" cy="405828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marR="379730" indent="-342900">
              <a:lnSpc>
                <a:spcPts val="2020"/>
              </a:lnSpc>
              <a:spcBef>
                <a:spcPts val="580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4965" algn="l"/>
              </a:tabLst>
            </a:pP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Home</a:t>
            </a:r>
            <a:r>
              <a:rPr sz="2100" i="1" spc="-10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Node</a:t>
            </a:r>
            <a:r>
              <a:rPr sz="2100" i="1" dirty="0">
                <a:latin typeface="Arial"/>
                <a:cs typeface="Arial"/>
              </a:rPr>
              <a:t>:</a:t>
            </a:r>
            <a:r>
              <a:rPr sz="2100" i="1" spc="-3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Node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main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memory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where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block</a:t>
            </a:r>
            <a:r>
              <a:rPr sz="2100" spc="-25" dirty="0">
                <a:latin typeface="Arial MT"/>
                <a:cs typeface="Arial MT"/>
              </a:rPr>
              <a:t> is </a:t>
            </a:r>
            <a:r>
              <a:rPr sz="2100" spc="-10" dirty="0">
                <a:latin typeface="Arial MT"/>
                <a:cs typeface="Arial MT"/>
              </a:rPr>
              <a:t>located</a:t>
            </a:r>
            <a:endParaRPr sz="2100">
              <a:latin typeface="Arial MT"/>
              <a:cs typeface="Arial MT"/>
            </a:endParaRPr>
          </a:p>
          <a:p>
            <a:pPr marL="355600" marR="434340" indent="-343535">
              <a:lnSpc>
                <a:spcPts val="2020"/>
              </a:lnSpc>
              <a:spcBef>
                <a:spcPts val="500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5600" algn="l"/>
              </a:tabLst>
            </a:pP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Dirty</a:t>
            </a:r>
            <a:r>
              <a:rPr sz="2100" i="1" spc="-15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Node</a:t>
            </a:r>
            <a:r>
              <a:rPr sz="2100" i="1" dirty="0">
                <a:latin typeface="Arial"/>
                <a:cs typeface="Arial"/>
              </a:rPr>
              <a:t>: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Node,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 copy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block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modified </a:t>
            </a:r>
            <a:r>
              <a:rPr sz="2100" dirty="0">
                <a:latin typeface="Arial MT"/>
                <a:cs typeface="Arial MT"/>
              </a:rPr>
              <a:t>(dirty)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state</a:t>
            </a:r>
            <a:endParaRPr sz="2100">
              <a:latin typeface="Arial MT"/>
              <a:cs typeface="Arial MT"/>
            </a:endParaRPr>
          </a:p>
          <a:p>
            <a:pPr marL="355600" marR="78740" indent="-343535">
              <a:lnSpc>
                <a:spcPts val="2020"/>
              </a:lnSpc>
              <a:spcBef>
                <a:spcPts val="495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5600" algn="l"/>
              </a:tabLst>
            </a:pP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Owner</a:t>
            </a:r>
            <a:r>
              <a:rPr sz="2100" i="1" spc="-25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Node</a:t>
            </a:r>
            <a:r>
              <a:rPr sz="2100" i="1" dirty="0">
                <a:latin typeface="Arial"/>
                <a:cs typeface="Arial"/>
              </a:rPr>
              <a:t>: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Node,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 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valid copy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 the block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thus </a:t>
            </a:r>
            <a:r>
              <a:rPr sz="2100" dirty="0">
                <a:latin typeface="Arial MT"/>
                <a:cs typeface="Arial MT"/>
              </a:rPr>
              <a:t>must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supply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needed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(is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either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home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dirty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node)</a:t>
            </a:r>
            <a:endParaRPr sz="2100">
              <a:latin typeface="Arial MT"/>
              <a:cs typeface="Arial MT"/>
            </a:endParaRPr>
          </a:p>
          <a:p>
            <a:pPr marL="354965" marR="5080" indent="-342900">
              <a:lnSpc>
                <a:spcPct val="80000"/>
              </a:lnSpc>
              <a:spcBef>
                <a:spcPts val="515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4965" algn="l"/>
              </a:tabLst>
            </a:pP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Exclusive</a:t>
            </a:r>
            <a:r>
              <a:rPr sz="2100" i="1" spc="-15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Node</a:t>
            </a:r>
            <a:r>
              <a:rPr sz="2100" i="1" dirty="0">
                <a:latin typeface="Arial"/>
                <a:cs typeface="Arial"/>
              </a:rPr>
              <a:t>: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Node,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 has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copy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 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block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exclusive </a:t>
            </a:r>
            <a:r>
              <a:rPr sz="2100" dirty="0">
                <a:latin typeface="Arial MT"/>
                <a:cs typeface="Arial MT"/>
              </a:rPr>
              <a:t>state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(either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dirty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10" dirty="0">
                <a:latin typeface="Arial MT"/>
                <a:cs typeface="Arial MT"/>
              </a:rPr>
              <a:t> clean)</a:t>
            </a:r>
            <a:endParaRPr sz="2100">
              <a:latin typeface="Arial MT"/>
              <a:cs typeface="Arial MT"/>
            </a:endParaRPr>
          </a:p>
          <a:p>
            <a:pPr marL="354965" marR="243840" indent="-342900">
              <a:lnSpc>
                <a:spcPct val="80000"/>
              </a:lnSpc>
              <a:spcBef>
                <a:spcPts val="505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4965" algn="l"/>
              </a:tabLst>
            </a:pP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Local</a:t>
            </a:r>
            <a:r>
              <a:rPr sz="2100" i="1" spc="-20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Node</a:t>
            </a:r>
            <a:r>
              <a:rPr sz="2100" i="1" spc="-15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(Requesting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Node):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Node,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processor </a:t>
            </a:r>
            <a:r>
              <a:rPr sz="2100" dirty="0">
                <a:latin typeface="Arial MT"/>
                <a:cs typeface="Arial MT"/>
              </a:rPr>
              <a:t>issuing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request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for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cache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block</a:t>
            </a:r>
            <a:endParaRPr sz="2100">
              <a:latin typeface="Arial MT"/>
              <a:cs typeface="Arial MT"/>
            </a:endParaRPr>
          </a:p>
          <a:p>
            <a:pPr marL="355600" marR="467359" indent="-342900">
              <a:lnSpc>
                <a:spcPct val="80000"/>
              </a:lnSpc>
              <a:spcBef>
                <a:spcPts val="505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5600" algn="l"/>
              </a:tabLst>
            </a:pP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Locally</a:t>
            </a:r>
            <a:r>
              <a:rPr sz="2100" i="1" spc="-40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Allocated</a:t>
            </a:r>
            <a:r>
              <a:rPr sz="2100" i="1" spc="-20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Blocks</a:t>
            </a:r>
            <a:r>
              <a:rPr sz="2100" i="1" dirty="0">
                <a:latin typeface="Arial"/>
                <a:cs typeface="Arial"/>
              </a:rPr>
              <a:t>: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Blocks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whose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home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local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5" dirty="0">
                <a:latin typeface="Arial MT"/>
                <a:cs typeface="Arial MT"/>
              </a:rPr>
              <a:t> the </a:t>
            </a:r>
            <a:r>
              <a:rPr sz="2100" dirty="0">
                <a:latin typeface="Arial MT"/>
                <a:cs typeface="Arial MT"/>
              </a:rPr>
              <a:t>issuing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processor</a:t>
            </a:r>
            <a:endParaRPr sz="2100">
              <a:latin typeface="Arial MT"/>
              <a:cs typeface="Arial MT"/>
            </a:endParaRPr>
          </a:p>
          <a:p>
            <a:pPr marL="355600" marR="170180" indent="-343535">
              <a:lnSpc>
                <a:spcPts val="2020"/>
              </a:lnSpc>
              <a:spcBef>
                <a:spcPts val="484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5600" algn="l"/>
              </a:tabLst>
            </a:pP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Remotely</a:t>
            </a:r>
            <a:r>
              <a:rPr sz="2100" i="1" spc="-35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Allocated</a:t>
            </a:r>
            <a:r>
              <a:rPr sz="2100" i="1" spc="-15" dirty="0">
                <a:solidFill>
                  <a:srgbClr val="B81100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B81100"/>
                </a:solidFill>
                <a:latin typeface="Arial"/>
                <a:cs typeface="Arial"/>
              </a:rPr>
              <a:t>Blocks</a:t>
            </a:r>
            <a:r>
              <a:rPr sz="2100" i="1" dirty="0">
                <a:latin typeface="Arial"/>
                <a:cs typeface="Arial"/>
              </a:rPr>
              <a:t>:</a:t>
            </a:r>
            <a:r>
              <a:rPr sz="2100" i="1" spc="-3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Blocks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whose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home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local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to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issuing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processor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7949" y="2124201"/>
            <a:ext cx="1243330" cy="1530350"/>
            <a:chOff x="1527949" y="2124201"/>
            <a:chExt cx="1243330" cy="1530350"/>
          </a:xfrm>
        </p:grpSpPr>
        <p:sp>
          <p:nvSpPr>
            <p:cNvPr id="3" name="object 3"/>
            <p:cNvSpPr/>
            <p:nvPr/>
          </p:nvSpPr>
          <p:spPr>
            <a:xfrm>
              <a:off x="1527949" y="2124201"/>
              <a:ext cx="1243330" cy="1530350"/>
            </a:xfrm>
            <a:custGeom>
              <a:avLst/>
              <a:gdLst/>
              <a:ahLst/>
              <a:cxnLst/>
              <a:rect l="l" t="t" r="r" b="b"/>
              <a:pathLst>
                <a:path w="1243330" h="1530350">
                  <a:moveTo>
                    <a:pt x="1242821" y="1530096"/>
                  </a:moveTo>
                  <a:lnTo>
                    <a:pt x="1242821" y="0"/>
                  </a:lnTo>
                  <a:lnTo>
                    <a:pt x="0" y="0"/>
                  </a:lnTo>
                  <a:lnTo>
                    <a:pt x="0" y="1530096"/>
                  </a:lnTo>
                  <a:lnTo>
                    <a:pt x="9144" y="1530096"/>
                  </a:lnTo>
                  <a:lnTo>
                    <a:pt x="9143" y="19050"/>
                  </a:lnTo>
                  <a:lnTo>
                    <a:pt x="19049" y="9144"/>
                  </a:lnTo>
                  <a:lnTo>
                    <a:pt x="19049" y="19050"/>
                  </a:lnTo>
                  <a:lnTo>
                    <a:pt x="1223771" y="19049"/>
                  </a:lnTo>
                  <a:lnTo>
                    <a:pt x="1223771" y="9143"/>
                  </a:lnTo>
                  <a:lnTo>
                    <a:pt x="1232916" y="19049"/>
                  </a:lnTo>
                  <a:lnTo>
                    <a:pt x="1232916" y="1530096"/>
                  </a:lnTo>
                  <a:lnTo>
                    <a:pt x="1242821" y="1530096"/>
                  </a:lnTo>
                  <a:close/>
                </a:path>
                <a:path w="1243330" h="1530350">
                  <a:moveTo>
                    <a:pt x="19049" y="19050"/>
                  </a:moveTo>
                  <a:lnTo>
                    <a:pt x="19049" y="9144"/>
                  </a:lnTo>
                  <a:lnTo>
                    <a:pt x="9143" y="19050"/>
                  </a:lnTo>
                  <a:lnTo>
                    <a:pt x="19049" y="19050"/>
                  </a:lnTo>
                  <a:close/>
                </a:path>
                <a:path w="1243330" h="1530350">
                  <a:moveTo>
                    <a:pt x="19050" y="1511046"/>
                  </a:moveTo>
                  <a:lnTo>
                    <a:pt x="19049" y="19050"/>
                  </a:lnTo>
                  <a:lnTo>
                    <a:pt x="9143" y="19050"/>
                  </a:lnTo>
                  <a:lnTo>
                    <a:pt x="9144" y="1511046"/>
                  </a:lnTo>
                  <a:lnTo>
                    <a:pt x="19050" y="1511046"/>
                  </a:lnTo>
                  <a:close/>
                </a:path>
                <a:path w="1243330" h="1530350">
                  <a:moveTo>
                    <a:pt x="1232916" y="1511046"/>
                  </a:moveTo>
                  <a:lnTo>
                    <a:pt x="9144" y="1511046"/>
                  </a:lnTo>
                  <a:lnTo>
                    <a:pt x="19050" y="1520952"/>
                  </a:lnTo>
                  <a:lnTo>
                    <a:pt x="19050" y="1530096"/>
                  </a:lnTo>
                  <a:lnTo>
                    <a:pt x="1223771" y="1530096"/>
                  </a:lnTo>
                  <a:lnTo>
                    <a:pt x="1223771" y="1520952"/>
                  </a:lnTo>
                  <a:lnTo>
                    <a:pt x="1232916" y="1511046"/>
                  </a:lnTo>
                  <a:close/>
                </a:path>
                <a:path w="1243330" h="1530350">
                  <a:moveTo>
                    <a:pt x="19050" y="1530096"/>
                  </a:moveTo>
                  <a:lnTo>
                    <a:pt x="19050" y="1520952"/>
                  </a:lnTo>
                  <a:lnTo>
                    <a:pt x="9144" y="1511046"/>
                  </a:lnTo>
                  <a:lnTo>
                    <a:pt x="9144" y="1530096"/>
                  </a:lnTo>
                  <a:lnTo>
                    <a:pt x="19050" y="1530096"/>
                  </a:lnTo>
                  <a:close/>
                </a:path>
                <a:path w="1243330" h="1530350">
                  <a:moveTo>
                    <a:pt x="1232916" y="19049"/>
                  </a:moveTo>
                  <a:lnTo>
                    <a:pt x="1223771" y="9143"/>
                  </a:lnTo>
                  <a:lnTo>
                    <a:pt x="1223771" y="19049"/>
                  </a:lnTo>
                  <a:lnTo>
                    <a:pt x="1232916" y="19049"/>
                  </a:lnTo>
                  <a:close/>
                </a:path>
                <a:path w="1243330" h="1530350">
                  <a:moveTo>
                    <a:pt x="1232916" y="1511046"/>
                  </a:moveTo>
                  <a:lnTo>
                    <a:pt x="1232916" y="19049"/>
                  </a:lnTo>
                  <a:lnTo>
                    <a:pt x="1223771" y="19049"/>
                  </a:lnTo>
                  <a:lnTo>
                    <a:pt x="1223771" y="1511046"/>
                  </a:lnTo>
                  <a:lnTo>
                    <a:pt x="1232916" y="1511046"/>
                  </a:lnTo>
                  <a:close/>
                </a:path>
                <a:path w="1243330" h="1530350">
                  <a:moveTo>
                    <a:pt x="1232916" y="1530096"/>
                  </a:moveTo>
                  <a:lnTo>
                    <a:pt x="1232916" y="1511046"/>
                  </a:lnTo>
                  <a:lnTo>
                    <a:pt x="1223771" y="1520952"/>
                  </a:lnTo>
                  <a:lnTo>
                    <a:pt x="1223771" y="1530096"/>
                  </a:lnTo>
                  <a:lnTo>
                    <a:pt x="1232916" y="1530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76539" y="2204973"/>
              <a:ext cx="391160" cy="392430"/>
            </a:xfrm>
            <a:custGeom>
              <a:avLst/>
              <a:gdLst/>
              <a:ahLst/>
              <a:cxnLst/>
              <a:rect l="l" t="t" r="r" b="b"/>
              <a:pathLst>
                <a:path w="391160" h="392430">
                  <a:moveTo>
                    <a:pt x="390906" y="392430"/>
                  </a:moveTo>
                  <a:lnTo>
                    <a:pt x="390906" y="0"/>
                  </a:lnTo>
                  <a:lnTo>
                    <a:pt x="0" y="0"/>
                  </a:lnTo>
                  <a:lnTo>
                    <a:pt x="0" y="392430"/>
                  </a:lnTo>
                  <a:lnTo>
                    <a:pt x="390906" y="39243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67395" y="2195829"/>
              <a:ext cx="409575" cy="410845"/>
            </a:xfrm>
            <a:custGeom>
              <a:avLst/>
              <a:gdLst/>
              <a:ahLst/>
              <a:cxnLst/>
              <a:rect l="l" t="t" r="r" b="b"/>
              <a:pathLst>
                <a:path w="409575" h="410844">
                  <a:moveTo>
                    <a:pt x="409194" y="410718"/>
                  </a:moveTo>
                  <a:lnTo>
                    <a:pt x="409194" y="0"/>
                  </a:lnTo>
                  <a:lnTo>
                    <a:pt x="0" y="0"/>
                  </a:lnTo>
                  <a:lnTo>
                    <a:pt x="0" y="410718"/>
                  </a:lnTo>
                  <a:lnTo>
                    <a:pt x="9144" y="410718"/>
                  </a:lnTo>
                  <a:lnTo>
                    <a:pt x="9143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90144" y="19050"/>
                  </a:lnTo>
                  <a:lnTo>
                    <a:pt x="390144" y="9144"/>
                  </a:lnTo>
                  <a:lnTo>
                    <a:pt x="400050" y="19050"/>
                  </a:lnTo>
                  <a:lnTo>
                    <a:pt x="400050" y="410718"/>
                  </a:lnTo>
                  <a:lnTo>
                    <a:pt x="409194" y="410718"/>
                  </a:lnTo>
                  <a:close/>
                </a:path>
                <a:path w="409575" h="410844">
                  <a:moveTo>
                    <a:pt x="19050" y="19050"/>
                  </a:moveTo>
                  <a:lnTo>
                    <a:pt x="19050" y="9144"/>
                  </a:lnTo>
                  <a:lnTo>
                    <a:pt x="9143" y="19050"/>
                  </a:lnTo>
                  <a:lnTo>
                    <a:pt x="19050" y="19050"/>
                  </a:lnTo>
                  <a:close/>
                </a:path>
                <a:path w="409575" h="410844">
                  <a:moveTo>
                    <a:pt x="19050" y="391668"/>
                  </a:moveTo>
                  <a:lnTo>
                    <a:pt x="19050" y="19050"/>
                  </a:lnTo>
                  <a:lnTo>
                    <a:pt x="9143" y="19050"/>
                  </a:lnTo>
                  <a:lnTo>
                    <a:pt x="9143" y="391668"/>
                  </a:lnTo>
                  <a:lnTo>
                    <a:pt x="19050" y="391668"/>
                  </a:lnTo>
                  <a:close/>
                </a:path>
                <a:path w="409575" h="410844">
                  <a:moveTo>
                    <a:pt x="400050" y="391668"/>
                  </a:moveTo>
                  <a:lnTo>
                    <a:pt x="9143" y="391668"/>
                  </a:lnTo>
                  <a:lnTo>
                    <a:pt x="19050" y="401574"/>
                  </a:lnTo>
                  <a:lnTo>
                    <a:pt x="19050" y="410718"/>
                  </a:lnTo>
                  <a:lnTo>
                    <a:pt x="390144" y="410718"/>
                  </a:lnTo>
                  <a:lnTo>
                    <a:pt x="390144" y="401574"/>
                  </a:lnTo>
                  <a:lnTo>
                    <a:pt x="400050" y="391668"/>
                  </a:lnTo>
                  <a:close/>
                </a:path>
                <a:path w="409575" h="410844">
                  <a:moveTo>
                    <a:pt x="19050" y="410718"/>
                  </a:moveTo>
                  <a:lnTo>
                    <a:pt x="19050" y="401574"/>
                  </a:lnTo>
                  <a:lnTo>
                    <a:pt x="9143" y="391668"/>
                  </a:lnTo>
                  <a:lnTo>
                    <a:pt x="9144" y="410718"/>
                  </a:lnTo>
                  <a:lnTo>
                    <a:pt x="19050" y="410718"/>
                  </a:lnTo>
                  <a:close/>
                </a:path>
                <a:path w="409575" h="410844">
                  <a:moveTo>
                    <a:pt x="400050" y="19050"/>
                  </a:moveTo>
                  <a:lnTo>
                    <a:pt x="390144" y="9144"/>
                  </a:lnTo>
                  <a:lnTo>
                    <a:pt x="390144" y="19050"/>
                  </a:lnTo>
                  <a:lnTo>
                    <a:pt x="400050" y="19050"/>
                  </a:lnTo>
                  <a:close/>
                </a:path>
                <a:path w="409575" h="410844">
                  <a:moveTo>
                    <a:pt x="400050" y="391668"/>
                  </a:moveTo>
                  <a:lnTo>
                    <a:pt x="400050" y="19050"/>
                  </a:lnTo>
                  <a:lnTo>
                    <a:pt x="390144" y="19050"/>
                  </a:lnTo>
                  <a:lnTo>
                    <a:pt x="390144" y="391668"/>
                  </a:lnTo>
                  <a:lnTo>
                    <a:pt x="400050" y="391668"/>
                  </a:lnTo>
                  <a:close/>
                </a:path>
                <a:path w="409575" h="410844">
                  <a:moveTo>
                    <a:pt x="400050" y="410718"/>
                  </a:moveTo>
                  <a:lnTo>
                    <a:pt x="400050" y="391668"/>
                  </a:lnTo>
                  <a:lnTo>
                    <a:pt x="390144" y="401574"/>
                  </a:lnTo>
                  <a:lnTo>
                    <a:pt x="390144" y="410718"/>
                  </a:lnTo>
                  <a:lnTo>
                    <a:pt x="400050" y="4107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76539" y="3181095"/>
              <a:ext cx="391160" cy="392430"/>
            </a:xfrm>
            <a:custGeom>
              <a:avLst/>
              <a:gdLst/>
              <a:ahLst/>
              <a:cxnLst/>
              <a:rect l="l" t="t" r="r" b="b"/>
              <a:pathLst>
                <a:path w="391160" h="392429">
                  <a:moveTo>
                    <a:pt x="390906" y="392429"/>
                  </a:moveTo>
                  <a:lnTo>
                    <a:pt x="390906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390906" y="39242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7395" y="3171951"/>
              <a:ext cx="409575" cy="411480"/>
            </a:xfrm>
            <a:custGeom>
              <a:avLst/>
              <a:gdLst/>
              <a:ahLst/>
              <a:cxnLst/>
              <a:rect l="l" t="t" r="r" b="b"/>
              <a:pathLst>
                <a:path w="409575" h="411479">
                  <a:moveTo>
                    <a:pt x="409194" y="411479"/>
                  </a:moveTo>
                  <a:lnTo>
                    <a:pt x="409194" y="0"/>
                  </a:lnTo>
                  <a:lnTo>
                    <a:pt x="0" y="0"/>
                  </a:lnTo>
                  <a:lnTo>
                    <a:pt x="0" y="411479"/>
                  </a:lnTo>
                  <a:lnTo>
                    <a:pt x="9143" y="411479"/>
                  </a:lnTo>
                  <a:lnTo>
                    <a:pt x="9143" y="19049"/>
                  </a:lnTo>
                  <a:lnTo>
                    <a:pt x="19050" y="9143"/>
                  </a:lnTo>
                  <a:lnTo>
                    <a:pt x="19050" y="19049"/>
                  </a:lnTo>
                  <a:lnTo>
                    <a:pt x="390144" y="19049"/>
                  </a:lnTo>
                  <a:lnTo>
                    <a:pt x="390144" y="9143"/>
                  </a:lnTo>
                  <a:lnTo>
                    <a:pt x="400050" y="19049"/>
                  </a:lnTo>
                  <a:lnTo>
                    <a:pt x="400050" y="411479"/>
                  </a:lnTo>
                  <a:lnTo>
                    <a:pt x="409194" y="411479"/>
                  </a:lnTo>
                  <a:close/>
                </a:path>
                <a:path w="409575" h="411479">
                  <a:moveTo>
                    <a:pt x="19050" y="19049"/>
                  </a:moveTo>
                  <a:lnTo>
                    <a:pt x="19050" y="9143"/>
                  </a:lnTo>
                  <a:lnTo>
                    <a:pt x="9143" y="19049"/>
                  </a:lnTo>
                  <a:lnTo>
                    <a:pt x="19050" y="19049"/>
                  </a:lnTo>
                  <a:close/>
                </a:path>
                <a:path w="409575" h="411479">
                  <a:moveTo>
                    <a:pt x="19050" y="392429"/>
                  </a:moveTo>
                  <a:lnTo>
                    <a:pt x="19050" y="19049"/>
                  </a:lnTo>
                  <a:lnTo>
                    <a:pt x="9143" y="19049"/>
                  </a:lnTo>
                  <a:lnTo>
                    <a:pt x="9143" y="392429"/>
                  </a:lnTo>
                  <a:lnTo>
                    <a:pt x="19050" y="392429"/>
                  </a:lnTo>
                  <a:close/>
                </a:path>
                <a:path w="409575" h="411479">
                  <a:moveTo>
                    <a:pt x="400050" y="392429"/>
                  </a:moveTo>
                  <a:lnTo>
                    <a:pt x="9143" y="392429"/>
                  </a:lnTo>
                  <a:lnTo>
                    <a:pt x="19050" y="401573"/>
                  </a:lnTo>
                  <a:lnTo>
                    <a:pt x="19050" y="411479"/>
                  </a:lnTo>
                  <a:lnTo>
                    <a:pt x="390144" y="411479"/>
                  </a:lnTo>
                  <a:lnTo>
                    <a:pt x="390144" y="401573"/>
                  </a:lnTo>
                  <a:lnTo>
                    <a:pt x="400050" y="392429"/>
                  </a:lnTo>
                  <a:close/>
                </a:path>
                <a:path w="409575" h="411479">
                  <a:moveTo>
                    <a:pt x="19050" y="411479"/>
                  </a:moveTo>
                  <a:lnTo>
                    <a:pt x="19050" y="401573"/>
                  </a:lnTo>
                  <a:lnTo>
                    <a:pt x="9143" y="392429"/>
                  </a:lnTo>
                  <a:lnTo>
                    <a:pt x="9143" y="411479"/>
                  </a:lnTo>
                  <a:lnTo>
                    <a:pt x="19050" y="411479"/>
                  </a:lnTo>
                  <a:close/>
                </a:path>
                <a:path w="409575" h="411479">
                  <a:moveTo>
                    <a:pt x="400050" y="19049"/>
                  </a:moveTo>
                  <a:lnTo>
                    <a:pt x="390144" y="9143"/>
                  </a:lnTo>
                  <a:lnTo>
                    <a:pt x="390144" y="19049"/>
                  </a:lnTo>
                  <a:lnTo>
                    <a:pt x="400050" y="19049"/>
                  </a:lnTo>
                  <a:close/>
                </a:path>
                <a:path w="409575" h="411479">
                  <a:moveTo>
                    <a:pt x="400050" y="392429"/>
                  </a:moveTo>
                  <a:lnTo>
                    <a:pt x="400050" y="19049"/>
                  </a:lnTo>
                  <a:lnTo>
                    <a:pt x="390144" y="19049"/>
                  </a:lnTo>
                  <a:lnTo>
                    <a:pt x="390144" y="392429"/>
                  </a:lnTo>
                  <a:lnTo>
                    <a:pt x="400050" y="392429"/>
                  </a:lnTo>
                  <a:close/>
                </a:path>
                <a:path w="409575" h="411479">
                  <a:moveTo>
                    <a:pt x="400050" y="411479"/>
                  </a:moveTo>
                  <a:lnTo>
                    <a:pt x="400050" y="392429"/>
                  </a:lnTo>
                  <a:lnTo>
                    <a:pt x="390144" y="401573"/>
                  </a:lnTo>
                  <a:lnTo>
                    <a:pt x="390144" y="411479"/>
                  </a:lnTo>
                  <a:lnTo>
                    <a:pt x="400050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12047" y="2204973"/>
              <a:ext cx="292100" cy="1369060"/>
            </a:xfrm>
            <a:custGeom>
              <a:avLst/>
              <a:gdLst/>
              <a:ahLst/>
              <a:cxnLst/>
              <a:rect l="l" t="t" r="r" b="b"/>
              <a:pathLst>
                <a:path w="292100" h="1369060">
                  <a:moveTo>
                    <a:pt x="291846" y="1368552"/>
                  </a:moveTo>
                  <a:lnTo>
                    <a:pt x="291846" y="0"/>
                  </a:lnTo>
                  <a:lnTo>
                    <a:pt x="0" y="0"/>
                  </a:lnTo>
                  <a:lnTo>
                    <a:pt x="0" y="1368552"/>
                  </a:lnTo>
                  <a:lnTo>
                    <a:pt x="291846" y="1368552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2141" y="2195829"/>
              <a:ext cx="311785" cy="1388110"/>
            </a:xfrm>
            <a:custGeom>
              <a:avLst/>
              <a:gdLst/>
              <a:ahLst/>
              <a:cxnLst/>
              <a:rect l="l" t="t" r="r" b="b"/>
              <a:pathLst>
                <a:path w="311785" h="1388110">
                  <a:moveTo>
                    <a:pt x="311657" y="1387602"/>
                  </a:moveTo>
                  <a:lnTo>
                    <a:pt x="311657" y="0"/>
                  </a:lnTo>
                  <a:lnTo>
                    <a:pt x="0" y="0"/>
                  </a:lnTo>
                  <a:lnTo>
                    <a:pt x="0" y="1387602"/>
                  </a:lnTo>
                  <a:lnTo>
                    <a:pt x="9906" y="1387602"/>
                  </a:lnTo>
                  <a:lnTo>
                    <a:pt x="9906" y="19050"/>
                  </a:lnTo>
                  <a:lnTo>
                    <a:pt x="19050" y="9143"/>
                  </a:lnTo>
                  <a:lnTo>
                    <a:pt x="19050" y="19050"/>
                  </a:lnTo>
                  <a:lnTo>
                    <a:pt x="292607" y="19050"/>
                  </a:lnTo>
                  <a:lnTo>
                    <a:pt x="292607" y="9143"/>
                  </a:lnTo>
                  <a:lnTo>
                    <a:pt x="301752" y="19050"/>
                  </a:lnTo>
                  <a:lnTo>
                    <a:pt x="301752" y="1387602"/>
                  </a:lnTo>
                  <a:lnTo>
                    <a:pt x="311657" y="1387602"/>
                  </a:lnTo>
                  <a:close/>
                </a:path>
                <a:path w="311785" h="1388110">
                  <a:moveTo>
                    <a:pt x="19050" y="19050"/>
                  </a:moveTo>
                  <a:lnTo>
                    <a:pt x="19050" y="9143"/>
                  </a:lnTo>
                  <a:lnTo>
                    <a:pt x="9906" y="19050"/>
                  </a:lnTo>
                  <a:lnTo>
                    <a:pt x="19050" y="19050"/>
                  </a:lnTo>
                  <a:close/>
                </a:path>
                <a:path w="311785" h="1388110">
                  <a:moveTo>
                    <a:pt x="19050" y="1368552"/>
                  </a:moveTo>
                  <a:lnTo>
                    <a:pt x="19050" y="19050"/>
                  </a:lnTo>
                  <a:lnTo>
                    <a:pt x="9906" y="19050"/>
                  </a:lnTo>
                  <a:lnTo>
                    <a:pt x="9906" y="1368552"/>
                  </a:lnTo>
                  <a:lnTo>
                    <a:pt x="19050" y="1368552"/>
                  </a:lnTo>
                  <a:close/>
                </a:path>
                <a:path w="311785" h="1388110">
                  <a:moveTo>
                    <a:pt x="301752" y="1368552"/>
                  </a:moveTo>
                  <a:lnTo>
                    <a:pt x="9906" y="1368552"/>
                  </a:lnTo>
                  <a:lnTo>
                    <a:pt x="19050" y="1377696"/>
                  </a:lnTo>
                  <a:lnTo>
                    <a:pt x="19050" y="1387602"/>
                  </a:lnTo>
                  <a:lnTo>
                    <a:pt x="292607" y="1387602"/>
                  </a:lnTo>
                  <a:lnTo>
                    <a:pt x="292607" y="1377696"/>
                  </a:lnTo>
                  <a:lnTo>
                    <a:pt x="301752" y="1368552"/>
                  </a:lnTo>
                  <a:close/>
                </a:path>
                <a:path w="311785" h="1388110">
                  <a:moveTo>
                    <a:pt x="19050" y="1387602"/>
                  </a:moveTo>
                  <a:lnTo>
                    <a:pt x="19050" y="1377696"/>
                  </a:lnTo>
                  <a:lnTo>
                    <a:pt x="9906" y="1368552"/>
                  </a:lnTo>
                  <a:lnTo>
                    <a:pt x="9906" y="1387602"/>
                  </a:lnTo>
                  <a:lnTo>
                    <a:pt x="19050" y="1387602"/>
                  </a:lnTo>
                  <a:close/>
                </a:path>
                <a:path w="311785" h="1388110">
                  <a:moveTo>
                    <a:pt x="301752" y="19050"/>
                  </a:moveTo>
                  <a:lnTo>
                    <a:pt x="292607" y="9143"/>
                  </a:lnTo>
                  <a:lnTo>
                    <a:pt x="292607" y="19050"/>
                  </a:lnTo>
                  <a:lnTo>
                    <a:pt x="301752" y="19050"/>
                  </a:lnTo>
                  <a:close/>
                </a:path>
                <a:path w="311785" h="1388110">
                  <a:moveTo>
                    <a:pt x="301752" y="1368552"/>
                  </a:moveTo>
                  <a:lnTo>
                    <a:pt x="301752" y="19050"/>
                  </a:lnTo>
                  <a:lnTo>
                    <a:pt x="292607" y="19050"/>
                  </a:lnTo>
                  <a:lnTo>
                    <a:pt x="292607" y="1368552"/>
                  </a:lnTo>
                  <a:lnTo>
                    <a:pt x="301752" y="1368552"/>
                  </a:lnTo>
                  <a:close/>
                </a:path>
                <a:path w="311785" h="1388110">
                  <a:moveTo>
                    <a:pt x="301752" y="1387602"/>
                  </a:moveTo>
                  <a:lnTo>
                    <a:pt x="301752" y="1368552"/>
                  </a:lnTo>
                  <a:lnTo>
                    <a:pt x="292607" y="1377696"/>
                  </a:lnTo>
                  <a:lnTo>
                    <a:pt x="292607" y="1387602"/>
                  </a:lnTo>
                  <a:lnTo>
                    <a:pt x="301752" y="138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Read</a:t>
            </a:r>
            <a:r>
              <a:rPr spc="-65" dirty="0"/>
              <a:t> </a:t>
            </a:r>
            <a:r>
              <a:rPr dirty="0"/>
              <a:t>Miss</a:t>
            </a:r>
            <a:r>
              <a:rPr spc="-6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spc="-25" dirty="0"/>
              <a:t>in </a:t>
            </a:r>
            <a:r>
              <a:rPr dirty="0"/>
              <a:t>modified</a:t>
            </a:r>
            <a:r>
              <a:rPr spc="-85" dirty="0"/>
              <a:t> </a:t>
            </a:r>
            <a:r>
              <a:rPr dirty="0"/>
              <a:t>State</a:t>
            </a:r>
            <a:r>
              <a:rPr spc="-85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spc="-10" dirty="0"/>
              <a:t>Cache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762645" y="2783332"/>
            <a:ext cx="219075" cy="205740"/>
            <a:chOff x="1762645" y="2783332"/>
            <a:chExt cx="219075" cy="205740"/>
          </a:xfrm>
        </p:grpSpPr>
        <p:sp>
          <p:nvSpPr>
            <p:cNvPr id="12" name="object 12"/>
            <p:cNvSpPr/>
            <p:nvPr/>
          </p:nvSpPr>
          <p:spPr>
            <a:xfrm>
              <a:off x="1771789" y="2792476"/>
              <a:ext cx="200660" cy="187960"/>
            </a:xfrm>
            <a:custGeom>
              <a:avLst/>
              <a:gdLst/>
              <a:ahLst/>
              <a:cxnLst/>
              <a:rect l="l" t="t" r="r" b="b"/>
              <a:pathLst>
                <a:path w="200660" h="187960">
                  <a:moveTo>
                    <a:pt x="200406" y="187451"/>
                  </a:moveTo>
                  <a:lnTo>
                    <a:pt x="200406" y="0"/>
                  </a:lnTo>
                  <a:lnTo>
                    <a:pt x="0" y="0"/>
                  </a:lnTo>
                  <a:lnTo>
                    <a:pt x="0" y="187451"/>
                  </a:lnTo>
                  <a:lnTo>
                    <a:pt x="200406" y="187451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2645" y="2783332"/>
              <a:ext cx="219075" cy="205740"/>
            </a:xfrm>
            <a:custGeom>
              <a:avLst/>
              <a:gdLst/>
              <a:ahLst/>
              <a:cxnLst/>
              <a:rect l="l" t="t" r="r" b="b"/>
              <a:pathLst>
                <a:path w="219075" h="205739">
                  <a:moveTo>
                    <a:pt x="218694" y="205739"/>
                  </a:moveTo>
                  <a:lnTo>
                    <a:pt x="218694" y="0"/>
                  </a:lnTo>
                  <a:lnTo>
                    <a:pt x="0" y="0"/>
                  </a:lnTo>
                  <a:lnTo>
                    <a:pt x="0" y="205739"/>
                  </a:lnTo>
                  <a:lnTo>
                    <a:pt x="9143" y="205739"/>
                  </a:lnTo>
                  <a:lnTo>
                    <a:pt x="9143" y="19049"/>
                  </a:lnTo>
                  <a:lnTo>
                    <a:pt x="19050" y="9143"/>
                  </a:lnTo>
                  <a:lnTo>
                    <a:pt x="19050" y="19049"/>
                  </a:lnTo>
                  <a:lnTo>
                    <a:pt x="199644" y="19049"/>
                  </a:lnTo>
                  <a:lnTo>
                    <a:pt x="199644" y="9143"/>
                  </a:lnTo>
                  <a:lnTo>
                    <a:pt x="209550" y="19049"/>
                  </a:lnTo>
                  <a:lnTo>
                    <a:pt x="209550" y="205739"/>
                  </a:lnTo>
                  <a:lnTo>
                    <a:pt x="218694" y="205739"/>
                  </a:lnTo>
                  <a:close/>
                </a:path>
                <a:path w="219075" h="205739">
                  <a:moveTo>
                    <a:pt x="19050" y="19049"/>
                  </a:moveTo>
                  <a:lnTo>
                    <a:pt x="19050" y="9143"/>
                  </a:lnTo>
                  <a:lnTo>
                    <a:pt x="9143" y="19049"/>
                  </a:lnTo>
                  <a:lnTo>
                    <a:pt x="19050" y="19049"/>
                  </a:lnTo>
                  <a:close/>
                </a:path>
                <a:path w="219075" h="205739">
                  <a:moveTo>
                    <a:pt x="19050" y="186689"/>
                  </a:moveTo>
                  <a:lnTo>
                    <a:pt x="19050" y="19049"/>
                  </a:lnTo>
                  <a:lnTo>
                    <a:pt x="9143" y="19049"/>
                  </a:lnTo>
                  <a:lnTo>
                    <a:pt x="9143" y="186689"/>
                  </a:lnTo>
                  <a:lnTo>
                    <a:pt x="19050" y="186689"/>
                  </a:lnTo>
                  <a:close/>
                </a:path>
                <a:path w="219075" h="205739">
                  <a:moveTo>
                    <a:pt x="209550" y="186689"/>
                  </a:moveTo>
                  <a:lnTo>
                    <a:pt x="9143" y="186689"/>
                  </a:lnTo>
                  <a:lnTo>
                    <a:pt x="19050" y="196595"/>
                  </a:lnTo>
                  <a:lnTo>
                    <a:pt x="19050" y="205739"/>
                  </a:lnTo>
                  <a:lnTo>
                    <a:pt x="199644" y="205739"/>
                  </a:lnTo>
                  <a:lnTo>
                    <a:pt x="199644" y="196595"/>
                  </a:lnTo>
                  <a:lnTo>
                    <a:pt x="209550" y="186689"/>
                  </a:lnTo>
                  <a:close/>
                </a:path>
                <a:path w="219075" h="205739">
                  <a:moveTo>
                    <a:pt x="19050" y="205739"/>
                  </a:moveTo>
                  <a:lnTo>
                    <a:pt x="19050" y="196595"/>
                  </a:lnTo>
                  <a:lnTo>
                    <a:pt x="9143" y="186689"/>
                  </a:lnTo>
                  <a:lnTo>
                    <a:pt x="9143" y="205739"/>
                  </a:lnTo>
                  <a:lnTo>
                    <a:pt x="19050" y="205739"/>
                  </a:lnTo>
                  <a:close/>
                </a:path>
                <a:path w="219075" h="205739">
                  <a:moveTo>
                    <a:pt x="209550" y="19049"/>
                  </a:moveTo>
                  <a:lnTo>
                    <a:pt x="199644" y="9143"/>
                  </a:lnTo>
                  <a:lnTo>
                    <a:pt x="199644" y="19049"/>
                  </a:lnTo>
                  <a:lnTo>
                    <a:pt x="209550" y="19049"/>
                  </a:lnTo>
                  <a:close/>
                </a:path>
                <a:path w="219075" h="205739">
                  <a:moveTo>
                    <a:pt x="209550" y="186689"/>
                  </a:moveTo>
                  <a:lnTo>
                    <a:pt x="209550" y="19049"/>
                  </a:lnTo>
                  <a:lnTo>
                    <a:pt x="199644" y="19049"/>
                  </a:lnTo>
                  <a:lnTo>
                    <a:pt x="199644" y="186689"/>
                  </a:lnTo>
                  <a:lnTo>
                    <a:pt x="209550" y="186689"/>
                  </a:lnTo>
                  <a:close/>
                </a:path>
                <a:path w="219075" h="205739">
                  <a:moveTo>
                    <a:pt x="209550" y="205739"/>
                  </a:moveTo>
                  <a:lnTo>
                    <a:pt x="209550" y="186689"/>
                  </a:lnTo>
                  <a:lnTo>
                    <a:pt x="199644" y="196595"/>
                  </a:lnTo>
                  <a:lnTo>
                    <a:pt x="199644" y="205739"/>
                  </a:lnTo>
                  <a:lnTo>
                    <a:pt x="209550" y="2057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94897" y="2779014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2467" y="2597403"/>
            <a:ext cx="19050" cy="584200"/>
          </a:xfrm>
          <a:custGeom>
            <a:avLst/>
            <a:gdLst/>
            <a:ahLst/>
            <a:cxnLst/>
            <a:rect l="l" t="t" r="r" b="b"/>
            <a:pathLst>
              <a:path w="19050" h="584200">
                <a:moveTo>
                  <a:pt x="19050" y="390144"/>
                </a:moveTo>
                <a:lnTo>
                  <a:pt x="0" y="390144"/>
                </a:lnTo>
                <a:lnTo>
                  <a:pt x="0" y="583692"/>
                </a:lnTo>
                <a:lnTo>
                  <a:pt x="19050" y="583692"/>
                </a:lnTo>
                <a:lnTo>
                  <a:pt x="19050" y="390144"/>
                </a:lnTo>
                <a:close/>
              </a:path>
              <a:path w="19050" h="584200">
                <a:moveTo>
                  <a:pt x="19050" y="0"/>
                </a:moveTo>
                <a:lnTo>
                  <a:pt x="0" y="0"/>
                </a:lnTo>
                <a:lnTo>
                  <a:pt x="0" y="193548"/>
                </a:lnTo>
                <a:lnTo>
                  <a:pt x="19050" y="193548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67465" y="2238756"/>
            <a:ext cx="194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0221" y="3234689"/>
            <a:ext cx="3086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67445" y="3368547"/>
            <a:ext cx="245110" cy="19050"/>
          </a:xfrm>
          <a:custGeom>
            <a:avLst/>
            <a:gdLst/>
            <a:ahLst/>
            <a:cxnLst/>
            <a:rect l="l" t="t" r="r" b="b"/>
            <a:pathLst>
              <a:path w="245110" h="19050">
                <a:moveTo>
                  <a:pt x="244601" y="19050"/>
                </a:moveTo>
                <a:lnTo>
                  <a:pt x="244601" y="0"/>
                </a:lnTo>
                <a:lnTo>
                  <a:pt x="0" y="0"/>
                </a:lnTo>
                <a:lnTo>
                  <a:pt x="0" y="19050"/>
                </a:lnTo>
                <a:lnTo>
                  <a:pt x="24460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26233" y="2337384"/>
            <a:ext cx="252729" cy="1075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10" dirty="0">
                <a:latin typeface="Arial MT"/>
                <a:cs typeface="Arial MT"/>
              </a:rPr>
              <a:t>Memory/Dir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29949" y="1802891"/>
            <a:ext cx="727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Requestor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99315" y="3287776"/>
            <a:ext cx="219710" cy="207010"/>
            <a:chOff x="5599315" y="3287776"/>
            <a:chExt cx="219710" cy="207010"/>
          </a:xfrm>
        </p:grpSpPr>
        <p:sp>
          <p:nvSpPr>
            <p:cNvPr id="22" name="object 22"/>
            <p:cNvSpPr/>
            <p:nvPr/>
          </p:nvSpPr>
          <p:spPr>
            <a:xfrm>
              <a:off x="5609221" y="3297682"/>
              <a:ext cx="200025" cy="186690"/>
            </a:xfrm>
            <a:custGeom>
              <a:avLst/>
              <a:gdLst/>
              <a:ahLst/>
              <a:cxnLst/>
              <a:rect l="l" t="t" r="r" b="b"/>
              <a:pathLst>
                <a:path w="200025" h="186689">
                  <a:moveTo>
                    <a:pt x="199643" y="186689"/>
                  </a:moveTo>
                  <a:lnTo>
                    <a:pt x="199643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199643" y="186689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99315" y="3287776"/>
              <a:ext cx="219710" cy="207010"/>
            </a:xfrm>
            <a:custGeom>
              <a:avLst/>
              <a:gdLst/>
              <a:ahLst/>
              <a:cxnLst/>
              <a:rect l="l" t="t" r="r" b="b"/>
              <a:pathLst>
                <a:path w="219710" h="207010">
                  <a:moveTo>
                    <a:pt x="219456" y="206501"/>
                  </a:moveTo>
                  <a:lnTo>
                    <a:pt x="219456" y="0"/>
                  </a:lnTo>
                  <a:lnTo>
                    <a:pt x="0" y="0"/>
                  </a:lnTo>
                  <a:lnTo>
                    <a:pt x="0" y="206501"/>
                  </a:lnTo>
                  <a:lnTo>
                    <a:pt x="9905" y="206501"/>
                  </a:lnTo>
                  <a:lnTo>
                    <a:pt x="9905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200406" y="19050"/>
                  </a:lnTo>
                  <a:lnTo>
                    <a:pt x="200406" y="9906"/>
                  </a:lnTo>
                  <a:lnTo>
                    <a:pt x="209549" y="19050"/>
                  </a:lnTo>
                  <a:lnTo>
                    <a:pt x="209549" y="206501"/>
                  </a:lnTo>
                  <a:lnTo>
                    <a:pt x="219456" y="206501"/>
                  </a:lnTo>
                  <a:close/>
                </a:path>
                <a:path w="219710" h="207010">
                  <a:moveTo>
                    <a:pt x="19050" y="19050"/>
                  </a:moveTo>
                  <a:lnTo>
                    <a:pt x="19050" y="9906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219710" h="207010">
                  <a:moveTo>
                    <a:pt x="19050" y="187451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187451"/>
                  </a:lnTo>
                  <a:lnTo>
                    <a:pt x="19050" y="187451"/>
                  </a:lnTo>
                  <a:close/>
                </a:path>
                <a:path w="219710" h="207010">
                  <a:moveTo>
                    <a:pt x="209549" y="187451"/>
                  </a:moveTo>
                  <a:lnTo>
                    <a:pt x="9905" y="187451"/>
                  </a:lnTo>
                  <a:lnTo>
                    <a:pt x="19050" y="196596"/>
                  </a:lnTo>
                  <a:lnTo>
                    <a:pt x="19050" y="206501"/>
                  </a:lnTo>
                  <a:lnTo>
                    <a:pt x="200406" y="206501"/>
                  </a:lnTo>
                  <a:lnTo>
                    <a:pt x="200406" y="196596"/>
                  </a:lnTo>
                  <a:lnTo>
                    <a:pt x="209549" y="187451"/>
                  </a:lnTo>
                  <a:close/>
                </a:path>
                <a:path w="219710" h="207010">
                  <a:moveTo>
                    <a:pt x="19050" y="206501"/>
                  </a:moveTo>
                  <a:lnTo>
                    <a:pt x="19050" y="196596"/>
                  </a:lnTo>
                  <a:lnTo>
                    <a:pt x="9905" y="187451"/>
                  </a:lnTo>
                  <a:lnTo>
                    <a:pt x="9905" y="206501"/>
                  </a:lnTo>
                  <a:lnTo>
                    <a:pt x="19050" y="206501"/>
                  </a:lnTo>
                  <a:close/>
                </a:path>
                <a:path w="219710" h="207010">
                  <a:moveTo>
                    <a:pt x="209549" y="19050"/>
                  </a:moveTo>
                  <a:lnTo>
                    <a:pt x="200406" y="9906"/>
                  </a:lnTo>
                  <a:lnTo>
                    <a:pt x="200406" y="19050"/>
                  </a:lnTo>
                  <a:lnTo>
                    <a:pt x="209549" y="19050"/>
                  </a:lnTo>
                  <a:close/>
                </a:path>
                <a:path w="219710" h="207010">
                  <a:moveTo>
                    <a:pt x="209549" y="187451"/>
                  </a:moveTo>
                  <a:lnTo>
                    <a:pt x="209549" y="19050"/>
                  </a:lnTo>
                  <a:lnTo>
                    <a:pt x="200406" y="19050"/>
                  </a:lnTo>
                  <a:lnTo>
                    <a:pt x="200406" y="187451"/>
                  </a:lnTo>
                  <a:lnTo>
                    <a:pt x="209549" y="187451"/>
                  </a:lnTo>
                  <a:close/>
                </a:path>
                <a:path w="219710" h="207010">
                  <a:moveTo>
                    <a:pt x="209549" y="206501"/>
                  </a:moveTo>
                  <a:lnTo>
                    <a:pt x="209549" y="187451"/>
                  </a:lnTo>
                  <a:lnTo>
                    <a:pt x="200406" y="196596"/>
                  </a:lnTo>
                  <a:lnTo>
                    <a:pt x="200406" y="206501"/>
                  </a:lnTo>
                  <a:lnTo>
                    <a:pt x="209549" y="206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364619" y="2628645"/>
            <a:ext cx="1243330" cy="1530985"/>
            <a:chOff x="5364619" y="2628645"/>
            <a:chExt cx="1243330" cy="153098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4525" y="2638551"/>
              <a:ext cx="1223771" cy="151104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64619" y="2628645"/>
              <a:ext cx="1243330" cy="1530985"/>
            </a:xfrm>
            <a:custGeom>
              <a:avLst/>
              <a:gdLst/>
              <a:ahLst/>
              <a:cxnLst/>
              <a:rect l="l" t="t" r="r" b="b"/>
              <a:pathLst>
                <a:path w="1243329" h="1530985">
                  <a:moveTo>
                    <a:pt x="1242821" y="1530858"/>
                  </a:moveTo>
                  <a:lnTo>
                    <a:pt x="1242821" y="0"/>
                  </a:lnTo>
                  <a:lnTo>
                    <a:pt x="0" y="0"/>
                  </a:lnTo>
                  <a:lnTo>
                    <a:pt x="0" y="1530858"/>
                  </a:lnTo>
                  <a:lnTo>
                    <a:pt x="9905" y="1530858"/>
                  </a:lnTo>
                  <a:lnTo>
                    <a:pt x="9905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1223771" y="19050"/>
                  </a:lnTo>
                  <a:lnTo>
                    <a:pt x="1223771" y="9906"/>
                  </a:lnTo>
                  <a:lnTo>
                    <a:pt x="1233678" y="19050"/>
                  </a:lnTo>
                  <a:lnTo>
                    <a:pt x="1233678" y="1530858"/>
                  </a:lnTo>
                  <a:lnTo>
                    <a:pt x="1242821" y="1530858"/>
                  </a:lnTo>
                  <a:close/>
                </a:path>
                <a:path w="1243329" h="1530985">
                  <a:moveTo>
                    <a:pt x="19050" y="19050"/>
                  </a:moveTo>
                  <a:lnTo>
                    <a:pt x="19050" y="9906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1243329" h="1530985">
                  <a:moveTo>
                    <a:pt x="19050" y="1511808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1511808"/>
                  </a:lnTo>
                  <a:lnTo>
                    <a:pt x="19050" y="1511808"/>
                  </a:lnTo>
                  <a:close/>
                </a:path>
                <a:path w="1243329" h="1530985">
                  <a:moveTo>
                    <a:pt x="1233678" y="1511808"/>
                  </a:moveTo>
                  <a:lnTo>
                    <a:pt x="9905" y="1511808"/>
                  </a:lnTo>
                  <a:lnTo>
                    <a:pt x="19050" y="1520952"/>
                  </a:lnTo>
                  <a:lnTo>
                    <a:pt x="19050" y="1530858"/>
                  </a:lnTo>
                  <a:lnTo>
                    <a:pt x="1223771" y="1530858"/>
                  </a:lnTo>
                  <a:lnTo>
                    <a:pt x="1223771" y="1520952"/>
                  </a:lnTo>
                  <a:lnTo>
                    <a:pt x="1233678" y="1511808"/>
                  </a:lnTo>
                  <a:close/>
                </a:path>
                <a:path w="1243329" h="1530985">
                  <a:moveTo>
                    <a:pt x="19050" y="1530858"/>
                  </a:moveTo>
                  <a:lnTo>
                    <a:pt x="19050" y="1520952"/>
                  </a:lnTo>
                  <a:lnTo>
                    <a:pt x="9905" y="1511808"/>
                  </a:lnTo>
                  <a:lnTo>
                    <a:pt x="9905" y="1530858"/>
                  </a:lnTo>
                  <a:lnTo>
                    <a:pt x="19050" y="1530858"/>
                  </a:lnTo>
                  <a:close/>
                </a:path>
                <a:path w="1243329" h="1530985">
                  <a:moveTo>
                    <a:pt x="1233678" y="19050"/>
                  </a:moveTo>
                  <a:lnTo>
                    <a:pt x="1223771" y="9906"/>
                  </a:lnTo>
                  <a:lnTo>
                    <a:pt x="1223771" y="19050"/>
                  </a:lnTo>
                  <a:lnTo>
                    <a:pt x="1233678" y="19050"/>
                  </a:lnTo>
                  <a:close/>
                </a:path>
                <a:path w="1243329" h="1530985">
                  <a:moveTo>
                    <a:pt x="1233678" y="1511808"/>
                  </a:moveTo>
                  <a:lnTo>
                    <a:pt x="1233678" y="19050"/>
                  </a:lnTo>
                  <a:lnTo>
                    <a:pt x="1223771" y="19050"/>
                  </a:lnTo>
                  <a:lnTo>
                    <a:pt x="1223771" y="1511808"/>
                  </a:lnTo>
                  <a:lnTo>
                    <a:pt x="1233678" y="1511808"/>
                  </a:lnTo>
                  <a:close/>
                </a:path>
                <a:path w="1243329" h="1530985">
                  <a:moveTo>
                    <a:pt x="1233678" y="1530858"/>
                  </a:moveTo>
                  <a:lnTo>
                    <a:pt x="1233678" y="1511808"/>
                  </a:lnTo>
                  <a:lnTo>
                    <a:pt x="1223771" y="1520952"/>
                  </a:lnTo>
                  <a:lnTo>
                    <a:pt x="1223771" y="1530858"/>
                  </a:lnTo>
                  <a:lnTo>
                    <a:pt x="1233678" y="1530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13971" y="2710179"/>
              <a:ext cx="390525" cy="391795"/>
            </a:xfrm>
            <a:custGeom>
              <a:avLst/>
              <a:gdLst/>
              <a:ahLst/>
              <a:cxnLst/>
              <a:rect l="l" t="t" r="r" b="b"/>
              <a:pathLst>
                <a:path w="390525" h="391794">
                  <a:moveTo>
                    <a:pt x="390143" y="391667"/>
                  </a:moveTo>
                  <a:lnTo>
                    <a:pt x="390143" y="0"/>
                  </a:lnTo>
                  <a:lnTo>
                    <a:pt x="0" y="0"/>
                  </a:lnTo>
                  <a:lnTo>
                    <a:pt x="0" y="391667"/>
                  </a:lnTo>
                  <a:lnTo>
                    <a:pt x="390143" y="391667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04065" y="2700273"/>
              <a:ext cx="410209" cy="411480"/>
            </a:xfrm>
            <a:custGeom>
              <a:avLst/>
              <a:gdLst/>
              <a:ahLst/>
              <a:cxnLst/>
              <a:rect l="l" t="t" r="r" b="b"/>
              <a:pathLst>
                <a:path w="410210" h="411480">
                  <a:moveTo>
                    <a:pt x="409956" y="411479"/>
                  </a:moveTo>
                  <a:lnTo>
                    <a:pt x="409956" y="0"/>
                  </a:lnTo>
                  <a:lnTo>
                    <a:pt x="0" y="0"/>
                  </a:lnTo>
                  <a:lnTo>
                    <a:pt x="0" y="411479"/>
                  </a:lnTo>
                  <a:lnTo>
                    <a:pt x="9905" y="411479"/>
                  </a:lnTo>
                  <a:lnTo>
                    <a:pt x="9905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390906" y="19050"/>
                  </a:lnTo>
                  <a:lnTo>
                    <a:pt x="390906" y="9906"/>
                  </a:lnTo>
                  <a:lnTo>
                    <a:pt x="400049" y="19050"/>
                  </a:lnTo>
                  <a:lnTo>
                    <a:pt x="400049" y="411479"/>
                  </a:lnTo>
                  <a:lnTo>
                    <a:pt x="409956" y="411479"/>
                  </a:lnTo>
                  <a:close/>
                </a:path>
                <a:path w="410210" h="411480">
                  <a:moveTo>
                    <a:pt x="19050" y="19050"/>
                  </a:moveTo>
                  <a:lnTo>
                    <a:pt x="19050" y="9906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410210" h="411480">
                  <a:moveTo>
                    <a:pt x="19050" y="392429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392429"/>
                  </a:lnTo>
                  <a:lnTo>
                    <a:pt x="19050" y="392429"/>
                  </a:lnTo>
                  <a:close/>
                </a:path>
                <a:path w="410210" h="411480">
                  <a:moveTo>
                    <a:pt x="400049" y="392429"/>
                  </a:moveTo>
                  <a:lnTo>
                    <a:pt x="9905" y="392429"/>
                  </a:lnTo>
                  <a:lnTo>
                    <a:pt x="19050" y="401574"/>
                  </a:lnTo>
                  <a:lnTo>
                    <a:pt x="19050" y="411479"/>
                  </a:lnTo>
                  <a:lnTo>
                    <a:pt x="390906" y="411479"/>
                  </a:lnTo>
                  <a:lnTo>
                    <a:pt x="390906" y="401574"/>
                  </a:lnTo>
                  <a:lnTo>
                    <a:pt x="400049" y="392429"/>
                  </a:lnTo>
                  <a:close/>
                </a:path>
                <a:path w="410210" h="411480">
                  <a:moveTo>
                    <a:pt x="19050" y="411479"/>
                  </a:moveTo>
                  <a:lnTo>
                    <a:pt x="19050" y="401574"/>
                  </a:lnTo>
                  <a:lnTo>
                    <a:pt x="9905" y="392429"/>
                  </a:lnTo>
                  <a:lnTo>
                    <a:pt x="9905" y="411479"/>
                  </a:lnTo>
                  <a:lnTo>
                    <a:pt x="19050" y="411479"/>
                  </a:lnTo>
                  <a:close/>
                </a:path>
                <a:path w="410210" h="411480">
                  <a:moveTo>
                    <a:pt x="400049" y="19050"/>
                  </a:moveTo>
                  <a:lnTo>
                    <a:pt x="390906" y="9906"/>
                  </a:lnTo>
                  <a:lnTo>
                    <a:pt x="390906" y="19050"/>
                  </a:lnTo>
                  <a:lnTo>
                    <a:pt x="400049" y="19050"/>
                  </a:lnTo>
                  <a:close/>
                </a:path>
                <a:path w="410210" h="411480">
                  <a:moveTo>
                    <a:pt x="400049" y="392429"/>
                  </a:moveTo>
                  <a:lnTo>
                    <a:pt x="400049" y="19050"/>
                  </a:lnTo>
                  <a:lnTo>
                    <a:pt x="390906" y="19050"/>
                  </a:lnTo>
                  <a:lnTo>
                    <a:pt x="390906" y="392429"/>
                  </a:lnTo>
                  <a:lnTo>
                    <a:pt x="400049" y="392429"/>
                  </a:lnTo>
                  <a:close/>
                </a:path>
                <a:path w="410210" h="411480">
                  <a:moveTo>
                    <a:pt x="400049" y="411479"/>
                  </a:moveTo>
                  <a:lnTo>
                    <a:pt x="400049" y="392429"/>
                  </a:lnTo>
                  <a:lnTo>
                    <a:pt x="390906" y="401574"/>
                  </a:lnTo>
                  <a:lnTo>
                    <a:pt x="390906" y="411479"/>
                  </a:lnTo>
                  <a:lnTo>
                    <a:pt x="400049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13971" y="3686301"/>
              <a:ext cx="390525" cy="392430"/>
            </a:xfrm>
            <a:custGeom>
              <a:avLst/>
              <a:gdLst/>
              <a:ahLst/>
              <a:cxnLst/>
              <a:rect l="l" t="t" r="r" b="b"/>
              <a:pathLst>
                <a:path w="390525" h="392429">
                  <a:moveTo>
                    <a:pt x="390143" y="392429"/>
                  </a:moveTo>
                  <a:lnTo>
                    <a:pt x="390143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390143" y="39242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04065" y="3676395"/>
              <a:ext cx="410209" cy="411480"/>
            </a:xfrm>
            <a:custGeom>
              <a:avLst/>
              <a:gdLst/>
              <a:ahLst/>
              <a:cxnLst/>
              <a:rect l="l" t="t" r="r" b="b"/>
              <a:pathLst>
                <a:path w="410210" h="411479">
                  <a:moveTo>
                    <a:pt x="409956" y="411479"/>
                  </a:moveTo>
                  <a:lnTo>
                    <a:pt x="409956" y="0"/>
                  </a:lnTo>
                  <a:lnTo>
                    <a:pt x="0" y="0"/>
                  </a:lnTo>
                  <a:lnTo>
                    <a:pt x="0" y="411479"/>
                  </a:lnTo>
                  <a:lnTo>
                    <a:pt x="9905" y="411479"/>
                  </a:lnTo>
                  <a:lnTo>
                    <a:pt x="9905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390906" y="19050"/>
                  </a:lnTo>
                  <a:lnTo>
                    <a:pt x="390906" y="9905"/>
                  </a:lnTo>
                  <a:lnTo>
                    <a:pt x="400049" y="19050"/>
                  </a:lnTo>
                  <a:lnTo>
                    <a:pt x="400049" y="411479"/>
                  </a:lnTo>
                  <a:lnTo>
                    <a:pt x="409956" y="411479"/>
                  </a:lnTo>
                  <a:close/>
                </a:path>
                <a:path w="410210" h="411479">
                  <a:moveTo>
                    <a:pt x="19050" y="19050"/>
                  </a:moveTo>
                  <a:lnTo>
                    <a:pt x="19050" y="9905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410210" h="411479">
                  <a:moveTo>
                    <a:pt x="19050" y="392429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392429"/>
                  </a:lnTo>
                  <a:lnTo>
                    <a:pt x="19050" y="392429"/>
                  </a:lnTo>
                  <a:close/>
                </a:path>
                <a:path w="410210" h="411479">
                  <a:moveTo>
                    <a:pt x="400049" y="392429"/>
                  </a:moveTo>
                  <a:lnTo>
                    <a:pt x="9905" y="392429"/>
                  </a:lnTo>
                  <a:lnTo>
                    <a:pt x="19050" y="402336"/>
                  </a:lnTo>
                  <a:lnTo>
                    <a:pt x="19050" y="411479"/>
                  </a:lnTo>
                  <a:lnTo>
                    <a:pt x="390906" y="411479"/>
                  </a:lnTo>
                  <a:lnTo>
                    <a:pt x="390906" y="402336"/>
                  </a:lnTo>
                  <a:lnTo>
                    <a:pt x="400049" y="392429"/>
                  </a:lnTo>
                  <a:close/>
                </a:path>
                <a:path w="410210" h="411479">
                  <a:moveTo>
                    <a:pt x="19050" y="411479"/>
                  </a:moveTo>
                  <a:lnTo>
                    <a:pt x="19050" y="402336"/>
                  </a:lnTo>
                  <a:lnTo>
                    <a:pt x="9905" y="392429"/>
                  </a:lnTo>
                  <a:lnTo>
                    <a:pt x="9905" y="411479"/>
                  </a:lnTo>
                  <a:lnTo>
                    <a:pt x="19050" y="411479"/>
                  </a:lnTo>
                  <a:close/>
                </a:path>
                <a:path w="410210" h="411479">
                  <a:moveTo>
                    <a:pt x="400049" y="19050"/>
                  </a:moveTo>
                  <a:lnTo>
                    <a:pt x="390906" y="9905"/>
                  </a:lnTo>
                  <a:lnTo>
                    <a:pt x="390906" y="19050"/>
                  </a:lnTo>
                  <a:lnTo>
                    <a:pt x="400049" y="19050"/>
                  </a:lnTo>
                  <a:close/>
                </a:path>
                <a:path w="410210" h="411479">
                  <a:moveTo>
                    <a:pt x="400049" y="392429"/>
                  </a:moveTo>
                  <a:lnTo>
                    <a:pt x="400049" y="19050"/>
                  </a:lnTo>
                  <a:lnTo>
                    <a:pt x="390906" y="19050"/>
                  </a:lnTo>
                  <a:lnTo>
                    <a:pt x="390906" y="392429"/>
                  </a:lnTo>
                  <a:lnTo>
                    <a:pt x="400049" y="392429"/>
                  </a:lnTo>
                  <a:close/>
                </a:path>
                <a:path w="410210" h="411479">
                  <a:moveTo>
                    <a:pt x="400049" y="411479"/>
                  </a:moveTo>
                  <a:lnTo>
                    <a:pt x="400049" y="392429"/>
                  </a:lnTo>
                  <a:lnTo>
                    <a:pt x="390906" y="402336"/>
                  </a:lnTo>
                  <a:lnTo>
                    <a:pt x="390906" y="411479"/>
                  </a:lnTo>
                  <a:lnTo>
                    <a:pt x="400049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48717" y="2710179"/>
              <a:ext cx="292735" cy="1369060"/>
            </a:xfrm>
            <a:custGeom>
              <a:avLst/>
              <a:gdLst/>
              <a:ahLst/>
              <a:cxnLst/>
              <a:rect l="l" t="t" r="r" b="b"/>
              <a:pathLst>
                <a:path w="292735" h="1369060">
                  <a:moveTo>
                    <a:pt x="292607" y="1368552"/>
                  </a:moveTo>
                  <a:lnTo>
                    <a:pt x="292607" y="0"/>
                  </a:lnTo>
                  <a:lnTo>
                    <a:pt x="0" y="0"/>
                  </a:lnTo>
                  <a:lnTo>
                    <a:pt x="0" y="1368552"/>
                  </a:lnTo>
                  <a:lnTo>
                    <a:pt x="292607" y="1368552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9561" y="2700273"/>
              <a:ext cx="311150" cy="1388110"/>
            </a:xfrm>
            <a:custGeom>
              <a:avLst/>
              <a:gdLst/>
              <a:ahLst/>
              <a:cxnLst/>
              <a:rect l="l" t="t" r="r" b="b"/>
              <a:pathLst>
                <a:path w="311150" h="1388110">
                  <a:moveTo>
                    <a:pt x="310896" y="1387601"/>
                  </a:moveTo>
                  <a:lnTo>
                    <a:pt x="310896" y="0"/>
                  </a:lnTo>
                  <a:lnTo>
                    <a:pt x="0" y="0"/>
                  </a:lnTo>
                  <a:lnTo>
                    <a:pt x="0" y="1387601"/>
                  </a:lnTo>
                  <a:lnTo>
                    <a:pt x="9156" y="1387601"/>
                  </a:lnTo>
                  <a:lnTo>
                    <a:pt x="9156" y="19049"/>
                  </a:lnTo>
                  <a:lnTo>
                    <a:pt x="19050" y="9905"/>
                  </a:lnTo>
                  <a:lnTo>
                    <a:pt x="19050" y="19049"/>
                  </a:lnTo>
                  <a:lnTo>
                    <a:pt x="291858" y="19049"/>
                  </a:lnTo>
                  <a:lnTo>
                    <a:pt x="291858" y="9905"/>
                  </a:lnTo>
                  <a:lnTo>
                    <a:pt x="301752" y="19049"/>
                  </a:lnTo>
                  <a:lnTo>
                    <a:pt x="301752" y="1387601"/>
                  </a:lnTo>
                  <a:lnTo>
                    <a:pt x="310896" y="1387601"/>
                  </a:lnTo>
                  <a:close/>
                </a:path>
                <a:path w="311150" h="1388110">
                  <a:moveTo>
                    <a:pt x="19050" y="19049"/>
                  </a:moveTo>
                  <a:lnTo>
                    <a:pt x="19050" y="9905"/>
                  </a:lnTo>
                  <a:lnTo>
                    <a:pt x="9156" y="19049"/>
                  </a:lnTo>
                  <a:lnTo>
                    <a:pt x="19050" y="19049"/>
                  </a:lnTo>
                  <a:close/>
                </a:path>
                <a:path w="311150" h="1388110">
                  <a:moveTo>
                    <a:pt x="19050" y="1368551"/>
                  </a:moveTo>
                  <a:lnTo>
                    <a:pt x="19050" y="19049"/>
                  </a:lnTo>
                  <a:lnTo>
                    <a:pt x="9156" y="19049"/>
                  </a:lnTo>
                  <a:lnTo>
                    <a:pt x="9156" y="1368551"/>
                  </a:lnTo>
                  <a:lnTo>
                    <a:pt x="19050" y="1368551"/>
                  </a:lnTo>
                  <a:close/>
                </a:path>
                <a:path w="311150" h="1388110">
                  <a:moveTo>
                    <a:pt x="301752" y="1368551"/>
                  </a:moveTo>
                  <a:lnTo>
                    <a:pt x="9156" y="1368551"/>
                  </a:lnTo>
                  <a:lnTo>
                    <a:pt x="19050" y="1378457"/>
                  </a:lnTo>
                  <a:lnTo>
                    <a:pt x="19050" y="1387601"/>
                  </a:lnTo>
                  <a:lnTo>
                    <a:pt x="291858" y="1387601"/>
                  </a:lnTo>
                  <a:lnTo>
                    <a:pt x="291858" y="1378457"/>
                  </a:lnTo>
                  <a:lnTo>
                    <a:pt x="301752" y="1368551"/>
                  </a:lnTo>
                  <a:close/>
                </a:path>
                <a:path w="311150" h="1388110">
                  <a:moveTo>
                    <a:pt x="19050" y="1387601"/>
                  </a:moveTo>
                  <a:lnTo>
                    <a:pt x="19050" y="1378457"/>
                  </a:lnTo>
                  <a:lnTo>
                    <a:pt x="9156" y="1368551"/>
                  </a:lnTo>
                  <a:lnTo>
                    <a:pt x="9156" y="1387601"/>
                  </a:lnTo>
                  <a:lnTo>
                    <a:pt x="19050" y="1387601"/>
                  </a:lnTo>
                  <a:close/>
                </a:path>
                <a:path w="311150" h="1388110">
                  <a:moveTo>
                    <a:pt x="301752" y="19049"/>
                  </a:moveTo>
                  <a:lnTo>
                    <a:pt x="291858" y="9905"/>
                  </a:lnTo>
                  <a:lnTo>
                    <a:pt x="291858" y="19049"/>
                  </a:lnTo>
                  <a:lnTo>
                    <a:pt x="301752" y="19049"/>
                  </a:lnTo>
                  <a:close/>
                </a:path>
                <a:path w="311150" h="1388110">
                  <a:moveTo>
                    <a:pt x="301752" y="1368551"/>
                  </a:moveTo>
                  <a:lnTo>
                    <a:pt x="301752" y="19049"/>
                  </a:lnTo>
                  <a:lnTo>
                    <a:pt x="291858" y="19049"/>
                  </a:lnTo>
                  <a:lnTo>
                    <a:pt x="291858" y="1368551"/>
                  </a:lnTo>
                  <a:lnTo>
                    <a:pt x="301752" y="1368551"/>
                  </a:lnTo>
                  <a:close/>
                </a:path>
                <a:path w="311150" h="1388110">
                  <a:moveTo>
                    <a:pt x="301752" y="1387601"/>
                  </a:moveTo>
                  <a:lnTo>
                    <a:pt x="301752" y="1368551"/>
                  </a:lnTo>
                  <a:lnTo>
                    <a:pt x="291858" y="1378457"/>
                  </a:lnTo>
                  <a:lnTo>
                    <a:pt x="291858" y="1387601"/>
                  </a:lnTo>
                  <a:lnTo>
                    <a:pt x="301752" y="13876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32329" y="3283458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99887" y="3101847"/>
            <a:ext cx="19050" cy="584835"/>
          </a:xfrm>
          <a:custGeom>
            <a:avLst/>
            <a:gdLst/>
            <a:ahLst/>
            <a:cxnLst/>
            <a:rect l="l" t="t" r="r" b="b"/>
            <a:pathLst>
              <a:path w="19050" h="584835">
                <a:moveTo>
                  <a:pt x="19050" y="390906"/>
                </a:moveTo>
                <a:lnTo>
                  <a:pt x="0" y="390906"/>
                </a:lnTo>
                <a:lnTo>
                  <a:pt x="0" y="584454"/>
                </a:lnTo>
                <a:lnTo>
                  <a:pt x="19050" y="584454"/>
                </a:lnTo>
                <a:lnTo>
                  <a:pt x="19050" y="390906"/>
                </a:lnTo>
                <a:close/>
              </a:path>
              <a:path w="19050" h="584835">
                <a:moveTo>
                  <a:pt x="19050" y="0"/>
                </a:moveTo>
                <a:lnTo>
                  <a:pt x="0" y="0"/>
                </a:lnTo>
                <a:lnTo>
                  <a:pt x="0" y="193548"/>
                </a:lnTo>
                <a:lnTo>
                  <a:pt x="19050" y="193548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04135" y="2743200"/>
            <a:ext cx="194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56891" y="3739134"/>
            <a:ext cx="3086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04115" y="3873753"/>
            <a:ext cx="245110" cy="19050"/>
          </a:xfrm>
          <a:custGeom>
            <a:avLst/>
            <a:gdLst/>
            <a:ahLst/>
            <a:cxnLst/>
            <a:rect l="l" t="t" r="r" b="b"/>
            <a:pathLst>
              <a:path w="245110" h="19050">
                <a:moveTo>
                  <a:pt x="244601" y="19050"/>
                </a:moveTo>
                <a:lnTo>
                  <a:pt x="244601" y="0"/>
                </a:lnTo>
                <a:lnTo>
                  <a:pt x="0" y="0"/>
                </a:lnTo>
                <a:lnTo>
                  <a:pt x="0" y="19050"/>
                </a:lnTo>
                <a:lnTo>
                  <a:pt x="24460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162903" y="2841828"/>
            <a:ext cx="252729" cy="1075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10" dirty="0">
                <a:latin typeface="Arial MT"/>
                <a:cs typeface="Arial MT"/>
              </a:rPr>
              <a:t>Memory/Dir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14753" y="2307335"/>
            <a:ext cx="16567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Directory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Node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block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227971" y="4356100"/>
            <a:ext cx="1243330" cy="1530350"/>
            <a:chOff x="3227971" y="4356100"/>
            <a:chExt cx="1243330" cy="1530350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7115" y="4366005"/>
              <a:ext cx="1224534" cy="151104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227971" y="4356100"/>
              <a:ext cx="1243330" cy="1530350"/>
            </a:xfrm>
            <a:custGeom>
              <a:avLst/>
              <a:gdLst/>
              <a:ahLst/>
              <a:cxnLst/>
              <a:rect l="l" t="t" r="r" b="b"/>
              <a:pathLst>
                <a:path w="1243329" h="1530350">
                  <a:moveTo>
                    <a:pt x="1242822" y="1530096"/>
                  </a:moveTo>
                  <a:lnTo>
                    <a:pt x="1242822" y="0"/>
                  </a:lnTo>
                  <a:lnTo>
                    <a:pt x="0" y="0"/>
                  </a:lnTo>
                  <a:lnTo>
                    <a:pt x="0" y="1530096"/>
                  </a:lnTo>
                  <a:lnTo>
                    <a:pt x="9144" y="1530096"/>
                  </a:lnTo>
                  <a:lnTo>
                    <a:pt x="9144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1223772" y="19050"/>
                  </a:lnTo>
                  <a:lnTo>
                    <a:pt x="1223772" y="9905"/>
                  </a:lnTo>
                  <a:lnTo>
                    <a:pt x="1233677" y="19050"/>
                  </a:lnTo>
                  <a:lnTo>
                    <a:pt x="1233678" y="1530096"/>
                  </a:lnTo>
                  <a:lnTo>
                    <a:pt x="1242822" y="1530096"/>
                  </a:lnTo>
                  <a:close/>
                </a:path>
                <a:path w="1243329" h="1530350">
                  <a:moveTo>
                    <a:pt x="19050" y="19050"/>
                  </a:moveTo>
                  <a:lnTo>
                    <a:pt x="19050" y="9905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1243329" h="1530350">
                  <a:moveTo>
                    <a:pt x="19050" y="1511046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1511046"/>
                  </a:lnTo>
                  <a:lnTo>
                    <a:pt x="19050" y="1511046"/>
                  </a:lnTo>
                  <a:close/>
                </a:path>
                <a:path w="1243329" h="1530350">
                  <a:moveTo>
                    <a:pt x="1233678" y="1511046"/>
                  </a:moveTo>
                  <a:lnTo>
                    <a:pt x="9144" y="1511046"/>
                  </a:lnTo>
                  <a:lnTo>
                    <a:pt x="19050" y="1520952"/>
                  </a:lnTo>
                  <a:lnTo>
                    <a:pt x="19050" y="1530096"/>
                  </a:lnTo>
                  <a:lnTo>
                    <a:pt x="1223772" y="1530096"/>
                  </a:lnTo>
                  <a:lnTo>
                    <a:pt x="1223772" y="1520952"/>
                  </a:lnTo>
                  <a:lnTo>
                    <a:pt x="1233678" y="1511046"/>
                  </a:lnTo>
                  <a:close/>
                </a:path>
                <a:path w="1243329" h="1530350">
                  <a:moveTo>
                    <a:pt x="19050" y="1530096"/>
                  </a:moveTo>
                  <a:lnTo>
                    <a:pt x="19050" y="1520952"/>
                  </a:lnTo>
                  <a:lnTo>
                    <a:pt x="9144" y="1511046"/>
                  </a:lnTo>
                  <a:lnTo>
                    <a:pt x="9144" y="1530096"/>
                  </a:lnTo>
                  <a:lnTo>
                    <a:pt x="19050" y="1530096"/>
                  </a:lnTo>
                  <a:close/>
                </a:path>
                <a:path w="1243329" h="1530350">
                  <a:moveTo>
                    <a:pt x="1233677" y="19050"/>
                  </a:moveTo>
                  <a:lnTo>
                    <a:pt x="1223772" y="9905"/>
                  </a:lnTo>
                  <a:lnTo>
                    <a:pt x="1223772" y="19050"/>
                  </a:lnTo>
                  <a:lnTo>
                    <a:pt x="1233677" y="19050"/>
                  </a:lnTo>
                  <a:close/>
                </a:path>
                <a:path w="1243329" h="1530350">
                  <a:moveTo>
                    <a:pt x="1233678" y="1511046"/>
                  </a:moveTo>
                  <a:lnTo>
                    <a:pt x="1233677" y="19050"/>
                  </a:lnTo>
                  <a:lnTo>
                    <a:pt x="1223772" y="19050"/>
                  </a:lnTo>
                  <a:lnTo>
                    <a:pt x="1223772" y="1511046"/>
                  </a:lnTo>
                  <a:lnTo>
                    <a:pt x="1233678" y="1511046"/>
                  </a:lnTo>
                  <a:close/>
                </a:path>
                <a:path w="1243329" h="1530350">
                  <a:moveTo>
                    <a:pt x="1233678" y="1530096"/>
                  </a:moveTo>
                  <a:lnTo>
                    <a:pt x="1233678" y="1511046"/>
                  </a:lnTo>
                  <a:lnTo>
                    <a:pt x="1223772" y="1520952"/>
                  </a:lnTo>
                  <a:lnTo>
                    <a:pt x="1223772" y="1530096"/>
                  </a:lnTo>
                  <a:lnTo>
                    <a:pt x="1233678" y="1530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77323" y="4436872"/>
              <a:ext cx="390525" cy="392430"/>
            </a:xfrm>
            <a:custGeom>
              <a:avLst/>
              <a:gdLst/>
              <a:ahLst/>
              <a:cxnLst/>
              <a:rect l="l" t="t" r="r" b="b"/>
              <a:pathLst>
                <a:path w="390525" h="392429">
                  <a:moveTo>
                    <a:pt x="390143" y="392429"/>
                  </a:moveTo>
                  <a:lnTo>
                    <a:pt x="390143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390143" y="39242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67417" y="4427727"/>
              <a:ext cx="410209" cy="410845"/>
            </a:xfrm>
            <a:custGeom>
              <a:avLst/>
              <a:gdLst/>
              <a:ahLst/>
              <a:cxnLst/>
              <a:rect l="l" t="t" r="r" b="b"/>
              <a:pathLst>
                <a:path w="410210" h="410845">
                  <a:moveTo>
                    <a:pt x="409956" y="410718"/>
                  </a:moveTo>
                  <a:lnTo>
                    <a:pt x="409956" y="0"/>
                  </a:lnTo>
                  <a:lnTo>
                    <a:pt x="0" y="0"/>
                  </a:lnTo>
                  <a:lnTo>
                    <a:pt x="0" y="410718"/>
                  </a:lnTo>
                  <a:lnTo>
                    <a:pt x="9905" y="410718"/>
                  </a:lnTo>
                  <a:lnTo>
                    <a:pt x="9905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90905" y="19050"/>
                  </a:lnTo>
                  <a:lnTo>
                    <a:pt x="390905" y="9144"/>
                  </a:lnTo>
                  <a:lnTo>
                    <a:pt x="400050" y="19050"/>
                  </a:lnTo>
                  <a:lnTo>
                    <a:pt x="400050" y="410718"/>
                  </a:lnTo>
                  <a:lnTo>
                    <a:pt x="409956" y="410718"/>
                  </a:lnTo>
                  <a:close/>
                </a:path>
                <a:path w="410210" h="410845">
                  <a:moveTo>
                    <a:pt x="19050" y="19050"/>
                  </a:moveTo>
                  <a:lnTo>
                    <a:pt x="19050" y="9144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410210" h="410845">
                  <a:moveTo>
                    <a:pt x="19050" y="391668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391668"/>
                  </a:lnTo>
                  <a:lnTo>
                    <a:pt x="19050" y="391668"/>
                  </a:lnTo>
                  <a:close/>
                </a:path>
                <a:path w="410210" h="410845">
                  <a:moveTo>
                    <a:pt x="400050" y="391668"/>
                  </a:moveTo>
                  <a:lnTo>
                    <a:pt x="9905" y="391668"/>
                  </a:lnTo>
                  <a:lnTo>
                    <a:pt x="19050" y="401574"/>
                  </a:lnTo>
                  <a:lnTo>
                    <a:pt x="19050" y="410718"/>
                  </a:lnTo>
                  <a:lnTo>
                    <a:pt x="390905" y="410718"/>
                  </a:lnTo>
                  <a:lnTo>
                    <a:pt x="390905" y="401574"/>
                  </a:lnTo>
                  <a:lnTo>
                    <a:pt x="400050" y="391668"/>
                  </a:lnTo>
                  <a:close/>
                </a:path>
                <a:path w="410210" h="410845">
                  <a:moveTo>
                    <a:pt x="19050" y="410718"/>
                  </a:moveTo>
                  <a:lnTo>
                    <a:pt x="19050" y="401574"/>
                  </a:lnTo>
                  <a:lnTo>
                    <a:pt x="9905" y="391668"/>
                  </a:lnTo>
                  <a:lnTo>
                    <a:pt x="9905" y="410718"/>
                  </a:lnTo>
                  <a:lnTo>
                    <a:pt x="19050" y="410718"/>
                  </a:lnTo>
                  <a:close/>
                </a:path>
                <a:path w="410210" h="410845">
                  <a:moveTo>
                    <a:pt x="400050" y="19050"/>
                  </a:moveTo>
                  <a:lnTo>
                    <a:pt x="390905" y="9144"/>
                  </a:lnTo>
                  <a:lnTo>
                    <a:pt x="390905" y="19050"/>
                  </a:lnTo>
                  <a:lnTo>
                    <a:pt x="400050" y="19050"/>
                  </a:lnTo>
                  <a:close/>
                </a:path>
                <a:path w="410210" h="410845">
                  <a:moveTo>
                    <a:pt x="400050" y="391668"/>
                  </a:moveTo>
                  <a:lnTo>
                    <a:pt x="400050" y="19050"/>
                  </a:lnTo>
                  <a:lnTo>
                    <a:pt x="390905" y="19050"/>
                  </a:lnTo>
                  <a:lnTo>
                    <a:pt x="390905" y="391668"/>
                  </a:lnTo>
                  <a:lnTo>
                    <a:pt x="400050" y="391668"/>
                  </a:lnTo>
                  <a:close/>
                </a:path>
                <a:path w="410210" h="410845">
                  <a:moveTo>
                    <a:pt x="400050" y="410718"/>
                  </a:moveTo>
                  <a:lnTo>
                    <a:pt x="400050" y="391668"/>
                  </a:lnTo>
                  <a:lnTo>
                    <a:pt x="390905" y="401574"/>
                  </a:lnTo>
                  <a:lnTo>
                    <a:pt x="390905" y="410718"/>
                  </a:lnTo>
                  <a:lnTo>
                    <a:pt x="400050" y="4107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72573" y="5024373"/>
              <a:ext cx="200025" cy="187960"/>
            </a:xfrm>
            <a:custGeom>
              <a:avLst/>
              <a:gdLst/>
              <a:ahLst/>
              <a:cxnLst/>
              <a:rect l="l" t="t" r="r" b="b"/>
              <a:pathLst>
                <a:path w="200025" h="187960">
                  <a:moveTo>
                    <a:pt x="199644" y="187451"/>
                  </a:moveTo>
                  <a:lnTo>
                    <a:pt x="199644" y="0"/>
                  </a:lnTo>
                  <a:lnTo>
                    <a:pt x="0" y="0"/>
                  </a:lnTo>
                  <a:lnTo>
                    <a:pt x="0" y="187451"/>
                  </a:lnTo>
                  <a:lnTo>
                    <a:pt x="199644" y="187451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62667" y="5015230"/>
              <a:ext cx="219710" cy="207010"/>
            </a:xfrm>
            <a:custGeom>
              <a:avLst/>
              <a:gdLst/>
              <a:ahLst/>
              <a:cxnLst/>
              <a:rect l="l" t="t" r="r" b="b"/>
              <a:pathLst>
                <a:path w="219710" h="207010">
                  <a:moveTo>
                    <a:pt x="219456" y="206501"/>
                  </a:moveTo>
                  <a:lnTo>
                    <a:pt x="219456" y="0"/>
                  </a:lnTo>
                  <a:lnTo>
                    <a:pt x="0" y="0"/>
                  </a:lnTo>
                  <a:lnTo>
                    <a:pt x="0" y="206501"/>
                  </a:lnTo>
                  <a:lnTo>
                    <a:pt x="9905" y="206501"/>
                  </a:lnTo>
                  <a:lnTo>
                    <a:pt x="9905" y="19049"/>
                  </a:lnTo>
                  <a:lnTo>
                    <a:pt x="19050" y="9143"/>
                  </a:lnTo>
                  <a:lnTo>
                    <a:pt x="19050" y="19049"/>
                  </a:lnTo>
                  <a:lnTo>
                    <a:pt x="200405" y="19049"/>
                  </a:lnTo>
                  <a:lnTo>
                    <a:pt x="200405" y="9143"/>
                  </a:lnTo>
                  <a:lnTo>
                    <a:pt x="209550" y="19049"/>
                  </a:lnTo>
                  <a:lnTo>
                    <a:pt x="209550" y="206501"/>
                  </a:lnTo>
                  <a:lnTo>
                    <a:pt x="219456" y="206501"/>
                  </a:lnTo>
                  <a:close/>
                </a:path>
                <a:path w="219710" h="207010">
                  <a:moveTo>
                    <a:pt x="19050" y="19049"/>
                  </a:moveTo>
                  <a:lnTo>
                    <a:pt x="19050" y="9143"/>
                  </a:lnTo>
                  <a:lnTo>
                    <a:pt x="9905" y="19049"/>
                  </a:lnTo>
                  <a:lnTo>
                    <a:pt x="19050" y="19049"/>
                  </a:lnTo>
                  <a:close/>
                </a:path>
                <a:path w="219710" h="207010">
                  <a:moveTo>
                    <a:pt x="19050" y="187451"/>
                  </a:moveTo>
                  <a:lnTo>
                    <a:pt x="19050" y="19049"/>
                  </a:lnTo>
                  <a:lnTo>
                    <a:pt x="9905" y="19049"/>
                  </a:lnTo>
                  <a:lnTo>
                    <a:pt x="9905" y="187451"/>
                  </a:lnTo>
                  <a:lnTo>
                    <a:pt x="19050" y="187451"/>
                  </a:lnTo>
                  <a:close/>
                </a:path>
                <a:path w="219710" h="207010">
                  <a:moveTo>
                    <a:pt x="209550" y="187451"/>
                  </a:moveTo>
                  <a:lnTo>
                    <a:pt x="9905" y="187451"/>
                  </a:lnTo>
                  <a:lnTo>
                    <a:pt x="19050" y="196595"/>
                  </a:lnTo>
                  <a:lnTo>
                    <a:pt x="19050" y="206501"/>
                  </a:lnTo>
                  <a:lnTo>
                    <a:pt x="200405" y="206501"/>
                  </a:lnTo>
                  <a:lnTo>
                    <a:pt x="200405" y="196595"/>
                  </a:lnTo>
                  <a:lnTo>
                    <a:pt x="209550" y="187451"/>
                  </a:lnTo>
                  <a:close/>
                </a:path>
                <a:path w="219710" h="207010">
                  <a:moveTo>
                    <a:pt x="19050" y="206501"/>
                  </a:moveTo>
                  <a:lnTo>
                    <a:pt x="19050" y="196595"/>
                  </a:lnTo>
                  <a:lnTo>
                    <a:pt x="9905" y="187451"/>
                  </a:lnTo>
                  <a:lnTo>
                    <a:pt x="9905" y="206501"/>
                  </a:lnTo>
                  <a:lnTo>
                    <a:pt x="19050" y="206501"/>
                  </a:lnTo>
                  <a:close/>
                </a:path>
                <a:path w="219710" h="207010">
                  <a:moveTo>
                    <a:pt x="209550" y="19049"/>
                  </a:moveTo>
                  <a:lnTo>
                    <a:pt x="200405" y="9143"/>
                  </a:lnTo>
                  <a:lnTo>
                    <a:pt x="200405" y="19049"/>
                  </a:lnTo>
                  <a:lnTo>
                    <a:pt x="209550" y="19049"/>
                  </a:lnTo>
                  <a:close/>
                </a:path>
                <a:path w="219710" h="207010">
                  <a:moveTo>
                    <a:pt x="209550" y="187451"/>
                  </a:moveTo>
                  <a:lnTo>
                    <a:pt x="209550" y="19049"/>
                  </a:lnTo>
                  <a:lnTo>
                    <a:pt x="200405" y="19049"/>
                  </a:lnTo>
                  <a:lnTo>
                    <a:pt x="200405" y="187451"/>
                  </a:lnTo>
                  <a:lnTo>
                    <a:pt x="209550" y="187451"/>
                  </a:lnTo>
                  <a:close/>
                </a:path>
                <a:path w="219710" h="207010">
                  <a:moveTo>
                    <a:pt x="209550" y="206501"/>
                  </a:moveTo>
                  <a:lnTo>
                    <a:pt x="209550" y="187451"/>
                  </a:lnTo>
                  <a:lnTo>
                    <a:pt x="200405" y="196595"/>
                  </a:lnTo>
                  <a:lnTo>
                    <a:pt x="200405" y="206501"/>
                  </a:lnTo>
                  <a:lnTo>
                    <a:pt x="209550" y="206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77323" y="5413755"/>
              <a:ext cx="390525" cy="391795"/>
            </a:xfrm>
            <a:custGeom>
              <a:avLst/>
              <a:gdLst/>
              <a:ahLst/>
              <a:cxnLst/>
              <a:rect l="l" t="t" r="r" b="b"/>
              <a:pathLst>
                <a:path w="390525" h="391795">
                  <a:moveTo>
                    <a:pt x="390144" y="391667"/>
                  </a:moveTo>
                  <a:lnTo>
                    <a:pt x="390143" y="0"/>
                  </a:lnTo>
                  <a:lnTo>
                    <a:pt x="0" y="0"/>
                  </a:lnTo>
                  <a:lnTo>
                    <a:pt x="0" y="391667"/>
                  </a:lnTo>
                  <a:lnTo>
                    <a:pt x="390144" y="391667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67417" y="5403850"/>
              <a:ext cx="410209" cy="411480"/>
            </a:xfrm>
            <a:custGeom>
              <a:avLst/>
              <a:gdLst/>
              <a:ahLst/>
              <a:cxnLst/>
              <a:rect l="l" t="t" r="r" b="b"/>
              <a:pathLst>
                <a:path w="410210" h="411479">
                  <a:moveTo>
                    <a:pt x="409956" y="411479"/>
                  </a:moveTo>
                  <a:lnTo>
                    <a:pt x="409956" y="0"/>
                  </a:lnTo>
                  <a:lnTo>
                    <a:pt x="0" y="0"/>
                  </a:lnTo>
                  <a:lnTo>
                    <a:pt x="0" y="411479"/>
                  </a:lnTo>
                  <a:lnTo>
                    <a:pt x="9906" y="411479"/>
                  </a:lnTo>
                  <a:lnTo>
                    <a:pt x="9905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390905" y="19050"/>
                  </a:lnTo>
                  <a:lnTo>
                    <a:pt x="390905" y="9905"/>
                  </a:lnTo>
                  <a:lnTo>
                    <a:pt x="400050" y="19050"/>
                  </a:lnTo>
                  <a:lnTo>
                    <a:pt x="400050" y="411479"/>
                  </a:lnTo>
                  <a:lnTo>
                    <a:pt x="409956" y="411479"/>
                  </a:lnTo>
                  <a:close/>
                </a:path>
                <a:path w="410210" h="411479">
                  <a:moveTo>
                    <a:pt x="19050" y="19050"/>
                  </a:moveTo>
                  <a:lnTo>
                    <a:pt x="19050" y="9905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410210" h="411479">
                  <a:moveTo>
                    <a:pt x="19050" y="392429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6" y="392429"/>
                  </a:lnTo>
                  <a:lnTo>
                    <a:pt x="19050" y="392429"/>
                  </a:lnTo>
                  <a:close/>
                </a:path>
                <a:path w="410210" h="411479">
                  <a:moveTo>
                    <a:pt x="400050" y="392429"/>
                  </a:moveTo>
                  <a:lnTo>
                    <a:pt x="9906" y="392429"/>
                  </a:lnTo>
                  <a:lnTo>
                    <a:pt x="19050" y="401574"/>
                  </a:lnTo>
                  <a:lnTo>
                    <a:pt x="19050" y="411479"/>
                  </a:lnTo>
                  <a:lnTo>
                    <a:pt x="390906" y="411479"/>
                  </a:lnTo>
                  <a:lnTo>
                    <a:pt x="390906" y="401574"/>
                  </a:lnTo>
                  <a:lnTo>
                    <a:pt x="400050" y="392429"/>
                  </a:lnTo>
                  <a:close/>
                </a:path>
                <a:path w="410210" h="411479">
                  <a:moveTo>
                    <a:pt x="19050" y="411479"/>
                  </a:moveTo>
                  <a:lnTo>
                    <a:pt x="19050" y="401574"/>
                  </a:lnTo>
                  <a:lnTo>
                    <a:pt x="9906" y="392429"/>
                  </a:lnTo>
                  <a:lnTo>
                    <a:pt x="9906" y="411479"/>
                  </a:lnTo>
                  <a:lnTo>
                    <a:pt x="19050" y="411479"/>
                  </a:lnTo>
                  <a:close/>
                </a:path>
                <a:path w="410210" h="411479">
                  <a:moveTo>
                    <a:pt x="400050" y="19050"/>
                  </a:moveTo>
                  <a:lnTo>
                    <a:pt x="390905" y="9905"/>
                  </a:lnTo>
                  <a:lnTo>
                    <a:pt x="390905" y="19050"/>
                  </a:lnTo>
                  <a:lnTo>
                    <a:pt x="400050" y="19050"/>
                  </a:lnTo>
                  <a:close/>
                </a:path>
                <a:path w="410210" h="411479">
                  <a:moveTo>
                    <a:pt x="400050" y="392429"/>
                  </a:moveTo>
                  <a:lnTo>
                    <a:pt x="400050" y="19050"/>
                  </a:lnTo>
                  <a:lnTo>
                    <a:pt x="390905" y="19050"/>
                  </a:lnTo>
                  <a:lnTo>
                    <a:pt x="390906" y="392429"/>
                  </a:lnTo>
                  <a:lnTo>
                    <a:pt x="400050" y="392429"/>
                  </a:lnTo>
                  <a:close/>
                </a:path>
                <a:path w="410210" h="411479">
                  <a:moveTo>
                    <a:pt x="400050" y="411479"/>
                  </a:moveTo>
                  <a:lnTo>
                    <a:pt x="400050" y="392429"/>
                  </a:lnTo>
                  <a:lnTo>
                    <a:pt x="390906" y="401574"/>
                  </a:lnTo>
                  <a:lnTo>
                    <a:pt x="390906" y="411479"/>
                  </a:lnTo>
                  <a:lnTo>
                    <a:pt x="400050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12069" y="4436872"/>
              <a:ext cx="292100" cy="1369060"/>
            </a:xfrm>
            <a:custGeom>
              <a:avLst/>
              <a:gdLst/>
              <a:ahLst/>
              <a:cxnLst/>
              <a:rect l="l" t="t" r="r" b="b"/>
              <a:pathLst>
                <a:path w="292100" h="1369060">
                  <a:moveTo>
                    <a:pt x="291846" y="1368552"/>
                  </a:moveTo>
                  <a:lnTo>
                    <a:pt x="291846" y="0"/>
                  </a:lnTo>
                  <a:lnTo>
                    <a:pt x="0" y="0"/>
                  </a:lnTo>
                  <a:lnTo>
                    <a:pt x="0" y="1368552"/>
                  </a:lnTo>
                  <a:lnTo>
                    <a:pt x="291846" y="1368552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02925" y="4427727"/>
              <a:ext cx="311150" cy="1388110"/>
            </a:xfrm>
            <a:custGeom>
              <a:avLst/>
              <a:gdLst/>
              <a:ahLst/>
              <a:cxnLst/>
              <a:rect l="l" t="t" r="r" b="b"/>
              <a:pathLst>
                <a:path w="311150" h="1388110">
                  <a:moveTo>
                    <a:pt x="310896" y="1387602"/>
                  </a:moveTo>
                  <a:lnTo>
                    <a:pt x="310896" y="0"/>
                  </a:lnTo>
                  <a:lnTo>
                    <a:pt x="0" y="0"/>
                  </a:lnTo>
                  <a:lnTo>
                    <a:pt x="0" y="1387602"/>
                  </a:lnTo>
                  <a:lnTo>
                    <a:pt x="9144" y="1387602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291846" y="19050"/>
                  </a:lnTo>
                  <a:lnTo>
                    <a:pt x="291846" y="9144"/>
                  </a:lnTo>
                  <a:lnTo>
                    <a:pt x="300990" y="19050"/>
                  </a:lnTo>
                  <a:lnTo>
                    <a:pt x="300990" y="1387602"/>
                  </a:lnTo>
                  <a:lnTo>
                    <a:pt x="310896" y="1387602"/>
                  </a:lnTo>
                  <a:close/>
                </a:path>
                <a:path w="311150" h="1388110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311150" h="1388110">
                  <a:moveTo>
                    <a:pt x="19050" y="1368552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1368552"/>
                  </a:lnTo>
                  <a:lnTo>
                    <a:pt x="19050" y="1368552"/>
                  </a:lnTo>
                  <a:close/>
                </a:path>
                <a:path w="311150" h="1388110">
                  <a:moveTo>
                    <a:pt x="300990" y="1368552"/>
                  </a:moveTo>
                  <a:lnTo>
                    <a:pt x="9144" y="1368552"/>
                  </a:lnTo>
                  <a:lnTo>
                    <a:pt x="19050" y="1377696"/>
                  </a:lnTo>
                  <a:lnTo>
                    <a:pt x="19050" y="1387602"/>
                  </a:lnTo>
                  <a:lnTo>
                    <a:pt x="291846" y="1387602"/>
                  </a:lnTo>
                  <a:lnTo>
                    <a:pt x="291846" y="1377696"/>
                  </a:lnTo>
                  <a:lnTo>
                    <a:pt x="300990" y="1368552"/>
                  </a:lnTo>
                  <a:close/>
                </a:path>
                <a:path w="311150" h="1388110">
                  <a:moveTo>
                    <a:pt x="19050" y="1387602"/>
                  </a:moveTo>
                  <a:lnTo>
                    <a:pt x="19050" y="1377696"/>
                  </a:lnTo>
                  <a:lnTo>
                    <a:pt x="9144" y="1368552"/>
                  </a:lnTo>
                  <a:lnTo>
                    <a:pt x="9144" y="1387602"/>
                  </a:lnTo>
                  <a:lnTo>
                    <a:pt x="19050" y="1387602"/>
                  </a:lnTo>
                  <a:close/>
                </a:path>
                <a:path w="311150" h="1388110">
                  <a:moveTo>
                    <a:pt x="300990" y="19050"/>
                  </a:moveTo>
                  <a:lnTo>
                    <a:pt x="291846" y="9144"/>
                  </a:lnTo>
                  <a:lnTo>
                    <a:pt x="291846" y="19050"/>
                  </a:lnTo>
                  <a:lnTo>
                    <a:pt x="300990" y="19050"/>
                  </a:lnTo>
                  <a:close/>
                </a:path>
                <a:path w="311150" h="1388110">
                  <a:moveTo>
                    <a:pt x="300990" y="1368552"/>
                  </a:moveTo>
                  <a:lnTo>
                    <a:pt x="300990" y="19050"/>
                  </a:lnTo>
                  <a:lnTo>
                    <a:pt x="291846" y="19050"/>
                  </a:lnTo>
                  <a:lnTo>
                    <a:pt x="291846" y="1368552"/>
                  </a:lnTo>
                  <a:lnTo>
                    <a:pt x="300990" y="1368552"/>
                  </a:lnTo>
                  <a:close/>
                </a:path>
                <a:path w="311150" h="1388110">
                  <a:moveTo>
                    <a:pt x="300990" y="1387602"/>
                  </a:moveTo>
                  <a:lnTo>
                    <a:pt x="300990" y="1368552"/>
                  </a:lnTo>
                  <a:lnTo>
                    <a:pt x="291846" y="1377696"/>
                  </a:lnTo>
                  <a:lnTo>
                    <a:pt x="291846" y="1387602"/>
                  </a:lnTo>
                  <a:lnTo>
                    <a:pt x="300990" y="138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495681" y="5010911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562489" y="4829301"/>
            <a:ext cx="19050" cy="584835"/>
          </a:xfrm>
          <a:custGeom>
            <a:avLst/>
            <a:gdLst/>
            <a:ahLst/>
            <a:cxnLst/>
            <a:rect l="l" t="t" r="r" b="b"/>
            <a:pathLst>
              <a:path w="19050" h="584835">
                <a:moveTo>
                  <a:pt x="19050" y="390144"/>
                </a:moveTo>
                <a:lnTo>
                  <a:pt x="0" y="390144"/>
                </a:lnTo>
                <a:lnTo>
                  <a:pt x="0" y="584466"/>
                </a:lnTo>
                <a:lnTo>
                  <a:pt x="19050" y="584466"/>
                </a:lnTo>
                <a:lnTo>
                  <a:pt x="19050" y="390144"/>
                </a:lnTo>
                <a:close/>
              </a:path>
              <a:path w="19050" h="584835">
                <a:moveTo>
                  <a:pt x="19050" y="0"/>
                </a:moveTo>
                <a:lnTo>
                  <a:pt x="0" y="0"/>
                </a:lnTo>
                <a:lnTo>
                  <a:pt x="0" y="193548"/>
                </a:lnTo>
                <a:lnTo>
                  <a:pt x="19050" y="193548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67487" y="4470653"/>
            <a:ext cx="194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767467" y="5600446"/>
            <a:ext cx="245110" cy="19050"/>
          </a:xfrm>
          <a:custGeom>
            <a:avLst/>
            <a:gdLst/>
            <a:ahLst/>
            <a:cxnLst/>
            <a:rect l="l" t="t" r="r" b="b"/>
            <a:pathLst>
              <a:path w="245110" h="19050">
                <a:moveTo>
                  <a:pt x="244601" y="19050"/>
                </a:moveTo>
                <a:lnTo>
                  <a:pt x="244601" y="0"/>
                </a:lnTo>
                <a:lnTo>
                  <a:pt x="0" y="0"/>
                </a:lnTo>
                <a:lnTo>
                  <a:pt x="0" y="19050"/>
                </a:lnTo>
                <a:lnTo>
                  <a:pt x="24460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026255" y="4569281"/>
            <a:ext cx="252729" cy="1075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10" dirty="0">
                <a:latin typeface="Arial MT"/>
                <a:cs typeface="Arial MT"/>
              </a:rPr>
              <a:t>Memory/Dir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161163" y="5466588"/>
            <a:ext cx="1393825" cy="64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CA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200" dirty="0">
                <a:latin typeface="Arial MT"/>
                <a:cs typeface="Arial MT"/>
              </a:rPr>
              <a:t>Node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dirty</a:t>
            </a:r>
            <a:r>
              <a:rPr sz="1200" spc="-20" dirty="0">
                <a:latin typeface="Arial MT"/>
                <a:cs typeface="Arial MT"/>
              </a:rPr>
              <a:t> copy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30555" y="2162556"/>
            <a:ext cx="1092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Read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request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directory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831731" y="2195829"/>
            <a:ext cx="2377440" cy="614680"/>
            <a:chOff x="2831731" y="2195829"/>
            <a:chExt cx="2377440" cy="614680"/>
          </a:xfrm>
        </p:grpSpPr>
        <p:sp>
          <p:nvSpPr>
            <p:cNvPr id="59" name="object 59"/>
            <p:cNvSpPr/>
            <p:nvPr/>
          </p:nvSpPr>
          <p:spPr>
            <a:xfrm>
              <a:off x="2831731" y="2483103"/>
              <a:ext cx="2377440" cy="327025"/>
            </a:xfrm>
            <a:custGeom>
              <a:avLst/>
              <a:gdLst/>
              <a:ahLst/>
              <a:cxnLst/>
              <a:rect l="l" t="t" r="r" b="b"/>
              <a:pathLst>
                <a:path w="2377440" h="327025">
                  <a:moveTo>
                    <a:pt x="2303156" y="279651"/>
                  </a:moveTo>
                  <a:lnTo>
                    <a:pt x="2286" y="0"/>
                  </a:lnTo>
                  <a:lnTo>
                    <a:pt x="0" y="19050"/>
                  </a:lnTo>
                  <a:lnTo>
                    <a:pt x="2300848" y="298698"/>
                  </a:lnTo>
                  <a:lnTo>
                    <a:pt x="2303156" y="279651"/>
                  </a:lnTo>
                  <a:close/>
                </a:path>
                <a:path w="2377440" h="327025">
                  <a:moveTo>
                    <a:pt x="2315718" y="320279"/>
                  </a:moveTo>
                  <a:lnTo>
                    <a:pt x="2315718" y="281177"/>
                  </a:lnTo>
                  <a:lnTo>
                    <a:pt x="2313432" y="300227"/>
                  </a:lnTo>
                  <a:lnTo>
                    <a:pt x="2300848" y="298698"/>
                  </a:lnTo>
                  <a:lnTo>
                    <a:pt x="2297430" y="326897"/>
                  </a:lnTo>
                  <a:lnTo>
                    <a:pt x="2315718" y="320279"/>
                  </a:lnTo>
                  <a:close/>
                </a:path>
                <a:path w="2377440" h="327025">
                  <a:moveTo>
                    <a:pt x="2315718" y="281177"/>
                  </a:moveTo>
                  <a:lnTo>
                    <a:pt x="2303156" y="279651"/>
                  </a:lnTo>
                  <a:lnTo>
                    <a:pt x="2300848" y="298698"/>
                  </a:lnTo>
                  <a:lnTo>
                    <a:pt x="2313432" y="300227"/>
                  </a:lnTo>
                  <a:lnTo>
                    <a:pt x="2315718" y="281177"/>
                  </a:lnTo>
                  <a:close/>
                </a:path>
                <a:path w="2377440" h="327025">
                  <a:moveTo>
                    <a:pt x="2377440" y="297941"/>
                  </a:moveTo>
                  <a:lnTo>
                    <a:pt x="2306574" y="251459"/>
                  </a:lnTo>
                  <a:lnTo>
                    <a:pt x="2303156" y="279651"/>
                  </a:lnTo>
                  <a:lnTo>
                    <a:pt x="2315718" y="281177"/>
                  </a:lnTo>
                  <a:lnTo>
                    <a:pt x="2315718" y="320279"/>
                  </a:lnTo>
                  <a:lnTo>
                    <a:pt x="2377440" y="297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64547" y="2204973"/>
              <a:ext cx="284480" cy="294640"/>
            </a:xfrm>
            <a:custGeom>
              <a:avLst/>
              <a:gdLst/>
              <a:ahLst/>
              <a:cxnLst/>
              <a:rect l="l" t="t" r="r" b="b"/>
              <a:pathLst>
                <a:path w="284479" h="294639">
                  <a:moveTo>
                    <a:pt x="284225" y="294131"/>
                  </a:moveTo>
                  <a:lnTo>
                    <a:pt x="284225" y="0"/>
                  </a:lnTo>
                  <a:lnTo>
                    <a:pt x="0" y="0"/>
                  </a:lnTo>
                  <a:lnTo>
                    <a:pt x="0" y="294131"/>
                  </a:lnTo>
                  <a:lnTo>
                    <a:pt x="284225" y="294131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54641" y="2195829"/>
              <a:ext cx="303530" cy="312420"/>
            </a:xfrm>
            <a:custGeom>
              <a:avLst/>
              <a:gdLst/>
              <a:ahLst/>
              <a:cxnLst/>
              <a:rect l="l" t="t" r="r" b="b"/>
              <a:pathLst>
                <a:path w="303529" h="312419">
                  <a:moveTo>
                    <a:pt x="303275" y="312419"/>
                  </a:moveTo>
                  <a:lnTo>
                    <a:pt x="303275" y="0"/>
                  </a:lnTo>
                  <a:lnTo>
                    <a:pt x="0" y="0"/>
                  </a:lnTo>
                  <a:lnTo>
                    <a:pt x="0" y="312419"/>
                  </a:lnTo>
                  <a:lnTo>
                    <a:pt x="9905" y="312419"/>
                  </a:lnTo>
                  <a:lnTo>
                    <a:pt x="9905" y="19050"/>
                  </a:lnTo>
                  <a:lnTo>
                    <a:pt x="19050" y="9143"/>
                  </a:lnTo>
                  <a:lnTo>
                    <a:pt x="19050" y="19050"/>
                  </a:lnTo>
                  <a:lnTo>
                    <a:pt x="284225" y="19050"/>
                  </a:lnTo>
                  <a:lnTo>
                    <a:pt x="284225" y="9143"/>
                  </a:lnTo>
                  <a:lnTo>
                    <a:pt x="294131" y="19050"/>
                  </a:lnTo>
                  <a:lnTo>
                    <a:pt x="294131" y="312419"/>
                  </a:lnTo>
                  <a:lnTo>
                    <a:pt x="303275" y="312419"/>
                  </a:lnTo>
                  <a:close/>
                </a:path>
                <a:path w="303529" h="312419">
                  <a:moveTo>
                    <a:pt x="19050" y="19050"/>
                  </a:moveTo>
                  <a:lnTo>
                    <a:pt x="19050" y="9143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303529" h="312419">
                  <a:moveTo>
                    <a:pt x="19050" y="293369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293369"/>
                  </a:lnTo>
                  <a:lnTo>
                    <a:pt x="19050" y="293369"/>
                  </a:lnTo>
                  <a:close/>
                </a:path>
                <a:path w="303529" h="312419">
                  <a:moveTo>
                    <a:pt x="294131" y="293369"/>
                  </a:moveTo>
                  <a:lnTo>
                    <a:pt x="9905" y="293369"/>
                  </a:lnTo>
                  <a:lnTo>
                    <a:pt x="19050" y="303275"/>
                  </a:lnTo>
                  <a:lnTo>
                    <a:pt x="19050" y="312419"/>
                  </a:lnTo>
                  <a:lnTo>
                    <a:pt x="284225" y="312419"/>
                  </a:lnTo>
                  <a:lnTo>
                    <a:pt x="284225" y="303275"/>
                  </a:lnTo>
                  <a:lnTo>
                    <a:pt x="294131" y="293369"/>
                  </a:lnTo>
                  <a:close/>
                </a:path>
                <a:path w="303529" h="312419">
                  <a:moveTo>
                    <a:pt x="19050" y="312419"/>
                  </a:moveTo>
                  <a:lnTo>
                    <a:pt x="19050" y="303275"/>
                  </a:lnTo>
                  <a:lnTo>
                    <a:pt x="9905" y="293369"/>
                  </a:lnTo>
                  <a:lnTo>
                    <a:pt x="9905" y="312419"/>
                  </a:lnTo>
                  <a:lnTo>
                    <a:pt x="19050" y="312419"/>
                  </a:lnTo>
                  <a:close/>
                </a:path>
                <a:path w="303529" h="312419">
                  <a:moveTo>
                    <a:pt x="294131" y="19050"/>
                  </a:moveTo>
                  <a:lnTo>
                    <a:pt x="284225" y="9143"/>
                  </a:lnTo>
                  <a:lnTo>
                    <a:pt x="284225" y="19050"/>
                  </a:lnTo>
                  <a:lnTo>
                    <a:pt x="294131" y="19050"/>
                  </a:lnTo>
                  <a:close/>
                </a:path>
                <a:path w="303529" h="312419">
                  <a:moveTo>
                    <a:pt x="294131" y="293369"/>
                  </a:moveTo>
                  <a:lnTo>
                    <a:pt x="294131" y="19050"/>
                  </a:lnTo>
                  <a:lnTo>
                    <a:pt x="284225" y="19050"/>
                  </a:lnTo>
                  <a:lnTo>
                    <a:pt x="284225" y="293369"/>
                  </a:lnTo>
                  <a:lnTo>
                    <a:pt x="294131" y="293369"/>
                  </a:lnTo>
                  <a:close/>
                </a:path>
                <a:path w="303529" h="312419">
                  <a:moveTo>
                    <a:pt x="294131" y="312419"/>
                  </a:moveTo>
                  <a:lnTo>
                    <a:pt x="294131" y="293369"/>
                  </a:lnTo>
                  <a:lnTo>
                    <a:pt x="284225" y="303275"/>
                  </a:lnTo>
                  <a:lnTo>
                    <a:pt x="284225" y="312419"/>
                  </a:lnTo>
                  <a:lnTo>
                    <a:pt x="294131" y="3124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360045" y="223418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557403" y="3026663"/>
            <a:ext cx="1188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Response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with </a:t>
            </a:r>
            <a:r>
              <a:rPr sz="1400" dirty="0">
                <a:latin typeface="Arial MT"/>
                <a:cs typeface="Arial MT"/>
              </a:rPr>
              <a:t>owner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identity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832493" y="3059176"/>
            <a:ext cx="2449195" cy="666750"/>
            <a:chOff x="2832493" y="3059176"/>
            <a:chExt cx="2449195" cy="666750"/>
          </a:xfrm>
        </p:grpSpPr>
        <p:sp>
          <p:nvSpPr>
            <p:cNvPr id="65" name="object 65"/>
            <p:cNvSpPr/>
            <p:nvPr/>
          </p:nvSpPr>
          <p:spPr>
            <a:xfrm>
              <a:off x="2832493" y="3331210"/>
              <a:ext cx="2449195" cy="394970"/>
            </a:xfrm>
            <a:custGeom>
              <a:avLst/>
              <a:gdLst/>
              <a:ahLst/>
              <a:cxnLst/>
              <a:rect l="l" t="t" r="r" b="b"/>
              <a:pathLst>
                <a:path w="2449195" h="394970">
                  <a:moveTo>
                    <a:pt x="80771" y="0"/>
                  </a:moveTo>
                  <a:lnTo>
                    <a:pt x="0" y="26669"/>
                  </a:lnTo>
                  <a:lnTo>
                    <a:pt x="61721" y="69607"/>
                  </a:lnTo>
                  <a:lnTo>
                    <a:pt x="61721" y="44957"/>
                  </a:lnTo>
                  <a:lnTo>
                    <a:pt x="64007" y="25907"/>
                  </a:lnTo>
                  <a:lnTo>
                    <a:pt x="76842" y="27790"/>
                  </a:lnTo>
                  <a:lnTo>
                    <a:pt x="80771" y="0"/>
                  </a:lnTo>
                  <a:close/>
                </a:path>
                <a:path w="2449195" h="394970">
                  <a:moveTo>
                    <a:pt x="76842" y="27790"/>
                  </a:moveTo>
                  <a:lnTo>
                    <a:pt x="64007" y="25907"/>
                  </a:lnTo>
                  <a:lnTo>
                    <a:pt x="61721" y="44957"/>
                  </a:lnTo>
                  <a:lnTo>
                    <a:pt x="74156" y="46781"/>
                  </a:lnTo>
                  <a:lnTo>
                    <a:pt x="76842" y="27790"/>
                  </a:lnTo>
                  <a:close/>
                </a:path>
                <a:path w="2449195" h="394970">
                  <a:moveTo>
                    <a:pt x="74156" y="46781"/>
                  </a:moveTo>
                  <a:lnTo>
                    <a:pt x="61721" y="44957"/>
                  </a:lnTo>
                  <a:lnTo>
                    <a:pt x="61721" y="69607"/>
                  </a:lnTo>
                  <a:lnTo>
                    <a:pt x="70104" y="75437"/>
                  </a:lnTo>
                  <a:lnTo>
                    <a:pt x="74156" y="46781"/>
                  </a:lnTo>
                  <a:close/>
                </a:path>
                <a:path w="2449195" h="394970">
                  <a:moveTo>
                    <a:pt x="2449068" y="375665"/>
                  </a:moveTo>
                  <a:lnTo>
                    <a:pt x="76842" y="27790"/>
                  </a:lnTo>
                  <a:lnTo>
                    <a:pt x="74156" y="46781"/>
                  </a:lnTo>
                  <a:lnTo>
                    <a:pt x="2446782" y="394715"/>
                  </a:lnTo>
                  <a:lnTo>
                    <a:pt x="2449068" y="375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192919" y="3069082"/>
              <a:ext cx="284480" cy="293370"/>
            </a:xfrm>
            <a:custGeom>
              <a:avLst/>
              <a:gdLst/>
              <a:ahLst/>
              <a:cxnLst/>
              <a:rect l="l" t="t" r="r" b="b"/>
              <a:pathLst>
                <a:path w="284479" h="293370">
                  <a:moveTo>
                    <a:pt x="284225" y="293370"/>
                  </a:moveTo>
                  <a:lnTo>
                    <a:pt x="284225" y="0"/>
                  </a:lnTo>
                  <a:lnTo>
                    <a:pt x="0" y="0"/>
                  </a:lnTo>
                  <a:lnTo>
                    <a:pt x="0" y="293370"/>
                  </a:lnTo>
                  <a:lnTo>
                    <a:pt x="284225" y="293370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183775" y="3059176"/>
              <a:ext cx="302895" cy="312420"/>
            </a:xfrm>
            <a:custGeom>
              <a:avLst/>
              <a:gdLst/>
              <a:ahLst/>
              <a:cxnLst/>
              <a:rect l="l" t="t" r="r" b="b"/>
              <a:pathLst>
                <a:path w="302895" h="312420">
                  <a:moveTo>
                    <a:pt x="302513" y="312420"/>
                  </a:moveTo>
                  <a:lnTo>
                    <a:pt x="302513" y="0"/>
                  </a:lnTo>
                  <a:lnTo>
                    <a:pt x="0" y="0"/>
                  </a:lnTo>
                  <a:lnTo>
                    <a:pt x="0" y="312420"/>
                  </a:lnTo>
                  <a:lnTo>
                    <a:pt x="9144" y="312420"/>
                  </a:lnTo>
                  <a:lnTo>
                    <a:pt x="9144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283464" y="19050"/>
                  </a:lnTo>
                  <a:lnTo>
                    <a:pt x="283464" y="9906"/>
                  </a:lnTo>
                  <a:lnTo>
                    <a:pt x="293370" y="19050"/>
                  </a:lnTo>
                  <a:lnTo>
                    <a:pt x="293370" y="312420"/>
                  </a:lnTo>
                  <a:lnTo>
                    <a:pt x="302513" y="312420"/>
                  </a:lnTo>
                  <a:close/>
                </a:path>
                <a:path w="302895" h="312420">
                  <a:moveTo>
                    <a:pt x="19050" y="19050"/>
                  </a:moveTo>
                  <a:lnTo>
                    <a:pt x="19050" y="9906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302895" h="312420">
                  <a:moveTo>
                    <a:pt x="19050" y="293370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293370"/>
                  </a:lnTo>
                  <a:lnTo>
                    <a:pt x="19050" y="293370"/>
                  </a:lnTo>
                  <a:close/>
                </a:path>
                <a:path w="302895" h="312420">
                  <a:moveTo>
                    <a:pt x="293370" y="293370"/>
                  </a:moveTo>
                  <a:lnTo>
                    <a:pt x="9144" y="293370"/>
                  </a:lnTo>
                  <a:lnTo>
                    <a:pt x="19050" y="303275"/>
                  </a:lnTo>
                  <a:lnTo>
                    <a:pt x="19050" y="312420"/>
                  </a:lnTo>
                  <a:lnTo>
                    <a:pt x="283464" y="312420"/>
                  </a:lnTo>
                  <a:lnTo>
                    <a:pt x="283464" y="303275"/>
                  </a:lnTo>
                  <a:lnTo>
                    <a:pt x="293370" y="293370"/>
                  </a:lnTo>
                  <a:close/>
                </a:path>
                <a:path w="302895" h="312420">
                  <a:moveTo>
                    <a:pt x="19050" y="312420"/>
                  </a:moveTo>
                  <a:lnTo>
                    <a:pt x="19050" y="303275"/>
                  </a:lnTo>
                  <a:lnTo>
                    <a:pt x="9144" y="293370"/>
                  </a:lnTo>
                  <a:lnTo>
                    <a:pt x="9144" y="312420"/>
                  </a:lnTo>
                  <a:lnTo>
                    <a:pt x="19050" y="312420"/>
                  </a:lnTo>
                  <a:close/>
                </a:path>
                <a:path w="302895" h="312420">
                  <a:moveTo>
                    <a:pt x="293370" y="19050"/>
                  </a:moveTo>
                  <a:lnTo>
                    <a:pt x="283464" y="9906"/>
                  </a:lnTo>
                  <a:lnTo>
                    <a:pt x="283464" y="19050"/>
                  </a:lnTo>
                  <a:lnTo>
                    <a:pt x="293370" y="19050"/>
                  </a:lnTo>
                  <a:close/>
                </a:path>
                <a:path w="302895" h="312420">
                  <a:moveTo>
                    <a:pt x="293370" y="293370"/>
                  </a:moveTo>
                  <a:lnTo>
                    <a:pt x="293370" y="19050"/>
                  </a:lnTo>
                  <a:lnTo>
                    <a:pt x="283464" y="19050"/>
                  </a:lnTo>
                  <a:lnTo>
                    <a:pt x="283464" y="293370"/>
                  </a:lnTo>
                  <a:lnTo>
                    <a:pt x="293370" y="293370"/>
                  </a:lnTo>
                  <a:close/>
                </a:path>
                <a:path w="302895" h="312420">
                  <a:moveTo>
                    <a:pt x="293370" y="312420"/>
                  </a:moveTo>
                  <a:lnTo>
                    <a:pt x="293370" y="293370"/>
                  </a:lnTo>
                  <a:lnTo>
                    <a:pt x="283464" y="303275"/>
                  </a:lnTo>
                  <a:lnTo>
                    <a:pt x="283464" y="312420"/>
                  </a:lnTo>
                  <a:lnTo>
                    <a:pt x="293370" y="312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3289179" y="309829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465209" y="3709923"/>
            <a:ext cx="727710" cy="727075"/>
          </a:xfrm>
          <a:custGeom>
            <a:avLst/>
            <a:gdLst/>
            <a:ahLst/>
            <a:cxnLst/>
            <a:rect l="l" t="t" r="r" b="b"/>
            <a:pathLst>
              <a:path w="727710" h="727075">
                <a:moveTo>
                  <a:pt x="680466" y="666750"/>
                </a:moveTo>
                <a:lnTo>
                  <a:pt x="13716" y="0"/>
                </a:lnTo>
                <a:lnTo>
                  <a:pt x="0" y="12954"/>
                </a:lnTo>
                <a:lnTo>
                  <a:pt x="667131" y="680085"/>
                </a:lnTo>
                <a:lnTo>
                  <a:pt x="680466" y="666750"/>
                </a:lnTo>
                <a:close/>
              </a:path>
              <a:path w="727710" h="727075">
                <a:moveTo>
                  <a:pt x="689610" y="714367"/>
                </a:moveTo>
                <a:lnTo>
                  <a:pt x="689610" y="675894"/>
                </a:lnTo>
                <a:lnTo>
                  <a:pt x="675894" y="688848"/>
                </a:lnTo>
                <a:lnTo>
                  <a:pt x="667131" y="680085"/>
                </a:lnTo>
                <a:lnTo>
                  <a:pt x="646938" y="700278"/>
                </a:lnTo>
                <a:lnTo>
                  <a:pt x="689610" y="714367"/>
                </a:lnTo>
                <a:close/>
              </a:path>
              <a:path w="727710" h="727075">
                <a:moveTo>
                  <a:pt x="689610" y="675894"/>
                </a:moveTo>
                <a:lnTo>
                  <a:pt x="680466" y="666750"/>
                </a:lnTo>
                <a:lnTo>
                  <a:pt x="667131" y="680085"/>
                </a:lnTo>
                <a:lnTo>
                  <a:pt x="675894" y="688848"/>
                </a:lnTo>
                <a:lnTo>
                  <a:pt x="689610" y="675894"/>
                </a:lnTo>
                <a:close/>
              </a:path>
              <a:path w="727710" h="727075">
                <a:moveTo>
                  <a:pt x="727710" y="726948"/>
                </a:moveTo>
                <a:lnTo>
                  <a:pt x="701040" y="646176"/>
                </a:lnTo>
                <a:lnTo>
                  <a:pt x="680466" y="666750"/>
                </a:lnTo>
                <a:lnTo>
                  <a:pt x="689610" y="675894"/>
                </a:lnTo>
                <a:lnTo>
                  <a:pt x="689610" y="714367"/>
                </a:lnTo>
                <a:lnTo>
                  <a:pt x="727710" y="7269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909703" y="3745991"/>
            <a:ext cx="1092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Read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request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owner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536075" y="3846321"/>
            <a:ext cx="302895" cy="313690"/>
            <a:chOff x="2536075" y="3846321"/>
            <a:chExt cx="302895" cy="313690"/>
          </a:xfrm>
        </p:grpSpPr>
        <p:sp>
          <p:nvSpPr>
            <p:cNvPr id="72" name="object 72"/>
            <p:cNvSpPr/>
            <p:nvPr/>
          </p:nvSpPr>
          <p:spPr>
            <a:xfrm>
              <a:off x="2545219" y="3856227"/>
              <a:ext cx="284480" cy="293370"/>
            </a:xfrm>
            <a:custGeom>
              <a:avLst/>
              <a:gdLst/>
              <a:ahLst/>
              <a:cxnLst/>
              <a:rect l="l" t="t" r="r" b="b"/>
              <a:pathLst>
                <a:path w="284480" h="293370">
                  <a:moveTo>
                    <a:pt x="284225" y="293370"/>
                  </a:moveTo>
                  <a:lnTo>
                    <a:pt x="284225" y="0"/>
                  </a:lnTo>
                  <a:lnTo>
                    <a:pt x="0" y="0"/>
                  </a:lnTo>
                  <a:lnTo>
                    <a:pt x="0" y="293370"/>
                  </a:lnTo>
                  <a:lnTo>
                    <a:pt x="284225" y="293370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36075" y="3846321"/>
              <a:ext cx="302895" cy="313690"/>
            </a:xfrm>
            <a:custGeom>
              <a:avLst/>
              <a:gdLst/>
              <a:ahLst/>
              <a:cxnLst/>
              <a:rect l="l" t="t" r="r" b="b"/>
              <a:pathLst>
                <a:path w="302894" h="313689">
                  <a:moveTo>
                    <a:pt x="302513" y="313182"/>
                  </a:moveTo>
                  <a:lnTo>
                    <a:pt x="302513" y="0"/>
                  </a:lnTo>
                  <a:lnTo>
                    <a:pt x="0" y="0"/>
                  </a:lnTo>
                  <a:lnTo>
                    <a:pt x="0" y="313182"/>
                  </a:lnTo>
                  <a:lnTo>
                    <a:pt x="9144" y="313182"/>
                  </a:lnTo>
                  <a:lnTo>
                    <a:pt x="9144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283464" y="19050"/>
                  </a:lnTo>
                  <a:lnTo>
                    <a:pt x="283464" y="9906"/>
                  </a:lnTo>
                  <a:lnTo>
                    <a:pt x="293370" y="19050"/>
                  </a:lnTo>
                  <a:lnTo>
                    <a:pt x="293370" y="313182"/>
                  </a:lnTo>
                  <a:lnTo>
                    <a:pt x="302513" y="313182"/>
                  </a:lnTo>
                  <a:close/>
                </a:path>
                <a:path w="302894" h="313689">
                  <a:moveTo>
                    <a:pt x="19050" y="19050"/>
                  </a:moveTo>
                  <a:lnTo>
                    <a:pt x="19050" y="9906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302894" h="313689">
                  <a:moveTo>
                    <a:pt x="19050" y="294132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294132"/>
                  </a:lnTo>
                  <a:lnTo>
                    <a:pt x="19050" y="294132"/>
                  </a:lnTo>
                  <a:close/>
                </a:path>
                <a:path w="302894" h="313689">
                  <a:moveTo>
                    <a:pt x="293370" y="294132"/>
                  </a:moveTo>
                  <a:lnTo>
                    <a:pt x="9144" y="294132"/>
                  </a:lnTo>
                  <a:lnTo>
                    <a:pt x="19050" y="303276"/>
                  </a:lnTo>
                  <a:lnTo>
                    <a:pt x="19050" y="313182"/>
                  </a:lnTo>
                  <a:lnTo>
                    <a:pt x="283464" y="313182"/>
                  </a:lnTo>
                  <a:lnTo>
                    <a:pt x="283464" y="303276"/>
                  </a:lnTo>
                  <a:lnTo>
                    <a:pt x="293370" y="294132"/>
                  </a:lnTo>
                  <a:close/>
                </a:path>
                <a:path w="302894" h="313689">
                  <a:moveTo>
                    <a:pt x="19050" y="313182"/>
                  </a:moveTo>
                  <a:lnTo>
                    <a:pt x="19050" y="303276"/>
                  </a:lnTo>
                  <a:lnTo>
                    <a:pt x="9144" y="294132"/>
                  </a:lnTo>
                  <a:lnTo>
                    <a:pt x="9144" y="313182"/>
                  </a:lnTo>
                  <a:lnTo>
                    <a:pt x="19050" y="313182"/>
                  </a:lnTo>
                  <a:close/>
                </a:path>
                <a:path w="302894" h="313689">
                  <a:moveTo>
                    <a:pt x="293370" y="19050"/>
                  </a:moveTo>
                  <a:lnTo>
                    <a:pt x="283464" y="9906"/>
                  </a:lnTo>
                  <a:lnTo>
                    <a:pt x="283464" y="19050"/>
                  </a:lnTo>
                  <a:lnTo>
                    <a:pt x="293370" y="19050"/>
                  </a:lnTo>
                  <a:close/>
                </a:path>
                <a:path w="302894" h="313689">
                  <a:moveTo>
                    <a:pt x="293370" y="294132"/>
                  </a:moveTo>
                  <a:lnTo>
                    <a:pt x="293370" y="19050"/>
                  </a:lnTo>
                  <a:lnTo>
                    <a:pt x="283464" y="19050"/>
                  </a:lnTo>
                  <a:lnTo>
                    <a:pt x="283464" y="294132"/>
                  </a:lnTo>
                  <a:lnTo>
                    <a:pt x="293370" y="294132"/>
                  </a:lnTo>
                  <a:close/>
                </a:path>
                <a:path w="302894" h="313689">
                  <a:moveTo>
                    <a:pt x="293370" y="313182"/>
                  </a:moveTo>
                  <a:lnTo>
                    <a:pt x="293370" y="294132"/>
                  </a:lnTo>
                  <a:lnTo>
                    <a:pt x="283464" y="303276"/>
                  </a:lnTo>
                  <a:lnTo>
                    <a:pt x="283464" y="313182"/>
                  </a:lnTo>
                  <a:lnTo>
                    <a:pt x="293370" y="313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2641479" y="388543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806841" y="3789172"/>
            <a:ext cx="1322070" cy="1446530"/>
            <a:chOff x="1806841" y="3789172"/>
            <a:chExt cx="1322070" cy="1446530"/>
          </a:xfrm>
        </p:grpSpPr>
        <p:sp>
          <p:nvSpPr>
            <p:cNvPr id="76" name="object 76"/>
            <p:cNvSpPr/>
            <p:nvPr/>
          </p:nvSpPr>
          <p:spPr>
            <a:xfrm>
              <a:off x="1895995" y="3789172"/>
              <a:ext cx="1233170" cy="1446530"/>
            </a:xfrm>
            <a:custGeom>
              <a:avLst/>
              <a:gdLst/>
              <a:ahLst/>
              <a:cxnLst/>
              <a:rect l="l" t="t" r="r" b="b"/>
              <a:pathLst>
                <a:path w="1233170" h="1446529">
                  <a:moveTo>
                    <a:pt x="78485" y="33528"/>
                  </a:moveTo>
                  <a:lnTo>
                    <a:pt x="0" y="0"/>
                  </a:lnTo>
                  <a:lnTo>
                    <a:pt x="20574" y="83057"/>
                  </a:lnTo>
                  <a:lnTo>
                    <a:pt x="33528" y="71978"/>
                  </a:lnTo>
                  <a:lnTo>
                    <a:pt x="33528" y="54863"/>
                  </a:lnTo>
                  <a:lnTo>
                    <a:pt x="48006" y="42671"/>
                  </a:lnTo>
                  <a:lnTo>
                    <a:pt x="56345" y="52464"/>
                  </a:lnTo>
                  <a:lnTo>
                    <a:pt x="78485" y="33528"/>
                  </a:lnTo>
                  <a:close/>
                </a:path>
                <a:path w="1233170" h="1446529">
                  <a:moveTo>
                    <a:pt x="56345" y="52464"/>
                  </a:moveTo>
                  <a:lnTo>
                    <a:pt x="48006" y="42671"/>
                  </a:lnTo>
                  <a:lnTo>
                    <a:pt x="33528" y="54863"/>
                  </a:lnTo>
                  <a:lnTo>
                    <a:pt x="41960" y="64766"/>
                  </a:lnTo>
                  <a:lnTo>
                    <a:pt x="56345" y="52464"/>
                  </a:lnTo>
                  <a:close/>
                </a:path>
                <a:path w="1233170" h="1446529">
                  <a:moveTo>
                    <a:pt x="41960" y="64766"/>
                  </a:moveTo>
                  <a:lnTo>
                    <a:pt x="33528" y="54863"/>
                  </a:lnTo>
                  <a:lnTo>
                    <a:pt x="33528" y="71978"/>
                  </a:lnTo>
                  <a:lnTo>
                    <a:pt x="41960" y="64766"/>
                  </a:lnTo>
                  <a:close/>
                </a:path>
                <a:path w="1233170" h="1446529">
                  <a:moveTo>
                    <a:pt x="1232916" y="1434084"/>
                  </a:moveTo>
                  <a:lnTo>
                    <a:pt x="56345" y="52464"/>
                  </a:lnTo>
                  <a:lnTo>
                    <a:pt x="41960" y="64766"/>
                  </a:lnTo>
                  <a:lnTo>
                    <a:pt x="1218438" y="1446276"/>
                  </a:lnTo>
                  <a:lnTo>
                    <a:pt x="1232916" y="14340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816747" y="4288282"/>
              <a:ext cx="368300" cy="293370"/>
            </a:xfrm>
            <a:custGeom>
              <a:avLst/>
              <a:gdLst/>
              <a:ahLst/>
              <a:cxnLst/>
              <a:rect l="l" t="t" r="r" b="b"/>
              <a:pathLst>
                <a:path w="368300" h="293370">
                  <a:moveTo>
                    <a:pt x="368045" y="293370"/>
                  </a:moveTo>
                  <a:lnTo>
                    <a:pt x="368045" y="0"/>
                  </a:lnTo>
                  <a:lnTo>
                    <a:pt x="0" y="0"/>
                  </a:lnTo>
                  <a:lnTo>
                    <a:pt x="0" y="293370"/>
                  </a:lnTo>
                  <a:lnTo>
                    <a:pt x="368045" y="293370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806841" y="4278376"/>
              <a:ext cx="387985" cy="312420"/>
            </a:xfrm>
            <a:custGeom>
              <a:avLst/>
              <a:gdLst/>
              <a:ahLst/>
              <a:cxnLst/>
              <a:rect l="l" t="t" r="r" b="b"/>
              <a:pathLst>
                <a:path w="387985" h="312420">
                  <a:moveTo>
                    <a:pt x="387857" y="312420"/>
                  </a:moveTo>
                  <a:lnTo>
                    <a:pt x="387857" y="0"/>
                  </a:lnTo>
                  <a:lnTo>
                    <a:pt x="0" y="0"/>
                  </a:lnTo>
                  <a:lnTo>
                    <a:pt x="0" y="312420"/>
                  </a:lnTo>
                  <a:lnTo>
                    <a:pt x="9906" y="312420"/>
                  </a:lnTo>
                  <a:lnTo>
                    <a:pt x="9906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368808" y="19050"/>
                  </a:lnTo>
                  <a:lnTo>
                    <a:pt x="368808" y="9906"/>
                  </a:lnTo>
                  <a:lnTo>
                    <a:pt x="377952" y="19050"/>
                  </a:lnTo>
                  <a:lnTo>
                    <a:pt x="377952" y="312420"/>
                  </a:lnTo>
                  <a:lnTo>
                    <a:pt x="387857" y="312420"/>
                  </a:lnTo>
                  <a:close/>
                </a:path>
                <a:path w="387985" h="312420">
                  <a:moveTo>
                    <a:pt x="19050" y="19050"/>
                  </a:moveTo>
                  <a:lnTo>
                    <a:pt x="19050" y="9906"/>
                  </a:lnTo>
                  <a:lnTo>
                    <a:pt x="9906" y="19050"/>
                  </a:lnTo>
                  <a:lnTo>
                    <a:pt x="19050" y="19050"/>
                  </a:lnTo>
                  <a:close/>
                </a:path>
                <a:path w="387985" h="312420">
                  <a:moveTo>
                    <a:pt x="19050" y="293370"/>
                  </a:moveTo>
                  <a:lnTo>
                    <a:pt x="19050" y="19050"/>
                  </a:lnTo>
                  <a:lnTo>
                    <a:pt x="9906" y="19050"/>
                  </a:lnTo>
                  <a:lnTo>
                    <a:pt x="9906" y="293370"/>
                  </a:lnTo>
                  <a:lnTo>
                    <a:pt x="19050" y="293370"/>
                  </a:lnTo>
                  <a:close/>
                </a:path>
                <a:path w="387985" h="312420">
                  <a:moveTo>
                    <a:pt x="377952" y="293370"/>
                  </a:moveTo>
                  <a:lnTo>
                    <a:pt x="9906" y="293370"/>
                  </a:lnTo>
                  <a:lnTo>
                    <a:pt x="19050" y="303275"/>
                  </a:lnTo>
                  <a:lnTo>
                    <a:pt x="19050" y="312420"/>
                  </a:lnTo>
                  <a:lnTo>
                    <a:pt x="368808" y="312420"/>
                  </a:lnTo>
                  <a:lnTo>
                    <a:pt x="368808" y="303275"/>
                  </a:lnTo>
                  <a:lnTo>
                    <a:pt x="377952" y="293370"/>
                  </a:lnTo>
                  <a:close/>
                </a:path>
                <a:path w="387985" h="312420">
                  <a:moveTo>
                    <a:pt x="19050" y="312420"/>
                  </a:moveTo>
                  <a:lnTo>
                    <a:pt x="19050" y="303275"/>
                  </a:lnTo>
                  <a:lnTo>
                    <a:pt x="9906" y="293370"/>
                  </a:lnTo>
                  <a:lnTo>
                    <a:pt x="9906" y="312420"/>
                  </a:lnTo>
                  <a:lnTo>
                    <a:pt x="19050" y="312420"/>
                  </a:lnTo>
                  <a:close/>
                </a:path>
                <a:path w="387985" h="312420">
                  <a:moveTo>
                    <a:pt x="377952" y="19050"/>
                  </a:moveTo>
                  <a:lnTo>
                    <a:pt x="368808" y="9906"/>
                  </a:lnTo>
                  <a:lnTo>
                    <a:pt x="368808" y="19050"/>
                  </a:lnTo>
                  <a:lnTo>
                    <a:pt x="377952" y="19050"/>
                  </a:lnTo>
                  <a:close/>
                </a:path>
                <a:path w="387985" h="312420">
                  <a:moveTo>
                    <a:pt x="377952" y="293370"/>
                  </a:moveTo>
                  <a:lnTo>
                    <a:pt x="377952" y="19050"/>
                  </a:lnTo>
                  <a:lnTo>
                    <a:pt x="368808" y="19050"/>
                  </a:lnTo>
                  <a:lnTo>
                    <a:pt x="368808" y="293370"/>
                  </a:lnTo>
                  <a:lnTo>
                    <a:pt x="377952" y="293370"/>
                  </a:lnTo>
                  <a:close/>
                </a:path>
                <a:path w="387985" h="312420">
                  <a:moveTo>
                    <a:pt x="377952" y="312420"/>
                  </a:moveTo>
                  <a:lnTo>
                    <a:pt x="377952" y="293370"/>
                  </a:lnTo>
                  <a:lnTo>
                    <a:pt x="368808" y="303275"/>
                  </a:lnTo>
                  <a:lnTo>
                    <a:pt x="368808" y="312420"/>
                  </a:lnTo>
                  <a:lnTo>
                    <a:pt x="377952" y="312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685931" y="4222651"/>
            <a:ext cx="902969" cy="62674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844"/>
              </a:spcBef>
            </a:pPr>
            <a:r>
              <a:rPr sz="1200" spc="-25" dirty="0">
                <a:latin typeface="Arial MT"/>
                <a:cs typeface="Arial MT"/>
              </a:rPr>
              <a:t>4a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20" dirty="0">
                <a:latin typeface="Arial MT"/>
                <a:cs typeface="Arial MT"/>
              </a:rPr>
              <a:t> Reply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554613" y="4221226"/>
            <a:ext cx="1159510" cy="1087120"/>
            <a:chOff x="4554613" y="4221226"/>
            <a:chExt cx="1159510" cy="1087120"/>
          </a:xfrm>
        </p:grpSpPr>
        <p:sp>
          <p:nvSpPr>
            <p:cNvPr id="81" name="object 81"/>
            <p:cNvSpPr/>
            <p:nvPr/>
          </p:nvSpPr>
          <p:spPr>
            <a:xfrm>
              <a:off x="4554613" y="4221226"/>
              <a:ext cx="1159510" cy="1087120"/>
            </a:xfrm>
            <a:custGeom>
              <a:avLst/>
              <a:gdLst/>
              <a:ahLst/>
              <a:cxnLst/>
              <a:rect l="l" t="t" r="r" b="b"/>
              <a:pathLst>
                <a:path w="1159510" h="1087120">
                  <a:moveTo>
                    <a:pt x="1110137" y="58947"/>
                  </a:moveTo>
                  <a:lnTo>
                    <a:pt x="1097177" y="45236"/>
                  </a:lnTo>
                  <a:lnTo>
                    <a:pt x="0" y="1072896"/>
                  </a:lnTo>
                  <a:lnTo>
                    <a:pt x="12954" y="1086612"/>
                  </a:lnTo>
                  <a:lnTo>
                    <a:pt x="1110137" y="58947"/>
                  </a:lnTo>
                  <a:close/>
                </a:path>
                <a:path w="1159510" h="1087120">
                  <a:moveTo>
                    <a:pt x="1159002" y="0"/>
                  </a:moveTo>
                  <a:lnTo>
                    <a:pt x="1077468" y="24384"/>
                  </a:lnTo>
                  <a:lnTo>
                    <a:pt x="1097177" y="45236"/>
                  </a:lnTo>
                  <a:lnTo>
                    <a:pt x="1106424" y="36576"/>
                  </a:lnTo>
                  <a:lnTo>
                    <a:pt x="1119378" y="50292"/>
                  </a:lnTo>
                  <a:lnTo>
                    <a:pt x="1119378" y="68723"/>
                  </a:lnTo>
                  <a:lnTo>
                    <a:pt x="1130046" y="80010"/>
                  </a:lnTo>
                  <a:lnTo>
                    <a:pt x="1159002" y="0"/>
                  </a:lnTo>
                  <a:close/>
                </a:path>
                <a:path w="1159510" h="1087120">
                  <a:moveTo>
                    <a:pt x="1119378" y="50292"/>
                  </a:moveTo>
                  <a:lnTo>
                    <a:pt x="1106424" y="36576"/>
                  </a:lnTo>
                  <a:lnTo>
                    <a:pt x="1097177" y="45236"/>
                  </a:lnTo>
                  <a:lnTo>
                    <a:pt x="1110137" y="58947"/>
                  </a:lnTo>
                  <a:lnTo>
                    <a:pt x="1119378" y="50292"/>
                  </a:lnTo>
                  <a:close/>
                </a:path>
                <a:path w="1159510" h="1087120">
                  <a:moveTo>
                    <a:pt x="1119378" y="68723"/>
                  </a:moveTo>
                  <a:lnTo>
                    <a:pt x="1119378" y="50292"/>
                  </a:lnTo>
                  <a:lnTo>
                    <a:pt x="1110137" y="58947"/>
                  </a:lnTo>
                  <a:lnTo>
                    <a:pt x="1119378" y="68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209171" y="4366006"/>
              <a:ext cx="368300" cy="293370"/>
            </a:xfrm>
            <a:custGeom>
              <a:avLst/>
              <a:gdLst/>
              <a:ahLst/>
              <a:cxnLst/>
              <a:rect l="l" t="t" r="r" b="b"/>
              <a:pathLst>
                <a:path w="368300" h="293370">
                  <a:moveTo>
                    <a:pt x="368046" y="293370"/>
                  </a:moveTo>
                  <a:lnTo>
                    <a:pt x="368046" y="0"/>
                  </a:lnTo>
                  <a:lnTo>
                    <a:pt x="0" y="0"/>
                  </a:lnTo>
                  <a:lnTo>
                    <a:pt x="0" y="293370"/>
                  </a:lnTo>
                  <a:lnTo>
                    <a:pt x="368046" y="293370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99265" y="4356100"/>
              <a:ext cx="387985" cy="313690"/>
            </a:xfrm>
            <a:custGeom>
              <a:avLst/>
              <a:gdLst/>
              <a:ahLst/>
              <a:cxnLst/>
              <a:rect l="l" t="t" r="r" b="b"/>
              <a:pathLst>
                <a:path w="387985" h="313689">
                  <a:moveTo>
                    <a:pt x="387858" y="313182"/>
                  </a:moveTo>
                  <a:lnTo>
                    <a:pt x="387858" y="0"/>
                  </a:lnTo>
                  <a:lnTo>
                    <a:pt x="0" y="0"/>
                  </a:lnTo>
                  <a:lnTo>
                    <a:pt x="0" y="313182"/>
                  </a:lnTo>
                  <a:lnTo>
                    <a:pt x="9905" y="313182"/>
                  </a:lnTo>
                  <a:lnTo>
                    <a:pt x="9905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368807" y="19050"/>
                  </a:lnTo>
                  <a:lnTo>
                    <a:pt x="368807" y="9905"/>
                  </a:lnTo>
                  <a:lnTo>
                    <a:pt x="377951" y="19050"/>
                  </a:lnTo>
                  <a:lnTo>
                    <a:pt x="377951" y="313182"/>
                  </a:lnTo>
                  <a:lnTo>
                    <a:pt x="387858" y="313182"/>
                  </a:lnTo>
                  <a:close/>
                </a:path>
                <a:path w="387985" h="313689">
                  <a:moveTo>
                    <a:pt x="19050" y="19050"/>
                  </a:moveTo>
                  <a:lnTo>
                    <a:pt x="19050" y="9905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387985" h="313689">
                  <a:moveTo>
                    <a:pt x="19050" y="294132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294132"/>
                  </a:lnTo>
                  <a:lnTo>
                    <a:pt x="19050" y="294132"/>
                  </a:lnTo>
                  <a:close/>
                </a:path>
                <a:path w="387985" h="313689">
                  <a:moveTo>
                    <a:pt x="377951" y="294132"/>
                  </a:moveTo>
                  <a:lnTo>
                    <a:pt x="9905" y="294132"/>
                  </a:lnTo>
                  <a:lnTo>
                    <a:pt x="19050" y="303275"/>
                  </a:lnTo>
                  <a:lnTo>
                    <a:pt x="19050" y="313182"/>
                  </a:lnTo>
                  <a:lnTo>
                    <a:pt x="368807" y="313182"/>
                  </a:lnTo>
                  <a:lnTo>
                    <a:pt x="368807" y="303275"/>
                  </a:lnTo>
                  <a:lnTo>
                    <a:pt x="377951" y="294132"/>
                  </a:lnTo>
                  <a:close/>
                </a:path>
                <a:path w="387985" h="313689">
                  <a:moveTo>
                    <a:pt x="19050" y="313182"/>
                  </a:moveTo>
                  <a:lnTo>
                    <a:pt x="19050" y="303275"/>
                  </a:lnTo>
                  <a:lnTo>
                    <a:pt x="9905" y="294132"/>
                  </a:lnTo>
                  <a:lnTo>
                    <a:pt x="9905" y="313182"/>
                  </a:lnTo>
                  <a:lnTo>
                    <a:pt x="19050" y="313182"/>
                  </a:lnTo>
                  <a:close/>
                </a:path>
                <a:path w="387985" h="313689">
                  <a:moveTo>
                    <a:pt x="377951" y="19050"/>
                  </a:moveTo>
                  <a:lnTo>
                    <a:pt x="368807" y="9905"/>
                  </a:lnTo>
                  <a:lnTo>
                    <a:pt x="368807" y="19050"/>
                  </a:lnTo>
                  <a:lnTo>
                    <a:pt x="377951" y="19050"/>
                  </a:lnTo>
                  <a:close/>
                </a:path>
                <a:path w="387985" h="313689">
                  <a:moveTo>
                    <a:pt x="377951" y="294132"/>
                  </a:moveTo>
                  <a:lnTo>
                    <a:pt x="377951" y="19050"/>
                  </a:lnTo>
                  <a:lnTo>
                    <a:pt x="368807" y="19050"/>
                  </a:lnTo>
                  <a:lnTo>
                    <a:pt x="368807" y="294132"/>
                  </a:lnTo>
                  <a:lnTo>
                    <a:pt x="377951" y="294132"/>
                  </a:lnTo>
                  <a:close/>
                </a:path>
                <a:path w="387985" h="313689">
                  <a:moveTo>
                    <a:pt x="377951" y="313182"/>
                  </a:moveTo>
                  <a:lnTo>
                    <a:pt x="377951" y="294132"/>
                  </a:lnTo>
                  <a:lnTo>
                    <a:pt x="368807" y="303275"/>
                  </a:lnTo>
                  <a:lnTo>
                    <a:pt x="368807" y="313182"/>
                  </a:lnTo>
                  <a:lnTo>
                    <a:pt x="377951" y="313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214753" y="4305607"/>
            <a:ext cx="1947545" cy="82931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805"/>
              </a:spcBef>
            </a:pPr>
            <a:r>
              <a:rPr sz="1200" spc="-25" dirty="0">
                <a:latin typeface="Arial MT"/>
                <a:cs typeface="Arial MT"/>
              </a:rPr>
              <a:t>4b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dirty="0">
                <a:latin typeface="Arial MT"/>
                <a:cs typeface="Arial MT"/>
              </a:rPr>
              <a:t>Revision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message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directory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(Data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Reply)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017" y="1908555"/>
            <a:ext cx="1243330" cy="1530350"/>
            <a:chOff x="2834017" y="1908555"/>
            <a:chExt cx="1243330" cy="1530350"/>
          </a:xfrm>
        </p:grpSpPr>
        <p:sp>
          <p:nvSpPr>
            <p:cNvPr id="3" name="object 3"/>
            <p:cNvSpPr/>
            <p:nvPr/>
          </p:nvSpPr>
          <p:spPr>
            <a:xfrm>
              <a:off x="2834017" y="1908555"/>
              <a:ext cx="1243330" cy="1530350"/>
            </a:xfrm>
            <a:custGeom>
              <a:avLst/>
              <a:gdLst/>
              <a:ahLst/>
              <a:cxnLst/>
              <a:rect l="l" t="t" r="r" b="b"/>
              <a:pathLst>
                <a:path w="1243329" h="1530350">
                  <a:moveTo>
                    <a:pt x="1242822" y="1530096"/>
                  </a:moveTo>
                  <a:lnTo>
                    <a:pt x="1242822" y="0"/>
                  </a:lnTo>
                  <a:lnTo>
                    <a:pt x="0" y="0"/>
                  </a:lnTo>
                  <a:lnTo>
                    <a:pt x="0" y="1530096"/>
                  </a:lnTo>
                  <a:lnTo>
                    <a:pt x="9905" y="1530096"/>
                  </a:lnTo>
                  <a:lnTo>
                    <a:pt x="9905" y="19050"/>
                  </a:lnTo>
                  <a:lnTo>
                    <a:pt x="19050" y="9143"/>
                  </a:lnTo>
                  <a:lnTo>
                    <a:pt x="19050" y="19050"/>
                  </a:lnTo>
                  <a:lnTo>
                    <a:pt x="1223772" y="19050"/>
                  </a:lnTo>
                  <a:lnTo>
                    <a:pt x="1223772" y="9143"/>
                  </a:lnTo>
                  <a:lnTo>
                    <a:pt x="1233677" y="19050"/>
                  </a:lnTo>
                  <a:lnTo>
                    <a:pt x="1233677" y="1530096"/>
                  </a:lnTo>
                  <a:lnTo>
                    <a:pt x="1242822" y="1530096"/>
                  </a:lnTo>
                  <a:close/>
                </a:path>
                <a:path w="1243329" h="1530350">
                  <a:moveTo>
                    <a:pt x="19050" y="19050"/>
                  </a:moveTo>
                  <a:lnTo>
                    <a:pt x="19050" y="9143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1243329" h="1530350">
                  <a:moveTo>
                    <a:pt x="19050" y="1511046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1511046"/>
                  </a:lnTo>
                  <a:lnTo>
                    <a:pt x="19050" y="1511046"/>
                  </a:lnTo>
                  <a:close/>
                </a:path>
                <a:path w="1243329" h="1530350">
                  <a:moveTo>
                    <a:pt x="1233677" y="1511046"/>
                  </a:moveTo>
                  <a:lnTo>
                    <a:pt x="9905" y="1511046"/>
                  </a:lnTo>
                  <a:lnTo>
                    <a:pt x="19050" y="1520190"/>
                  </a:lnTo>
                  <a:lnTo>
                    <a:pt x="19050" y="1530096"/>
                  </a:lnTo>
                  <a:lnTo>
                    <a:pt x="1223772" y="1530096"/>
                  </a:lnTo>
                  <a:lnTo>
                    <a:pt x="1223772" y="1520190"/>
                  </a:lnTo>
                  <a:lnTo>
                    <a:pt x="1233677" y="1511046"/>
                  </a:lnTo>
                  <a:close/>
                </a:path>
                <a:path w="1243329" h="1530350">
                  <a:moveTo>
                    <a:pt x="19050" y="1530096"/>
                  </a:moveTo>
                  <a:lnTo>
                    <a:pt x="19050" y="1520190"/>
                  </a:lnTo>
                  <a:lnTo>
                    <a:pt x="9905" y="1511046"/>
                  </a:lnTo>
                  <a:lnTo>
                    <a:pt x="9905" y="1530096"/>
                  </a:lnTo>
                  <a:lnTo>
                    <a:pt x="19050" y="1530096"/>
                  </a:lnTo>
                  <a:close/>
                </a:path>
                <a:path w="1243329" h="1530350">
                  <a:moveTo>
                    <a:pt x="1233677" y="19050"/>
                  </a:moveTo>
                  <a:lnTo>
                    <a:pt x="1223772" y="9143"/>
                  </a:lnTo>
                  <a:lnTo>
                    <a:pt x="1223772" y="19050"/>
                  </a:lnTo>
                  <a:lnTo>
                    <a:pt x="1233677" y="19050"/>
                  </a:lnTo>
                  <a:close/>
                </a:path>
                <a:path w="1243329" h="1530350">
                  <a:moveTo>
                    <a:pt x="1233677" y="1511046"/>
                  </a:moveTo>
                  <a:lnTo>
                    <a:pt x="1233677" y="19050"/>
                  </a:lnTo>
                  <a:lnTo>
                    <a:pt x="1223772" y="19050"/>
                  </a:lnTo>
                  <a:lnTo>
                    <a:pt x="1223772" y="1511046"/>
                  </a:lnTo>
                  <a:lnTo>
                    <a:pt x="1233677" y="1511046"/>
                  </a:lnTo>
                  <a:close/>
                </a:path>
                <a:path w="1243329" h="1530350">
                  <a:moveTo>
                    <a:pt x="1233677" y="1530096"/>
                  </a:moveTo>
                  <a:lnTo>
                    <a:pt x="1233677" y="1511046"/>
                  </a:lnTo>
                  <a:lnTo>
                    <a:pt x="1223772" y="1520190"/>
                  </a:lnTo>
                  <a:lnTo>
                    <a:pt x="1223772" y="1530096"/>
                  </a:lnTo>
                  <a:lnTo>
                    <a:pt x="1233677" y="1530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83369" y="1989327"/>
              <a:ext cx="391160" cy="391795"/>
            </a:xfrm>
            <a:custGeom>
              <a:avLst/>
              <a:gdLst/>
              <a:ahLst/>
              <a:cxnLst/>
              <a:rect l="l" t="t" r="r" b="b"/>
              <a:pathLst>
                <a:path w="391160" h="391794">
                  <a:moveTo>
                    <a:pt x="390906" y="391667"/>
                  </a:moveTo>
                  <a:lnTo>
                    <a:pt x="390906" y="0"/>
                  </a:lnTo>
                  <a:lnTo>
                    <a:pt x="0" y="0"/>
                  </a:lnTo>
                  <a:lnTo>
                    <a:pt x="0" y="391667"/>
                  </a:lnTo>
                  <a:lnTo>
                    <a:pt x="390906" y="391667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74225" y="1979421"/>
              <a:ext cx="409575" cy="411480"/>
            </a:xfrm>
            <a:custGeom>
              <a:avLst/>
              <a:gdLst/>
              <a:ahLst/>
              <a:cxnLst/>
              <a:rect l="l" t="t" r="r" b="b"/>
              <a:pathLst>
                <a:path w="409575" h="411480">
                  <a:moveTo>
                    <a:pt x="409193" y="411480"/>
                  </a:moveTo>
                  <a:lnTo>
                    <a:pt x="409193" y="0"/>
                  </a:lnTo>
                  <a:lnTo>
                    <a:pt x="0" y="0"/>
                  </a:lnTo>
                  <a:lnTo>
                    <a:pt x="0" y="411480"/>
                  </a:lnTo>
                  <a:lnTo>
                    <a:pt x="9144" y="411480"/>
                  </a:lnTo>
                  <a:lnTo>
                    <a:pt x="9144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390144" y="19050"/>
                  </a:lnTo>
                  <a:lnTo>
                    <a:pt x="390144" y="9906"/>
                  </a:lnTo>
                  <a:lnTo>
                    <a:pt x="400050" y="19050"/>
                  </a:lnTo>
                  <a:lnTo>
                    <a:pt x="400050" y="411480"/>
                  </a:lnTo>
                  <a:lnTo>
                    <a:pt x="409193" y="411480"/>
                  </a:lnTo>
                  <a:close/>
                </a:path>
                <a:path w="409575" h="411480">
                  <a:moveTo>
                    <a:pt x="19050" y="19050"/>
                  </a:moveTo>
                  <a:lnTo>
                    <a:pt x="19050" y="9906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409575" h="411480">
                  <a:moveTo>
                    <a:pt x="19050" y="392430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392430"/>
                  </a:lnTo>
                  <a:lnTo>
                    <a:pt x="19050" y="392430"/>
                  </a:lnTo>
                  <a:close/>
                </a:path>
                <a:path w="409575" h="411480">
                  <a:moveTo>
                    <a:pt x="400050" y="392430"/>
                  </a:moveTo>
                  <a:lnTo>
                    <a:pt x="9144" y="392430"/>
                  </a:lnTo>
                  <a:lnTo>
                    <a:pt x="19050" y="401574"/>
                  </a:lnTo>
                  <a:lnTo>
                    <a:pt x="19050" y="411480"/>
                  </a:lnTo>
                  <a:lnTo>
                    <a:pt x="390144" y="411480"/>
                  </a:lnTo>
                  <a:lnTo>
                    <a:pt x="390144" y="401574"/>
                  </a:lnTo>
                  <a:lnTo>
                    <a:pt x="400050" y="392430"/>
                  </a:lnTo>
                  <a:close/>
                </a:path>
                <a:path w="409575" h="411480">
                  <a:moveTo>
                    <a:pt x="19050" y="411480"/>
                  </a:moveTo>
                  <a:lnTo>
                    <a:pt x="19050" y="401574"/>
                  </a:lnTo>
                  <a:lnTo>
                    <a:pt x="9144" y="392430"/>
                  </a:lnTo>
                  <a:lnTo>
                    <a:pt x="9144" y="411480"/>
                  </a:lnTo>
                  <a:lnTo>
                    <a:pt x="19050" y="411480"/>
                  </a:lnTo>
                  <a:close/>
                </a:path>
                <a:path w="409575" h="411480">
                  <a:moveTo>
                    <a:pt x="400050" y="19050"/>
                  </a:moveTo>
                  <a:lnTo>
                    <a:pt x="390144" y="9906"/>
                  </a:lnTo>
                  <a:lnTo>
                    <a:pt x="390144" y="19050"/>
                  </a:lnTo>
                  <a:lnTo>
                    <a:pt x="400050" y="19050"/>
                  </a:lnTo>
                  <a:close/>
                </a:path>
                <a:path w="409575" h="411480">
                  <a:moveTo>
                    <a:pt x="400050" y="392430"/>
                  </a:moveTo>
                  <a:lnTo>
                    <a:pt x="400050" y="19050"/>
                  </a:lnTo>
                  <a:lnTo>
                    <a:pt x="390144" y="19050"/>
                  </a:lnTo>
                  <a:lnTo>
                    <a:pt x="390144" y="392430"/>
                  </a:lnTo>
                  <a:lnTo>
                    <a:pt x="400050" y="392430"/>
                  </a:lnTo>
                  <a:close/>
                </a:path>
                <a:path w="409575" h="411480">
                  <a:moveTo>
                    <a:pt x="400050" y="411480"/>
                  </a:moveTo>
                  <a:lnTo>
                    <a:pt x="400050" y="392430"/>
                  </a:lnTo>
                  <a:lnTo>
                    <a:pt x="390144" y="401574"/>
                  </a:lnTo>
                  <a:lnTo>
                    <a:pt x="390144" y="411480"/>
                  </a:lnTo>
                  <a:lnTo>
                    <a:pt x="400050" y="411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83369" y="2965450"/>
              <a:ext cx="391160" cy="392430"/>
            </a:xfrm>
            <a:custGeom>
              <a:avLst/>
              <a:gdLst/>
              <a:ahLst/>
              <a:cxnLst/>
              <a:rect l="l" t="t" r="r" b="b"/>
              <a:pathLst>
                <a:path w="391160" h="392429">
                  <a:moveTo>
                    <a:pt x="390906" y="392429"/>
                  </a:moveTo>
                  <a:lnTo>
                    <a:pt x="390906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390906" y="39242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4225" y="2956305"/>
              <a:ext cx="409575" cy="410845"/>
            </a:xfrm>
            <a:custGeom>
              <a:avLst/>
              <a:gdLst/>
              <a:ahLst/>
              <a:cxnLst/>
              <a:rect l="l" t="t" r="r" b="b"/>
              <a:pathLst>
                <a:path w="409575" h="410845">
                  <a:moveTo>
                    <a:pt x="409193" y="410718"/>
                  </a:moveTo>
                  <a:lnTo>
                    <a:pt x="409193" y="0"/>
                  </a:lnTo>
                  <a:lnTo>
                    <a:pt x="0" y="0"/>
                  </a:lnTo>
                  <a:lnTo>
                    <a:pt x="0" y="410718"/>
                  </a:lnTo>
                  <a:lnTo>
                    <a:pt x="9144" y="410718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90144" y="19050"/>
                  </a:lnTo>
                  <a:lnTo>
                    <a:pt x="390144" y="9144"/>
                  </a:lnTo>
                  <a:lnTo>
                    <a:pt x="400050" y="19050"/>
                  </a:lnTo>
                  <a:lnTo>
                    <a:pt x="400050" y="410718"/>
                  </a:lnTo>
                  <a:lnTo>
                    <a:pt x="409193" y="410718"/>
                  </a:lnTo>
                  <a:close/>
                </a:path>
                <a:path w="409575" h="410845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409575" h="410845">
                  <a:moveTo>
                    <a:pt x="19050" y="391668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391668"/>
                  </a:lnTo>
                  <a:lnTo>
                    <a:pt x="19050" y="391668"/>
                  </a:lnTo>
                  <a:close/>
                </a:path>
                <a:path w="409575" h="410845">
                  <a:moveTo>
                    <a:pt x="400050" y="391668"/>
                  </a:moveTo>
                  <a:lnTo>
                    <a:pt x="9144" y="391668"/>
                  </a:lnTo>
                  <a:lnTo>
                    <a:pt x="19050" y="401574"/>
                  </a:lnTo>
                  <a:lnTo>
                    <a:pt x="19050" y="410718"/>
                  </a:lnTo>
                  <a:lnTo>
                    <a:pt x="390144" y="410718"/>
                  </a:lnTo>
                  <a:lnTo>
                    <a:pt x="390144" y="401574"/>
                  </a:lnTo>
                  <a:lnTo>
                    <a:pt x="400050" y="391668"/>
                  </a:lnTo>
                  <a:close/>
                </a:path>
                <a:path w="409575" h="410845">
                  <a:moveTo>
                    <a:pt x="19050" y="410718"/>
                  </a:moveTo>
                  <a:lnTo>
                    <a:pt x="19050" y="401574"/>
                  </a:lnTo>
                  <a:lnTo>
                    <a:pt x="9144" y="391668"/>
                  </a:lnTo>
                  <a:lnTo>
                    <a:pt x="9144" y="410718"/>
                  </a:lnTo>
                  <a:lnTo>
                    <a:pt x="19050" y="410718"/>
                  </a:lnTo>
                  <a:close/>
                </a:path>
                <a:path w="409575" h="410845">
                  <a:moveTo>
                    <a:pt x="400050" y="19050"/>
                  </a:moveTo>
                  <a:lnTo>
                    <a:pt x="390144" y="9144"/>
                  </a:lnTo>
                  <a:lnTo>
                    <a:pt x="390144" y="19050"/>
                  </a:lnTo>
                  <a:lnTo>
                    <a:pt x="400050" y="19050"/>
                  </a:lnTo>
                  <a:close/>
                </a:path>
                <a:path w="409575" h="410845">
                  <a:moveTo>
                    <a:pt x="400050" y="391668"/>
                  </a:moveTo>
                  <a:lnTo>
                    <a:pt x="400050" y="19050"/>
                  </a:lnTo>
                  <a:lnTo>
                    <a:pt x="390144" y="19050"/>
                  </a:lnTo>
                  <a:lnTo>
                    <a:pt x="390144" y="391668"/>
                  </a:lnTo>
                  <a:lnTo>
                    <a:pt x="400050" y="391668"/>
                  </a:lnTo>
                  <a:close/>
                </a:path>
                <a:path w="409575" h="410845">
                  <a:moveTo>
                    <a:pt x="400050" y="410718"/>
                  </a:moveTo>
                  <a:lnTo>
                    <a:pt x="400050" y="391668"/>
                  </a:lnTo>
                  <a:lnTo>
                    <a:pt x="390144" y="401574"/>
                  </a:lnTo>
                  <a:lnTo>
                    <a:pt x="390144" y="410718"/>
                  </a:lnTo>
                  <a:lnTo>
                    <a:pt x="400050" y="4107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18115" y="1989327"/>
              <a:ext cx="292735" cy="1369060"/>
            </a:xfrm>
            <a:custGeom>
              <a:avLst/>
              <a:gdLst/>
              <a:ahLst/>
              <a:cxnLst/>
              <a:rect l="l" t="t" r="r" b="b"/>
              <a:pathLst>
                <a:path w="292735" h="1369060">
                  <a:moveTo>
                    <a:pt x="292608" y="1368552"/>
                  </a:moveTo>
                  <a:lnTo>
                    <a:pt x="292608" y="0"/>
                  </a:lnTo>
                  <a:lnTo>
                    <a:pt x="0" y="0"/>
                  </a:lnTo>
                  <a:lnTo>
                    <a:pt x="0" y="1368552"/>
                  </a:lnTo>
                  <a:lnTo>
                    <a:pt x="292608" y="1368552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08971" y="1979421"/>
              <a:ext cx="311150" cy="1388110"/>
            </a:xfrm>
            <a:custGeom>
              <a:avLst/>
              <a:gdLst/>
              <a:ahLst/>
              <a:cxnLst/>
              <a:rect l="l" t="t" r="r" b="b"/>
              <a:pathLst>
                <a:path w="311150" h="1388110">
                  <a:moveTo>
                    <a:pt x="310896" y="1387602"/>
                  </a:moveTo>
                  <a:lnTo>
                    <a:pt x="310896" y="0"/>
                  </a:lnTo>
                  <a:lnTo>
                    <a:pt x="0" y="0"/>
                  </a:lnTo>
                  <a:lnTo>
                    <a:pt x="0" y="1387602"/>
                  </a:lnTo>
                  <a:lnTo>
                    <a:pt x="9144" y="1387602"/>
                  </a:lnTo>
                  <a:lnTo>
                    <a:pt x="9144" y="19049"/>
                  </a:lnTo>
                  <a:lnTo>
                    <a:pt x="19050" y="9905"/>
                  </a:lnTo>
                  <a:lnTo>
                    <a:pt x="19050" y="19049"/>
                  </a:lnTo>
                  <a:lnTo>
                    <a:pt x="291846" y="19049"/>
                  </a:lnTo>
                  <a:lnTo>
                    <a:pt x="291846" y="9905"/>
                  </a:lnTo>
                  <a:lnTo>
                    <a:pt x="301751" y="19049"/>
                  </a:lnTo>
                  <a:lnTo>
                    <a:pt x="301751" y="1387602"/>
                  </a:lnTo>
                  <a:lnTo>
                    <a:pt x="310896" y="1387602"/>
                  </a:lnTo>
                  <a:close/>
                </a:path>
                <a:path w="311150" h="1388110">
                  <a:moveTo>
                    <a:pt x="19050" y="19049"/>
                  </a:moveTo>
                  <a:lnTo>
                    <a:pt x="19050" y="9905"/>
                  </a:lnTo>
                  <a:lnTo>
                    <a:pt x="9144" y="19049"/>
                  </a:lnTo>
                  <a:lnTo>
                    <a:pt x="19050" y="19049"/>
                  </a:lnTo>
                  <a:close/>
                </a:path>
                <a:path w="311150" h="1388110">
                  <a:moveTo>
                    <a:pt x="19050" y="1368552"/>
                  </a:moveTo>
                  <a:lnTo>
                    <a:pt x="19050" y="19049"/>
                  </a:lnTo>
                  <a:lnTo>
                    <a:pt x="9144" y="19049"/>
                  </a:lnTo>
                  <a:lnTo>
                    <a:pt x="9144" y="1368552"/>
                  </a:lnTo>
                  <a:lnTo>
                    <a:pt x="19050" y="1368552"/>
                  </a:lnTo>
                  <a:close/>
                </a:path>
                <a:path w="311150" h="1388110">
                  <a:moveTo>
                    <a:pt x="301751" y="1368552"/>
                  </a:moveTo>
                  <a:lnTo>
                    <a:pt x="9144" y="1368552"/>
                  </a:lnTo>
                  <a:lnTo>
                    <a:pt x="19050" y="1378457"/>
                  </a:lnTo>
                  <a:lnTo>
                    <a:pt x="19050" y="1387602"/>
                  </a:lnTo>
                  <a:lnTo>
                    <a:pt x="291846" y="1387602"/>
                  </a:lnTo>
                  <a:lnTo>
                    <a:pt x="291846" y="1378457"/>
                  </a:lnTo>
                  <a:lnTo>
                    <a:pt x="301751" y="1368552"/>
                  </a:lnTo>
                  <a:close/>
                </a:path>
                <a:path w="311150" h="1388110">
                  <a:moveTo>
                    <a:pt x="19050" y="1387602"/>
                  </a:moveTo>
                  <a:lnTo>
                    <a:pt x="19050" y="1378457"/>
                  </a:lnTo>
                  <a:lnTo>
                    <a:pt x="9144" y="1368552"/>
                  </a:lnTo>
                  <a:lnTo>
                    <a:pt x="9144" y="1387602"/>
                  </a:lnTo>
                  <a:lnTo>
                    <a:pt x="19050" y="1387602"/>
                  </a:lnTo>
                  <a:close/>
                </a:path>
                <a:path w="311150" h="1388110">
                  <a:moveTo>
                    <a:pt x="301751" y="19049"/>
                  </a:moveTo>
                  <a:lnTo>
                    <a:pt x="291846" y="9905"/>
                  </a:lnTo>
                  <a:lnTo>
                    <a:pt x="291846" y="19049"/>
                  </a:lnTo>
                  <a:lnTo>
                    <a:pt x="301751" y="19049"/>
                  </a:lnTo>
                  <a:close/>
                </a:path>
                <a:path w="311150" h="1388110">
                  <a:moveTo>
                    <a:pt x="301751" y="1368552"/>
                  </a:moveTo>
                  <a:lnTo>
                    <a:pt x="301751" y="19049"/>
                  </a:lnTo>
                  <a:lnTo>
                    <a:pt x="291846" y="19049"/>
                  </a:lnTo>
                  <a:lnTo>
                    <a:pt x="291846" y="1368552"/>
                  </a:lnTo>
                  <a:lnTo>
                    <a:pt x="301751" y="1368552"/>
                  </a:lnTo>
                  <a:close/>
                </a:path>
                <a:path w="311150" h="1388110">
                  <a:moveTo>
                    <a:pt x="301751" y="1387602"/>
                  </a:moveTo>
                  <a:lnTo>
                    <a:pt x="301751" y="1368552"/>
                  </a:lnTo>
                  <a:lnTo>
                    <a:pt x="291846" y="1378457"/>
                  </a:lnTo>
                  <a:lnTo>
                    <a:pt x="291846" y="1387602"/>
                  </a:lnTo>
                  <a:lnTo>
                    <a:pt x="301751" y="138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7274559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50" dirty="0"/>
              <a:t> </a:t>
            </a:r>
            <a:r>
              <a:rPr dirty="0"/>
              <a:t>Miss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25" dirty="0"/>
              <a:t>Two </a:t>
            </a:r>
            <a:r>
              <a:rPr spc="-10" dirty="0"/>
              <a:t>Sharers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3069475" y="2566923"/>
            <a:ext cx="219075" cy="207010"/>
            <a:chOff x="3069475" y="2566923"/>
            <a:chExt cx="219075" cy="207010"/>
          </a:xfrm>
        </p:grpSpPr>
        <p:sp>
          <p:nvSpPr>
            <p:cNvPr id="12" name="object 12"/>
            <p:cNvSpPr/>
            <p:nvPr/>
          </p:nvSpPr>
          <p:spPr>
            <a:xfrm>
              <a:off x="3078619" y="2576829"/>
              <a:ext cx="200660" cy="187960"/>
            </a:xfrm>
            <a:custGeom>
              <a:avLst/>
              <a:gdLst/>
              <a:ahLst/>
              <a:cxnLst/>
              <a:rect l="l" t="t" r="r" b="b"/>
              <a:pathLst>
                <a:path w="200660" h="187960">
                  <a:moveTo>
                    <a:pt x="200405" y="187451"/>
                  </a:moveTo>
                  <a:lnTo>
                    <a:pt x="200405" y="0"/>
                  </a:lnTo>
                  <a:lnTo>
                    <a:pt x="0" y="0"/>
                  </a:lnTo>
                  <a:lnTo>
                    <a:pt x="0" y="187451"/>
                  </a:lnTo>
                  <a:lnTo>
                    <a:pt x="200405" y="187451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9475" y="2566923"/>
              <a:ext cx="219075" cy="207010"/>
            </a:xfrm>
            <a:custGeom>
              <a:avLst/>
              <a:gdLst/>
              <a:ahLst/>
              <a:cxnLst/>
              <a:rect l="l" t="t" r="r" b="b"/>
              <a:pathLst>
                <a:path w="219075" h="207010">
                  <a:moveTo>
                    <a:pt x="218693" y="206501"/>
                  </a:moveTo>
                  <a:lnTo>
                    <a:pt x="218693" y="0"/>
                  </a:lnTo>
                  <a:lnTo>
                    <a:pt x="0" y="0"/>
                  </a:lnTo>
                  <a:lnTo>
                    <a:pt x="0" y="206501"/>
                  </a:lnTo>
                  <a:lnTo>
                    <a:pt x="9144" y="206501"/>
                  </a:lnTo>
                  <a:lnTo>
                    <a:pt x="9144" y="19049"/>
                  </a:lnTo>
                  <a:lnTo>
                    <a:pt x="19050" y="9905"/>
                  </a:lnTo>
                  <a:lnTo>
                    <a:pt x="19050" y="19049"/>
                  </a:lnTo>
                  <a:lnTo>
                    <a:pt x="199644" y="19049"/>
                  </a:lnTo>
                  <a:lnTo>
                    <a:pt x="199644" y="9905"/>
                  </a:lnTo>
                  <a:lnTo>
                    <a:pt x="209550" y="19049"/>
                  </a:lnTo>
                  <a:lnTo>
                    <a:pt x="209550" y="206501"/>
                  </a:lnTo>
                  <a:lnTo>
                    <a:pt x="218693" y="206501"/>
                  </a:lnTo>
                  <a:close/>
                </a:path>
                <a:path w="219075" h="207010">
                  <a:moveTo>
                    <a:pt x="19050" y="19049"/>
                  </a:moveTo>
                  <a:lnTo>
                    <a:pt x="19050" y="9905"/>
                  </a:lnTo>
                  <a:lnTo>
                    <a:pt x="9144" y="19049"/>
                  </a:lnTo>
                  <a:lnTo>
                    <a:pt x="19050" y="19049"/>
                  </a:lnTo>
                  <a:close/>
                </a:path>
                <a:path w="219075" h="207010">
                  <a:moveTo>
                    <a:pt x="19050" y="187451"/>
                  </a:moveTo>
                  <a:lnTo>
                    <a:pt x="19050" y="19049"/>
                  </a:lnTo>
                  <a:lnTo>
                    <a:pt x="9144" y="19049"/>
                  </a:lnTo>
                  <a:lnTo>
                    <a:pt x="9144" y="187451"/>
                  </a:lnTo>
                  <a:lnTo>
                    <a:pt x="19050" y="187451"/>
                  </a:lnTo>
                  <a:close/>
                </a:path>
                <a:path w="219075" h="207010">
                  <a:moveTo>
                    <a:pt x="209550" y="187451"/>
                  </a:moveTo>
                  <a:lnTo>
                    <a:pt x="9144" y="187451"/>
                  </a:lnTo>
                  <a:lnTo>
                    <a:pt x="19050" y="197357"/>
                  </a:lnTo>
                  <a:lnTo>
                    <a:pt x="19050" y="206501"/>
                  </a:lnTo>
                  <a:lnTo>
                    <a:pt x="199644" y="206501"/>
                  </a:lnTo>
                  <a:lnTo>
                    <a:pt x="199644" y="197357"/>
                  </a:lnTo>
                  <a:lnTo>
                    <a:pt x="209550" y="187451"/>
                  </a:lnTo>
                  <a:close/>
                </a:path>
                <a:path w="219075" h="207010">
                  <a:moveTo>
                    <a:pt x="19050" y="206501"/>
                  </a:moveTo>
                  <a:lnTo>
                    <a:pt x="19050" y="197357"/>
                  </a:lnTo>
                  <a:lnTo>
                    <a:pt x="9144" y="187451"/>
                  </a:lnTo>
                  <a:lnTo>
                    <a:pt x="9144" y="206501"/>
                  </a:lnTo>
                  <a:lnTo>
                    <a:pt x="19050" y="206501"/>
                  </a:lnTo>
                  <a:close/>
                </a:path>
                <a:path w="219075" h="207010">
                  <a:moveTo>
                    <a:pt x="209550" y="19049"/>
                  </a:moveTo>
                  <a:lnTo>
                    <a:pt x="199644" y="9905"/>
                  </a:lnTo>
                  <a:lnTo>
                    <a:pt x="199644" y="19049"/>
                  </a:lnTo>
                  <a:lnTo>
                    <a:pt x="209550" y="19049"/>
                  </a:lnTo>
                  <a:close/>
                </a:path>
                <a:path w="219075" h="207010">
                  <a:moveTo>
                    <a:pt x="209550" y="187451"/>
                  </a:moveTo>
                  <a:lnTo>
                    <a:pt x="209550" y="19049"/>
                  </a:lnTo>
                  <a:lnTo>
                    <a:pt x="199644" y="19049"/>
                  </a:lnTo>
                  <a:lnTo>
                    <a:pt x="199644" y="187451"/>
                  </a:lnTo>
                  <a:lnTo>
                    <a:pt x="209550" y="187451"/>
                  </a:lnTo>
                  <a:close/>
                </a:path>
                <a:path w="219075" h="207010">
                  <a:moveTo>
                    <a:pt x="209550" y="206501"/>
                  </a:moveTo>
                  <a:lnTo>
                    <a:pt x="209550" y="187451"/>
                  </a:lnTo>
                  <a:lnTo>
                    <a:pt x="199644" y="197357"/>
                  </a:lnTo>
                  <a:lnTo>
                    <a:pt x="199644" y="206501"/>
                  </a:lnTo>
                  <a:lnTo>
                    <a:pt x="209550" y="206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01727" y="2562605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69297" y="2380995"/>
            <a:ext cx="19050" cy="194310"/>
          </a:xfrm>
          <a:custGeom>
            <a:avLst/>
            <a:gdLst/>
            <a:ahLst/>
            <a:cxnLst/>
            <a:rect l="l" t="t" r="r" b="b"/>
            <a:pathLst>
              <a:path w="19050" h="194310">
                <a:moveTo>
                  <a:pt x="19050" y="194310"/>
                </a:moveTo>
                <a:lnTo>
                  <a:pt x="19050" y="0"/>
                </a:lnTo>
                <a:lnTo>
                  <a:pt x="0" y="0"/>
                </a:lnTo>
                <a:lnTo>
                  <a:pt x="0" y="194310"/>
                </a:lnTo>
                <a:lnTo>
                  <a:pt x="19050" y="194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9297" y="2771901"/>
            <a:ext cx="19050" cy="193675"/>
          </a:xfrm>
          <a:custGeom>
            <a:avLst/>
            <a:gdLst/>
            <a:ahLst/>
            <a:cxnLst/>
            <a:rect l="l" t="t" r="r" b="b"/>
            <a:pathLst>
              <a:path w="19050" h="193675">
                <a:moveTo>
                  <a:pt x="19050" y="193548"/>
                </a:moveTo>
                <a:lnTo>
                  <a:pt x="19050" y="0"/>
                </a:lnTo>
                <a:lnTo>
                  <a:pt x="0" y="0"/>
                </a:lnTo>
                <a:lnTo>
                  <a:pt x="0" y="193548"/>
                </a:lnTo>
                <a:lnTo>
                  <a:pt x="19050" y="193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073533" y="2022348"/>
            <a:ext cx="194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26289" y="3018281"/>
            <a:ext cx="3086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74275" y="3152901"/>
            <a:ext cx="243840" cy="19050"/>
          </a:xfrm>
          <a:custGeom>
            <a:avLst/>
            <a:gdLst/>
            <a:ahLst/>
            <a:cxnLst/>
            <a:rect l="l" t="t" r="r" b="b"/>
            <a:pathLst>
              <a:path w="243839" h="19050">
                <a:moveTo>
                  <a:pt x="243839" y="19050"/>
                </a:moveTo>
                <a:lnTo>
                  <a:pt x="243839" y="0"/>
                </a:lnTo>
                <a:lnTo>
                  <a:pt x="0" y="0"/>
                </a:lnTo>
                <a:lnTo>
                  <a:pt x="0" y="19050"/>
                </a:lnTo>
                <a:lnTo>
                  <a:pt x="24383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33063" y="2120976"/>
            <a:ext cx="252729" cy="1075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10" dirty="0">
                <a:latin typeface="Arial MT"/>
                <a:cs typeface="Arial MT"/>
              </a:rPr>
              <a:t>Memory/Dir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36017" y="1586484"/>
            <a:ext cx="727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Requestor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71436" y="2413000"/>
            <a:ext cx="1243330" cy="1530350"/>
            <a:chOff x="6671436" y="2413000"/>
            <a:chExt cx="1243330" cy="15303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593" y="2422905"/>
              <a:ext cx="1223772" cy="151104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671436" y="2413000"/>
              <a:ext cx="1243330" cy="1530350"/>
            </a:xfrm>
            <a:custGeom>
              <a:avLst/>
              <a:gdLst/>
              <a:ahLst/>
              <a:cxnLst/>
              <a:rect l="l" t="t" r="r" b="b"/>
              <a:pathLst>
                <a:path w="1243329" h="1530350">
                  <a:moveTo>
                    <a:pt x="1242822" y="1530095"/>
                  </a:moveTo>
                  <a:lnTo>
                    <a:pt x="1242822" y="0"/>
                  </a:lnTo>
                  <a:lnTo>
                    <a:pt x="0" y="0"/>
                  </a:lnTo>
                  <a:lnTo>
                    <a:pt x="0" y="1530095"/>
                  </a:lnTo>
                  <a:lnTo>
                    <a:pt x="9156" y="1530095"/>
                  </a:lnTo>
                  <a:lnTo>
                    <a:pt x="9156" y="19049"/>
                  </a:lnTo>
                  <a:lnTo>
                    <a:pt x="19050" y="9905"/>
                  </a:lnTo>
                  <a:lnTo>
                    <a:pt x="19050" y="19049"/>
                  </a:lnTo>
                  <a:lnTo>
                    <a:pt x="1223784" y="19049"/>
                  </a:lnTo>
                  <a:lnTo>
                    <a:pt x="1223784" y="9905"/>
                  </a:lnTo>
                  <a:lnTo>
                    <a:pt x="1232928" y="19049"/>
                  </a:lnTo>
                  <a:lnTo>
                    <a:pt x="1232928" y="1530095"/>
                  </a:lnTo>
                  <a:lnTo>
                    <a:pt x="1242822" y="1530095"/>
                  </a:lnTo>
                  <a:close/>
                </a:path>
                <a:path w="1243329" h="1530350">
                  <a:moveTo>
                    <a:pt x="19050" y="19049"/>
                  </a:moveTo>
                  <a:lnTo>
                    <a:pt x="19050" y="9905"/>
                  </a:lnTo>
                  <a:lnTo>
                    <a:pt x="9156" y="19049"/>
                  </a:lnTo>
                  <a:lnTo>
                    <a:pt x="19050" y="19049"/>
                  </a:lnTo>
                  <a:close/>
                </a:path>
                <a:path w="1243329" h="1530350">
                  <a:moveTo>
                    <a:pt x="19050" y="1511045"/>
                  </a:moveTo>
                  <a:lnTo>
                    <a:pt x="19050" y="19049"/>
                  </a:lnTo>
                  <a:lnTo>
                    <a:pt x="9156" y="19049"/>
                  </a:lnTo>
                  <a:lnTo>
                    <a:pt x="9156" y="1511045"/>
                  </a:lnTo>
                  <a:lnTo>
                    <a:pt x="19050" y="1511045"/>
                  </a:lnTo>
                  <a:close/>
                </a:path>
                <a:path w="1243329" h="1530350">
                  <a:moveTo>
                    <a:pt x="1232928" y="1511045"/>
                  </a:moveTo>
                  <a:lnTo>
                    <a:pt x="9156" y="1511045"/>
                  </a:lnTo>
                  <a:lnTo>
                    <a:pt x="19050" y="1520951"/>
                  </a:lnTo>
                  <a:lnTo>
                    <a:pt x="19050" y="1530095"/>
                  </a:lnTo>
                  <a:lnTo>
                    <a:pt x="1223784" y="1530095"/>
                  </a:lnTo>
                  <a:lnTo>
                    <a:pt x="1223784" y="1520951"/>
                  </a:lnTo>
                  <a:lnTo>
                    <a:pt x="1232928" y="1511045"/>
                  </a:lnTo>
                  <a:close/>
                </a:path>
                <a:path w="1243329" h="1530350">
                  <a:moveTo>
                    <a:pt x="19050" y="1530095"/>
                  </a:moveTo>
                  <a:lnTo>
                    <a:pt x="19050" y="1520951"/>
                  </a:lnTo>
                  <a:lnTo>
                    <a:pt x="9156" y="1511045"/>
                  </a:lnTo>
                  <a:lnTo>
                    <a:pt x="9156" y="1530095"/>
                  </a:lnTo>
                  <a:lnTo>
                    <a:pt x="19050" y="1530095"/>
                  </a:lnTo>
                  <a:close/>
                </a:path>
                <a:path w="1243329" h="1530350">
                  <a:moveTo>
                    <a:pt x="1232928" y="19049"/>
                  </a:moveTo>
                  <a:lnTo>
                    <a:pt x="1223784" y="9905"/>
                  </a:lnTo>
                  <a:lnTo>
                    <a:pt x="1223784" y="19049"/>
                  </a:lnTo>
                  <a:lnTo>
                    <a:pt x="1232928" y="19049"/>
                  </a:lnTo>
                  <a:close/>
                </a:path>
                <a:path w="1243329" h="1530350">
                  <a:moveTo>
                    <a:pt x="1232928" y="1511045"/>
                  </a:moveTo>
                  <a:lnTo>
                    <a:pt x="1232928" y="19049"/>
                  </a:lnTo>
                  <a:lnTo>
                    <a:pt x="1223784" y="19049"/>
                  </a:lnTo>
                  <a:lnTo>
                    <a:pt x="1223784" y="1511045"/>
                  </a:lnTo>
                  <a:lnTo>
                    <a:pt x="1232928" y="1511045"/>
                  </a:lnTo>
                  <a:close/>
                </a:path>
                <a:path w="1243329" h="1530350">
                  <a:moveTo>
                    <a:pt x="1232928" y="1530095"/>
                  </a:moveTo>
                  <a:lnTo>
                    <a:pt x="1232928" y="1511045"/>
                  </a:lnTo>
                  <a:lnTo>
                    <a:pt x="1223784" y="1520951"/>
                  </a:lnTo>
                  <a:lnTo>
                    <a:pt x="1223784" y="1530095"/>
                  </a:lnTo>
                  <a:lnTo>
                    <a:pt x="1232928" y="1530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20026" y="2493772"/>
              <a:ext cx="391160" cy="392430"/>
            </a:xfrm>
            <a:custGeom>
              <a:avLst/>
              <a:gdLst/>
              <a:ahLst/>
              <a:cxnLst/>
              <a:rect l="l" t="t" r="r" b="b"/>
              <a:pathLst>
                <a:path w="391159" h="392430">
                  <a:moveTo>
                    <a:pt x="390905" y="392429"/>
                  </a:moveTo>
                  <a:lnTo>
                    <a:pt x="390905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390905" y="39242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10895" y="2484627"/>
              <a:ext cx="409575" cy="410845"/>
            </a:xfrm>
            <a:custGeom>
              <a:avLst/>
              <a:gdLst/>
              <a:ahLst/>
              <a:cxnLst/>
              <a:rect l="l" t="t" r="r" b="b"/>
              <a:pathLst>
                <a:path w="409575" h="410844">
                  <a:moveTo>
                    <a:pt x="409194" y="410717"/>
                  </a:moveTo>
                  <a:lnTo>
                    <a:pt x="409194" y="0"/>
                  </a:lnTo>
                  <a:lnTo>
                    <a:pt x="0" y="0"/>
                  </a:lnTo>
                  <a:lnTo>
                    <a:pt x="0" y="410717"/>
                  </a:lnTo>
                  <a:lnTo>
                    <a:pt x="9131" y="410717"/>
                  </a:lnTo>
                  <a:lnTo>
                    <a:pt x="9131" y="19049"/>
                  </a:lnTo>
                  <a:lnTo>
                    <a:pt x="19050" y="9143"/>
                  </a:lnTo>
                  <a:lnTo>
                    <a:pt x="19050" y="19049"/>
                  </a:lnTo>
                  <a:lnTo>
                    <a:pt x="390131" y="19049"/>
                  </a:lnTo>
                  <a:lnTo>
                    <a:pt x="390131" y="9143"/>
                  </a:lnTo>
                  <a:lnTo>
                    <a:pt x="400050" y="19049"/>
                  </a:lnTo>
                  <a:lnTo>
                    <a:pt x="400050" y="410717"/>
                  </a:lnTo>
                  <a:lnTo>
                    <a:pt x="409194" y="410717"/>
                  </a:lnTo>
                  <a:close/>
                </a:path>
                <a:path w="409575" h="410844">
                  <a:moveTo>
                    <a:pt x="19050" y="19049"/>
                  </a:moveTo>
                  <a:lnTo>
                    <a:pt x="19050" y="9143"/>
                  </a:lnTo>
                  <a:lnTo>
                    <a:pt x="9131" y="19049"/>
                  </a:lnTo>
                  <a:lnTo>
                    <a:pt x="19050" y="19049"/>
                  </a:lnTo>
                  <a:close/>
                </a:path>
                <a:path w="409575" h="410844">
                  <a:moveTo>
                    <a:pt x="19050" y="391667"/>
                  </a:moveTo>
                  <a:lnTo>
                    <a:pt x="19050" y="19049"/>
                  </a:lnTo>
                  <a:lnTo>
                    <a:pt x="9131" y="19049"/>
                  </a:lnTo>
                  <a:lnTo>
                    <a:pt x="9131" y="391667"/>
                  </a:lnTo>
                  <a:lnTo>
                    <a:pt x="19050" y="391667"/>
                  </a:lnTo>
                  <a:close/>
                </a:path>
                <a:path w="409575" h="410844">
                  <a:moveTo>
                    <a:pt x="400050" y="391667"/>
                  </a:moveTo>
                  <a:lnTo>
                    <a:pt x="9131" y="391667"/>
                  </a:lnTo>
                  <a:lnTo>
                    <a:pt x="19050" y="401573"/>
                  </a:lnTo>
                  <a:lnTo>
                    <a:pt x="19050" y="410717"/>
                  </a:lnTo>
                  <a:lnTo>
                    <a:pt x="390131" y="410717"/>
                  </a:lnTo>
                  <a:lnTo>
                    <a:pt x="390131" y="401573"/>
                  </a:lnTo>
                  <a:lnTo>
                    <a:pt x="400050" y="391667"/>
                  </a:lnTo>
                  <a:close/>
                </a:path>
                <a:path w="409575" h="410844">
                  <a:moveTo>
                    <a:pt x="19050" y="410717"/>
                  </a:moveTo>
                  <a:lnTo>
                    <a:pt x="19050" y="401573"/>
                  </a:lnTo>
                  <a:lnTo>
                    <a:pt x="9131" y="391667"/>
                  </a:lnTo>
                  <a:lnTo>
                    <a:pt x="9131" y="410717"/>
                  </a:lnTo>
                  <a:lnTo>
                    <a:pt x="19050" y="410717"/>
                  </a:lnTo>
                  <a:close/>
                </a:path>
                <a:path w="409575" h="410844">
                  <a:moveTo>
                    <a:pt x="400050" y="19049"/>
                  </a:moveTo>
                  <a:lnTo>
                    <a:pt x="390131" y="9143"/>
                  </a:lnTo>
                  <a:lnTo>
                    <a:pt x="390131" y="19049"/>
                  </a:lnTo>
                  <a:lnTo>
                    <a:pt x="400050" y="19049"/>
                  </a:lnTo>
                  <a:close/>
                </a:path>
                <a:path w="409575" h="410844">
                  <a:moveTo>
                    <a:pt x="400050" y="391667"/>
                  </a:moveTo>
                  <a:lnTo>
                    <a:pt x="400050" y="19049"/>
                  </a:lnTo>
                  <a:lnTo>
                    <a:pt x="390131" y="19049"/>
                  </a:lnTo>
                  <a:lnTo>
                    <a:pt x="390131" y="391667"/>
                  </a:lnTo>
                  <a:lnTo>
                    <a:pt x="400050" y="391667"/>
                  </a:lnTo>
                  <a:close/>
                </a:path>
                <a:path w="409575" h="410844">
                  <a:moveTo>
                    <a:pt x="400050" y="410717"/>
                  </a:moveTo>
                  <a:lnTo>
                    <a:pt x="400050" y="391667"/>
                  </a:lnTo>
                  <a:lnTo>
                    <a:pt x="390131" y="401573"/>
                  </a:lnTo>
                  <a:lnTo>
                    <a:pt x="390131" y="410717"/>
                  </a:lnTo>
                  <a:lnTo>
                    <a:pt x="400050" y="410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20026" y="3470655"/>
              <a:ext cx="391160" cy="391795"/>
            </a:xfrm>
            <a:custGeom>
              <a:avLst/>
              <a:gdLst/>
              <a:ahLst/>
              <a:cxnLst/>
              <a:rect l="l" t="t" r="r" b="b"/>
              <a:pathLst>
                <a:path w="391159" h="391795">
                  <a:moveTo>
                    <a:pt x="390905" y="391667"/>
                  </a:moveTo>
                  <a:lnTo>
                    <a:pt x="390905" y="0"/>
                  </a:lnTo>
                  <a:lnTo>
                    <a:pt x="0" y="0"/>
                  </a:lnTo>
                  <a:lnTo>
                    <a:pt x="0" y="391667"/>
                  </a:lnTo>
                  <a:lnTo>
                    <a:pt x="390905" y="391667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10895" y="3460750"/>
              <a:ext cx="409575" cy="411480"/>
            </a:xfrm>
            <a:custGeom>
              <a:avLst/>
              <a:gdLst/>
              <a:ahLst/>
              <a:cxnLst/>
              <a:rect l="l" t="t" r="r" b="b"/>
              <a:pathLst>
                <a:path w="409575" h="411479">
                  <a:moveTo>
                    <a:pt x="409194" y="411479"/>
                  </a:moveTo>
                  <a:lnTo>
                    <a:pt x="409194" y="0"/>
                  </a:lnTo>
                  <a:lnTo>
                    <a:pt x="0" y="0"/>
                  </a:lnTo>
                  <a:lnTo>
                    <a:pt x="0" y="411479"/>
                  </a:lnTo>
                  <a:lnTo>
                    <a:pt x="9131" y="411479"/>
                  </a:lnTo>
                  <a:lnTo>
                    <a:pt x="9131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390131" y="19050"/>
                  </a:lnTo>
                  <a:lnTo>
                    <a:pt x="390131" y="9905"/>
                  </a:lnTo>
                  <a:lnTo>
                    <a:pt x="400050" y="19050"/>
                  </a:lnTo>
                  <a:lnTo>
                    <a:pt x="400050" y="411479"/>
                  </a:lnTo>
                  <a:lnTo>
                    <a:pt x="409194" y="411479"/>
                  </a:lnTo>
                  <a:close/>
                </a:path>
                <a:path w="409575" h="411479">
                  <a:moveTo>
                    <a:pt x="19050" y="19050"/>
                  </a:moveTo>
                  <a:lnTo>
                    <a:pt x="19050" y="9905"/>
                  </a:lnTo>
                  <a:lnTo>
                    <a:pt x="9131" y="19050"/>
                  </a:lnTo>
                  <a:lnTo>
                    <a:pt x="19050" y="19050"/>
                  </a:lnTo>
                  <a:close/>
                </a:path>
                <a:path w="409575" h="411479">
                  <a:moveTo>
                    <a:pt x="19050" y="392429"/>
                  </a:moveTo>
                  <a:lnTo>
                    <a:pt x="19050" y="19050"/>
                  </a:lnTo>
                  <a:lnTo>
                    <a:pt x="9131" y="19050"/>
                  </a:lnTo>
                  <a:lnTo>
                    <a:pt x="9131" y="392429"/>
                  </a:lnTo>
                  <a:lnTo>
                    <a:pt x="19050" y="392429"/>
                  </a:lnTo>
                  <a:close/>
                </a:path>
                <a:path w="409575" h="411479">
                  <a:moveTo>
                    <a:pt x="400050" y="392429"/>
                  </a:moveTo>
                  <a:lnTo>
                    <a:pt x="9131" y="392429"/>
                  </a:lnTo>
                  <a:lnTo>
                    <a:pt x="19050" y="401574"/>
                  </a:lnTo>
                  <a:lnTo>
                    <a:pt x="19050" y="411479"/>
                  </a:lnTo>
                  <a:lnTo>
                    <a:pt x="390131" y="411479"/>
                  </a:lnTo>
                  <a:lnTo>
                    <a:pt x="390131" y="401574"/>
                  </a:lnTo>
                  <a:lnTo>
                    <a:pt x="400050" y="392429"/>
                  </a:lnTo>
                  <a:close/>
                </a:path>
                <a:path w="409575" h="411479">
                  <a:moveTo>
                    <a:pt x="19050" y="411479"/>
                  </a:moveTo>
                  <a:lnTo>
                    <a:pt x="19050" y="401574"/>
                  </a:lnTo>
                  <a:lnTo>
                    <a:pt x="9131" y="392429"/>
                  </a:lnTo>
                  <a:lnTo>
                    <a:pt x="9131" y="411479"/>
                  </a:lnTo>
                  <a:lnTo>
                    <a:pt x="19050" y="411479"/>
                  </a:lnTo>
                  <a:close/>
                </a:path>
                <a:path w="409575" h="411479">
                  <a:moveTo>
                    <a:pt x="400050" y="19050"/>
                  </a:moveTo>
                  <a:lnTo>
                    <a:pt x="390131" y="9905"/>
                  </a:lnTo>
                  <a:lnTo>
                    <a:pt x="390131" y="19050"/>
                  </a:lnTo>
                  <a:lnTo>
                    <a:pt x="400050" y="19050"/>
                  </a:lnTo>
                  <a:close/>
                </a:path>
                <a:path w="409575" h="411479">
                  <a:moveTo>
                    <a:pt x="400050" y="392429"/>
                  </a:moveTo>
                  <a:lnTo>
                    <a:pt x="400050" y="19050"/>
                  </a:lnTo>
                  <a:lnTo>
                    <a:pt x="390131" y="19050"/>
                  </a:lnTo>
                  <a:lnTo>
                    <a:pt x="390131" y="392429"/>
                  </a:lnTo>
                  <a:lnTo>
                    <a:pt x="400050" y="392429"/>
                  </a:lnTo>
                  <a:close/>
                </a:path>
                <a:path w="409575" h="411479">
                  <a:moveTo>
                    <a:pt x="400050" y="411479"/>
                  </a:moveTo>
                  <a:lnTo>
                    <a:pt x="400050" y="392429"/>
                  </a:lnTo>
                  <a:lnTo>
                    <a:pt x="390131" y="401574"/>
                  </a:lnTo>
                  <a:lnTo>
                    <a:pt x="390131" y="411479"/>
                  </a:lnTo>
                  <a:lnTo>
                    <a:pt x="400050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55547" y="2493772"/>
              <a:ext cx="292100" cy="1369060"/>
            </a:xfrm>
            <a:custGeom>
              <a:avLst/>
              <a:gdLst/>
              <a:ahLst/>
              <a:cxnLst/>
              <a:rect l="l" t="t" r="r" b="b"/>
              <a:pathLst>
                <a:path w="292100" h="1369060">
                  <a:moveTo>
                    <a:pt x="291846" y="1368551"/>
                  </a:moveTo>
                  <a:lnTo>
                    <a:pt x="291846" y="0"/>
                  </a:lnTo>
                  <a:lnTo>
                    <a:pt x="0" y="0"/>
                  </a:lnTo>
                  <a:lnTo>
                    <a:pt x="0" y="1368551"/>
                  </a:lnTo>
                  <a:lnTo>
                    <a:pt x="291846" y="1368551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45641" y="2484627"/>
              <a:ext cx="311785" cy="1388110"/>
            </a:xfrm>
            <a:custGeom>
              <a:avLst/>
              <a:gdLst/>
              <a:ahLst/>
              <a:cxnLst/>
              <a:rect l="l" t="t" r="r" b="b"/>
              <a:pathLst>
                <a:path w="311784" h="1388110">
                  <a:moveTo>
                    <a:pt x="311657" y="1387601"/>
                  </a:moveTo>
                  <a:lnTo>
                    <a:pt x="311657" y="0"/>
                  </a:lnTo>
                  <a:lnTo>
                    <a:pt x="0" y="0"/>
                  </a:lnTo>
                  <a:lnTo>
                    <a:pt x="0" y="1387601"/>
                  </a:lnTo>
                  <a:lnTo>
                    <a:pt x="9906" y="1387601"/>
                  </a:lnTo>
                  <a:lnTo>
                    <a:pt x="9906" y="19049"/>
                  </a:lnTo>
                  <a:lnTo>
                    <a:pt x="19050" y="9143"/>
                  </a:lnTo>
                  <a:lnTo>
                    <a:pt x="19050" y="19049"/>
                  </a:lnTo>
                  <a:lnTo>
                    <a:pt x="292595" y="19049"/>
                  </a:lnTo>
                  <a:lnTo>
                    <a:pt x="292595" y="9143"/>
                  </a:lnTo>
                  <a:lnTo>
                    <a:pt x="301751" y="19049"/>
                  </a:lnTo>
                  <a:lnTo>
                    <a:pt x="301751" y="1387601"/>
                  </a:lnTo>
                  <a:lnTo>
                    <a:pt x="311657" y="1387601"/>
                  </a:lnTo>
                  <a:close/>
                </a:path>
                <a:path w="311784" h="1388110">
                  <a:moveTo>
                    <a:pt x="19050" y="19049"/>
                  </a:moveTo>
                  <a:lnTo>
                    <a:pt x="19050" y="9143"/>
                  </a:lnTo>
                  <a:lnTo>
                    <a:pt x="9906" y="19049"/>
                  </a:lnTo>
                  <a:lnTo>
                    <a:pt x="19050" y="19049"/>
                  </a:lnTo>
                  <a:close/>
                </a:path>
                <a:path w="311784" h="1388110">
                  <a:moveTo>
                    <a:pt x="19050" y="1368551"/>
                  </a:moveTo>
                  <a:lnTo>
                    <a:pt x="19050" y="19049"/>
                  </a:lnTo>
                  <a:lnTo>
                    <a:pt x="9906" y="19049"/>
                  </a:lnTo>
                  <a:lnTo>
                    <a:pt x="9906" y="1368551"/>
                  </a:lnTo>
                  <a:lnTo>
                    <a:pt x="19050" y="1368551"/>
                  </a:lnTo>
                  <a:close/>
                </a:path>
                <a:path w="311784" h="1388110">
                  <a:moveTo>
                    <a:pt x="301751" y="1368551"/>
                  </a:moveTo>
                  <a:lnTo>
                    <a:pt x="9906" y="1368551"/>
                  </a:lnTo>
                  <a:lnTo>
                    <a:pt x="19050" y="1377695"/>
                  </a:lnTo>
                  <a:lnTo>
                    <a:pt x="19050" y="1387601"/>
                  </a:lnTo>
                  <a:lnTo>
                    <a:pt x="292595" y="1387601"/>
                  </a:lnTo>
                  <a:lnTo>
                    <a:pt x="292595" y="1377695"/>
                  </a:lnTo>
                  <a:lnTo>
                    <a:pt x="301751" y="1368551"/>
                  </a:lnTo>
                  <a:close/>
                </a:path>
                <a:path w="311784" h="1388110">
                  <a:moveTo>
                    <a:pt x="19050" y="1387601"/>
                  </a:moveTo>
                  <a:lnTo>
                    <a:pt x="19050" y="1377695"/>
                  </a:lnTo>
                  <a:lnTo>
                    <a:pt x="9906" y="1368551"/>
                  </a:lnTo>
                  <a:lnTo>
                    <a:pt x="9906" y="1387601"/>
                  </a:lnTo>
                  <a:lnTo>
                    <a:pt x="19050" y="1387601"/>
                  </a:lnTo>
                  <a:close/>
                </a:path>
                <a:path w="311784" h="1388110">
                  <a:moveTo>
                    <a:pt x="301751" y="19049"/>
                  </a:moveTo>
                  <a:lnTo>
                    <a:pt x="292595" y="9143"/>
                  </a:lnTo>
                  <a:lnTo>
                    <a:pt x="292595" y="19049"/>
                  </a:lnTo>
                  <a:lnTo>
                    <a:pt x="301751" y="19049"/>
                  </a:lnTo>
                  <a:close/>
                </a:path>
                <a:path w="311784" h="1388110">
                  <a:moveTo>
                    <a:pt x="301751" y="1368551"/>
                  </a:moveTo>
                  <a:lnTo>
                    <a:pt x="301751" y="19049"/>
                  </a:lnTo>
                  <a:lnTo>
                    <a:pt x="292595" y="19049"/>
                  </a:lnTo>
                  <a:lnTo>
                    <a:pt x="292595" y="1368551"/>
                  </a:lnTo>
                  <a:lnTo>
                    <a:pt x="301751" y="1368551"/>
                  </a:lnTo>
                  <a:close/>
                </a:path>
                <a:path w="311784" h="1388110">
                  <a:moveTo>
                    <a:pt x="301751" y="1387601"/>
                  </a:moveTo>
                  <a:lnTo>
                    <a:pt x="301751" y="1368551"/>
                  </a:lnTo>
                  <a:lnTo>
                    <a:pt x="292595" y="1377695"/>
                  </a:lnTo>
                  <a:lnTo>
                    <a:pt x="292595" y="1387601"/>
                  </a:lnTo>
                  <a:lnTo>
                    <a:pt x="301751" y="13876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906145" y="3072129"/>
            <a:ext cx="219075" cy="207010"/>
            <a:chOff x="6906145" y="3072129"/>
            <a:chExt cx="219075" cy="207010"/>
          </a:xfrm>
        </p:grpSpPr>
        <p:sp>
          <p:nvSpPr>
            <p:cNvPr id="32" name="object 32"/>
            <p:cNvSpPr/>
            <p:nvPr/>
          </p:nvSpPr>
          <p:spPr>
            <a:xfrm>
              <a:off x="6915277" y="3081273"/>
              <a:ext cx="200660" cy="187960"/>
            </a:xfrm>
            <a:custGeom>
              <a:avLst/>
              <a:gdLst/>
              <a:ahLst/>
              <a:cxnLst/>
              <a:rect l="l" t="t" r="r" b="b"/>
              <a:pathLst>
                <a:path w="200659" h="187960">
                  <a:moveTo>
                    <a:pt x="200405" y="187451"/>
                  </a:moveTo>
                  <a:lnTo>
                    <a:pt x="200405" y="0"/>
                  </a:lnTo>
                  <a:lnTo>
                    <a:pt x="0" y="0"/>
                  </a:lnTo>
                  <a:lnTo>
                    <a:pt x="0" y="187451"/>
                  </a:lnTo>
                  <a:lnTo>
                    <a:pt x="200405" y="187451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06145" y="3072129"/>
              <a:ext cx="219075" cy="207010"/>
            </a:xfrm>
            <a:custGeom>
              <a:avLst/>
              <a:gdLst/>
              <a:ahLst/>
              <a:cxnLst/>
              <a:rect l="l" t="t" r="r" b="b"/>
              <a:pathLst>
                <a:path w="219075" h="207010">
                  <a:moveTo>
                    <a:pt x="218694" y="206501"/>
                  </a:moveTo>
                  <a:lnTo>
                    <a:pt x="218694" y="0"/>
                  </a:lnTo>
                  <a:lnTo>
                    <a:pt x="0" y="0"/>
                  </a:lnTo>
                  <a:lnTo>
                    <a:pt x="0" y="206501"/>
                  </a:lnTo>
                  <a:lnTo>
                    <a:pt x="9131" y="206501"/>
                  </a:lnTo>
                  <a:lnTo>
                    <a:pt x="9131" y="19049"/>
                  </a:lnTo>
                  <a:lnTo>
                    <a:pt x="19050" y="9143"/>
                  </a:lnTo>
                  <a:lnTo>
                    <a:pt x="19050" y="19049"/>
                  </a:lnTo>
                  <a:lnTo>
                    <a:pt x="199631" y="19049"/>
                  </a:lnTo>
                  <a:lnTo>
                    <a:pt x="199631" y="9143"/>
                  </a:lnTo>
                  <a:lnTo>
                    <a:pt x="209550" y="19049"/>
                  </a:lnTo>
                  <a:lnTo>
                    <a:pt x="209550" y="206501"/>
                  </a:lnTo>
                  <a:lnTo>
                    <a:pt x="218694" y="206501"/>
                  </a:lnTo>
                  <a:close/>
                </a:path>
                <a:path w="219075" h="207010">
                  <a:moveTo>
                    <a:pt x="19050" y="19049"/>
                  </a:moveTo>
                  <a:lnTo>
                    <a:pt x="19050" y="9143"/>
                  </a:lnTo>
                  <a:lnTo>
                    <a:pt x="9131" y="19049"/>
                  </a:lnTo>
                  <a:lnTo>
                    <a:pt x="19050" y="19049"/>
                  </a:lnTo>
                  <a:close/>
                </a:path>
                <a:path w="219075" h="207010">
                  <a:moveTo>
                    <a:pt x="19050" y="187451"/>
                  </a:moveTo>
                  <a:lnTo>
                    <a:pt x="19050" y="19049"/>
                  </a:lnTo>
                  <a:lnTo>
                    <a:pt x="9131" y="19049"/>
                  </a:lnTo>
                  <a:lnTo>
                    <a:pt x="9131" y="187451"/>
                  </a:lnTo>
                  <a:lnTo>
                    <a:pt x="19050" y="187451"/>
                  </a:lnTo>
                  <a:close/>
                </a:path>
                <a:path w="219075" h="207010">
                  <a:moveTo>
                    <a:pt x="209550" y="187451"/>
                  </a:moveTo>
                  <a:lnTo>
                    <a:pt x="9131" y="187451"/>
                  </a:lnTo>
                  <a:lnTo>
                    <a:pt x="19050" y="196595"/>
                  </a:lnTo>
                  <a:lnTo>
                    <a:pt x="19050" y="206501"/>
                  </a:lnTo>
                  <a:lnTo>
                    <a:pt x="199631" y="206501"/>
                  </a:lnTo>
                  <a:lnTo>
                    <a:pt x="199631" y="196595"/>
                  </a:lnTo>
                  <a:lnTo>
                    <a:pt x="209550" y="187451"/>
                  </a:lnTo>
                  <a:close/>
                </a:path>
                <a:path w="219075" h="207010">
                  <a:moveTo>
                    <a:pt x="19050" y="206501"/>
                  </a:moveTo>
                  <a:lnTo>
                    <a:pt x="19050" y="196595"/>
                  </a:lnTo>
                  <a:lnTo>
                    <a:pt x="9131" y="187451"/>
                  </a:lnTo>
                  <a:lnTo>
                    <a:pt x="9131" y="206501"/>
                  </a:lnTo>
                  <a:lnTo>
                    <a:pt x="19050" y="206501"/>
                  </a:lnTo>
                  <a:close/>
                </a:path>
                <a:path w="219075" h="207010">
                  <a:moveTo>
                    <a:pt x="209550" y="19049"/>
                  </a:moveTo>
                  <a:lnTo>
                    <a:pt x="199631" y="9143"/>
                  </a:lnTo>
                  <a:lnTo>
                    <a:pt x="199631" y="19049"/>
                  </a:lnTo>
                  <a:lnTo>
                    <a:pt x="209550" y="19049"/>
                  </a:lnTo>
                  <a:close/>
                </a:path>
                <a:path w="219075" h="207010">
                  <a:moveTo>
                    <a:pt x="209550" y="187451"/>
                  </a:moveTo>
                  <a:lnTo>
                    <a:pt x="209550" y="19049"/>
                  </a:lnTo>
                  <a:lnTo>
                    <a:pt x="199631" y="19049"/>
                  </a:lnTo>
                  <a:lnTo>
                    <a:pt x="199631" y="187451"/>
                  </a:lnTo>
                  <a:lnTo>
                    <a:pt x="209550" y="187451"/>
                  </a:lnTo>
                  <a:close/>
                </a:path>
                <a:path w="219075" h="207010">
                  <a:moveTo>
                    <a:pt x="209550" y="206501"/>
                  </a:moveTo>
                  <a:lnTo>
                    <a:pt x="209550" y="187451"/>
                  </a:lnTo>
                  <a:lnTo>
                    <a:pt x="199631" y="196595"/>
                  </a:lnTo>
                  <a:lnTo>
                    <a:pt x="199631" y="206501"/>
                  </a:lnTo>
                  <a:lnTo>
                    <a:pt x="209550" y="206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938397" y="3067811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05967" y="2886201"/>
            <a:ext cx="19050" cy="584835"/>
          </a:xfrm>
          <a:custGeom>
            <a:avLst/>
            <a:gdLst/>
            <a:ahLst/>
            <a:cxnLst/>
            <a:rect l="l" t="t" r="r" b="b"/>
            <a:pathLst>
              <a:path w="19050" h="584835">
                <a:moveTo>
                  <a:pt x="19050" y="390144"/>
                </a:moveTo>
                <a:lnTo>
                  <a:pt x="0" y="390144"/>
                </a:lnTo>
                <a:lnTo>
                  <a:pt x="0" y="584454"/>
                </a:lnTo>
                <a:lnTo>
                  <a:pt x="19050" y="584454"/>
                </a:lnTo>
                <a:lnTo>
                  <a:pt x="19050" y="390144"/>
                </a:lnTo>
                <a:close/>
              </a:path>
              <a:path w="19050" h="584835">
                <a:moveTo>
                  <a:pt x="19050" y="0"/>
                </a:moveTo>
                <a:lnTo>
                  <a:pt x="0" y="0"/>
                </a:lnTo>
                <a:lnTo>
                  <a:pt x="0" y="193548"/>
                </a:lnTo>
                <a:lnTo>
                  <a:pt x="19050" y="193548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910964" y="2527554"/>
            <a:ext cx="194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63721" y="3523488"/>
            <a:ext cx="3086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210945" y="3657346"/>
            <a:ext cx="245110" cy="19050"/>
          </a:xfrm>
          <a:custGeom>
            <a:avLst/>
            <a:gdLst/>
            <a:ahLst/>
            <a:cxnLst/>
            <a:rect l="l" t="t" r="r" b="b"/>
            <a:pathLst>
              <a:path w="245109" h="19050">
                <a:moveTo>
                  <a:pt x="244601" y="19050"/>
                </a:moveTo>
                <a:lnTo>
                  <a:pt x="244601" y="0"/>
                </a:lnTo>
                <a:lnTo>
                  <a:pt x="0" y="0"/>
                </a:lnTo>
                <a:lnTo>
                  <a:pt x="0" y="19050"/>
                </a:lnTo>
                <a:lnTo>
                  <a:pt x="24460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469733" y="2626182"/>
            <a:ext cx="252729" cy="1075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10" dirty="0">
                <a:latin typeface="Arial MT"/>
                <a:cs typeface="Arial MT"/>
              </a:rPr>
              <a:t>Memory/Dir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21583" y="2091690"/>
            <a:ext cx="16567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Directory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Node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block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29195" y="4356100"/>
            <a:ext cx="1243330" cy="1530350"/>
            <a:chOff x="829195" y="4356100"/>
            <a:chExt cx="1243330" cy="153035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339" y="4366005"/>
              <a:ext cx="1224533" cy="151104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29195" y="4356100"/>
              <a:ext cx="1243330" cy="1530350"/>
            </a:xfrm>
            <a:custGeom>
              <a:avLst/>
              <a:gdLst/>
              <a:ahLst/>
              <a:cxnLst/>
              <a:rect l="l" t="t" r="r" b="b"/>
              <a:pathLst>
                <a:path w="1243330" h="1530350">
                  <a:moveTo>
                    <a:pt x="1242822" y="1530096"/>
                  </a:moveTo>
                  <a:lnTo>
                    <a:pt x="1242822" y="0"/>
                  </a:lnTo>
                  <a:lnTo>
                    <a:pt x="0" y="0"/>
                  </a:lnTo>
                  <a:lnTo>
                    <a:pt x="0" y="1530096"/>
                  </a:lnTo>
                  <a:lnTo>
                    <a:pt x="9143" y="1530096"/>
                  </a:lnTo>
                  <a:lnTo>
                    <a:pt x="9143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1223772" y="19050"/>
                  </a:lnTo>
                  <a:lnTo>
                    <a:pt x="1223772" y="9905"/>
                  </a:lnTo>
                  <a:lnTo>
                    <a:pt x="1233678" y="19050"/>
                  </a:lnTo>
                  <a:lnTo>
                    <a:pt x="1233678" y="1530096"/>
                  </a:lnTo>
                  <a:lnTo>
                    <a:pt x="1242822" y="1530096"/>
                  </a:lnTo>
                  <a:close/>
                </a:path>
                <a:path w="1243330" h="1530350">
                  <a:moveTo>
                    <a:pt x="19050" y="19050"/>
                  </a:moveTo>
                  <a:lnTo>
                    <a:pt x="19050" y="9905"/>
                  </a:lnTo>
                  <a:lnTo>
                    <a:pt x="9143" y="19050"/>
                  </a:lnTo>
                  <a:lnTo>
                    <a:pt x="19050" y="19050"/>
                  </a:lnTo>
                  <a:close/>
                </a:path>
                <a:path w="1243330" h="1530350">
                  <a:moveTo>
                    <a:pt x="19050" y="1511046"/>
                  </a:moveTo>
                  <a:lnTo>
                    <a:pt x="19050" y="19050"/>
                  </a:lnTo>
                  <a:lnTo>
                    <a:pt x="9143" y="19050"/>
                  </a:lnTo>
                  <a:lnTo>
                    <a:pt x="9143" y="1511046"/>
                  </a:lnTo>
                  <a:lnTo>
                    <a:pt x="19050" y="1511046"/>
                  </a:lnTo>
                  <a:close/>
                </a:path>
                <a:path w="1243330" h="1530350">
                  <a:moveTo>
                    <a:pt x="1233678" y="1511046"/>
                  </a:moveTo>
                  <a:lnTo>
                    <a:pt x="9143" y="1511046"/>
                  </a:lnTo>
                  <a:lnTo>
                    <a:pt x="19050" y="1520952"/>
                  </a:lnTo>
                  <a:lnTo>
                    <a:pt x="19050" y="1530096"/>
                  </a:lnTo>
                  <a:lnTo>
                    <a:pt x="1223772" y="1530096"/>
                  </a:lnTo>
                  <a:lnTo>
                    <a:pt x="1223772" y="1520952"/>
                  </a:lnTo>
                  <a:lnTo>
                    <a:pt x="1233678" y="1511046"/>
                  </a:lnTo>
                  <a:close/>
                </a:path>
                <a:path w="1243330" h="1530350">
                  <a:moveTo>
                    <a:pt x="19050" y="1530096"/>
                  </a:moveTo>
                  <a:lnTo>
                    <a:pt x="19050" y="1520952"/>
                  </a:lnTo>
                  <a:lnTo>
                    <a:pt x="9143" y="1511046"/>
                  </a:lnTo>
                  <a:lnTo>
                    <a:pt x="9143" y="1530096"/>
                  </a:lnTo>
                  <a:lnTo>
                    <a:pt x="19050" y="1530096"/>
                  </a:lnTo>
                  <a:close/>
                </a:path>
                <a:path w="1243330" h="1530350">
                  <a:moveTo>
                    <a:pt x="1233678" y="19050"/>
                  </a:moveTo>
                  <a:lnTo>
                    <a:pt x="1223772" y="9905"/>
                  </a:lnTo>
                  <a:lnTo>
                    <a:pt x="1223772" y="19050"/>
                  </a:lnTo>
                  <a:lnTo>
                    <a:pt x="1233678" y="19050"/>
                  </a:lnTo>
                  <a:close/>
                </a:path>
                <a:path w="1243330" h="1530350">
                  <a:moveTo>
                    <a:pt x="1233678" y="1511046"/>
                  </a:moveTo>
                  <a:lnTo>
                    <a:pt x="1233678" y="19050"/>
                  </a:lnTo>
                  <a:lnTo>
                    <a:pt x="1223772" y="19050"/>
                  </a:lnTo>
                  <a:lnTo>
                    <a:pt x="1223772" y="1511046"/>
                  </a:lnTo>
                  <a:lnTo>
                    <a:pt x="1233678" y="1511046"/>
                  </a:lnTo>
                  <a:close/>
                </a:path>
                <a:path w="1243330" h="1530350">
                  <a:moveTo>
                    <a:pt x="1233678" y="1530096"/>
                  </a:moveTo>
                  <a:lnTo>
                    <a:pt x="1233678" y="1511046"/>
                  </a:lnTo>
                  <a:lnTo>
                    <a:pt x="1223772" y="1520952"/>
                  </a:lnTo>
                  <a:lnTo>
                    <a:pt x="1223772" y="1530096"/>
                  </a:lnTo>
                  <a:lnTo>
                    <a:pt x="1233678" y="1530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78547" y="4436872"/>
              <a:ext cx="390525" cy="392430"/>
            </a:xfrm>
            <a:custGeom>
              <a:avLst/>
              <a:gdLst/>
              <a:ahLst/>
              <a:cxnLst/>
              <a:rect l="l" t="t" r="r" b="b"/>
              <a:pathLst>
                <a:path w="390525" h="392429">
                  <a:moveTo>
                    <a:pt x="390144" y="392429"/>
                  </a:moveTo>
                  <a:lnTo>
                    <a:pt x="390144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390144" y="39242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68641" y="4427727"/>
              <a:ext cx="410209" cy="410845"/>
            </a:xfrm>
            <a:custGeom>
              <a:avLst/>
              <a:gdLst/>
              <a:ahLst/>
              <a:cxnLst/>
              <a:rect l="l" t="t" r="r" b="b"/>
              <a:pathLst>
                <a:path w="410209" h="410845">
                  <a:moveTo>
                    <a:pt x="409956" y="410718"/>
                  </a:moveTo>
                  <a:lnTo>
                    <a:pt x="409956" y="0"/>
                  </a:lnTo>
                  <a:lnTo>
                    <a:pt x="0" y="0"/>
                  </a:lnTo>
                  <a:lnTo>
                    <a:pt x="0" y="410718"/>
                  </a:lnTo>
                  <a:lnTo>
                    <a:pt x="9906" y="410718"/>
                  </a:lnTo>
                  <a:lnTo>
                    <a:pt x="9906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90906" y="19050"/>
                  </a:lnTo>
                  <a:lnTo>
                    <a:pt x="390906" y="9144"/>
                  </a:lnTo>
                  <a:lnTo>
                    <a:pt x="400050" y="19050"/>
                  </a:lnTo>
                  <a:lnTo>
                    <a:pt x="400050" y="410718"/>
                  </a:lnTo>
                  <a:lnTo>
                    <a:pt x="409956" y="410718"/>
                  </a:lnTo>
                  <a:close/>
                </a:path>
                <a:path w="410209" h="410845">
                  <a:moveTo>
                    <a:pt x="19050" y="19050"/>
                  </a:moveTo>
                  <a:lnTo>
                    <a:pt x="19050" y="9144"/>
                  </a:lnTo>
                  <a:lnTo>
                    <a:pt x="9906" y="19050"/>
                  </a:lnTo>
                  <a:lnTo>
                    <a:pt x="19050" y="19050"/>
                  </a:lnTo>
                  <a:close/>
                </a:path>
                <a:path w="410209" h="410845">
                  <a:moveTo>
                    <a:pt x="19050" y="391668"/>
                  </a:moveTo>
                  <a:lnTo>
                    <a:pt x="19050" y="19050"/>
                  </a:lnTo>
                  <a:lnTo>
                    <a:pt x="9906" y="19050"/>
                  </a:lnTo>
                  <a:lnTo>
                    <a:pt x="9906" y="391668"/>
                  </a:lnTo>
                  <a:lnTo>
                    <a:pt x="19050" y="391668"/>
                  </a:lnTo>
                  <a:close/>
                </a:path>
                <a:path w="410209" h="410845">
                  <a:moveTo>
                    <a:pt x="400050" y="391668"/>
                  </a:moveTo>
                  <a:lnTo>
                    <a:pt x="9906" y="391668"/>
                  </a:lnTo>
                  <a:lnTo>
                    <a:pt x="19050" y="401574"/>
                  </a:lnTo>
                  <a:lnTo>
                    <a:pt x="19050" y="410718"/>
                  </a:lnTo>
                  <a:lnTo>
                    <a:pt x="390906" y="410718"/>
                  </a:lnTo>
                  <a:lnTo>
                    <a:pt x="390906" y="401574"/>
                  </a:lnTo>
                  <a:lnTo>
                    <a:pt x="400050" y="391668"/>
                  </a:lnTo>
                  <a:close/>
                </a:path>
                <a:path w="410209" h="410845">
                  <a:moveTo>
                    <a:pt x="19050" y="410718"/>
                  </a:moveTo>
                  <a:lnTo>
                    <a:pt x="19050" y="401574"/>
                  </a:lnTo>
                  <a:lnTo>
                    <a:pt x="9906" y="391668"/>
                  </a:lnTo>
                  <a:lnTo>
                    <a:pt x="9906" y="410718"/>
                  </a:lnTo>
                  <a:lnTo>
                    <a:pt x="19050" y="410718"/>
                  </a:lnTo>
                  <a:close/>
                </a:path>
                <a:path w="410209" h="410845">
                  <a:moveTo>
                    <a:pt x="400050" y="19050"/>
                  </a:moveTo>
                  <a:lnTo>
                    <a:pt x="390906" y="9144"/>
                  </a:lnTo>
                  <a:lnTo>
                    <a:pt x="390906" y="19050"/>
                  </a:lnTo>
                  <a:lnTo>
                    <a:pt x="400050" y="19050"/>
                  </a:lnTo>
                  <a:close/>
                </a:path>
                <a:path w="410209" h="410845">
                  <a:moveTo>
                    <a:pt x="400050" y="391668"/>
                  </a:moveTo>
                  <a:lnTo>
                    <a:pt x="400050" y="19050"/>
                  </a:lnTo>
                  <a:lnTo>
                    <a:pt x="390906" y="19050"/>
                  </a:lnTo>
                  <a:lnTo>
                    <a:pt x="390906" y="391668"/>
                  </a:lnTo>
                  <a:lnTo>
                    <a:pt x="400050" y="391668"/>
                  </a:lnTo>
                  <a:close/>
                </a:path>
                <a:path w="410209" h="410845">
                  <a:moveTo>
                    <a:pt x="400050" y="410718"/>
                  </a:moveTo>
                  <a:lnTo>
                    <a:pt x="400050" y="391668"/>
                  </a:lnTo>
                  <a:lnTo>
                    <a:pt x="390906" y="401574"/>
                  </a:lnTo>
                  <a:lnTo>
                    <a:pt x="390906" y="410718"/>
                  </a:lnTo>
                  <a:lnTo>
                    <a:pt x="400050" y="4107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73797" y="5024373"/>
              <a:ext cx="200025" cy="187960"/>
            </a:xfrm>
            <a:custGeom>
              <a:avLst/>
              <a:gdLst/>
              <a:ahLst/>
              <a:cxnLst/>
              <a:rect l="l" t="t" r="r" b="b"/>
              <a:pathLst>
                <a:path w="200025" h="187960">
                  <a:moveTo>
                    <a:pt x="199644" y="187451"/>
                  </a:moveTo>
                  <a:lnTo>
                    <a:pt x="199644" y="0"/>
                  </a:lnTo>
                  <a:lnTo>
                    <a:pt x="0" y="0"/>
                  </a:lnTo>
                  <a:lnTo>
                    <a:pt x="0" y="187451"/>
                  </a:lnTo>
                  <a:lnTo>
                    <a:pt x="199644" y="187451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63891" y="5015230"/>
              <a:ext cx="219710" cy="207010"/>
            </a:xfrm>
            <a:custGeom>
              <a:avLst/>
              <a:gdLst/>
              <a:ahLst/>
              <a:cxnLst/>
              <a:rect l="l" t="t" r="r" b="b"/>
              <a:pathLst>
                <a:path w="219709" h="207010">
                  <a:moveTo>
                    <a:pt x="219456" y="206501"/>
                  </a:moveTo>
                  <a:lnTo>
                    <a:pt x="219456" y="0"/>
                  </a:lnTo>
                  <a:lnTo>
                    <a:pt x="0" y="0"/>
                  </a:lnTo>
                  <a:lnTo>
                    <a:pt x="0" y="206501"/>
                  </a:lnTo>
                  <a:lnTo>
                    <a:pt x="9906" y="206501"/>
                  </a:lnTo>
                  <a:lnTo>
                    <a:pt x="9906" y="19049"/>
                  </a:lnTo>
                  <a:lnTo>
                    <a:pt x="19050" y="9143"/>
                  </a:lnTo>
                  <a:lnTo>
                    <a:pt x="19050" y="19049"/>
                  </a:lnTo>
                  <a:lnTo>
                    <a:pt x="200406" y="19049"/>
                  </a:lnTo>
                  <a:lnTo>
                    <a:pt x="200406" y="9143"/>
                  </a:lnTo>
                  <a:lnTo>
                    <a:pt x="209550" y="19049"/>
                  </a:lnTo>
                  <a:lnTo>
                    <a:pt x="209550" y="206501"/>
                  </a:lnTo>
                  <a:lnTo>
                    <a:pt x="219456" y="206501"/>
                  </a:lnTo>
                  <a:close/>
                </a:path>
                <a:path w="219709" h="207010">
                  <a:moveTo>
                    <a:pt x="19050" y="19049"/>
                  </a:moveTo>
                  <a:lnTo>
                    <a:pt x="19050" y="9143"/>
                  </a:lnTo>
                  <a:lnTo>
                    <a:pt x="9906" y="19049"/>
                  </a:lnTo>
                  <a:lnTo>
                    <a:pt x="19050" y="19049"/>
                  </a:lnTo>
                  <a:close/>
                </a:path>
                <a:path w="219709" h="207010">
                  <a:moveTo>
                    <a:pt x="19050" y="187451"/>
                  </a:moveTo>
                  <a:lnTo>
                    <a:pt x="19050" y="19049"/>
                  </a:lnTo>
                  <a:lnTo>
                    <a:pt x="9906" y="19049"/>
                  </a:lnTo>
                  <a:lnTo>
                    <a:pt x="9906" y="187451"/>
                  </a:lnTo>
                  <a:lnTo>
                    <a:pt x="19050" y="187451"/>
                  </a:lnTo>
                  <a:close/>
                </a:path>
                <a:path w="219709" h="207010">
                  <a:moveTo>
                    <a:pt x="209550" y="187451"/>
                  </a:moveTo>
                  <a:lnTo>
                    <a:pt x="9906" y="187451"/>
                  </a:lnTo>
                  <a:lnTo>
                    <a:pt x="19050" y="196595"/>
                  </a:lnTo>
                  <a:lnTo>
                    <a:pt x="19050" y="206501"/>
                  </a:lnTo>
                  <a:lnTo>
                    <a:pt x="200406" y="206501"/>
                  </a:lnTo>
                  <a:lnTo>
                    <a:pt x="200406" y="196595"/>
                  </a:lnTo>
                  <a:lnTo>
                    <a:pt x="209550" y="187451"/>
                  </a:lnTo>
                  <a:close/>
                </a:path>
                <a:path w="219709" h="207010">
                  <a:moveTo>
                    <a:pt x="19050" y="206501"/>
                  </a:moveTo>
                  <a:lnTo>
                    <a:pt x="19050" y="196595"/>
                  </a:lnTo>
                  <a:lnTo>
                    <a:pt x="9906" y="187451"/>
                  </a:lnTo>
                  <a:lnTo>
                    <a:pt x="9906" y="206501"/>
                  </a:lnTo>
                  <a:lnTo>
                    <a:pt x="19050" y="206501"/>
                  </a:lnTo>
                  <a:close/>
                </a:path>
                <a:path w="219709" h="207010">
                  <a:moveTo>
                    <a:pt x="209550" y="19049"/>
                  </a:moveTo>
                  <a:lnTo>
                    <a:pt x="200406" y="9143"/>
                  </a:lnTo>
                  <a:lnTo>
                    <a:pt x="200406" y="19049"/>
                  </a:lnTo>
                  <a:lnTo>
                    <a:pt x="209550" y="19049"/>
                  </a:lnTo>
                  <a:close/>
                </a:path>
                <a:path w="219709" h="207010">
                  <a:moveTo>
                    <a:pt x="209550" y="187451"/>
                  </a:moveTo>
                  <a:lnTo>
                    <a:pt x="209550" y="19049"/>
                  </a:lnTo>
                  <a:lnTo>
                    <a:pt x="200406" y="19049"/>
                  </a:lnTo>
                  <a:lnTo>
                    <a:pt x="200406" y="187451"/>
                  </a:lnTo>
                  <a:lnTo>
                    <a:pt x="209550" y="187451"/>
                  </a:lnTo>
                  <a:close/>
                </a:path>
                <a:path w="219709" h="207010">
                  <a:moveTo>
                    <a:pt x="209550" y="206501"/>
                  </a:moveTo>
                  <a:lnTo>
                    <a:pt x="209550" y="187451"/>
                  </a:lnTo>
                  <a:lnTo>
                    <a:pt x="200406" y="196595"/>
                  </a:lnTo>
                  <a:lnTo>
                    <a:pt x="200406" y="206501"/>
                  </a:lnTo>
                  <a:lnTo>
                    <a:pt x="209550" y="206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78547" y="5413755"/>
              <a:ext cx="390525" cy="391795"/>
            </a:xfrm>
            <a:custGeom>
              <a:avLst/>
              <a:gdLst/>
              <a:ahLst/>
              <a:cxnLst/>
              <a:rect l="l" t="t" r="r" b="b"/>
              <a:pathLst>
                <a:path w="390525" h="391795">
                  <a:moveTo>
                    <a:pt x="390144" y="391667"/>
                  </a:moveTo>
                  <a:lnTo>
                    <a:pt x="390144" y="0"/>
                  </a:lnTo>
                  <a:lnTo>
                    <a:pt x="0" y="0"/>
                  </a:lnTo>
                  <a:lnTo>
                    <a:pt x="0" y="391667"/>
                  </a:lnTo>
                  <a:lnTo>
                    <a:pt x="390144" y="391667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68641" y="5403850"/>
              <a:ext cx="410209" cy="411480"/>
            </a:xfrm>
            <a:custGeom>
              <a:avLst/>
              <a:gdLst/>
              <a:ahLst/>
              <a:cxnLst/>
              <a:rect l="l" t="t" r="r" b="b"/>
              <a:pathLst>
                <a:path w="410209" h="411479">
                  <a:moveTo>
                    <a:pt x="409956" y="411479"/>
                  </a:moveTo>
                  <a:lnTo>
                    <a:pt x="409956" y="0"/>
                  </a:lnTo>
                  <a:lnTo>
                    <a:pt x="0" y="0"/>
                  </a:lnTo>
                  <a:lnTo>
                    <a:pt x="0" y="411479"/>
                  </a:lnTo>
                  <a:lnTo>
                    <a:pt x="9906" y="411479"/>
                  </a:lnTo>
                  <a:lnTo>
                    <a:pt x="9906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390906" y="19050"/>
                  </a:lnTo>
                  <a:lnTo>
                    <a:pt x="390906" y="9905"/>
                  </a:lnTo>
                  <a:lnTo>
                    <a:pt x="400050" y="19050"/>
                  </a:lnTo>
                  <a:lnTo>
                    <a:pt x="400050" y="411479"/>
                  </a:lnTo>
                  <a:lnTo>
                    <a:pt x="409956" y="411479"/>
                  </a:lnTo>
                  <a:close/>
                </a:path>
                <a:path w="410209" h="411479">
                  <a:moveTo>
                    <a:pt x="19050" y="19050"/>
                  </a:moveTo>
                  <a:lnTo>
                    <a:pt x="19050" y="9905"/>
                  </a:lnTo>
                  <a:lnTo>
                    <a:pt x="9906" y="19050"/>
                  </a:lnTo>
                  <a:lnTo>
                    <a:pt x="19050" y="19050"/>
                  </a:lnTo>
                  <a:close/>
                </a:path>
                <a:path w="410209" h="411479">
                  <a:moveTo>
                    <a:pt x="19050" y="392429"/>
                  </a:moveTo>
                  <a:lnTo>
                    <a:pt x="19050" y="19050"/>
                  </a:lnTo>
                  <a:lnTo>
                    <a:pt x="9906" y="19050"/>
                  </a:lnTo>
                  <a:lnTo>
                    <a:pt x="9906" y="392429"/>
                  </a:lnTo>
                  <a:lnTo>
                    <a:pt x="19050" y="392429"/>
                  </a:lnTo>
                  <a:close/>
                </a:path>
                <a:path w="410209" h="411479">
                  <a:moveTo>
                    <a:pt x="400050" y="392429"/>
                  </a:moveTo>
                  <a:lnTo>
                    <a:pt x="9906" y="392429"/>
                  </a:lnTo>
                  <a:lnTo>
                    <a:pt x="19050" y="401574"/>
                  </a:lnTo>
                  <a:lnTo>
                    <a:pt x="19050" y="411479"/>
                  </a:lnTo>
                  <a:lnTo>
                    <a:pt x="390906" y="411479"/>
                  </a:lnTo>
                  <a:lnTo>
                    <a:pt x="390906" y="401574"/>
                  </a:lnTo>
                  <a:lnTo>
                    <a:pt x="400050" y="392429"/>
                  </a:lnTo>
                  <a:close/>
                </a:path>
                <a:path w="410209" h="411479">
                  <a:moveTo>
                    <a:pt x="19050" y="411479"/>
                  </a:moveTo>
                  <a:lnTo>
                    <a:pt x="19050" y="401574"/>
                  </a:lnTo>
                  <a:lnTo>
                    <a:pt x="9906" y="392429"/>
                  </a:lnTo>
                  <a:lnTo>
                    <a:pt x="9906" y="411479"/>
                  </a:lnTo>
                  <a:lnTo>
                    <a:pt x="19050" y="411479"/>
                  </a:lnTo>
                  <a:close/>
                </a:path>
                <a:path w="410209" h="411479">
                  <a:moveTo>
                    <a:pt x="400050" y="19050"/>
                  </a:moveTo>
                  <a:lnTo>
                    <a:pt x="390906" y="9905"/>
                  </a:lnTo>
                  <a:lnTo>
                    <a:pt x="390906" y="19050"/>
                  </a:lnTo>
                  <a:lnTo>
                    <a:pt x="400050" y="19050"/>
                  </a:lnTo>
                  <a:close/>
                </a:path>
                <a:path w="410209" h="411479">
                  <a:moveTo>
                    <a:pt x="400050" y="392429"/>
                  </a:moveTo>
                  <a:lnTo>
                    <a:pt x="400050" y="19050"/>
                  </a:lnTo>
                  <a:lnTo>
                    <a:pt x="390906" y="19050"/>
                  </a:lnTo>
                  <a:lnTo>
                    <a:pt x="390906" y="392429"/>
                  </a:lnTo>
                  <a:lnTo>
                    <a:pt x="400050" y="392429"/>
                  </a:lnTo>
                  <a:close/>
                </a:path>
                <a:path w="410209" h="411479">
                  <a:moveTo>
                    <a:pt x="400050" y="411479"/>
                  </a:moveTo>
                  <a:lnTo>
                    <a:pt x="400050" y="392429"/>
                  </a:lnTo>
                  <a:lnTo>
                    <a:pt x="390906" y="401574"/>
                  </a:lnTo>
                  <a:lnTo>
                    <a:pt x="390906" y="411479"/>
                  </a:lnTo>
                  <a:lnTo>
                    <a:pt x="400050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13293" y="4436872"/>
              <a:ext cx="292100" cy="1369060"/>
            </a:xfrm>
            <a:custGeom>
              <a:avLst/>
              <a:gdLst/>
              <a:ahLst/>
              <a:cxnLst/>
              <a:rect l="l" t="t" r="r" b="b"/>
              <a:pathLst>
                <a:path w="292100" h="1369060">
                  <a:moveTo>
                    <a:pt x="291845" y="1368552"/>
                  </a:moveTo>
                  <a:lnTo>
                    <a:pt x="291845" y="0"/>
                  </a:lnTo>
                  <a:lnTo>
                    <a:pt x="0" y="0"/>
                  </a:lnTo>
                  <a:lnTo>
                    <a:pt x="0" y="1368552"/>
                  </a:lnTo>
                  <a:lnTo>
                    <a:pt x="291845" y="1368552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04149" y="4427727"/>
              <a:ext cx="311150" cy="1388110"/>
            </a:xfrm>
            <a:custGeom>
              <a:avLst/>
              <a:gdLst/>
              <a:ahLst/>
              <a:cxnLst/>
              <a:rect l="l" t="t" r="r" b="b"/>
              <a:pathLst>
                <a:path w="311150" h="1388110">
                  <a:moveTo>
                    <a:pt x="310895" y="1387602"/>
                  </a:moveTo>
                  <a:lnTo>
                    <a:pt x="310895" y="0"/>
                  </a:lnTo>
                  <a:lnTo>
                    <a:pt x="0" y="0"/>
                  </a:lnTo>
                  <a:lnTo>
                    <a:pt x="0" y="1387602"/>
                  </a:lnTo>
                  <a:lnTo>
                    <a:pt x="9143" y="1387602"/>
                  </a:lnTo>
                  <a:lnTo>
                    <a:pt x="9143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291845" y="19050"/>
                  </a:lnTo>
                  <a:lnTo>
                    <a:pt x="291845" y="9144"/>
                  </a:lnTo>
                  <a:lnTo>
                    <a:pt x="300989" y="19050"/>
                  </a:lnTo>
                  <a:lnTo>
                    <a:pt x="300989" y="1387602"/>
                  </a:lnTo>
                  <a:lnTo>
                    <a:pt x="310895" y="1387602"/>
                  </a:lnTo>
                  <a:close/>
                </a:path>
                <a:path w="311150" h="1388110">
                  <a:moveTo>
                    <a:pt x="19050" y="19050"/>
                  </a:moveTo>
                  <a:lnTo>
                    <a:pt x="19050" y="9144"/>
                  </a:lnTo>
                  <a:lnTo>
                    <a:pt x="9143" y="19050"/>
                  </a:lnTo>
                  <a:lnTo>
                    <a:pt x="19050" y="19050"/>
                  </a:lnTo>
                  <a:close/>
                </a:path>
                <a:path w="311150" h="1388110">
                  <a:moveTo>
                    <a:pt x="19050" y="1368552"/>
                  </a:moveTo>
                  <a:lnTo>
                    <a:pt x="19050" y="19050"/>
                  </a:lnTo>
                  <a:lnTo>
                    <a:pt x="9143" y="19050"/>
                  </a:lnTo>
                  <a:lnTo>
                    <a:pt x="9143" y="1368552"/>
                  </a:lnTo>
                  <a:lnTo>
                    <a:pt x="19050" y="1368552"/>
                  </a:lnTo>
                  <a:close/>
                </a:path>
                <a:path w="311150" h="1388110">
                  <a:moveTo>
                    <a:pt x="300989" y="1368552"/>
                  </a:moveTo>
                  <a:lnTo>
                    <a:pt x="9143" y="1368552"/>
                  </a:lnTo>
                  <a:lnTo>
                    <a:pt x="19050" y="1377696"/>
                  </a:lnTo>
                  <a:lnTo>
                    <a:pt x="19050" y="1387602"/>
                  </a:lnTo>
                  <a:lnTo>
                    <a:pt x="291845" y="1387602"/>
                  </a:lnTo>
                  <a:lnTo>
                    <a:pt x="291845" y="1377696"/>
                  </a:lnTo>
                  <a:lnTo>
                    <a:pt x="300989" y="1368552"/>
                  </a:lnTo>
                  <a:close/>
                </a:path>
                <a:path w="311150" h="1388110">
                  <a:moveTo>
                    <a:pt x="19050" y="1387602"/>
                  </a:moveTo>
                  <a:lnTo>
                    <a:pt x="19050" y="1377696"/>
                  </a:lnTo>
                  <a:lnTo>
                    <a:pt x="9143" y="1368552"/>
                  </a:lnTo>
                  <a:lnTo>
                    <a:pt x="9143" y="1387602"/>
                  </a:lnTo>
                  <a:lnTo>
                    <a:pt x="19050" y="1387602"/>
                  </a:lnTo>
                  <a:close/>
                </a:path>
                <a:path w="311150" h="1388110">
                  <a:moveTo>
                    <a:pt x="300989" y="19050"/>
                  </a:moveTo>
                  <a:lnTo>
                    <a:pt x="291845" y="9144"/>
                  </a:lnTo>
                  <a:lnTo>
                    <a:pt x="291845" y="19050"/>
                  </a:lnTo>
                  <a:lnTo>
                    <a:pt x="300989" y="19050"/>
                  </a:lnTo>
                  <a:close/>
                </a:path>
                <a:path w="311150" h="1388110">
                  <a:moveTo>
                    <a:pt x="300989" y="1368552"/>
                  </a:moveTo>
                  <a:lnTo>
                    <a:pt x="300989" y="19050"/>
                  </a:lnTo>
                  <a:lnTo>
                    <a:pt x="291845" y="19050"/>
                  </a:lnTo>
                  <a:lnTo>
                    <a:pt x="291845" y="1368552"/>
                  </a:lnTo>
                  <a:lnTo>
                    <a:pt x="300989" y="1368552"/>
                  </a:lnTo>
                  <a:close/>
                </a:path>
                <a:path w="311150" h="1388110">
                  <a:moveTo>
                    <a:pt x="300989" y="1387602"/>
                  </a:moveTo>
                  <a:lnTo>
                    <a:pt x="300989" y="1368552"/>
                  </a:lnTo>
                  <a:lnTo>
                    <a:pt x="291845" y="1377696"/>
                  </a:lnTo>
                  <a:lnTo>
                    <a:pt x="291845" y="1387602"/>
                  </a:lnTo>
                  <a:lnTo>
                    <a:pt x="300989" y="138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96905" y="5010911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64475" y="4829301"/>
            <a:ext cx="19050" cy="584835"/>
          </a:xfrm>
          <a:custGeom>
            <a:avLst/>
            <a:gdLst/>
            <a:ahLst/>
            <a:cxnLst/>
            <a:rect l="l" t="t" r="r" b="b"/>
            <a:pathLst>
              <a:path w="19050" h="584835">
                <a:moveTo>
                  <a:pt x="19050" y="390144"/>
                </a:moveTo>
                <a:lnTo>
                  <a:pt x="0" y="390144"/>
                </a:lnTo>
                <a:lnTo>
                  <a:pt x="0" y="584466"/>
                </a:lnTo>
                <a:lnTo>
                  <a:pt x="19050" y="584466"/>
                </a:lnTo>
                <a:lnTo>
                  <a:pt x="19050" y="390144"/>
                </a:lnTo>
                <a:close/>
              </a:path>
              <a:path w="19050" h="584835">
                <a:moveTo>
                  <a:pt x="19050" y="0"/>
                </a:moveTo>
                <a:lnTo>
                  <a:pt x="0" y="0"/>
                </a:lnTo>
                <a:lnTo>
                  <a:pt x="0" y="193548"/>
                </a:lnTo>
                <a:lnTo>
                  <a:pt x="19050" y="193548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068711" y="4470653"/>
            <a:ext cx="194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21467" y="5466588"/>
            <a:ext cx="3086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68691" y="5600446"/>
            <a:ext cx="245110" cy="19050"/>
          </a:xfrm>
          <a:custGeom>
            <a:avLst/>
            <a:gdLst/>
            <a:ahLst/>
            <a:cxnLst/>
            <a:rect l="l" t="t" r="r" b="b"/>
            <a:pathLst>
              <a:path w="245109" h="19050">
                <a:moveTo>
                  <a:pt x="244601" y="19050"/>
                </a:moveTo>
                <a:lnTo>
                  <a:pt x="244601" y="0"/>
                </a:lnTo>
                <a:lnTo>
                  <a:pt x="0" y="0"/>
                </a:lnTo>
                <a:lnTo>
                  <a:pt x="0" y="19050"/>
                </a:lnTo>
                <a:lnTo>
                  <a:pt x="24460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627479" y="4569281"/>
            <a:ext cx="252729" cy="1075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10" dirty="0">
                <a:latin typeface="Arial MT"/>
                <a:cs typeface="Arial MT"/>
              </a:rPr>
              <a:t>Memory/Dir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76281" y="5907785"/>
            <a:ext cx="156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Node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shared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copy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36623" y="1946910"/>
            <a:ext cx="1299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ReadEx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request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directory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137799" y="1979422"/>
            <a:ext cx="2377440" cy="615315"/>
            <a:chOff x="4137799" y="1979422"/>
            <a:chExt cx="2377440" cy="615315"/>
          </a:xfrm>
        </p:grpSpPr>
        <p:sp>
          <p:nvSpPr>
            <p:cNvPr id="61" name="object 61"/>
            <p:cNvSpPr/>
            <p:nvPr/>
          </p:nvSpPr>
          <p:spPr>
            <a:xfrm>
              <a:off x="4137799" y="2267457"/>
              <a:ext cx="2377440" cy="327025"/>
            </a:xfrm>
            <a:custGeom>
              <a:avLst/>
              <a:gdLst/>
              <a:ahLst/>
              <a:cxnLst/>
              <a:rect l="l" t="t" r="r" b="b"/>
              <a:pathLst>
                <a:path w="2377440" h="327025">
                  <a:moveTo>
                    <a:pt x="2303100" y="279644"/>
                  </a:moveTo>
                  <a:lnTo>
                    <a:pt x="2286" y="0"/>
                  </a:lnTo>
                  <a:lnTo>
                    <a:pt x="0" y="18288"/>
                  </a:lnTo>
                  <a:lnTo>
                    <a:pt x="2300904" y="297943"/>
                  </a:lnTo>
                  <a:lnTo>
                    <a:pt x="2303100" y="279644"/>
                  </a:lnTo>
                  <a:close/>
                </a:path>
                <a:path w="2377440" h="327025">
                  <a:moveTo>
                    <a:pt x="2315718" y="320279"/>
                  </a:moveTo>
                  <a:lnTo>
                    <a:pt x="2315718" y="281177"/>
                  </a:lnTo>
                  <a:lnTo>
                    <a:pt x="2313432" y="299465"/>
                  </a:lnTo>
                  <a:lnTo>
                    <a:pt x="2300904" y="297943"/>
                  </a:lnTo>
                  <a:lnTo>
                    <a:pt x="2297430" y="326897"/>
                  </a:lnTo>
                  <a:lnTo>
                    <a:pt x="2315718" y="320279"/>
                  </a:lnTo>
                  <a:close/>
                </a:path>
                <a:path w="2377440" h="327025">
                  <a:moveTo>
                    <a:pt x="2315718" y="281177"/>
                  </a:moveTo>
                  <a:lnTo>
                    <a:pt x="2303100" y="279644"/>
                  </a:lnTo>
                  <a:lnTo>
                    <a:pt x="2300904" y="297943"/>
                  </a:lnTo>
                  <a:lnTo>
                    <a:pt x="2313432" y="299465"/>
                  </a:lnTo>
                  <a:lnTo>
                    <a:pt x="2315718" y="281177"/>
                  </a:lnTo>
                  <a:close/>
                </a:path>
                <a:path w="2377440" h="327025">
                  <a:moveTo>
                    <a:pt x="2377440" y="297941"/>
                  </a:moveTo>
                  <a:lnTo>
                    <a:pt x="2306574" y="250697"/>
                  </a:lnTo>
                  <a:lnTo>
                    <a:pt x="2303100" y="279644"/>
                  </a:lnTo>
                  <a:lnTo>
                    <a:pt x="2315718" y="281177"/>
                  </a:lnTo>
                  <a:lnTo>
                    <a:pt x="2315718" y="320279"/>
                  </a:lnTo>
                  <a:lnTo>
                    <a:pt x="2377440" y="297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70615" y="1989328"/>
              <a:ext cx="284480" cy="293370"/>
            </a:xfrm>
            <a:custGeom>
              <a:avLst/>
              <a:gdLst/>
              <a:ahLst/>
              <a:cxnLst/>
              <a:rect l="l" t="t" r="r" b="b"/>
              <a:pathLst>
                <a:path w="284479" h="293369">
                  <a:moveTo>
                    <a:pt x="284225" y="293369"/>
                  </a:moveTo>
                  <a:lnTo>
                    <a:pt x="284225" y="0"/>
                  </a:lnTo>
                  <a:lnTo>
                    <a:pt x="0" y="0"/>
                  </a:lnTo>
                  <a:lnTo>
                    <a:pt x="0" y="293369"/>
                  </a:lnTo>
                  <a:lnTo>
                    <a:pt x="284225" y="293369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61471" y="1979422"/>
              <a:ext cx="303530" cy="313690"/>
            </a:xfrm>
            <a:custGeom>
              <a:avLst/>
              <a:gdLst/>
              <a:ahLst/>
              <a:cxnLst/>
              <a:rect l="l" t="t" r="r" b="b"/>
              <a:pathLst>
                <a:path w="303529" h="313689">
                  <a:moveTo>
                    <a:pt x="303275" y="313181"/>
                  </a:moveTo>
                  <a:lnTo>
                    <a:pt x="303275" y="0"/>
                  </a:lnTo>
                  <a:lnTo>
                    <a:pt x="0" y="0"/>
                  </a:lnTo>
                  <a:lnTo>
                    <a:pt x="0" y="313181"/>
                  </a:lnTo>
                  <a:lnTo>
                    <a:pt x="9144" y="313181"/>
                  </a:lnTo>
                  <a:lnTo>
                    <a:pt x="9144" y="19049"/>
                  </a:lnTo>
                  <a:lnTo>
                    <a:pt x="19050" y="9905"/>
                  </a:lnTo>
                  <a:lnTo>
                    <a:pt x="19050" y="19049"/>
                  </a:lnTo>
                  <a:lnTo>
                    <a:pt x="284225" y="19049"/>
                  </a:lnTo>
                  <a:lnTo>
                    <a:pt x="284225" y="9905"/>
                  </a:lnTo>
                  <a:lnTo>
                    <a:pt x="293370" y="19049"/>
                  </a:lnTo>
                  <a:lnTo>
                    <a:pt x="293370" y="313181"/>
                  </a:lnTo>
                  <a:lnTo>
                    <a:pt x="303275" y="313181"/>
                  </a:lnTo>
                  <a:close/>
                </a:path>
                <a:path w="303529" h="313689">
                  <a:moveTo>
                    <a:pt x="19050" y="19049"/>
                  </a:moveTo>
                  <a:lnTo>
                    <a:pt x="19050" y="9905"/>
                  </a:lnTo>
                  <a:lnTo>
                    <a:pt x="9144" y="19049"/>
                  </a:lnTo>
                  <a:lnTo>
                    <a:pt x="19050" y="19049"/>
                  </a:lnTo>
                  <a:close/>
                </a:path>
                <a:path w="303529" h="313689">
                  <a:moveTo>
                    <a:pt x="19050" y="294131"/>
                  </a:moveTo>
                  <a:lnTo>
                    <a:pt x="19050" y="19049"/>
                  </a:lnTo>
                  <a:lnTo>
                    <a:pt x="9144" y="19049"/>
                  </a:lnTo>
                  <a:lnTo>
                    <a:pt x="9144" y="294131"/>
                  </a:lnTo>
                  <a:lnTo>
                    <a:pt x="19050" y="294131"/>
                  </a:lnTo>
                  <a:close/>
                </a:path>
                <a:path w="303529" h="313689">
                  <a:moveTo>
                    <a:pt x="293370" y="294131"/>
                  </a:moveTo>
                  <a:lnTo>
                    <a:pt x="9144" y="294131"/>
                  </a:lnTo>
                  <a:lnTo>
                    <a:pt x="19050" y="303275"/>
                  </a:lnTo>
                  <a:lnTo>
                    <a:pt x="19050" y="313181"/>
                  </a:lnTo>
                  <a:lnTo>
                    <a:pt x="284225" y="313181"/>
                  </a:lnTo>
                  <a:lnTo>
                    <a:pt x="284225" y="303275"/>
                  </a:lnTo>
                  <a:lnTo>
                    <a:pt x="293370" y="294131"/>
                  </a:lnTo>
                  <a:close/>
                </a:path>
                <a:path w="303529" h="313689">
                  <a:moveTo>
                    <a:pt x="19050" y="313181"/>
                  </a:moveTo>
                  <a:lnTo>
                    <a:pt x="19050" y="303275"/>
                  </a:lnTo>
                  <a:lnTo>
                    <a:pt x="9144" y="294131"/>
                  </a:lnTo>
                  <a:lnTo>
                    <a:pt x="9144" y="313181"/>
                  </a:lnTo>
                  <a:lnTo>
                    <a:pt x="19050" y="313181"/>
                  </a:lnTo>
                  <a:close/>
                </a:path>
                <a:path w="303529" h="313689">
                  <a:moveTo>
                    <a:pt x="293370" y="19049"/>
                  </a:moveTo>
                  <a:lnTo>
                    <a:pt x="284225" y="9905"/>
                  </a:lnTo>
                  <a:lnTo>
                    <a:pt x="284225" y="19049"/>
                  </a:lnTo>
                  <a:lnTo>
                    <a:pt x="293370" y="19049"/>
                  </a:lnTo>
                  <a:close/>
                </a:path>
                <a:path w="303529" h="313689">
                  <a:moveTo>
                    <a:pt x="293370" y="294131"/>
                  </a:moveTo>
                  <a:lnTo>
                    <a:pt x="293370" y="19049"/>
                  </a:lnTo>
                  <a:lnTo>
                    <a:pt x="284225" y="19049"/>
                  </a:lnTo>
                  <a:lnTo>
                    <a:pt x="284225" y="294131"/>
                  </a:lnTo>
                  <a:lnTo>
                    <a:pt x="293370" y="294131"/>
                  </a:lnTo>
                  <a:close/>
                </a:path>
                <a:path w="303529" h="313689">
                  <a:moveTo>
                    <a:pt x="293370" y="313181"/>
                  </a:moveTo>
                  <a:lnTo>
                    <a:pt x="293370" y="294131"/>
                  </a:lnTo>
                  <a:lnTo>
                    <a:pt x="284225" y="303275"/>
                  </a:lnTo>
                  <a:lnTo>
                    <a:pt x="284225" y="313181"/>
                  </a:lnTo>
                  <a:lnTo>
                    <a:pt x="293370" y="313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666875" y="201853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863471" y="2810256"/>
            <a:ext cx="1303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Response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with </a:t>
            </a:r>
            <a:r>
              <a:rPr sz="1400" dirty="0">
                <a:latin typeface="Arial MT"/>
                <a:cs typeface="Arial MT"/>
              </a:rPr>
              <a:t>Sharer’s</a:t>
            </a:r>
            <a:r>
              <a:rPr sz="1400" spc="-10" dirty="0">
                <a:latin typeface="Arial MT"/>
                <a:cs typeface="Arial MT"/>
              </a:rPr>
              <a:t> identity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139323" y="2843529"/>
            <a:ext cx="2449195" cy="666750"/>
            <a:chOff x="4139323" y="2843529"/>
            <a:chExt cx="2449195" cy="666750"/>
          </a:xfrm>
        </p:grpSpPr>
        <p:sp>
          <p:nvSpPr>
            <p:cNvPr id="67" name="object 67"/>
            <p:cNvSpPr/>
            <p:nvPr/>
          </p:nvSpPr>
          <p:spPr>
            <a:xfrm>
              <a:off x="4139323" y="3114801"/>
              <a:ext cx="2449195" cy="395605"/>
            </a:xfrm>
            <a:custGeom>
              <a:avLst/>
              <a:gdLst/>
              <a:ahLst/>
              <a:cxnLst/>
              <a:rect l="l" t="t" r="r" b="b"/>
              <a:pathLst>
                <a:path w="2449195" h="395604">
                  <a:moveTo>
                    <a:pt x="80772" y="0"/>
                  </a:moveTo>
                  <a:lnTo>
                    <a:pt x="0" y="26669"/>
                  </a:lnTo>
                  <a:lnTo>
                    <a:pt x="60960" y="69542"/>
                  </a:lnTo>
                  <a:lnTo>
                    <a:pt x="60960" y="45719"/>
                  </a:lnTo>
                  <a:lnTo>
                    <a:pt x="64008" y="26669"/>
                  </a:lnTo>
                  <a:lnTo>
                    <a:pt x="76454" y="28495"/>
                  </a:lnTo>
                  <a:lnTo>
                    <a:pt x="80772" y="0"/>
                  </a:lnTo>
                  <a:close/>
                </a:path>
                <a:path w="2449195" h="395604">
                  <a:moveTo>
                    <a:pt x="76454" y="28495"/>
                  </a:moveTo>
                  <a:lnTo>
                    <a:pt x="64008" y="26669"/>
                  </a:lnTo>
                  <a:lnTo>
                    <a:pt x="60960" y="45719"/>
                  </a:lnTo>
                  <a:lnTo>
                    <a:pt x="73564" y="47568"/>
                  </a:lnTo>
                  <a:lnTo>
                    <a:pt x="76454" y="28495"/>
                  </a:lnTo>
                  <a:close/>
                </a:path>
                <a:path w="2449195" h="395604">
                  <a:moveTo>
                    <a:pt x="73564" y="47568"/>
                  </a:moveTo>
                  <a:lnTo>
                    <a:pt x="60960" y="45719"/>
                  </a:lnTo>
                  <a:lnTo>
                    <a:pt x="60960" y="69542"/>
                  </a:lnTo>
                  <a:lnTo>
                    <a:pt x="69342" y="75437"/>
                  </a:lnTo>
                  <a:lnTo>
                    <a:pt x="73564" y="47568"/>
                  </a:lnTo>
                  <a:close/>
                </a:path>
                <a:path w="2449195" h="395604">
                  <a:moveTo>
                    <a:pt x="2449068" y="376427"/>
                  </a:moveTo>
                  <a:lnTo>
                    <a:pt x="76454" y="28495"/>
                  </a:lnTo>
                  <a:lnTo>
                    <a:pt x="73564" y="47568"/>
                  </a:lnTo>
                  <a:lnTo>
                    <a:pt x="2446020" y="395477"/>
                  </a:lnTo>
                  <a:lnTo>
                    <a:pt x="2449068" y="376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99749" y="2852673"/>
              <a:ext cx="284480" cy="294640"/>
            </a:xfrm>
            <a:custGeom>
              <a:avLst/>
              <a:gdLst/>
              <a:ahLst/>
              <a:cxnLst/>
              <a:rect l="l" t="t" r="r" b="b"/>
              <a:pathLst>
                <a:path w="284479" h="294639">
                  <a:moveTo>
                    <a:pt x="284225" y="294132"/>
                  </a:moveTo>
                  <a:lnTo>
                    <a:pt x="284225" y="0"/>
                  </a:lnTo>
                  <a:lnTo>
                    <a:pt x="0" y="0"/>
                  </a:lnTo>
                  <a:lnTo>
                    <a:pt x="0" y="294132"/>
                  </a:lnTo>
                  <a:lnTo>
                    <a:pt x="284225" y="294132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489843" y="2843529"/>
              <a:ext cx="303530" cy="312420"/>
            </a:xfrm>
            <a:custGeom>
              <a:avLst/>
              <a:gdLst/>
              <a:ahLst/>
              <a:cxnLst/>
              <a:rect l="l" t="t" r="r" b="b"/>
              <a:pathLst>
                <a:path w="303529" h="312419">
                  <a:moveTo>
                    <a:pt x="303275" y="312420"/>
                  </a:moveTo>
                  <a:lnTo>
                    <a:pt x="303275" y="0"/>
                  </a:lnTo>
                  <a:lnTo>
                    <a:pt x="0" y="0"/>
                  </a:lnTo>
                  <a:lnTo>
                    <a:pt x="0" y="312420"/>
                  </a:lnTo>
                  <a:lnTo>
                    <a:pt x="9905" y="312420"/>
                  </a:lnTo>
                  <a:lnTo>
                    <a:pt x="9905" y="19050"/>
                  </a:lnTo>
                  <a:lnTo>
                    <a:pt x="19050" y="9143"/>
                  </a:lnTo>
                  <a:lnTo>
                    <a:pt x="19050" y="19050"/>
                  </a:lnTo>
                  <a:lnTo>
                    <a:pt x="284225" y="19050"/>
                  </a:lnTo>
                  <a:lnTo>
                    <a:pt x="284225" y="9143"/>
                  </a:lnTo>
                  <a:lnTo>
                    <a:pt x="294131" y="19050"/>
                  </a:lnTo>
                  <a:lnTo>
                    <a:pt x="294131" y="312420"/>
                  </a:lnTo>
                  <a:lnTo>
                    <a:pt x="303275" y="312420"/>
                  </a:lnTo>
                  <a:close/>
                </a:path>
                <a:path w="303529" h="312419">
                  <a:moveTo>
                    <a:pt x="19050" y="19050"/>
                  </a:moveTo>
                  <a:lnTo>
                    <a:pt x="19050" y="9143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303529" h="312419">
                  <a:moveTo>
                    <a:pt x="19050" y="293370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293370"/>
                  </a:lnTo>
                  <a:lnTo>
                    <a:pt x="19050" y="293370"/>
                  </a:lnTo>
                  <a:close/>
                </a:path>
                <a:path w="303529" h="312419">
                  <a:moveTo>
                    <a:pt x="294131" y="293370"/>
                  </a:moveTo>
                  <a:lnTo>
                    <a:pt x="9905" y="293370"/>
                  </a:lnTo>
                  <a:lnTo>
                    <a:pt x="19050" y="303275"/>
                  </a:lnTo>
                  <a:lnTo>
                    <a:pt x="19050" y="312420"/>
                  </a:lnTo>
                  <a:lnTo>
                    <a:pt x="284225" y="312420"/>
                  </a:lnTo>
                  <a:lnTo>
                    <a:pt x="284225" y="303275"/>
                  </a:lnTo>
                  <a:lnTo>
                    <a:pt x="294131" y="293370"/>
                  </a:lnTo>
                  <a:close/>
                </a:path>
                <a:path w="303529" h="312419">
                  <a:moveTo>
                    <a:pt x="19050" y="312420"/>
                  </a:moveTo>
                  <a:lnTo>
                    <a:pt x="19050" y="303275"/>
                  </a:lnTo>
                  <a:lnTo>
                    <a:pt x="9905" y="293370"/>
                  </a:lnTo>
                  <a:lnTo>
                    <a:pt x="9905" y="312420"/>
                  </a:lnTo>
                  <a:lnTo>
                    <a:pt x="19050" y="312420"/>
                  </a:lnTo>
                  <a:close/>
                </a:path>
                <a:path w="303529" h="312419">
                  <a:moveTo>
                    <a:pt x="294131" y="19050"/>
                  </a:moveTo>
                  <a:lnTo>
                    <a:pt x="284225" y="9143"/>
                  </a:lnTo>
                  <a:lnTo>
                    <a:pt x="284225" y="19050"/>
                  </a:lnTo>
                  <a:lnTo>
                    <a:pt x="294131" y="19050"/>
                  </a:lnTo>
                  <a:close/>
                </a:path>
                <a:path w="303529" h="312419">
                  <a:moveTo>
                    <a:pt x="294131" y="293370"/>
                  </a:moveTo>
                  <a:lnTo>
                    <a:pt x="294131" y="19050"/>
                  </a:lnTo>
                  <a:lnTo>
                    <a:pt x="284225" y="19050"/>
                  </a:lnTo>
                  <a:lnTo>
                    <a:pt x="284225" y="293370"/>
                  </a:lnTo>
                  <a:lnTo>
                    <a:pt x="294131" y="293370"/>
                  </a:lnTo>
                  <a:close/>
                </a:path>
                <a:path w="303529" h="312419">
                  <a:moveTo>
                    <a:pt x="294131" y="312420"/>
                  </a:moveTo>
                  <a:lnTo>
                    <a:pt x="294131" y="293370"/>
                  </a:lnTo>
                  <a:lnTo>
                    <a:pt x="284225" y="303275"/>
                  </a:lnTo>
                  <a:lnTo>
                    <a:pt x="284225" y="312420"/>
                  </a:lnTo>
                  <a:lnTo>
                    <a:pt x="294131" y="312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595247" y="288188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823599" y="4356100"/>
            <a:ext cx="1243330" cy="1530350"/>
            <a:chOff x="4823599" y="4356100"/>
            <a:chExt cx="1243330" cy="1530350"/>
          </a:xfrm>
        </p:grpSpPr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2743" y="4366005"/>
              <a:ext cx="1223771" cy="151104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823599" y="4356100"/>
              <a:ext cx="1243330" cy="1530350"/>
            </a:xfrm>
            <a:custGeom>
              <a:avLst/>
              <a:gdLst/>
              <a:ahLst/>
              <a:cxnLst/>
              <a:rect l="l" t="t" r="r" b="b"/>
              <a:pathLst>
                <a:path w="1243329" h="1530350">
                  <a:moveTo>
                    <a:pt x="1242821" y="1530096"/>
                  </a:moveTo>
                  <a:lnTo>
                    <a:pt x="1242821" y="0"/>
                  </a:lnTo>
                  <a:lnTo>
                    <a:pt x="0" y="0"/>
                  </a:lnTo>
                  <a:lnTo>
                    <a:pt x="0" y="1530096"/>
                  </a:lnTo>
                  <a:lnTo>
                    <a:pt x="9144" y="1530096"/>
                  </a:lnTo>
                  <a:lnTo>
                    <a:pt x="9144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1223772" y="19050"/>
                  </a:lnTo>
                  <a:lnTo>
                    <a:pt x="1223772" y="9905"/>
                  </a:lnTo>
                  <a:lnTo>
                    <a:pt x="1232915" y="19050"/>
                  </a:lnTo>
                  <a:lnTo>
                    <a:pt x="1232915" y="1530096"/>
                  </a:lnTo>
                  <a:lnTo>
                    <a:pt x="1242821" y="1530096"/>
                  </a:lnTo>
                  <a:close/>
                </a:path>
                <a:path w="1243329" h="1530350">
                  <a:moveTo>
                    <a:pt x="19050" y="19050"/>
                  </a:moveTo>
                  <a:lnTo>
                    <a:pt x="19050" y="9906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1243329" h="1530350">
                  <a:moveTo>
                    <a:pt x="19050" y="1511046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1511046"/>
                  </a:lnTo>
                  <a:lnTo>
                    <a:pt x="19050" y="1511046"/>
                  </a:lnTo>
                  <a:close/>
                </a:path>
                <a:path w="1243329" h="1530350">
                  <a:moveTo>
                    <a:pt x="1232915" y="1511046"/>
                  </a:moveTo>
                  <a:lnTo>
                    <a:pt x="9144" y="1511046"/>
                  </a:lnTo>
                  <a:lnTo>
                    <a:pt x="19050" y="1520952"/>
                  </a:lnTo>
                  <a:lnTo>
                    <a:pt x="19050" y="1530096"/>
                  </a:lnTo>
                  <a:lnTo>
                    <a:pt x="1223772" y="1530096"/>
                  </a:lnTo>
                  <a:lnTo>
                    <a:pt x="1223772" y="1520952"/>
                  </a:lnTo>
                  <a:lnTo>
                    <a:pt x="1232915" y="1511046"/>
                  </a:lnTo>
                  <a:close/>
                </a:path>
                <a:path w="1243329" h="1530350">
                  <a:moveTo>
                    <a:pt x="19050" y="1530096"/>
                  </a:moveTo>
                  <a:lnTo>
                    <a:pt x="19050" y="1520952"/>
                  </a:lnTo>
                  <a:lnTo>
                    <a:pt x="9144" y="1511046"/>
                  </a:lnTo>
                  <a:lnTo>
                    <a:pt x="9144" y="1530096"/>
                  </a:lnTo>
                  <a:lnTo>
                    <a:pt x="19050" y="1530096"/>
                  </a:lnTo>
                  <a:close/>
                </a:path>
                <a:path w="1243329" h="1530350">
                  <a:moveTo>
                    <a:pt x="1232915" y="19050"/>
                  </a:moveTo>
                  <a:lnTo>
                    <a:pt x="1223772" y="9905"/>
                  </a:lnTo>
                  <a:lnTo>
                    <a:pt x="1223772" y="19050"/>
                  </a:lnTo>
                  <a:lnTo>
                    <a:pt x="1232915" y="19050"/>
                  </a:lnTo>
                  <a:close/>
                </a:path>
                <a:path w="1243329" h="1530350">
                  <a:moveTo>
                    <a:pt x="1232915" y="1511046"/>
                  </a:moveTo>
                  <a:lnTo>
                    <a:pt x="1232915" y="19050"/>
                  </a:lnTo>
                  <a:lnTo>
                    <a:pt x="1223772" y="19050"/>
                  </a:lnTo>
                  <a:lnTo>
                    <a:pt x="1223772" y="1511046"/>
                  </a:lnTo>
                  <a:lnTo>
                    <a:pt x="1232915" y="1511046"/>
                  </a:lnTo>
                  <a:close/>
                </a:path>
                <a:path w="1243329" h="1530350">
                  <a:moveTo>
                    <a:pt x="1232915" y="1530096"/>
                  </a:moveTo>
                  <a:lnTo>
                    <a:pt x="1232915" y="1511046"/>
                  </a:lnTo>
                  <a:lnTo>
                    <a:pt x="1223772" y="1520952"/>
                  </a:lnTo>
                  <a:lnTo>
                    <a:pt x="1223772" y="1530096"/>
                  </a:lnTo>
                  <a:lnTo>
                    <a:pt x="1232915" y="1530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972189" y="4436872"/>
              <a:ext cx="391160" cy="392430"/>
            </a:xfrm>
            <a:custGeom>
              <a:avLst/>
              <a:gdLst/>
              <a:ahLst/>
              <a:cxnLst/>
              <a:rect l="l" t="t" r="r" b="b"/>
              <a:pathLst>
                <a:path w="391160" h="392429">
                  <a:moveTo>
                    <a:pt x="390906" y="392429"/>
                  </a:moveTo>
                  <a:lnTo>
                    <a:pt x="390906" y="0"/>
                  </a:lnTo>
                  <a:lnTo>
                    <a:pt x="0" y="0"/>
                  </a:lnTo>
                  <a:lnTo>
                    <a:pt x="0" y="392430"/>
                  </a:lnTo>
                  <a:lnTo>
                    <a:pt x="390906" y="39242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963045" y="4427727"/>
              <a:ext cx="409575" cy="410845"/>
            </a:xfrm>
            <a:custGeom>
              <a:avLst/>
              <a:gdLst/>
              <a:ahLst/>
              <a:cxnLst/>
              <a:rect l="l" t="t" r="r" b="b"/>
              <a:pathLst>
                <a:path w="409575" h="410845">
                  <a:moveTo>
                    <a:pt x="409193" y="410718"/>
                  </a:moveTo>
                  <a:lnTo>
                    <a:pt x="409193" y="0"/>
                  </a:lnTo>
                  <a:lnTo>
                    <a:pt x="0" y="0"/>
                  </a:lnTo>
                  <a:lnTo>
                    <a:pt x="0" y="410718"/>
                  </a:lnTo>
                  <a:lnTo>
                    <a:pt x="9144" y="410718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90144" y="19050"/>
                  </a:lnTo>
                  <a:lnTo>
                    <a:pt x="390144" y="9144"/>
                  </a:lnTo>
                  <a:lnTo>
                    <a:pt x="400050" y="19050"/>
                  </a:lnTo>
                  <a:lnTo>
                    <a:pt x="400050" y="410718"/>
                  </a:lnTo>
                  <a:lnTo>
                    <a:pt x="409193" y="410718"/>
                  </a:lnTo>
                  <a:close/>
                </a:path>
                <a:path w="409575" h="410845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409575" h="410845">
                  <a:moveTo>
                    <a:pt x="19050" y="391668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391668"/>
                  </a:lnTo>
                  <a:lnTo>
                    <a:pt x="19050" y="391668"/>
                  </a:lnTo>
                  <a:close/>
                </a:path>
                <a:path w="409575" h="410845">
                  <a:moveTo>
                    <a:pt x="400050" y="391668"/>
                  </a:moveTo>
                  <a:lnTo>
                    <a:pt x="9144" y="391668"/>
                  </a:lnTo>
                  <a:lnTo>
                    <a:pt x="19050" y="401574"/>
                  </a:lnTo>
                  <a:lnTo>
                    <a:pt x="19050" y="410718"/>
                  </a:lnTo>
                  <a:lnTo>
                    <a:pt x="390144" y="410718"/>
                  </a:lnTo>
                  <a:lnTo>
                    <a:pt x="390144" y="401574"/>
                  </a:lnTo>
                  <a:lnTo>
                    <a:pt x="400050" y="391668"/>
                  </a:lnTo>
                  <a:close/>
                </a:path>
                <a:path w="409575" h="410845">
                  <a:moveTo>
                    <a:pt x="19050" y="410718"/>
                  </a:moveTo>
                  <a:lnTo>
                    <a:pt x="19050" y="401574"/>
                  </a:lnTo>
                  <a:lnTo>
                    <a:pt x="9144" y="391668"/>
                  </a:lnTo>
                  <a:lnTo>
                    <a:pt x="9144" y="410718"/>
                  </a:lnTo>
                  <a:lnTo>
                    <a:pt x="19050" y="410718"/>
                  </a:lnTo>
                  <a:close/>
                </a:path>
                <a:path w="409575" h="410845">
                  <a:moveTo>
                    <a:pt x="400050" y="19050"/>
                  </a:moveTo>
                  <a:lnTo>
                    <a:pt x="390144" y="9144"/>
                  </a:lnTo>
                  <a:lnTo>
                    <a:pt x="390144" y="19050"/>
                  </a:lnTo>
                  <a:lnTo>
                    <a:pt x="400050" y="19050"/>
                  </a:lnTo>
                  <a:close/>
                </a:path>
                <a:path w="409575" h="410845">
                  <a:moveTo>
                    <a:pt x="400050" y="391668"/>
                  </a:moveTo>
                  <a:lnTo>
                    <a:pt x="400050" y="19050"/>
                  </a:lnTo>
                  <a:lnTo>
                    <a:pt x="390144" y="19050"/>
                  </a:lnTo>
                  <a:lnTo>
                    <a:pt x="390144" y="391668"/>
                  </a:lnTo>
                  <a:lnTo>
                    <a:pt x="400050" y="391668"/>
                  </a:lnTo>
                  <a:close/>
                </a:path>
                <a:path w="409575" h="410845">
                  <a:moveTo>
                    <a:pt x="400050" y="410718"/>
                  </a:moveTo>
                  <a:lnTo>
                    <a:pt x="400050" y="391668"/>
                  </a:lnTo>
                  <a:lnTo>
                    <a:pt x="390144" y="401574"/>
                  </a:lnTo>
                  <a:lnTo>
                    <a:pt x="390144" y="410718"/>
                  </a:lnTo>
                  <a:lnTo>
                    <a:pt x="400050" y="4107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067439" y="5024373"/>
              <a:ext cx="200660" cy="187960"/>
            </a:xfrm>
            <a:custGeom>
              <a:avLst/>
              <a:gdLst/>
              <a:ahLst/>
              <a:cxnLst/>
              <a:rect l="l" t="t" r="r" b="b"/>
              <a:pathLst>
                <a:path w="200660" h="187960">
                  <a:moveTo>
                    <a:pt x="200405" y="187451"/>
                  </a:moveTo>
                  <a:lnTo>
                    <a:pt x="200405" y="0"/>
                  </a:lnTo>
                  <a:lnTo>
                    <a:pt x="0" y="0"/>
                  </a:lnTo>
                  <a:lnTo>
                    <a:pt x="0" y="187452"/>
                  </a:lnTo>
                  <a:lnTo>
                    <a:pt x="200405" y="187451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58295" y="5015230"/>
              <a:ext cx="219075" cy="207010"/>
            </a:xfrm>
            <a:custGeom>
              <a:avLst/>
              <a:gdLst/>
              <a:ahLst/>
              <a:cxnLst/>
              <a:rect l="l" t="t" r="r" b="b"/>
              <a:pathLst>
                <a:path w="219075" h="207010">
                  <a:moveTo>
                    <a:pt x="218693" y="206501"/>
                  </a:moveTo>
                  <a:lnTo>
                    <a:pt x="218693" y="0"/>
                  </a:lnTo>
                  <a:lnTo>
                    <a:pt x="0" y="0"/>
                  </a:lnTo>
                  <a:lnTo>
                    <a:pt x="0" y="206502"/>
                  </a:lnTo>
                  <a:lnTo>
                    <a:pt x="9144" y="206502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199644" y="19049"/>
                  </a:lnTo>
                  <a:lnTo>
                    <a:pt x="199644" y="9143"/>
                  </a:lnTo>
                  <a:lnTo>
                    <a:pt x="209550" y="19049"/>
                  </a:lnTo>
                  <a:lnTo>
                    <a:pt x="209550" y="206501"/>
                  </a:lnTo>
                  <a:lnTo>
                    <a:pt x="218693" y="206501"/>
                  </a:lnTo>
                  <a:close/>
                </a:path>
                <a:path w="219075" h="207010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219075" h="207010">
                  <a:moveTo>
                    <a:pt x="19050" y="187452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187452"/>
                  </a:lnTo>
                  <a:lnTo>
                    <a:pt x="19050" y="187452"/>
                  </a:lnTo>
                  <a:close/>
                </a:path>
                <a:path w="219075" h="207010">
                  <a:moveTo>
                    <a:pt x="209550" y="187451"/>
                  </a:moveTo>
                  <a:lnTo>
                    <a:pt x="9144" y="187452"/>
                  </a:lnTo>
                  <a:lnTo>
                    <a:pt x="19050" y="196596"/>
                  </a:lnTo>
                  <a:lnTo>
                    <a:pt x="19050" y="206502"/>
                  </a:lnTo>
                  <a:lnTo>
                    <a:pt x="199644" y="206501"/>
                  </a:lnTo>
                  <a:lnTo>
                    <a:pt x="199644" y="196595"/>
                  </a:lnTo>
                  <a:lnTo>
                    <a:pt x="209550" y="187451"/>
                  </a:lnTo>
                  <a:close/>
                </a:path>
                <a:path w="219075" h="207010">
                  <a:moveTo>
                    <a:pt x="19050" y="206502"/>
                  </a:moveTo>
                  <a:lnTo>
                    <a:pt x="19050" y="196596"/>
                  </a:lnTo>
                  <a:lnTo>
                    <a:pt x="9144" y="187452"/>
                  </a:lnTo>
                  <a:lnTo>
                    <a:pt x="9144" y="206502"/>
                  </a:lnTo>
                  <a:lnTo>
                    <a:pt x="19050" y="206502"/>
                  </a:lnTo>
                  <a:close/>
                </a:path>
                <a:path w="219075" h="207010">
                  <a:moveTo>
                    <a:pt x="209550" y="19049"/>
                  </a:moveTo>
                  <a:lnTo>
                    <a:pt x="199644" y="9143"/>
                  </a:lnTo>
                  <a:lnTo>
                    <a:pt x="199644" y="19049"/>
                  </a:lnTo>
                  <a:lnTo>
                    <a:pt x="209550" y="19049"/>
                  </a:lnTo>
                  <a:close/>
                </a:path>
                <a:path w="219075" h="207010">
                  <a:moveTo>
                    <a:pt x="209550" y="187451"/>
                  </a:moveTo>
                  <a:lnTo>
                    <a:pt x="209550" y="19049"/>
                  </a:lnTo>
                  <a:lnTo>
                    <a:pt x="199644" y="19049"/>
                  </a:lnTo>
                  <a:lnTo>
                    <a:pt x="199644" y="187451"/>
                  </a:lnTo>
                  <a:lnTo>
                    <a:pt x="209550" y="187451"/>
                  </a:lnTo>
                  <a:close/>
                </a:path>
                <a:path w="219075" h="207010">
                  <a:moveTo>
                    <a:pt x="209550" y="206501"/>
                  </a:moveTo>
                  <a:lnTo>
                    <a:pt x="209550" y="187451"/>
                  </a:lnTo>
                  <a:lnTo>
                    <a:pt x="199644" y="196595"/>
                  </a:lnTo>
                  <a:lnTo>
                    <a:pt x="199644" y="206501"/>
                  </a:lnTo>
                  <a:lnTo>
                    <a:pt x="209550" y="206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972189" y="5413755"/>
              <a:ext cx="391160" cy="391795"/>
            </a:xfrm>
            <a:custGeom>
              <a:avLst/>
              <a:gdLst/>
              <a:ahLst/>
              <a:cxnLst/>
              <a:rect l="l" t="t" r="r" b="b"/>
              <a:pathLst>
                <a:path w="391160" h="391795">
                  <a:moveTo>
                    <a:pt x="390906" y="391667"/>
                  </a:moveTo>
                  <a:lnTo>
                    <a:pt x="390906" y="0"/>
                  </a:lnTo>
                  <a:lnTo>
                    <a:pt x="0" y="0"/>
                  </a:lnTo>
                  <a:lnTo>
                    <a:pt x="0" y="391668"/>
                  </a:lnTo>
                  <a:lnTo>
                    <a:pt x="390906" y="391667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963045" y="5403850"/>
              <a:ext cx="409575" cy="411480"/>
            </a:xfrm>
            <a:custGeom>
              <a:avLst/>
              <a:gdLst/>
              <a:ahLst/>
              <a:cxnLst/>
              <a:rect l="l" t="t" r="r" b="b"/>
              <a:pathLst>
                <a:path w="409575" h="411479">
                  <a:moveTo>
                    <a:pt x="409194" y="411479"/>
                  </a:moveTo>
                  <a:lnTo>
                    <a:pt x="409193" y="0"/>
                  </a:lnTo>
                  <a:lnTo>
                    <a:pt x="0" y="0"/>
                  </a:lnTo>
                  <a:lnTo>
                    <a:pt x="0" y="411480"/>
                  </a:lnTo>
                  <a:lnTo>
                    <a:pt x="9144" y="411480"/>
                  </a:lnTo>
                  <a:lnTo>
                    <a:pt x="9144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390144" y="19050"/>
                  </a:lnTo>
                  <a:lnTo>
                    <a:pt x="390144" y="9905"/>
                  </a:lnTo>
                  <a:lnTo>
                    <a:pt x="400050" y="19050"/>
                  </a:lnTo>
                  <a:lnTo>
                    <a:pt x="400050" y="411479"/>
                  </a:lnTo>
                  <a:lnTo>
                    <a:pt x="409194" y="411479"/>
                  </a:lnTo>
                  <a:close/>
                </a:path>
                <a:path w="409575" h="411479">
                  <a:moveTo>
                    <a:pt x="19050" y="19050"/>
                  </a:moveTo>
                  <a:lnTo>
                    <a:pt x="19050" y="9906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409575" h="411479">
                  <a:moveTo>
                    <a:pt x="19050" y="392430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392430"/>
                  </a:lnTo>
                  <a:lnTo>
                    <a:pt x="19050" y="392430"/>
                  </a:lnTo>
                  <a:close/>
                </a:path>
                <a:path w="409575" h="411479">
                  <a:moveTo>
                    <a:pt x="400050" y="392429"/>
                  </a:moveTo>
                  <a:lnTo>
                    <a:pt x="9144" y="392430"/>
                  </a:lnTo>
                  <a:lnTo>
                    <a:pt x="19050" y="401574"/>
                  </a:lnTo>
                  <a:lnTo>
                    <a:pt x="19050" y="411480"/>
                  </a:lnTo>
                  <a:lnTo>
                    <a:pt x="390144" y="411479"/>
                  </a:lnTo>
                  <a:lnTo>
                    <a:pt x="390144" y="401574"/>
                  </a:lnTo>
                  <a:lnTo>
                    <a:pt x="400050" y="392429"/>
                  </a:lnTo>
                  <a:close/>
                </a:path>
                <a:path w="409575" h="411479">
                  <a:moveTo>
                    <a:pt x="19050" y="411480"/>
                  </a:moveTo>
                  <a:lnTo>
                    <a:pt x="19050" y="401574"/>
                  </a:lnTo>
                  <a:lnTo>
                    <a:pt x="9144" y="392430"/>
                  </a:lnTo>
                  <a:lnTo>
                    <a:pt x="9144" y="411480"/>
                  </a:lnTo>
                  <a:lnTo>
                    <a:pt x="19050" y="411480"/>
                  </a:lnTo>
                  <a:close/>
                </a:path>
                <a:path w="409575" h="411479">
                  <a:moveTo>
                    <a:pt x="400050" y="19050"/>
                  </a:moveTo>
                  <a:lnTo>
                    <a:pt x="390144" y="9905"/>
                  </a:lnTo>
                  <a:lnTo>
                    <a:pt x="390144" y="19050"/>
                  </a:lnTo>
                  <a:lnTo>
                    <a:pt x="400050" y="19050"/>
                  </a:lnTo>
                  <a:close/>
                </a:path>
                <a:path w="409575" h="411479">
                  <a:moveTo>
                    <a:pt x="400050" y="392429"/>
                  </a:moveTo>
                  <a:lnTo>
                    <a:pt x="400050" y="19050"/>
                  </a:lnTo>
                  <a:lnTo>
                    <a:pt x="390144" y="19050"/>
                  </a:lnTo>
                  <a:lnTo>
                    <a:pt x="390144" y="392429"/>
                  </a:lnTo>
                  <a:lnTo>
                    <a:pt x="400050" y="392429"/>
                  </a:lnTo>
                  <a:close/>
                </a:path>
                <a:path w="409575" h="411479">
                  <a:moveTo>
                    <a:pt x="400050" y="411479"/>
                  </a:moveTo>
                  <a:lnTo>
                    <a:pt x="400050" y="392429"/>
                  </a:lnTo>
                  <a:lnTo>
                    <a:pt x="390144" y="401574"/>
                  </a:lnTo>
                  <a:lnTo>
                    <a:pt x="390144" y="411479"/>
                  </a:lnTo>
                  <a:lnTo>
                    <a:pt x="400050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607697" y="4436872"/>
              <a:ext cx="292100" cy="1369060"/>
            </a:xfrm>
            <a:custGeom>
              <a:avLst/>
              <a:gdLst/>
              <a:ahLst/>
              <a:cxnLst/>
              <a:rect l="l" t="t" r="r" b="b"/>
              <a:pathLst>
                <a:path w="292100" h="1369060">
                  <a:moveTo>
                    <a:pt x="291845" y="1368552"/>
                  </a:moveTo>
                  <a:lnTo>
                    <a:pt x="291845" y="0"/>
                  </a:lnTo>
                  <a:lnTo>
                    <a:pt x="0" y="0"/>
                  </a:lnTo>
                  <a:lnTo>
                    <a:pt x="0" y="1368552"/>
                  </a:lnTo>
                  <a:lnTo>
                    <a:pt x="291845" y="1368552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597791" y="4427727"/>
              <a:ext cx="311785" cy="1388110"/>
            </a:xfrm>
            <a:custGeom>
              <a:avLst/>
              <a:gdLst/>
              <a:ahLst/>
              <a:cxnLst/>
              <a:rect l="l" t="t" r="r" b="b"/>
              <a:pathLst>
                <a:path w="311785" h="1388110">
                  <a:moveTo>
                    <a:pt x="311658" y="1387602"/>
                  </a:moveTo>
                  <a:lnTo>
                    <a:pt x="311658" y="0"/>
                  </a:lnTo>
                  <a:lnTo>
                    <a:pt x="0" y="0"/>
                  </a:lnTo>
                  <a:lnTo>
                    <a:pt x="0" y="1387602"/>
                  </a:lnTo>
                  <a:lnTo>
                    <a:pt x="9906" y="1387602"/>
                  </a:lnTo>
                  <a:lnTo>
                    <a:pt x="9905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292595" y="19050"/>
                  </a:lnTo>
                  <a:lnTo>
                    <a:pt x="292595" y="9144"/>
                  </a:lnTo>
                  <a:lnTo>
                    <a:pt x="301751" y="19050"/>
                  </a:lnTo>
                  <a:lnTo>
                    <a:pt x="301751" y="1387602"/>
                  </a:lnTo>
                  <a:lnTo>
                    <a:pt x="311658" y="1387602"/>
                  </a:lnTo>
                  <a:close/>
                </a:path>
                <a:path w="311785" h="1388110">
                  <a:moveTo>
                    <a:pt x="19050" y="19050"/>
                  </a:moveTo>
                  <a:lnTo>
                    <a:pt x="19050" y="9144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311785" h="1388110">
                  <a:moveTo>
                    <a:pt x="19050" y="1368552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6" y="1368552"/>
                  </a:lnTo>
                  <a:lnTo>
                    <a:pt x="19050" y="1368552"/>
                  </a:lnTo>
                  <a:close/>
                </a:path>
                <a:path w="311785" h="1388110">
                  <a:moveTo>
                    <a:pt x="301751" y="1368552"/>
                  </a:moveTo>
                  <a:lnTo>
                    <a:pt x="9906" y="1368552"/>
                  </a:lnTo>
                  <a:lnTo>
                    <a:pt x="19050" y="1377696"/>
                  </a:lnTo>
                  <a:lnTo>
                    <a:pt x="19050" y="1387602"/>
                  </a:lnTo>
                  <a:lnTo>
                    <a:pt x="292595" y="1387602"/>
                  </a:lnTo>
                  <a:lnTo>
                    <a:pt x="292595" y="1377696"/>
                  </a:lnTo>
                  <a:lnTo>
                    <a:pt x="301751" y="1368552"/>
                  </a:lnTo>
                  <a:close/>
                </a:path>
                <a:path w="311785" h="1388110">
                  <a:moveTo>
                    <a:pt x="19050" y="1387602"/>
                  </a:moveTo>
                  <a:lnTo>
                    <a:pt x="19050" y="1377696"/>
                  </a:lnTo>
                  <a:lnTo>
                    <a:pt x="9906" y="1368552"/>
                  </a:lnTo>
                  <a:lnTo>
                    <a:pt x="9906" y="1387602"/>
                  </a:lnTo>
                  <a:lnTo>
                    <a:pt x="19050" y="1387602"/>
                  </a:lnTo>
                  <a:close/>
                </a:path>
                <a:path w="311785" h="1388110">
                  <a:moveTo>
                    <a:pt x="301751" y="19050"/>
                  </a:moveTo>
                  <a:lnTo>
                    <a:pt x="292595" y="9144"/>
                  </a:lnTo>
                  <a:lnTo>
                    <a:pt x="292595" y="19050"/>
                  </a:lnTo>
                  <a:lnTo>
                    <a:pt x="301751" y="19050"/>
                  </a:lnTo>
                  <a:close/>
                </a:path>
                <a:path w="311785" h="1388110">
                  <a:moveTo>
                    <a:pt x="301751" y="1368552"/>
                  </a:moveTo>
                  <a:lnTo>
                    <a:pt x="301751" y="19050"/>
                  </a:lnTo>
                  <a:lnTo>
                    <a:pt x="292595" y="19050"/>
                  </a:lnTo>
                  <a:lnTo>
                    <a:pt x="292595" y="1368552"/>
                  </a:lnTo>
                  <a:lnTo>
                    <a:pt x="301751" y="1368552"/>
                  </a:lnTo>
                  <a:close/>
                </a:path>
                <a:path w="311785" h="1388110">
                  <a:moveTo>
                    <a:pt x="301751" y="1387602"/>
                  </a:moveTo>
                  <a:lnTo>
                    <a:pt x="301751" y="1368552"/>
                  </a:lnTo>
                  <a:lnTo>
                    <a:pt x="292595" y="1377696"/>
                  </a:lnTo>
                  <a:lnTo>
                    <a:pt x="292595" y="1387602"/>
                  </a:lnTo>
                  <a:lnTo>
                    <a:pt x="301751" y="138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090547" y="5010911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5158118" y="4829301"/>
            <a:ext cx="19050" cy="584835"/>
          </a:xfrm>
          <a:custGeom>
            <a:avLst/>
            <a:gdLst/>
            <a:ahLst/>
            <a:cxnLst/>
            <a:rect l="l" t="t" r="r" b="b"/>
            <a:pathLst>
              <a:path w="19050" h="584835">
                <a:moveTo>
                  <a:pt x="19050" y="390144"/>
                </a:moveTo>
                <a:lnTo>
                  <a:pt x="0" y="390144"/>
                </a:lnTo>
                <a:lnTo>
                  <a:pt x="0" y="584466"/>
                </a:lnTo>
                <a:lnTo>
                  <a:pt x="19050" y="584466"/>
                </a:lnTo>
                <a:lnTo>
                  <a:pt x="19050" y="390144"/>
                </a:lnTo>
                <a:close/>
              </a:path>
              <a:path w="19050" h="584835">
                <a:moveTo>
                  <a:pt x="19050" y="0"/>
                </a:moveTo>
                <a:lnTo>
                  <a:pt x="0" y="0"/>
                </a:lnTo>
                <a:lnTo>
                  <a:pt x="0" y="193548"/>
                </a:lnTo>
                <a:lnTo>
                  <a:pt x="19050" y="193548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5063115" y="4470653"/>
            <a:ext cx="1949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15871" y="5466588"/>
            <a:ext cx="3086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CA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363095" y="5600446"/>
            <a:ext cx="245110" cy="19050"/>
          </a:xfrm>
          <a:custGeom>
            <a:avLst/>
            <a:gdLst/>
            <a:ahLst/>
            <a:cxnLst/>
            <a:rect l="l" t="t" r="r" b="b"/>
            <a:pathLst>
              <a:path w="245110" h="19050">
                <a:moveTo>
                  <a:pt x="244601" y="19050"/>
                </a:moveTo>
                <a:lnTo>
                  <a:pt x="244601" y="0"/>
                </a:lnTo>
                <a:lnTo>
                  <a:pt x="0" y="0"/>
                </a:lnTo>
                <a:lnTo>
                  <a:pt x="0" y="19050"/>
                </a:lnTo>
                <a:lnTo>
                  <a:pt x="24460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621883" y="4569281"/>
            <a:ext cx="252729" cy="1075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10" dirty="0">
                <a:latin typeface="Arial MT"/>
                <a:cs typeface="Arial MT"/>
              </a:rPr>
              <a:t>Memory/Dir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670685" y="5907785"/>
            <a:ext cx="156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Node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shared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copy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4562995" y="3419602"/>
            <a:ext cx="387350" cy="312420"/>
            <a:chOff x="4562995" y="3419602"/>
            <a:chExt cx="387350" cy="312420"/>
          </a:xfrm>
        </p:grpSpPr>
        <p:sp>
          <p:nvSpPr>
            <p:cNvPr id="90" name="object 90"/>
            <p:cNvSpPr/>
            <p:nvPr/>
          </p:nvSpPr>
          <p:spPr>
            <a:xfrm>
              <a:off x="4572139" y="3428746"/>
              <a:ext cx="368935" cy="294640"/>
            </a:xfrm>
            <a:custGeom>
              <a:avLst/>
              <a:gdLst/>
              <a:ahLst/>
              <a:cxnLst/>
              <a:rect l="l" t="t" r="r" b="b"/>
              <a:pathLst>
                <a:path w="368935" h="294639">
                  <a:moveTo>
                    <a:pt x="368808" y="294132"/>
                  </a:moveTo>
                  <a:lnTo>
                    <a:pt x="368808" y="0"/>
                  </a:lnTo>
                  <a:lnTo>
                    <a:pt x="0" y="0"/>
                  </a:lnTo>
                  <a:lnTo>
                    <a:pt x="0" y="294132"/>
                  </a:lnTo>
                  <a:lnTo>
                    <a:pt x="368808" y="294132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562995" y="3419602"/>
              <a:ext cx="387350" cy="312420"/>
            </a:xfrm>
            <a:custGeom>
              <a:avLst/>
              <a:gdLst/>
              <a:ahLst/>
              <a:cxnLst/>
              <a:rect l="l" t="t" r="r" b="b"/>
              <a:pathLst>
                <a:path w="387350" h="312420">
                  <a:moveTo>
                    <a:pt x="387096" y="312420"/>
                  </a:moveTo>
                  <a:lnTo>
                    <a:pt x="387096" y="0"/>
                  </a:lnTo>
                  <a:lnTo>
                    <a:pt x="0" y="0"/>
                  </a:lnTo>
                  <a:lnTo>
                    <a:pt x="0" y="312420"/>
                  </a:lnTo>
                  <a:lnTo>
                    <a:pt x="9144" y="312420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68046" y="19050"/>
                  </a:lnTo>
                  <a:lnTo>
                    <a:pt x="368046" y="9144"/>
                  </a:lnTo>
                  <a:lnTo>
                    <a:pt x="377951" y="19050"/>
                  </a:lnTo>
                  <a:lnTo>
                    <a:pt x="377951" y="312420"/>
                  </a:lnTo>
                  <a:lnTo>
                    <a:pt x="387096" y="312420"/>
                  </a:lnTo>
                  <a:close/>
                </a:path>
                <a:path w="387350" h="312420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387350" h="312420">
                  <a:moveTo>
                    <a:pt x="19050" y="293370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293370"/>
                  </a:lnTo>
                  <a:lnTo>
                    <a:pt x="19050" y="293370"/>
                  </a:lnTo>
                  <a:close/>
                </a:path>
                <a:path w="387350" h="312420">
                  <a:moveTo>
                    <a:pt x="377951" y="293370"/>
                  </a:moveTo>
                  <a:lnTo>
                    <a:pt x="9144" y="293370"/>
                  </a:lnTo>
                  <a:lnTo>
                    <a:pt x="19050" y="303275"/>
                  </a:lnTo>
                  <a:lnTo>
                    <a:pt x="19050" y="312420"/>
                  </a:lnTo>
                  <a:lnTo>
                    <a:pt x="368046" y="312420"/>
                  </a:lnTo>
                  <a:lnTo>
                    <a:pt x="368046" y="303275"/>
                  </a:lnTo>
                  <a:lnTo>
                    <a:pt x="377951" y="293370"/>
                  </a:lnTo>
                  <a:close/>
                </a:path>
                <a:path w="387350" h="312420">
                  <a:moveTo>
                    <a:pt x="19050" y="312420"/>
                  </a:moveTo>
                  <a:lnTo>
                    <a:pt x="19050" y="303275"/>
                  </a:lnTo>
                  <a:lnTo>
                    <a:pt x="9144" y="293370"/>
                  </a:lnTo>
                  <a:lnTo>
                    <a:pt x="9144" y="312420"/>
                  </a:lnTo>
                  <a:lnTo>
                    <a:pt x="19050" y="312420"/>
                  </a:lnTo>
                  <a:close/>
                </a:path>
                <a:path w="387350" h="312420">
                  <a:moveTo>
                    <a:pt x="377951" y="19050"/>
                  </a:moveTo>
                  <a:lnTo>
                    <a:pt x="368046" y="9144"/>
                  </a:lnTo>
                  <a:lnTo>
                    <a:pt x="368046" y="19050"/>
                  </a:lnTo>
                  <a:lnTo>
                    <a:pt x="377951" y="19050"/>
                  </a:lnTo>
                  <a:close/>
                </a:path>
                <a:path w="387350" h="312420">
                  <a:moveTo>
                    <a:pt x="377951" y="293370"/>
                  </a:moveTo>
                  <a:lnTo>
                    <a:pt x="377951" y="19050"/>
                  </a:lnTo>
                  <a:lnTo>
                    <a:pt x="368046" y="19050"/>
                  </a:lnTo>
                  <a:lnTo>
                    <a:pt x="368046" y="293370"/>
                  </a:lnTo>
                  <a:lnTo>
                    <a:pt x="377951" y="293370"/>
                  </a:lnTo>
                  <a:close/>
                </a:path>
                <a:path w="387350" h="312420">
                  <a:moveTo>
                    <a:pt x="377951" y="312420"/>
                  </a:moveTo>
                  <a:lnTo>
                    <a:pt x="377951" y="293370"/>
                  </a:lnTo>
                  <a:lnTo>
                    <a:pt x="368046" y="303275"/>
                  </a:lnTo>
                  <a:lnTo>
                    <a:pt x="368046" y="312420"/>
                  </a:lnTo>
                  <a:lnTo>
                    <a:pt x="377951" y="312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4667637" y="3457955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4b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4067695" y="3428746"/>
            <a:ext cx="1089025" cy="942975"/>
          </a:xfrm>
          <a:custGeom>
            <a:avLst/>
            <a:gdLst/>
            <a:ahLst/>
            <a:cxnLst/>
            <a:rect l="l" t="t" r="r" b="b"/>
            <a:pathLst>
              <a:path w="1089025" h="942975">
                <a:moveTo>
                  <a:pt x="85344" y="6095"/>
                </a:moveTo>
                <a:lnTo>
                  <a:pt x="0" y="0"/>
                </a:lnTo>
                <a:lnTo>
                  <a:pt x="46482" y="71627"/>
                </a:lnTo>
                <a:lnTo>
                  <a:pt x="49530" y="66488"/>
                </a:lnTo>
                <a:lnTo>
                  <a:pt x="49530" y="41147"/>
                </a:lnTo>
                <a:lnTo>
                  <a:pt x="59436" y="24383"/>
                </a:lnTo>
                <a:lnTo>
                  <a:pt x="70590" y="30975"/>
                </a:lnTo>
                <a:lnTo>
                  <a:pt x="85344" y="6095"/>
                </a:lnTo>
                <a:close/>
              </a:path>
              <a:path w="1089025" h="942975">
                <a:moveTo>
                  <a:pt x="70590" y="30975"/>
                </a:moveTo>
                <a:lnTo>
                  <a:pt x="59436" y="24383"/>
                </a:lnTo>
                <a:lnTo>
                  <a:pt x="49530" y="41147"/>
                </a:lnTo>
                <a:lnTo>
                  <a:pt x="60770" y="47534"/>
                </a:lnTo>
                <a:lnTo>
                  <a:pt x="70590" y="30975"/>
                </a:lnTo>
                <a:close/>
              </a:path>
              <a:path w="1089025" h="942975">
                <a:moveTo>
                  <a:pt x="60770" y="47534"/>
                </a:moveTo>
                <a:lnTo>
                  <a:pt x="49530" y="41147"/>
                </a:lnTo>
                <a:lnTo>
                  <a:pt x="49530" y="66488"/>
                </a:lnTo>
                <a:lnTo>
                  <a:pt x="60770" y="47534"/>
                </a:lnTo>
                <a:close/>
              </a:path>
              <a:path w="1089025" h="942975">
                <a:moveTo>
                  <a:pt x="1088898" y="931163"/>
                </a:moveTo>
                <a:lnTo>
                  <a:pt x="985923" y="791374"/>
                </a:lnTo>
                <a:lnTo>
                  <a:pt x="954152" y="749528"/>
                </a:lnTo>
                <a:lnTo>
                  <a:pt x="921851" y="708175"/>
                </a:lnTo>
                <a:lnTo>
                  <a:pt x="888915" y="667399"/>
                </a:lnTo>
                <a:lnTo>
                  <a:pt x="855240" y="627287"/>
                </a:lnTo>
                <a:lnTo>
                  <a:pt x="820719" y="587925"/>
                </a:lnTo>
                <a:lnTo>
                  <a:pt x="785249" y="549396"/>
                </a:lnTo>
                <a:lnTo>
                  <a:pt x="748722" y="511788"/>
                </a:lnTo>
                <a:lnTo>
                  <a:pt x="711036" y="475185"/>
                </a:lnTo>
                <a:lnTo>
                  <a:pt x="672084" y="439673"/>
                </a:lnTo>
                <a:lnTo>
                  <a:pt x="638556" y="410717"/>
                </a:lnTo>
                <a:lnTo>
                  <a:pt x="599777" y="379021"/>
                </a:lnTo>
                <a:lnTo>
                  <a:pt x="560096" y="348026"/>
                </a:lnTo>
                <a:lnTo>
                  <a:pt x="519617" y="317704"/>
                </a:lnTo>
                <a:lnTo>
                  <a:pt x="478442" y="288024"/>
                </a:lnTo>
                <a:lnTo>
                  <a:pt x="436676" y="258957"/>
                </a:lnTo>
                <a:lnTo>
                  <a:pt x="394420" y="230471"/>
                </a:lnTo>
                <a:lnTo>
                  <a:pt x="351779" y="202538"/>
                </a:lnTo>
                <a:lnTo>
                  <a:pt x="308855" y="175127"/>
                </a:lnTo>
                <a:lnTo>
                  <a:pt x="265752" y="148208"/>
                </a:lnTo>
                <a:lnTo>
                  <a:pt x="222572" y="121751"/>
                </a:lnTo>
                <a:lnTo>
                  <a:pt x="179420" y="95726"/>
                </a:lnTo>
                <a:lnTo>
                  <a:pt x="92964" y="44195"/>
                </a:lnTo>
                <a:lnTo>
                  <a:pt x="70590" y="30975"/>
                </a:lnTo>
                <a:lnTo>
                  <a:pt x="60770" y="47534"/>
                </a:lnTo>
                <a:lnTo>
                  <a:pt x="83058" y="60197"/>
                </a:lnTo>
                <a:lnTo>
                  <a:pt x="126492" y="86105"/>
                </a:lnTo>
                <a:lnTo>
                  <a:pt x="169216" y="111815"/>
                </a:lnTo>
                <a:lnTo>
                  <a:pt x="212132" y="137817"/>
                </a:lnTo>
                <a:lnTo>
                  <a:pt x="255124" y="164161"/>
                </a:lnTo>
                <a:lnTo>
                  <a:pt x="298077" y="190900"/>
                </a:lnTo>
                <a:lnTo>
                  <a:pt x="340874" y="218086"/>
                </a:lnTo>
                <a:lnTo>
                  <a:pt x="383400" y="245768"/>
                </a:lnTo>
                <a:lnTo>
                  <a:pt x="425538" y="274000"/>
                </a:lnTo>
                <a:lnTo>
                  <a:pt x="467173" y="302832"/>
                </a:lnTo>
                <a:lnTo>
                  <a:pt x="508189" y="332317"/>
                </a:lnTo>
                <a:lnTo>
                  <a:pt x="548470" y="362504"/>
                </a:lnTo>
                <a:lnTo>
                  <a:pt x="587900" y="393447"/>
                </a:lnTo>
                <a:lnTo>
                  <a:pt x="626364" y="425195"/>
                </a:lnTo>
                <a:lnTo>
                  <a:pt x="659892" y="454151"/>
                </a:lnTo>
                <a:lnTo>
                  <a:pt x="698749" y="489665"/>
                </a:lnTo>
                <a:lnTo>
                  <a:pt x="736131" y="526083"/>
                </a:lnTo>
                <a:lnTo>
                  <a:pt x="772203" y="563359"/>
                </a:lnTo>
                <a:lnTo>
                  <a:pt x="807132" y="601445"/>
                </a:lnTo>
                <a:lnTo>
                  <a:pt x="841086" y="640294"/>
                </a:lnTo>
                <a:lnTo>
                  <a:pt x="874229" y="679857"/>
                </a:lnTo>
                <a:lnTo>
                  <a:pt x="906728" y="720086"/>
                </a:lnTo>
                <a:lnTo>
                  <a:pt x="938751" y="760934"/>
                </a:lnTo>
                <a:lnTo>
                  <a:pt x="970462" y="802353"/>
                </a:lnTo>
                <a:lnTo>
                  <a:pt x="1002030" y="844295"/>
                </a:lnTo>
                <a:lnTo>
                  <a:pt x="1025652" y="877061"/>
                </a:lnTo>
                <a:lnTo>
                  <a:pt x="1073658" y="942593"/>
                </a:lnTo>
                <a:lnTo>
                  <a:pt x="1088898" y="931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4936623" y="3674364"/>
            <a:ext cx="1478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Invalidation Acknowledgement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1249057" y="2844291"/>
            <a:ext cx="1598295" cy="1522095"/>
            <a:chOff x="1249057" y="2844291"/>
            <a:chExt cx="1598295" cy="1522095"/>
          </a:xfrm>
        </p:grpSpPr>
        <p:sp>
          <p:nvSpPr>
            <p:cNvPr id="96" name="object 96"/>
            <p:cNvSpPr/>
            <p:nvPr/>
          </p:nvSpPr>
          <p:spPr>
            <a:xfrm>
              <a:off x="1332115" y="3213099"/>
              <a:ext cx="368935" cy="294640"/>
            </a:xfrm>
            <a:custGeom>
              <a:avLst/>
              <a:gdLst/>
              <a:ahLst/>
              <a:cxnLst/>
              <a:rect l="l" t="t" r="r" b="b"/>
              <a:pathLst>
                <a:path w="368935" h="294639">
                  <a:moveTo>
                    <a:pt x="368807" y="294132"/>
                  </a:moveTo>
                  <a:lnTo>
                    <a:pt x="368807" y="0"/>
                  </a:lnTo>
                  <a:lnTo>
                    <a:pt x="0" y="0"/>
                  </a:lnTo>
                  <a:lnTo>
                    <a:pt x="0" y="294132"/>
                  </a:lnTo>
                  <a:lnTo>
                    <a:pt x="368807" y="294132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249057" y="2844291"/>
              <a:ext cx="1598295" cy="1522095"/>
            </a:xfrm>
            <a:custGeom>
              <a:avLst/>
              <a:gdLst/>
              <a:ahLst/>
              <a:cxnLst/>
              <a:rect l="l" t="t" r="r" b="b"/>
              <a:pathLst>
                <a:path w="1598295" h="1522095">
                  <a:moveTo>
                    <a:pt x="1597914" y="17526"/>
                  </a:moveTo>
                  <a:lnTo>
                    <a:pt x="1438656" y="60960"/>
                  </a:lnTo>
                  <a:lnTo>
                    <a:pt x="1381747" y="84353"/>
                  </a:lnTo>
                  <a:lnTo>
                    <a:pt x="1326489" y="107289"/>
                  </a:lnTo>
                  <a:lnTo>
                    <a:pt x="1272844" y="129870"/>
                  </a:lnTo>
                  <a:lnTo>
                    <a:pt x="1220762" y="152133"/>
                  </a:lnTo>
                  <a:lnTo>
                    <a:pt x="1170203" y="174167"/>
                  </a:lnTo>
                  <a:lnTo>
                    <a:pt x="1121143" y="196037"/>
                  </a:lnTo>
                  <a:lnTo>
                    <a:pt x="1073531" y="217805"/>
                  </a:lnTo>
                  <a:lnTo>
                    <a:pt x="1027328" y="239547"/>
                  </a:lnTo>
                  <a:lnTo>
                    <a:pt x="982510" y="261327"/>
                  </a:lnTo>
                  <a:lnTo>
                    <a:pt x="939025" y="283222"/>
                  </a:lnTo>
                  <a:lnTo>
                    <a:pt x="896848" y="305295"/>
                  </a:lnTo>
                  <a:lnTo>
                    <a:pt x="855929" y="327609"/>
                  </a:lnTo>
                  <a:lnTo>
                    <a:pt x="816229" y="350227"/>
                  </a:lnTo>
                  <a:lnTo>
                    <a:pt x="777722" y="373240"/>
                  </a:lnTo>
                  <a:lnTo>
                    <a:pt x="740359" y="396709"/>
                  </a:lnTo>
                  <a:lnTo>
                    <a:pt x="704113" y="420687"/>
                  </a:lnTo>
                  <a:lnTo>
                    <a:pt x="668934" y="445262"/>
                  </a:lnTo>
                  <a:lnTo>
                    <a:pt x="634784" y="470484"/>
                  </a:lnTo>
                  <a:lnTo>
                    <a:pt x="601637" y="496443"/>
                  </a:lnTo>
                  <a:lnTo>
                    <a:pt x="569442" y="523189"/>
                  </a:lnTo>
                  <a:lnTo>
                    <a:pt x="538175" y="550799"/>
                  </a:lnTo>
                  <a:lnTo>
                    <a:pt x="507784" y="579348"/>
                  </a:lnTo>
                  <a:lnTo>
                    <a:pt x="478231" y="608888"/>
                  </a:lnTo>
                  <a:lnTo>
                    <a:pt x="461010" y="627240"/>
                  </a:lnTo>
                  <a:lnTo>
                    <a:pt x="461010" y="359664"/>
                  </a:lnTo>
                  <a:lnTo>
                    <a:pt x="441960" y="359664"/>
                  </a:lnTo>
                  <a:lnTo>
                    <a:pt x="441960" y="378714"/>
                  </a:lnTo>
                  <a:lnTo>
                    <a:pt x="441960" y="648055"/>
                  </a:lnTo>
                  <a:lnTo>
                    <a:pt x="437565" y="653034"/>
                  </a:lnTo>
                  <a:lnTo>
                    <a:pt x="92964" y="653034"/>
                  </a:lnTo>
                  <a:lnTo>
                    <a:pt x="92964" y="378714"/>
                  </a:lnTo>
                  <a:lnTo>
                    <a:pt x="441960" y="378714"/>
                  </a:lnTo>
                  <a:lnTo>
                    <a:pt x="441960" y="359664"/>
                  </a:lnTo>
                  <a:lnTo>
                    <a:pt x="73914" y="359664"/>
                  </a:lnTo>
                  <a:lnTo>
                    <a:pt x="73914" y="672084"/>
                  </a:lnTo>
                  <a:lnTo>
                    <a:pt x="83058" y="672084"/>
                  </a:lnTo>
                  <a:lnTo>
                    <a:pt x="92964" y="672084"/>
                  </a:lnTo>
                  <a:lnTo>
                    <a:pt x="420827" y="672084"/>
                  </a:lnTo>
                  <a:lnTo>
                    <a:pt x="394271" y="704202"/>
                  </a:lnTo>
                  <a:lnTo>
                    <a:pt x="367715" y="738428"/>
                  </a:lnTo>
                  <a:lnTo>
                    <a:pt x="341820" y="774001"/>
                  </a:lnTo>
                  <a:lnTo>
                    <a:pt x="316534" y="810996"/>
                  </a:lnTo>
                  <a:lnTo>
                    <a:pt x="291833" y="849452"/>
                  </a:lnTo>
                  <a:lnTo>
                    <a:pt x="267652" y="889469"/>
                  </a:lnTo>
                  <a:lnTo>
                    <a:pt x="243992" y="931100"/>
                  </a:lnTo>
                  <a:lnTo>
                    <a:pt x="220789" y="974420"/>
                  </a:lnTo>
                  <a:lnTo>
                    <a:pt x="198005" y="1019492"/>
                  </a:lnTo>
                  <a:lnTo>
                    <a:pt x="175615" y="1066393"/>
                  </a:lnTo>
                  <a:lnTo>
                    <a:pt x="153568" y="1115174"/>
                  </a:lnTo>
                  <a:lnTo>
                    <a:pt x="131826" y="1165923"/>
                  </a:lnTo>
                  <a:lnTo>
                    <a:pt x="110363" y="1218704"/>
                  </a:lnTo>
                  <a:lnTo>
                    <a:pt x="89141" y="1273581"/>
                  </a:lnTo>
                  <a:lnTo>
                    <a:pt x="68110" y="1330617"/>
                  </a:lnTo>
                  <a:lnTo>
                    <a:pt x="27063" y="1446644"/>
                  </a:lnTo>
                  <a:lnTo>
                    <a:pt x="0" y="1437132"/>
                  </a:lnTo>
                  <a:lnTo>
                    <a:pt x="10668" y="1521714"/>
                  </a:lnTo>
                  <a:lnTo>
                    <a:pt x="22860" y="1509826"/>
                  </a:lnTo>
                  <a:lnTo>
                    <a:pt x="71628" y="1462278"/>
                  </a:lnTo>
                  <a:lnTo>
                    <a:pt x="85432" y="1337932"/>
                  </a:lnTo>
                  <a:lnTo>
                    <a:pt x="106273" y="1281341"/>
                  </a:lnTo>
                  <a:lnTo>
                    <a:pt x="127304" y="1226896"/>
                  </a:lnTo>
                  <a:lnTo>
                    <a:pt x="148577" y="1174521"/>
                  </a:lnTo>
                  <a:lnTo>
                    <a:pt x="170129" y="1124178"/>
                  </a:lnTo>
                  <a:lnTo>
                    <a:pt x="191985" y="1075766"/>
                  </a:lnTo>
                  <a:lnTo>
                    <a:pt x="214198" y="1029246"/>
                  </a:lnTo>
                  <a:lnTo>
                    <a:pt x="236791" y="984529"/>
                  </a:lnTo>
                  <a:lnTo>
                    <a:pt x="259803" y="941552"/>
                  </a:lnTo>
                  <a:lnTo>
                    <a:pt x="283298" y="900239"/>
                  </a:lnTo>
                  <a:lnTo>
                    <a:pt x="307276" y="860552"/>
                  </a:lnTo>
                  <a:lnTo>
                    <a:pt x="331800" y="822388"/>
                  </a:lnTo>
                  <a:lnTo>
                    <a:pt x="356895" y="785698"/>
                  </a:lnTo>
                  <a:lnTo>
                    <a:pt x="382612" y="750404"/>
                  </a:lnTo>
                  <a:lnTo>
                    <a:pt x="408965" y="716445"/>
                  </a:lnTo>
                  <a:lnTo>
                    <a:pt x="436016" y="683755"/>
                  </a:lnTo>
                  <a:lnTo>
                    <a:pt x="446303" y="672084"/>
                  </a:lnTo>
                  <a:lnTo>
                    <a:pt x="451866" y="672084"/>
                  </a:lnTo>
                  <a:lnTo>
                    <a:pt x="461010" y="672084"/>
                  </a:lnTo>
                  <a:lnTo>
                    <a:pt x="461010" y="655421"/>
                  </a:lnTo>
                  <a:lnTo>
                    <a:pt x="463791" y="652259"/>
                  </a:lnTo>
                  <a:lnTo>
                    <a:pt x="492328" y="621893"/>
                  </a:lnTo>
                  <a:lnTo>
                    <a:pt x="521652" y="592594"/>
                  </a:lnTo>
                  <a:lnTo>
                    <a:pt x="551827" y="564286"/>
                  </a:lnTo>
                  <a:lnTo>
                    <a:pt x="582879" y="536892"/>
                  </a:lnTo>
                  <a:lnTo>
                    <a:pt x="614845" y="510362"/>
                  </a:lnTo>
                  <a:lnTo>
                    <a:pt x="647750" y="484619"/>
                  </a:lnTo>
                  <a:lnTo>
                    <a:pt x="681659" y="459600"/>
                  </a:lnTo>
                  <a:lnTo>
                    <a:pt x="716584" y="435229"/>
                  </a:lnTo>
                  <a:lnTo>
                    <a:pt x="752576" y="411441"/>
                  </a:lnTo>
                  <a:lnTo>
                    <a:pt x="789660" y="388175"/>
                  </a:lnTo>
                  <a:lnTo>
                    <a:pt x="827887" y="365353"/>
                  </a:lnTo>
                  <a:lnTo>
                    <a:pt x="867295" y="342912"/>
                  </a:lnTo>
                  <a:lnTo>
                    <a:pt x="907910" y="320789"/>
                  </a:lnTo>
                  <a:lnTo>
                    <a:pt x="949782" y="298894"/>
                  </a:lnTo>
                  <a:lnTo>
                    <a:pt x="992936" y="277190"/>
                  </a:lnTo>
                  <a:lnTo>
                    <a:pt x="1037424" y="255587"/>
                  </a:lnTo>
                  <a:lnTo>
                    <a:pt x="1083259" y="234022"/>
                  </a:lnTo>
                  <a:lnTo>
                    <a:pt x="1130515" y="212432"/>
                  </a:lnTo>
                  <a:lnTo>
                    <a:pt x="1179195" y="190754"/>
                  </a:lnTo>
                  <a:lnTo>
                    <a:pt x="1229360" y="168897"/>
                  </a:lnTo>
                  <a:lnTo>
                    <a:pt x="1281023" y="146824"/>
                  </a:lnTo>
                  <a:lnTo>
                    <a:pt x="1334249" y="124434"/>
                  </a:lnTo>
                  <a:lnTo>
                    <a:pt x="1389062" y="101676"/>
                  </a:lnTo>
                  <a:lnTo>
                    <a:pt x="1445514" y="78486"/>
                  </a:lnTo>
                  <a:lnTo>
                    <a:pt x="1597914" y="17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833253" y="2737866"/>
            <a:ext cx="1564640" cy="713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Invalidation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request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sharer</a:t>
            </a:r>
            <a:endParaRPr sz="1400">
              <a:latin typeface="Arial MT"/>
              <a:cs typeface="Arial MT"/>
            </a:endParaRPr>
          </a:p>
          <a:p>
            <a:pPr marL="607060">
              <a:lnSpc>
                <a:spcPct val="100000"/>
              </a:lnSpc>
              <a:spcBef>
                <a:spcPts val="615"/>
              </a:spcBef>
            </a:pPr>
            <a:r>
              <a:rPr sz="1200" spc="-25" dirty="0">
                <a:latin typeface="Arial MT"/>
                <a:cs typeface="Arial MT"/>
              </a:rPr>
              <a:t>3a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3626497" y="3428745"/>
            <a:ext cx="1233805" cy="1678939"/>
          </a:xfrm>
          <a:custGeom>
            <a:avLst/>
            <a:gdLst/>
            <a:ahLst/>
            <a:cxnLst/>
            <a:rect l="l" t="t" r="r" b="b"/>
            <a:pathLst>
              <a:path w="1233804" h="1678939">
                <a:moveTo>
                  <a:pt x="1160423" y="1632052"/>
                </a:moveTo>
                <a:lnTo>
                  <a:pt x="1084326" y="1616964"/>
                </a:lnTo>
                <a:lnTo>
                  <a:pt x="1010412" y="1601724"/>
                </a:lnTo>
                <a:lnTo>
                  <a:pt x="963752" y="1591529"/>
                </a:lnTo>
                <a:lnTo>
                  <a:pt x="916120" y="1580633"/>
                </a:lnTo>
                <a:lnTo>
                  <a:pt x="867762" y="1568904"/>
                </a:lnTo>
                <a:lnTo>
                  <a:pt x="818923" y="1556211"/>
                </a:lnTo>
                <a:lnTo>
                  <a:pt x="769851" y="1542423"/>
                </a:lnTo>
                <a:lnTo>
                  <a:pt x="720790" y="1527407"/>
                </a:lnTo>
                <a:lnTo>
                  <a:pt x="671987" y="1511031"/>
                </a:lnTo>
                <a:lnTo>
                  <a:pt x="623687" y="1493166"/>
                </a:lnTo>
                <a:lnTo>
                  <a:pt x="576137" y="1473678"/>
                </a:lnTo>
                <a:lnTo>
                  <a:pt x="529582" y="1452436"/>
                </a:lnTo>
                <a:lnTo>
                  <a:pt x="484268" y="1429309"/>
                </a:lnTo>
                <a:lnTo>
                  <a:pt x="440441" y="1404164"/>
                </a:lnTo>
                <a:lnTo>
                  <a:pt x="398348" y="1376872"/>
                </a:lnTo>
                <a:lnTo>
                  <a:pt x="358233" y="1347299"/>
                </a:lnTo>
                <a:lnTo>
                  <a:pt x="320343" y="1315314"/>
                </a:lnTo>
                <a:lnTo>
                  <a:pt x="284924" y="1280786"/>
                </a:lnTo>
                <a:lnTo>
                  <a:pt x="252222" y="1243584"/>
                </a:lnTo>
                <a:lnTo>
                  <a:pt x="214884" y="1192530"/>
                </a:lnTo>
                <a:lnTo>
                  <a:pt x="189805" y="1151494"/>
                </a:lnTo>
                <a:lnTo>
                  <a:pt x="167150" y="1108474"/>
                </a:lnTo>
                <a:lnTo>
                  <a:pt x="146785" y="1063667"/>
                </a:lnTo>
                <a:lnTo>
                  <a:pt x="128577" y="1017270"/>
                </a:lnTo>
                <a:lnTo>
                  <a:pt x="112393" y="969482"/>
                </a:lnTo>
                <a:lnTo>
                  <a:pt x="98099" y="920501"/>
                </a:lnTo>
                <a:lnTo>
                  <a:pt x="85562" y="870524"/>
                </a:lnTo>
                <a:lnTo>
                  <a:pt x="74648" y="819750"/>
                </a:lnTo>
                <a:lnTo>
                  <a:pt x="65225" y="768376"/>
                </a:lnTo>
                <a:lnTo>
                  <a:pt x="57159" y="716600"/>
                </a:lnTo>
                <a:lnTo>
                  <a:pt x="50316" y="664619"/>
                </a:lnTo>
                <a:lnTo>
                  <a:pt x="44564" y="612633"/>
                </a:lnTo>
                <a:lnTo>
                  <a:pt x="39768" y="560838"/>
                </a:lnTo>
                <a:lnTo>
                  <a:pt x="35796" y="509433"/>
                </a:lnTo>
                <a:lnTo>
                  <a:pt x="32514" y="458615"/>
                </a:lnTo>
                <a:lnTo>
                  <a:pt x="29789" y="408583"/>
                </a:lnTo>
                <a:lnTo>
                  <a:pt x="23622" y="265176"/>
                </a:lnTo>
                <a:lnTo>
                  <a:pt x="21336" y="177546"/>
                </a:lnTo>
                <a:lnTo>
                  <a:pt x="19050" y="0"/>
                </a:lnTo>
                <a:lnTo>
                  <a:pt x="13572" y="219"/>
                </a:lnTo>
                <a:lnTo>
                  <a:pt x="10796" y="330"/>
                </a:lnTo>
                <a:lnTo>
                  <a:pt x="8460" y="423"/>
                </a:lnTo>
                <a:lnTo>
                  <a:pt x="6430" y="504"/>
                </a:lnTo>
                <a:lnTo>
                  <a:pt x="4571" y="579"/>
                </a:lnTo>
                <a:lnTo>
                  <a:pt x="2285" y="670"/>
                </a:lnTo>
                <a:lnTo>
                  <a:pt x="0" y="762"/>
                </a:lnTo>
                <a:lnTo>
                  <a:pt x="2286" y="177546"/>
                </a:lnTo>
                <a:lnTo>
                  <a:pt x="4572" y="265938"/>
                </a:lnTo>
                <a:lnTo>
                  <a:pt x="10796" y="411512"/>
                </a:lnTo>
                <a:lnTo>
                  <a:pt x="13572" y="462128"/>
                </a:lnTo>
                <a:lnTo>
                  <a:pt x="16921" y="513474"/>
                </a:lnTo>
                <a:lnTo>
                  <a:pt x="20977" y="565362"/>
                </a:lnTo>
                <a:lnTo>
                  <a:pt x="25874" y="617603"/>
                </a:lnTo>
                <a:lnTo>
                  <a:pt x="31745" y="670007"/>
                </a:lnTo>
                <a:lnTo>
                  <a:pt x="38725" y="722386"/>
                </a:lnTo>
                <a:lnTo>
                  <a:pt x="46946" y="774551"/>
                </a:lnTo>
                <a:lnTo>
                  <a:pt x="56542" y="826312"/>
                </a:lnTo>
                <a:lnTo>
                  <a:pt x="67648" y="877481"/>
                </a:lnTo>
                <a:lnTo>
                  <a:pt x="80397" y="927868"/>
                </a:lnTo>
                <a:lnTo>
                  <a:pt x="94923" y="977285"/>
                </a:lnTo>
                <a:lnTo>
                  <a:pt x="111359" y="1025542"/>
                </a:lnTo>
                <a:lnTo>
                  <a:pt x="129839" y="1072451"/>
                </a:lnTo>
                <a:lnTo>
                  <a:pt x="150497" y="1117823"/>
                </a:lnTo>
                <a:lnTo>
                  <a:pt x="173467" y="1161468"/>
                </a:lnTo>
                <a:lnTo>
                  <a:pt x="198882" y="1203198"/>
                </a:lnTo>
                <a:lnTo>
                  <a:pt x="237744" y="1255776"/>
                </a:lnTo>
                <a:lnTo>
                  <a:pt x="269193" y="1291670"/>
                </a:lnTo>
                <a:lnTo>
                  <a:pt x="303012" y="1325101"/>
                </a:lnTo>
                <a:lnTo>
                  <a:pt x="339004" y="1356185"/>
                </a:lnTo>
                <a:lnTo>
                  <a:pt x="376973" y="1385039"/>
                </a:lnTo>
                <a:lnTo>
                  <a:pt x="416721" y="1411779"/>
                </a:lnTo>
                <a:lnTo>
                  <a:pt x="458052" y="1436522"/>
                </a:lnTo>
                <a:lnTo>
                  <a:pt x="500769" y="1459384"/>
                </a:lnTo>
                <a:lnTo>
                  <a:pt x="544675" y="1480481"/>
                </a:lnTo>
                <a:lnTo>
                  <a:pt x="589573" y="1499930"/>
                </a:lnTo>
                <a:lnTo>
                  <a:pt x="635267" y="1517847"/>
                </a:lnTo>
                <a:lnTo>
                  <a:pt x="681560" y="1534349"/>
                </a:lnTo>
                <a:lnTo>
                  <a:pt x="728254" y="1549552"/>
                </a:lnTo>
                <a:lnTo>
                  <a:pt x="775154" y="1563572"/>
                </a:lnTo>
                <a:lnTo>
                  <a:pt x="822062" y="1576527"/>
                </a:lnTo>
                <a:lnTo>
                  <a:pt x="868781" y="1588531"/>
                </a:lnTo>
                <a:lnTo>
                  <a:pt x="915115" y="1599703"/>
                </a:lnTo>
                <a:lnTo>
                  <a:pt x="960867" y="1610157"/>
                </a:lnTo>
                <a:lnTo>
                  <a:pt x="1005840" y="1620012"/>
                </a:lnTo>
                <a:lnTo>
                  <a:pt x="1080516" y="1636014"/>
                </a:lnTo>
                <a:lnTo>
                  <a:pt x="1156725" y="1651124"/>
                </a:lnTo>
                <a:lnTo>
                  <a:pt x="1160423" y="1632052"/>
                </a:lnTo>
                <a:close/>
              </a:path>
              <a:path w="1233804" h="1678939">
                <a:moveTo>
                  <a:pt x="1172718" y="1672759"/>
                </a:moveTo>
                <a:lnTo>
                  <a:pt x="1172718" y="1634489"/>
                </a:lnTo>
                <a:lnTo>
                  <a:pt x="1168908" y="1653539"/>
                </a:lnTo>
                <a:lnTo>
                  <a:pt x="1156725" y="1651124"/>
                </a:lnTo>
                <a:lnTo>
                  <a:pt x="1151382" y="1678686"/>
                </a:lnTo>
                <a:lnTo>
                  <a:pt x="1172718" y="1672759"/>
                </a:lnTo>
                <a:close/>
              </a:path>
              <a:path w="1233804" h="1678939">
                <a:moveTo>
                  <a:pt x="1172718" y="1634489"/>
                </a:moveTo>
                <a:lnTo>
                  <a:pt x="1160423" y="1632052"/>
                </a:lnTo>
                <a:lnTo>
                  <a:pt x="1156725" y="1651124"/>
                </a:lnTo>
                <a:lnTo>
                  <a:pt x="1168908" y="1653539"/>
                </a:lnTo>
                <a:lnTo>
                  <a:pt x="1172718" y="1634489"/>
                </a:lnTo>
                <a:close/>
              </a:path>
              <a:path w="1233804" h="1678939">
                <a:moveTo>
                  <a:pt x="1233678" y="1655826"/>
                </a:moveTo>
                <a:lnTo>
                  <a:pt x="1165860" y="1604010"/>
                </a:lnTo>
                <a:lnTo>
                  <a:pt x="1160423" y="1632052"/>
                </a:lnTo>
                <a:lnTo>
                  <a:pt x="1172718" y="1634489"/>
                </a:lnTo>
                <a:lnTo>
                  <a:pt x="1172718" y="1672759"/>
                </a:lnTo>
                <a:lnTo>
                  <a:pt x="1233678" y="16558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2849505" y="4971288"/>
            <a:ext cx="1564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Invalidation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request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sharer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4057789" y="4499355"/>
            <a:ext cx="387985" cy="312420"/>
            <a:chOff x="4057789" y="4499355"/>
            <a:chExt cx="387985" cy="312420"/>
          </a:xfrm>
        </p:grpSpPr>
        <p:sp>
          <p:nvSpPr>
            <p:cNvPr id="102" name="object 102"/>
            <p:cNvSpPr/>
            <p:nvPr/>
          </p:nvSpPr>
          <p:spPr>
            <a:xfrm>
              <a:off x="4067695" y="4508499"/>
              <a:ext cx="368300" cy="294640"/>
            </a:xfrm>
            <a:custGeom>
              <a:avLst/>
              <a:gdLst/>
              <a:ahLst/>
              <a:cxnLst/>
              <a:rect l="l" t="t" r="r" b="b"/>
              <a:pathLst>
                <a:path w="368300" h="294639">
                  <a:moveTo>
                    <a:pt x="368046" y="294132"/>
                  </a:moveTo>
                  <a:lnTo>
                    <a:pt x="368046" y="0"/>
                  </a:lnTo>
                  <a:lnTo>
                    <a:pt x="0" y="0"/>
                  </a:lnTo>
                  <a:lnTo>
                    <a:pt x="0" y="294132"/>
                  </a:lnTo>
                  <a:lnTo>
                    <a:pt x="368046" y="294132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057789" y="4499355"/>
              <a:ext cx="387985" cy="312420"/>
            </a:xfrm>
            <a:custGeom>
              <a:avLst/>
              <a:gdLst/>
              <a:ahLst/>
              <a:cxnLst/>
              <a:rect l="l" t="t" r="r" b="b"/>
              <a:pathLst>
                <a:path w="387985" h="312420">
                  <a:moveTo>
                    <a:pt x="387858" y="312420"/>
                  </a:moveTo>
                  <a:lnTo>
                    <a:pt x="387858" y="0"/>
                  </a:lnTo>
                  <a:lnTo>
                    <a:pt x="0" y="0"/>
                  </a:lnTo>
                  <a:lnTo>
                    <a:pt x="0" y="312420"/>
                  </a:lnTo>
                  <a:lnTo>
                    <a:pt x="9905" y="312420"/>
                  </a:lnTo>
                  <a:lnTo>
                    <a:pt x="9905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68807" y="19050"/>
                  </a:lnTo>
                  <a:lnTo>
                    <a:pt x="368807" y="9144"/>
                  </a:lnTo>
                  <a:lnTo>
                    <a:pt x="377951" y="19050"/>
                  </a:lnTo>
                  <a:lnTo>
                    <a:pt x="377951" y="312420"/>
                  </a:lnTo>
                  <a:lnTo>
                    <a:pt x="387858" y="312420"/>
                  </a:lnTo>
                  <a:close/>
                </a:path>
                <a:path w="387985" h="312420">
                  <a:moveTo>
                    <a:pt x="19050" y="19050"/>
                  </a:moveTo>
                  <a:lnTo>
                    <a:pt x="19050" y="9144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387985" h="312420">
                  <a:moveTo>
                    <a:pt x="19050" y="293370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293370"/>
                  </a:lnTo>
                  <a:lnTo>
                    <a:pt x="19050" y="293370"/>
                  </a:lnTo>
                  <a:close/>
                </a:path>
                <a:path w="387985" h="312420">
                  <a:moveTo>
                    <a:pt x="377951" y="293370"/>
                  </a:moveTo>
                  <a:lnTo>
                    <a:pt x="9905" y="293370"/>
                  </a:lnTo>
                  <a:lnTo>
                    <a:pt x="19050" y="303276"/>
                  </a:lnTo>
                  <a:lnTo>
                    <a:pt x="19050" y="312420"/>
                  </a:lnTo>
                  <a:lnTo>
                    <a:pt x="368807" y="312420"/>
                  </a:lnTo>
                  <a:lnTo>
                    <a:pt x="368807" y="303276"/>
                  </a:lnTo>
                  <a:lnTo>
                    <a:pt x="377951" y="293370"/>
                  </a:lnTo>
                  <a:close/>
                </a:path>
                <a:path w="387985" h="312420">
                  <a:moveTo>
                    <a:pt x="19050" y="312420"/>
                  </a:moveTo>
                  <a:lnTo>
                    <a:pt x="19050" y="303276"/>
                  </a:lnTo>
                  <a:lnTo>
                    <a:pt x="9905" y="293370"/>
                  </a:lnTo>
                  <a:lnTo>
                    <a:pt x="9905" y="312420"/>
                  </a:lnTo>
                  <a:lnTo>
                    <a:pt x="19050" y="312420"/>
                  </a:lnTo>
                  <a:close/>
                </a:path>
                <a:path w="387985" h="312420">
                  <a:moveTo>
                    <a:pt x="377951" y="19050"/>
                  </a:moveTo>
                  <a:lnTo>
                    <a:pt x="368807" y="9144"/>
                  </a:lnTo>
                  <a:lnTo>
                    <a:pt x="368807" y="19050"/>
                  </a:lnTo>
                  <a:lnTo>
                    <a:pt x="377951" y="19050"/>
                  </a:lnTo>
                  <a:close/>
                </a:path>
                <a:path w="387985" h="312420">
                  <a:moveTo>
                    <a:pt x="377951" y="293370"/>
                  </a:moveTo>
                  <a:lnTo>
                    <a:pt x="377951" y="19050"/>
                  </a:lnTo>
                  <a:lnTo>
                    <a:pt x="368807" y="19050"/>
                  </a:lnTo>
                  <a:lnTo>
                    <a:pt x="368807" y="293370"/>
                  </a:lnTo>
                  <a:lnTo>
                    <a:pt x="377951" y="293370"/>
                  </a:lnTo>
                  <a:close/>
                </a:path>
                <a:path w="387985" h="312420">
                  <a:moveTo>
                    <a:pt x="377951" y="312420"/>
                  </a:moveTo>
                  <a:lnTo>
                    <a:pt x="377951" y="293370"/>
                  </a:lnTo>
                  <a:lnTo>
                    <a:pt x="368807" y="303276"/>
                  </a:lnTo>
                  <a:lnTo>
                    <a:pt x="368807" y="312420"/>
                  </a:lnTo>
                  <a:lnTo>
                    <a:pt x="377951" y="312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4163193" y="4537709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3b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624971" y="3745991"/>
            <a:ext cx="92519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Invalidation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624971" y="3959402"/>
            <a:ext cx="14789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Acknowledgement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2049919" y="3428391"/>
            <a:ext cx="1255395" cy="1162685"/>
            <a:chOff x="2049919" y="3428391"/>
            <a:chExt cx="1255395" cy="1162685"/>
          </a:xfrm>
        </p:grpSpPr>
        <p:sp>
          <p:nvSpPr>
            <p:cNvPr id="108" name="object 108"/>
            <p:cNvSpPr/>
            <p:nvPr/>
          </p:nvSpPr>
          <p:spPr>
            <a:xfrm>
              <a:off x="2049919" y="3428391"/>
              <a:ext cx="1255395" cy="1162685"/>
            </a:xfrm>
            <a:custGeom>
              <a:avLst/>
              <a:gdLst/>
              <a:ahLst/>
              <a:cxnLst/>
              <a:rect l="l" t="t" r="r" b="b"/>
              <a:pathLst>
                <a:path w="1255395" h="1162685">
                  <a:moveTo>
                    <a:pt x="1226696" y="77408"/>
                  </a:moveTo>
                  <a:lnTo>
                    <a:pt x="1207728" y="74917"/>
                  </a:lnTo>
                  <a:lnTo>
                    <a:pt x="1201674" y="124560"/>
                  </a:lnTo>
                  <a:lnTo>
                    <a:pt x="1193037" y="189099"/>
                  </a:lnTo>
                  <a:lnTo>
                    <a:pt x="1183749" y="250537"/>
                  </a:lnTo>
                  <a:lnTo>
                    <a:pt x="1173754" y="308964"/>
                  </a:lnTo>
                  <a:lnTo>
                    <a:pt x="1162993" y="364469"/>
                  </a:lnTo>
                  <a:lnTo>
                    <a:pt x="1151410" y="417143"/>
                  </a:lnTo>
                  <a:lnTo>
                    <a:pt x="1138948" y="467075"/>
                  </a:lnTo>
                  <a:lnTo>
                    <a:pt x="1125548" y="514354"/>
                  </a:lnTo>
                  <a:lnTo>
                    <a:pt x="1111154" y="559071"/>
                  </a:lnTo>
                  <a:lnTo>
                    <a:pt x="1095708" y="601314"/>
                  </a:lnTo>
                  <a:lnTo>
                    <a:pt x="1079153" y="641173"/>
                  </a:lnTo>
                  <a:lnTo>
                    <a:pt x="1061431" y="678738"/>
                  </a:lnTo>
                  <a:lnTo>
                    <a:pt x="1042486" y="714099"/>
                  </a:lnTo>
                  <a:lnTo>
                    <a:pt x="1022260" y="747345"/>
                  </a:lnTo>
                  <a:lnTo>
                    <a:pt x="977735" y="807850"/>
                  </a:lnTo>
                  <a:lnTo>
                    <a:pt x="927398" y="860972"/>
                  </a:lnTo>
                  <a:lnTo>
                    <a:pt x="870790" y="907426"/>
                  </a:lnTo>
                  <a:lnTo>
                    <a:pt x="807454" y="947930"/>
                  </a:lnTo>
                  <a:lnTo>
                    <a:pt x="773119" y="966174"/>
                  </a:lnTo>
                  <a:lnTo>
                    <a:pt x="736929" y="983200"/>
                  </a:lnTo>
                  <a:lnTo>
                    <a:pt x="698828" y="999097"/>
                  </a:lnTo>
                  <a:lnTo>
                    <a:pt x="658758" y="1013954"/>
                  </a:lnTo>
                  <a:lnTo>
                    <a:pt x="616662" y="1027861"/>
                  </a:lnTo>
                  <a:lnTo>
                    <a:pt x="572483" y="1040908"/>
                  </a:lnTo>
                  <a:lnTo>
                    <a:pt x="526162" y="1053185"/>
                  </a:lnTo>
                  <a:lnTo>
                    <a:pt x="477644" y="1064780"/>
                  </a:lnTo>
                  <a:lnTo>
                    <a:pt x="426869" y="1075783"/>
                  </a:lnTo>
                  <a:lnTo>
                    <a:pt x="373782" y="1086285"/>
                  </a:lnTo>
                  <a:lnTo>
                    <a:pt x="318325" y="1096375"/>
                  </a:lnTo>
                  <a:lnTo>
                    <a:pt x="260441" y="1106142"/>
                  </a:lnTo>
                  <a:lnTo>
                    <a:pt x="200071" y="1115676"/>
                  </a:lnTo>
                  <a:lnTo>
                    <a:pt x="137160" y="1125066"/>
                  </a:lnTo>
                  <a:lnTo>
                    <a:pt x="0" y="1144116"/>
                  </a:lnTo>
                  <a:lnTo>
                    <a:pt x="3048" y="1162404"/>
                  </a:lnTo>
                  <a:lnTo>
                    <a:pt x="139446" y="1144116"/>
                  </a:lnTo>
                  <a:lnTo>
                    <a:pt x="200930" y="1135001"/>
                  </a:lnTo>
                  <a:lnTo>
                    <a:pt x="260062" y="1125715"/>
                  </a:lnTo>
                  <a:lnTo>
                    <a:pt x="316890" y="1116177"/>
                  </a:lnTo>
                  <a:lnTo>
                    <a:pt x="371462" y="1106307"/>
                  </a:lnTo>
                  <a:lnTo>
                    <a:pt x="423829" y="1096021"/>
                  </a:lnTo>
                  <a:lnTo>
                    <a:pt x="474038" y="1085240"/>
                  </a:lnTo>
                  <a:lnTo>
                    <a:pt x="522138" y="1073882"/>
                  </a:lnTo>
                  <a:lnTo>
                    <a:pt x="568180" y="1061864"/>
                  </a:lnTo>
                  <a:lnTo>
                    <a:pt x="612211" y="1049107"/>
                  </a:lnTo>
                  <a:lnTo>
                    <a:pt x="654280" y="1035529"/>
                  </a:lnTo>
                  <a:lnTo>
                    <a:pt x="694437" y="1021047"/>
                  </a:lnTo>
                  <a:lnTo>
                    <a:pt x="732730" y="1005582"/>
                  </a:lnTo>
                  <a:lnTo>
                    <a:pt x="769209" y="989051"/>
                  </a:lnTo>
                  <a:lnTo>
                    <a:pt x="803922" y="971373"/>
                  </a:lnTo>
                  <a:lnTo>
                    <a:pt x="868247" y="932251"/>
                  </a:lnTo>
                  <a:lnTo>
                    <a:pt x="926096" y="887565"/>
                  </a:lnTo>
                  <a:lnTo>
                    <a:pt x="977862" y="836664"/>
                  </a:lnTo>
                  <a:lnTo>
                    <a:pt x="1023935" y="778898"/>
                  </a:lnTo>
                  <a:lnTo>
                    <a:pt x="1064708" y="713614"/>
                  </a:lnTo>
                  <a:lnTo>
                    <a:pt x="1083229" y="677950"/>
                  </a:lnTo>
                  <a:lnTo>
                    <a:pt x="1100572" y="640163"/>
                  </a:lnTo>
                  <a:lnTo>
                    <a:pt x="1116786" y="600171"/>
                  </a:lnTo>
                  <a:lnTo>
                    <a:pt x="1131919" y="557893"/>
                  </a:lnTo>
                  <a:lnTo>
                    <a:pt x="1146020" y="513248"/>
                  </a:lnTo>
                  <a:lnTo>
                    <a:pt x="1159139" y="466154"/>
                  </a:lnTo>
                  <a:lnTo>
                    <a:pt x="1171325" y="416530"/>
                  </a:lnTo>
                  <a:lnTo>
                    <a:pt x="1182625" y="364294"/>
                  </a:lnTo>
                  <a:lnTo>
                    <a:pt x="1193037" y="309649"/>
                  </a:lnTo>
                  <a:lnTo>
                    <a:pt x="1202769" y="251662"/>
                  </a:lnTo>
                  <a:lnTo>
                    <a:pt x="1211710" y="191104"/>
                  </a:lnTo>
                  <a:lnTo>
                    <a:pt x="1226696" y="77408"/>
                  </a:lnTo>
                  <a:close/>
                </a:path>
                <a:path w="1255395" h="1162685">
                  <a:moveTo>
                    <a:pt x="1255014" y="81126"/>
                  </a:moveTo>
                  <a:lnTo>
                    <a:pt x="1226696" y="0"/>
                  </a:lnTo>
                  <a:lnTo>
                    <a:pt x="1226696" y="540"/>
                  </a:lnTo>
                  <a:lnTo>
                    <a:pt x="1179576" y="71220"/>
                  </a:lnTo>
                  <a:lnTo>
                    <a:pt x="1207728" y="74917"/>
                  </a:lnTo>
                  <a:lnTo>
                    <a:pt x="1209294" y="62076"/>
                  </a:lnTo>
                  <a:lnTo>
                    <a:pt x="1228344" y="65124"/>
                  </a:lnTo>
                  <a:lnTo>
                    <a:pt x="1228344" y="77624"/>
                  </a:lnTo>
                  <a:lnTo>
                    <a:pt x="1255014" y="81126"/>
                  </a:lnTo>
                  <a:close/>
                </a:path>
                <a:path w="1255395" h="1162685">
                  <a:moveTo>
                    <a:pt x="1228344" y="65124"/>
                  </a:moveTo>
                  <a:lnTo>
                    <a:pt x="1209294" y="62076"/>
                  </a:lnTo>
                  <a:lnTo>
                    <a:pt x="1207728" y="74917"/>
                  </a:lnTo>
                  <a:lnTo>
                    <a:pt x="1226696" y="77408"/>
                  </a:lnTo>
                  <a:lnTo>
                    <a:pt x="1228344" y="65124"/>
                  </a:lnTo>
                  <a:close/>
                </a:path>
                <a:path w="1255395" h="1162685">
                  <a:moveTo>
                    <a:pt x="1228344" y="77624"/>
                  </a:moveTo>
                  <a:lnTo>
                    <a:pt x="1228344" y="65124"/>
                  </a:lnTo>
                  <a:lnTo>
                    <a:pt x="1226696" y="77408"/>
                  </a:lnTo>
                  <a:lnTo>
                    <a:pt x="1228344" y="77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627515" y="3645153"/>
              <a:ext cx="368935" cy="293370"/>
            </a:xfrm>
            <a:custGeom>
              <a:avLst/>
              <a:gdLst/>
              <a:ahLst/>
              <a:cxnLst/>
              <a:rect l="l" t="t" r="r" b="b"/>
              <a:pathLst>
                <a:path w="368935" h="293370">
                  <a:moveTo>
                    <a:pt x="368808" y="293370"/>
                  </a:moveTo>
                  <a:lnTo>
                    <a:pt x="368808" y="0"/>
                  </a:lnTo>
                  <a:lnTo>
                    <a:pt x="0" y="0"/>
                  </a:lnTo>
                  <a:lnTo>
                    <a:pt x="0" y="293370"/>
                  </a:lnTo>
                  <a:lnTo>
                    <a:pt x="368808" y="293370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618371" y="3635247"/>
              <a:ext cx="387350" cy="313690"/>
            </a:xfrm>
            <a:custGeom>
              <a:avLst/>
              <a:gdLst/>
              <a:ahLst/>
              <a:cxnLst/>
              <a:rect l="l" t="t" r="r" b="b"/>
              <a:pathLst>
                <a:path w="387350" h="313689">
                  <a:moveTo>
                    <a:pt x="387096" y="313182"/>
                  </a:moveTo>
                  <a:lnTo>
                    <a:pt x="387096" y="0"/>
                  </a:lnTo>
                  <a:lnTo>
                    <a:pt x="0" y="0"/>
                  </a:lnTo>
                  <a:lnTo>
                    <a:pt x="0" y="313182"/>
                  </a:lnTo>
                  <a:lnTo>
                    <a:pt x="9144" y="313182"/>
                  </a:lnTo>
                  <a:lnTo>
                    <a:pt x="9144" y="19050"/>
                  </a:lnTo>
                  <a:lnTo>
                    <a:pt x="19050" y="9906"/>
                  </a:lnTo>
                  <a:lnTo>
                    <a:pt x="19050" y="19050"/>
                  </a:lnTo>
                  <a:lnTo>
                    <a:pt x="368046" y="19050"/>
                  </a:lnTo>
                  <a:lnTo>
                    <a:pt x="368046" y="9906"/>
                  </a:lnTo>
                  <a:lnTo>
                    <a:pt x="377951" y="19050"/>
                  </a:lnTo>
                  <a:lnTo>
                    <a:pt x="377951" y="313182"/>
                  </a:lnTo>
                  <a:lnTo>
                    <a:pt x="387096" y="313182"/>
                  </a:lnTo>
                  <a:close/>
                </a:path>
                <a:path w="387350" h="313689">
                  <a:moveTo>
                    <a:pt x="19050" y="19050"/>
                  </a:moveTo>
                  <a:lnTo>
                    <a:pt x="19050" y="9906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387350" h="313689">
                  <a:moveTo>
                    <a:pt x="19050" y="294132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294132"/>
                  </a:lnTo>
                  <a:lnTo>
                    <a:pt x="19050" y="294132"/>
                  </a:lnTo>
                  <a:close/>
                </a:path>
                <a:path w="387350" h="313689">
                  <a:moveTo>
                    <a:pt x="377951" y="294132"/>
                  </a:moveTo>
                  <a:lnTo>
                    <a:pt x="9144" y="294132"/>
                  </a:lnTo>
                  <a:lnTo>
                    <a:pt x="19050" y="303276"/>
                  </a:lnTo>
                  <a:lnTo>
                    <a:pt x="19050" y="313182"/>
                  </a:lnTo>
                  <a:lnTo>
                    <a:pt x="368046" y="313182"/>
                  </a:lnTo>
                  <a:lnTo>
                    <a:pt x="368046" y="303276"/>
                  </a:lnTo>
                  <a:lnTo>
                    <a:pt x="377951" y="294132"/>
                  </a:lnTo>
                  <a:close/>
                </a:path>
                <a:path w="387350" h="313689">
                  <a:moveTo>
                    <a:pt x="19050" y="313182"/>
                  </a:moveTo>
                  <a:lnTo>
                    <a:pt x="19050" y="303276"/>
                  </a:lnTo>
                  <a:lnTo>
                    <a:pt x="9144" y="294132"/>
                  </a:lnTo>
                  <a:lnTo>
                    <a:pt x="9144" y="313182"/>
                  </a:lnTo>
                  <a:lnTo>
                    <a:pt x="19050" y="313182"/>
                  </a:lnTo>
                  <a:close/>
                </a:path>
                <a:path w="387350" h="313689">
                  <a:moveTo>
                    <a:pt x="377951" y="19050"/>
                  </a:moveTo>
                  <a:lnTo>
                    <a:pt x="368046" y="9906"/>
                  </a:lnTo>
                  <a:lnTo>
                    <a:pt x="368046" y="19050"/>
                  </a:lnTo>
                  <a:lnTo>
                    <a:pt x="377951" y="19050"/>
                  </a:lnTo>
                  <a:close/>
                </a:path>
                <a:path w="387350" h="313689">
                  <a:moveTo>
                    <a:pt x="377951" y="294132"/>
                  </a:moveTo>
                  <a:lnTo>
                    <a:pt x="377951" y="19050"/>
                  </a:lnTo>
                  <a:lnTo>
                    <a:pt x="368046" y="19050"/>
                  </a:lnTo>
                  <a:lnTo>
                    <a:pt x="368046" y="294132"/>
                  </a:lnTo>
                  <a:lnTo>
                    <a:pt x="377951" y="294132"/>
                  </a:lnTo>
                  <a:close/>
                </a:path>
                <a:path w="387350" h="313689">
                  <a:moveTo>
                    <a:pt x="377951" y="313182"/>
                  </a:moveTo>
                  <a:lnTo>
                    <a:pt x="377951" y="294132"/>
                  </a:lnTo>
                  <a:lnTo>
                    <a:pt x="368046" y="303276"/>
                  </a:lnTo>
                  <a:lnTo>
                    <a:pt x="368046" y="313182"/>
                  </a:lnTo>
                  <a:lnTo>
                    <a:pt x="377951" y="313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2723013" y="3674364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4a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113" name="object 1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114" name="object 1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Organization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spc="-10" dirty="0"/>
              <a:t>Directory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8067040" cy="432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18440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A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natural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organization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directory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5" dirty="0">
                <a:latin typeface="Arial MT"/>
                <a:cs typeface="Arial MT"/>
              </a:rPr>
              <a:t> to </a:t>
            </a:r>
            <a:r>
              <a:rPr sz="3000" dirty="0">
                <a:latin typeface="Arial MT"/>
                <a:cs typeface="Arial MT"/>
              </a:rPr>
              <a:t>maintain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directory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information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for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block </a:t>
            </a:r>
            <a:r>
              <a:rPr sz="3000" dirty="0">
                <a:latin typeface="Arial MT"/>
                <a:cs typeface="Arial MT"/>
              </a:rPr>
              <a:t>together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with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block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354965" marR="659765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Each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block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represented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25" dirty="0">
                <a:latin typeface="Arial MT"/>
                <a:cs typeface="Arial MT"/>
              </a:rPr>
              <a:t> bit </a:t>
            </a:r>
            <a:r>
              <a:rPr sz="3000" dirty="0">
                <a:latin typeface="Arial MT"/>
                <a:cs typeface="Arial MT"/>
              </a:rPr>
              <a:t>vector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 </a:t>
            </a:r>
            <a:r>
              <a:rPr sz="3000" i="1" dirty="0">
                <a:latin typeface="Arial"/>
                <a:cs typeface="Arial"/>
              </a:rPr>
              <a:t>presence</a:t>
            </a:r>
            <a:r>
              <a:rPr sz="3000" i="1" spc="-20" dirty="0">
                <a:latin typeface="Arial"/>
                <a:cs typeface="Arial"/>
              </a:rPr>
              <a:t> </a:t>
            </a:r>
            <a:r>
              <a:rPr sz="3000" i="1" dirty="0">
                <a:latin typeface="Arial"/>
                <a:cs typeface="Arial"/>
              </a:rPr>
              <a:t>bits</a:t>
            </a:r>
            <a:r>
              <a:rPr sz="3000" i="1" spc="-25" dirty="0">
                <a:latin typeface="Arial"/>
                <a:cs typeface="Arial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or</a:t>
            </a:r>
            <a:r>
              <a:rPr sz="3000" spc="-20" dirty="0">
                <a:latin typeface="Arial MT"/>
                <a:cs typeface="Arial MT"/>
              </a:rPr>
              <a:t> more </a:t>
            </a:r>
            <a:r>
              <a:rPr sz="3000" i="1" dirty="0">
                <a:latin typeface="Arial"/>
                <a:cs typeface="Arial"/>
              </a:rPr>
              <a:t>state</a:t>
            </a:r>
            <a:r>
              <a:rPr sz="3000" i="1" spc="-30" dirty="0">
                <a:latin typeface="Arial"/>
                <a:cs typeface="Arial"/>
              </a:rPr>
              <a:t> </a:t>
            </a:r>
            <a:r>
              <a:rPr sz="3000" i="1" spc="-10" dirty="0">
                <a:latin typeface="Arial"/>
                <a:cs typeface="Arial"/>
              </a:rPr>
              <a:t>bits</a:t>
            </a:r>
            <a:r>
              <a:rPr sz="3000" spc="-10" dirty="0">
                <a:latin typeface="Arial MT"/>
                <a:cs typeface="Arial MT"/>
              </a:rPr>
              <a:t>.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In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simplest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case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there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state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bit </a:t>
            </a:r>
            <a:r>
              <a:rPr sz="3000" dirty="0">
                <a:latin typeface="Arial MT"/>
                <a:cs typeface="Arial MT"/>
              </a:rPr>
              <a:t>(</a:t>
            </a:r>
            <a:r>
              <a:rPr sz="3000" i="1" dirty="0">
                <a:latin typeface="Arial"/>
                <a:cs typeface="Arial"/>
              </a:rPr>
              <a:t>dirty</a:t>
            </a:r>
            <a:r>
              <a:rPr sz="3000" i="1" spc="-30" dirty="0">
                <a:latin typeface="Arial"/>
                <a:cs typeface="Arial"/>
              </a:rPr>
              <a:t> </a:t>
            </a:r>
            <a:r>
              <a:rPr sz="3000" i="1" dirty="0">
                <a:latin typeface="Arial"/>
                <a:cs typeface="Arial"/>
              </a:rPr>
              <a:t>bit</a:t>
            </a:r>
            <a:r>
              <a:rPr sz="3000" dirty="0">
                <a:latin typeface="Arial MT"/>
                <a:cs typeface="Arial MT"/>
              </a:rPr>
              <a:t>),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which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represents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there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0" dirty="0">
                <a:latin typeface="Arial MT"/>
                <a:cs typeface="Arial MT"/>
              </a:rPr>
              <a:t>a </a:t>
            </a:r>
            <a:r>
              <a:rPr sz="3000" dirty="0">
                <a:latin typeface="Arial MT"/>
                <a:cs typeface="Arial MT"/>
              </a:rPr>
              <a:t>modified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(dirty)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copy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node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506476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180" dirty="0"/>
              <a:t> </a:t>
            </a:r>
            <a:r>
              <a:rPr spc="-25" dirty="0"/>
              <a:t>for </a:t>
            </a:r>
            <a:r>
              <a:rPr dirty="0"/>
              <a:t>Directory</a:t>
            </a:r>
            <a:r>
              <a:rPr spc="-190" dirty="0"/>
              <a:t> </a:t>
            </a:r>
            <a:r>
              <a:rPr spc="-10" dirty="0"/>
              <a:t>Information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97791" y="3274821"/>
            <a:ext cx="2180590" cy="1100455"/>
            <a:chOff x="5597791" y="3274821"/>
            <a:chExt cx="2180590" cy="1100455"/>
          </a:xfrm>
        </p:grpSpPr>
        <p:sp>
          <p:nvSpPr>
            <p:cNvPr id="4" name="object 4"/>
            <p:cNvSpPr/>
            <p:nvPr/>
          </p:nvSpPr>
          <p:spPr>
            <a:xfrm>
              <a:off x="5597791" y="3274821"/>
              <a:ext cx="2180590" cy="379730"/>
            </a:xfrm>
            <a:custGeom>
              <a:avLst/>
              <a:gdLst/>
              <a:ahLst/>
              <a:cxnLst/>
              <a:rect l="l" t="t" r="r" b="b"/>
              <a:pathLst>
                <a:path w="2180590" h="379729">
                  <a:moveTo>
                    <a:pt x="2180082" y="379475"/>
                  </a:moveTo>
                  <a:lnTo>
                    <a:pt x="2180082" y="0"/>
                  </a:lnTo>
                  <a:lnTo>
                    <a:pt x="0" y="0"/>
                  </a:lnTo>
                  <a:lnTo>
                    <a:pt x="0" y="379475"/>
                  </a:lnTo>
                  <a:lnTo>
                    <a:pt x="9905" y="379475"/>
                  </a:lnTo>
                  <a:lnTo>
                    <a:pt x="9905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2161032" y="19050"/>
                  </a:lnTo>
                  <a:lnTo>
                    <a:pt x="2161032" y="9905"/>
                  </a:lnTo>
                  <a:lnTo>
                    <a:pt x="2170175" y="19050"/>
                  </a:lnTo>
                  <a:lnTo>
                    <a:pt x="2170175" y="379475"/>
                  </a:lnTo>
                  <a:lnTo>
                    <a:pt x="2180082" y="379475"/>
                  </a:lnTo>
                  <a:close/>
                </a:path>
                <a:path w="2180590" h="379729">
                  <a:moveTo>
                    <a:pt x="19050" y="19050"/>
                  </a:moveTo>
                  <a:lnTo>
                    <a:pt x="19050" y="9905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2180590" h="379729">
                  <a:moveTo>
                    <a:pt x="19050" y="360425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5" y="360425"/>
                  </a:lnTo>
                  <a:lnTo>
                    <a:pt x="19050" y="360425"/>
                  </a:lnTo>
                  <a:close/>
                </a:path>
                <a:path w="2180590" h="379729">
                  <a:moveTo>
                    <a:pt x="2170175" y="360425"/>
                  </a:moveTo>
                  <a:lnTo>
                    <a:pt x="9905" y="360425"/>
                  </a:lnTo>
                  <a:lnTo>
                    <a:pt x="19050" y="370331"/>
                  </a:lnTo>
                  <a:lnTo>
                    <a:pt x="19050" y="379475"/>
                  </a:lnTo>
                  <a:lnTo>
                    <a:pt x="2161032" y="379475"/>
                  </a:lnTo>
                  <a:lnTo>
                    <a:pt x="2161032" y="370331"/>
                  </a:lnTo>
                  <a:lnTo>
                    <a:pt x="2170175" y="360425"/>
                  </a:lnTo>
                  <a:close/>
                </a:path>
                <a:path w="2180590" h="379729">
                  <a:moveTo>
                    <a:pt x="19050" y="379475"/>
                  </a:moveTo>
                  <a:lnTo>
                    <a:pt x="19050" y="370331"/>
                  </a:lnTo>
                  <a:lnTo>
                    <a:pt x="9905" y="360425"/>
                  </a:lnTo>
                  <a:lnTo>
                    <a:pt x="9905" y="379475"/>
                  </a:lnTo>
                  <a:lnTo>
                    <a:pt x="19050" y="379475"/>
                  </a:lnTo>
                  <a:close/>
                </a:path>
                <a:path w="2180590" h="379729">
                  <a:moveTo>
                    <a:pt x="2170175" y="19050"/>
                  </a:moveTo>
                  <a:lnTo>
                    <a:pt x="2161032" y="9905"/>
                  </a:lnTo>
                  <a:lnTo>
                    <a:pt x="2161032" y="19050"/>
                  </a:lnTo>
                  <a:lnTo>
                    <a:pt x="2170175" y="19050"/>
                  </a:lnTo>
                  <a:close/>
                </a:path>
                <a:path w="2180590" h="379729">
                  <a:moveTo>
                    <a:pt x="2170175" y="360425"/>
                  </a:moveTo>
                  <a:lnTo>
                    <a:pt x="2170175" y="19050"/>
                  </a:lnTo>
                  <a:lnTo>
                    <a:pt x="2161032" y="19050"/>
                  </a:lnTo>
                  <a:lnTo>
                    <a:pt x="2161032" y="360425"/>
                  </a:lnTo>
                  <a:lnTo>
                    <a:pt x="2170175" y="360425"/>
                  </a:lnTo>
                  <a:close/>
                </a:path>
                <a:path w="2180590" h="379729">
                  <a:moveTo>
                    <a:pt x="2170175" y="379475"/>
                  </a:moveTo>
                  <a:lnTo>
                    <a:pt x="2170175" y="360425"/>
                  </a:lnTo>
                  <a:lnTo>
                    <a:pt x="2161032" y="370331"/>
                  </a:lnTo>
                  <a:lnTo>
                    <a:pt x="2161032" y="379475"/>
                  </a:lnTo>
                  <a:lnTo>
                    <a:pt x="2170175" y="379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07697" y="3645153"/>
              <a:ext cx="2160270" cy="360680"/>
            </a:xfrm>
            <a:custGeom>
              <a:avLst/>
              <a:gdLst/>
              <a:ahLst/>
              <a:cxnLst/>
              <a:rect l="l" t="t" r="r" b="b"/>
              <a:pathLst>
                <a:path w="2160270" h="360679">
                  <a:moveTo>
                    <a:pt x="2160269" y="360425"/>
                  </a:moveTo>
                  <a:lnTo>
                    <a:pt x="2160269" y="0"/>
                  </a:lnTo>
                  <a:lnTo>
                    <a:pt x="0" y="0"/>
                  </a:lnTo>
                  <a:lnTo>
                    <a:pt x="0" y="360425"/>
                  </a:lnTo>
                  <a:lnTo>
                    <a:pt x="2160269" y="360425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97791" y="3635247"/>
              <a:ext cx="2180590" cy="740410"/>
            </a:xfrm>
            <a:custGeom>
              <a:avLst/>
              <a:gdLst/>
              <a:ahLst/>
              <a:cxnLst/>
              <a:rect l="l" t="t" r="r" b="b"/>
              <a:pathLst>
                <a:path w="2180590" h="740410">
                  <a:moveTo>
                    <a:pt x="2180082" y="0"/>
                  </a:moveTo>
                  <a:lnTo>
                    <a:pt x="2161032" y="0"/>
                  </a:lnTo>
                  <a:lnTo>
                    <a:pt x="2161032" y="19050"/>
                  </a:lnTo>
                  <a:lnTo>
                    <a:pt x="2161032" y="360426"/>
                  </a:lnTo>
                  <a:lnTo>
                    <a:pt x="2161032" y="379476"/>
                  </a:lnTo>
                  <a:lnTo>
                    <a:pt x="2161032" y="720852"/>
                  </a:lnTo>
                  <a:lnTo>
                    <a:pt x="19050" y="720852"/>
                  </a:lnTo>
                  <a:lnTo>
                    <a:pt x="19050" y="379476"/>
                  </a:lnTo>
                  <a:lnTo>
                    <a:pt x="288785" y="379476"/>
                  </a:lnTo>
                  <a:lnTo>
                    <a:pt x="298704" y="379476"/>
                  </a:lnTo>
                  <a:lnTo>
                    <a:pt x="307848" y="379476"/>
                  </a:lnTo>
                  <a:lnTo>
                    <a:pt x="2161032" y="379476"/>
                  </a:lnTo>
                  <a:lnTo>
                    <a:pt x="2161032" y="360426"/>
                  </a:lnTo>
                  <a:lnTo>
                    <a:pt x="307848" y="360426"/>
                  </a:lnTo>
                  <a:lnTo>
                    <a:pt x="307848" y="19050"/>
                  </a:lnTo>
                  <a:lnTo>
                    <a:pt x="2161032" y="19050"/>
                  </a:lnTo>
                  <a:lnTo>
                    <a:pt x="2161032" y="0"/>
                  </a:lnTo>
                  <a:lnTo>
                    <a:pt x="307848" y="0"/>
                  </a:lnTo>
                  <a:lnTo>
                    <a:pt x="288785" y="0"/>
                  </a:lnTo>
                  <a:lnTo>
                    <a:pt x="288785" y="19050"/>
                  </a:lnTo>
                  <a:lnTo>
                    <a:pt x="288785" y="360426"/>
                  </a:lnTo>
                  <a:lnTo>
                    <a:pt x="19050" y="360426"/>
                  </a:lnTo>
                  <a:lnTo>
                    <a:pt x="19050" y="19050"/>
                  </a:lnTo>
                  <a:lnTo>
                    <a:pt x="288785" y="19050"/>
                  </a:lnTo>
                  <a:lnTo>
                    <a:pt x="288785" y="0"/>
                  </a:lnTo>
                  <a:lnTo>
                    <a:pt x="0" y="0"/>
                  </a:lnTo>
                  <a:lnTo>
                    <a:pt x="0" y="360426"/>
                  </a:lnTo>
                  <a:lnTo>
                    <a:pt x="0" y="379476"/>
                  </a:lnTo>
                  <a:lnTo>
                    <a:pt x="0" y="739902"/>
                  </a:lnTo>
                  <a:lnTo>
                    <a:pt x="9906" y="739902"/>
                  </a:lnTo>
                  <a:lnTo>
                    <a:pt x="19050" y="739902"/>
                  </a:lnTo>
                  <a:lnTo>
                    <a:pt x="2161032" y="739902"/>
                  </a:lnTo>
                  <a:lnTo>
                    <a:pt x="2170176" y="739902"/>
                  </a:lnTo>
                  <a:lnTo>
                    <a:pt x="2180082" y="739902"/>
                  </a:lnTo>
                  <a:lnTo>
                    <a:pt x="2180082" y="379476"/>
                  </a:lnTo>
                  <a:lnTo>
                    <a:pt x="2180082" y="360426"/>
                  </a:lnTo>
                  <a:lnTo>
                    <a:pt x="21800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16911" y="3674364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85065" y="3635247"/>
            <a:ext cx="1532890" cy="379730"/>
          </a:xfrm>
          <a:custGeom>
            <a:avLst/>
            <a:gdLst/>
            <a:ahLst/>
            <a:cxnLst/>
            <a:rect l="l" t="t" r="r" b="b"/>
            <a:pathLst>
              <a:path w="1532890" h="379729">
                <a:moveTo>
                  <a:pt x="597395" y="0"/>
                </a:moveTo>
                <a:lnTo>
                  <a:pt x="578358" y="0"/>
                </a:lnTo>
                <a:lnTo>
                  <a:pt x="578358" y="19050"/>
                </a:lnTo>
                <a:lnTo>
                  <a:pt x="578358" y="360426"/>
                </a:lnTo>
                <a:lnTo>
                  <a:pt x="308597" y="360426"/>
                </a:lnTo>
                <a:lnTo>
                  <a:pt x="308597" y="19050"/>
                </a:lnTo>
                <a:lnTo>
                  <a:pt x="578358" y="19050"/>
                </a:lnTo>
                <a:lnTo>
                  <a:pt x="578358" y="0"/>
                </a:lnTo>
                <a:lnTo>
                  <a:pt x="308597" y="0"/>
                </a:lnTo>
                <a:lnTo>
                  <a:pt x="289547" y="0"/>
                </a:lnTo>
                <a:lnTo>
                  <a:pt x="289547" y="19050"/>
                </a:lnTo>
                <a:lnTo>
                  <a:pt x="289547" y="360426"/>
                </a:lnTo>
                <a:lnTo>
                  <a:pt x="19050" y="360426"/>
                </a:lnTo>
                <a:lnTo>
                  <a:pt x="19050" y="19050"/>
                </a:lnTo>
                <a:lnTo>
                  <a:pt x="289547" y="19050"/>
                </a:lnTo>
                <a:lnTo>
                  <a:pt x="289547" y="0"/>
                </a:lnTo>
                <a:lnTo>
                  <a:pt x="0" y="0"/>
                </a:lnTo>
                <a:lnTo>
                  <a:pt x="0" y="379476"/>
                </a:lnTo>
                <a:lnTo>
                  <a:pt x="9906" y="379476"/>
                </a:lnTo>
                <a:lnTo>
                  <a:pt x="19050" y="379476"/>
                </a:lnTo>
                <a:lnTo>
                  <a:pt x="597395" y="379476"/>
                </a:lnTo>
                <a:lnTo>
                  <a:pt x="597395" y="0"/>
                </a:lnTo>
                <a:close/>
              </a:path>
              <a:path w="1532890" h="379729">
                <a:moveTo>
                  <a:pt x="735330" y="216408"/>
                </a:moveTo>
                <a:lnTo>
                  <a:pt x="659130" y="216408"/>
                </a:lnTo>
                <a:lnTo>
                  <a:pt x="659130" y="235458"/>
                </a:lnTo>
                <a:lnTo>
                  <a:pt x="735330" y="235458"/>
                </a:lnTo>
                <a:lnTo>
                  <a:pt x="735330" y="216408"/>
                </a:lnTo>
                <a:close/>
              </a:path>
              <a:path w="1532890" h="379729">
                <a:moveTo>
                  <a:pt x="868680" y="216408"/>
                </a:moveTo>
                <a:lnTo>
                  <a:pt x="792480" y="216408"/>
                </a:lnTo>
                <a:lnTo>
                  <a:pt x="792480" y="235458"/>
                </a:lnTo>
                <a:lnTo>
                  <a:pt x="868680" y="235458"/>
                </a:lnTo>
                <a:lnTo>
                  <a:pt x="868680" y="216408"/>
                </a:lnTo>
                <a:close/>
              </a:path>
              <a:path w="1532890" h="379729">
                <a:moveTo>
                  <a:pt x="1002030" y="216408"/>
                </a:moveTo>
                <a:lnTo>
                  <a:pt x="925830" y="216408"/>
                </a:lnTo>
                <a:lnTo>
                  <a:pt x="925830" y="235458"/>
                </a:lnTo>
                <a:lnTo>
                  <a:pt x="1002030" y="235458"/>
                </a:lnTo>
                <a:lnTo>
                  <a:pt x="1002030" y="216408"/>
                </a:lnTo>
                <a:close/>
              </a:path>
              <a:path w="1532890" h="379729">
                <a:moveTo>
                  <a:pt x="1135380" y="216408"/>
                </a:moveTo>
                <a:lnTo>
                  <a:pt x="1059180" y="216408"/>
                </a:lnTo>
                <a:lnTo>
                  <a:pt x="1059180" y="235458"/>
                </a:lnTo>
                <a:lnTo>
                  <a:pt x="1135380" y="235458"/>
                </a:lnTo>
                <a:lnTo>
                  <a:pt x="1135380" y="216408"/>
                </a:lnTo>
                <a:close/>
              </a:path>
              <a:path w="1532890" h="379729">
                <a:moveTo>
                  <a:pt x="1532369" y="0"/>
                </a:moveTo>
                <a:lnTo>
                  <a:pt x="1513332" y="0"/>
                </a:lnTo>
                <a:lnTo>
                  <a:pt x="1513332" y="19050"/>
                </a:lnTo>
                <a:lnTo>
                  <a:pt x="1513332" y="360426"/>
                </a:lnTo>
                <a:lnTo>
                  <a:pt x="1243571" y="360426"/>
                </a:lnTo>
                <a:lnTo>
                  <a:pt x="1243571" y="19050"/>
                </a:lnTo>
                <a:lnTo>
                  <a:pt x="1513332" y="19050"/>
                </a:lnTo>
                <a:lnTo>
                  <a:pt x="1513332" y="0"/>
                </a:lnTo>
                <a:lnTo>
                  <a:pt x="1224521" y="0"/>
                </a:lnTo>
                <a:lnTo>
                  <a:pt x="1224521" y="379476"/>
                </a:lnTo>
                <a:lnTo>
                  <a:pt x="1233678" y="379476"/>
                </a:lnTo>
                <a:lnTo>
                  <a:pt x="1243571" y="379476"/>
                </a:lnTo>
                <a:lnTo>
                  <a:pt x="1513332" y="379476"/>
                </a:lnTo>
                <a:lnTo>
                  <a:pt x="1522476" y="379476"/>
                </a:lnTo>
                <a:lnTo>
                  <a:pt x="1532369" y="379476"/>
                </a:lnTo>
                <a:lnTo>
                  <a:pt x="15323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02811" y="3674364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97791" y="3635247"/>
            <a:ext cx="2531110" cy="1018540"/>
            <a:chOff x="5597791" y="3635247"/>
            <a:chExt cx="2531110" cy="1018540"/>
          </a:xfrm>
        </p:grpSpPr>
        <p:sp>
          <p:nvSpPr>
            <p:cNvPr id="11" name="object 11"/>
            <p:cNvSpPr/>
            <p:nvPr/>
          </p:nvSpPr>
          <p:spPr>
            <a:xfrm>
              <a:off x="7407541" y="3645153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360425" y="360425"/>
                  </a:moveTo>
                  <a:lnTo>
                    <a:pt x="360425" y="0"/>
                  </a:lnTo>
                  <a:lnTo>
                    <a:pt x="0" y="0"/>
                  </a:lnTo>
                  <a:lnTo>
                    <a:pt x="0" y="360425"/>
                  </a:lnTo>
                  <a:lnTo>
                    <a:pt x="360425" y="360425"/>
                  </a:lnTo>
                  <a:close/>
                </a:path>
              </a:pathLst>
            </a:custGeom>
            <a:solidFill>
              <a:srgbClr val="7E9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97779" y="3635247"/>
              <a:ext cx="2531110" cy="1018540"/>
            </a:xfrm>
            <a:custGeom>
              <a:avLst/>
              <a:gdLst/>
              <a:ahLst/>
              <a:cxnLst/>
              <a:rect l="l" t="t" r="r" b="b"/>
              <a:pathLst>
                <a:path w="2531109" h="1018539">
                  <a:moveTo>
                    <a:pt x="2530614" y="730770"/>
                  </a:moveTo>
                  <a:lnTo>
                    <a:pt x="2503944" y="649998"/>
                  </a:lnTo>
                  <a:lnTo>
                    <a:pt x="2483599" y="670039"/>
                  </a:lnTo>
                  <a:lnTo>
                    <a:pt x="2180094" y="366534"/>
                  </a:lnTo>
                  <a:lnTo>
                    <a:pt x="2180094" y="0"/>
                  </a:lnTo>
                  <a:lnTo>
                    <a:pt x="2161044" y="0"/>
                  </a:lnTo>
                  <a:lnTo>
                    <a:pt x="2161044" y="19050"/>
                  </a:lnTo>
                  <a:lnTo>
                    <a:pt x="2161044" y="347484"/>
                  </a:lnTo>
                  <a:lnTo>
                    <a:pt x="2032266" y="218706"/>
                  </a:lnTo>
                  <a:lnTo>
                    <a:pt x="2019312" y="232422"/>
                  </a:lnTo>
                  <a:lnTo>
                    <a:pt x="2147100" y="360426"/>
                  </a:lnTo>
                  <a:lnTo>
                    <a:pt x="1819668" y="360426"/>
                  </a:lnTo>
                  <a:lnTo>
                    <a:pt x="1819668" y="19050"/>
                  </a:lnTo>
                  <a:lnTo>
                    <a:pt x="2161044" y="19050"/>
                  </a:lnTo>
                  <a:lnTo>
                    <a:pt x="2161044" y="0"/>
                  </a:lnTo>
                  <a:lnTo>
                    <a:pt x="1800618" y="0"/>
                  </a:lnTo>
                  <a:lnTo>
                    <a:pt x="1800618" y="369582"/>
                  </a:lnTo>
                  <a:lnTo>
                    <a:pt x="1800606" y="373380"/>
                  </a:lnTo>
                  <a:lnTo>
                    <a:pt x="1799844" y="375666"/>
                  </a:lnTo>
                  <a:lnTo>
                    <a:pt x="1739023" y="421551"/>
                  </a:lnTo>
                  <a:lnTo>
                    <a:pt x="1695297" y="430885"/>
                  </a:lnTo>
                  <a:lnTo>
                    <a:pt x="1078992" y="432816"/>
                  </a:lnTo>
                  <a:lnTo>
                    <a:pt x="1062990" y="433578"/>
                  </a:lnTo>
                  <a:lnTo>
                    <a:pt x="1024178" y="437603"/>
                  </a:lnTo>
                  <a:lnTo>
                    <a:pt x="980224" y="449986"/>
                  </a:lnTo>
                  <a:lnTo>
                    <a:pt x="942047" y="471881"/>
                  </a:lnTo>
                  <a:lnTo>
                    <a:pt x="928433" y="492467"/>
                  </a:lnTo>
                  <a:lnTo>
                    <a:pt x="913917" y="470281"/>
                  </a:lnTo>
                  <a:lnTo>
                    <a:pt x="870991" y="447535"/>
                  </a:lnTo>
                  <a:lnTo>
                    <a:pt x="821588" y="435724"/>
                  </a:lnTo>
                  <a:lnTo>
                    <a:pt x="778764" y="432816"/>
                  </a:lnTo>
                  <a:lnTo>
                    <a:pt x="144780" y="432816"/>
                  </a:lnTo>
                  <a:lnTo>
                    <a:pt x="112179" y="428955"/>
                  </a:lnTo>
                  <a:lnTo>
                    <a:pt x="73317" y="418934"/>
                  </a:lnTo>
                  <a:lnTo>
                    <a:pt x="38950" y="401383"/>
                  </a:lnTo>
                  <a:lnTo>
                    <a:pt x="19812" y="374904"/>
                  </a:lnTo>
                  <a:lnTo>
                    <a:pt x="19050" y="372618"/>
                  </a:lnTo>
                  <a:lnTo>
                    <a:pt x="19050" y="369570"/>
                  </a:lnTo>
                  <a:lnTo>
                    <a:pt x="1524" y="370281"/>
                  </a:lnTo>
                  <a:lnTo>
                    <a:pt x="0" y="370332"/>
                  </a:lnTo>
                  <a:lnTo>
                    <a:pt x="762" y="375666"/>
                  </a:lnTo>
                  <a:lnTo>
                    <a:pt x="1524" y="380238"/>
                  </a:lnTo>
                  <a:lnTo>
                    <a:pt x="25400" y="414845"/>
                  </a:lnTo>
                  <a:lnTo>
                    <a:pt x="68516" y="437337"/>
                  </a:lnTo>
                  <a:lnTo>
                    <a:pt x="117767" y="449186"/>
                  </a:lnTo>
                  <a:lnTo>
                    <a:pt x="160020" y="451866"/>
                  </a:lnTo>
                  <a:lnTo>
                    <a:pt x="793242" y="451866"/>
                  </a:lnTo>
                  <a:lnTo>
                    <a:pt x="826160" y="455574"/>
                  </a:lnTo>
                  <a:lnTo>
                    <a:pt x="864933" y="465543"/>
                  </a:lnTo>
                  <a:lnTo>
                    <a:pt x="899299" y="482955"/>
                  </a:lnTo>
                  <a:lnTo>
                    <a:pt x="918972" y="509016"/>
                  </a:lnTo>
                  <a:lnTo>
                    <a:pt x="918972" y="511302"/>
                  </a:lnTo>
                  <a:lnTo>
                    <a:pt x="919734" y="515112"/>
                  </a:lnTo>
                  <a:lnTo>
                    <a:pt x="919734" y="520446"/>
                  </a:lnTo>
                  <a:lnTo>
                    <a:pt x="921258" y="521970"/>
                  </a:lnTo>
                  <a:lnTo>
                    <a:pt x="921258" y="941832"/>
                  </a:lnTo>
                  <a:lnTo>
                    <a:pt x="892314" y="941832"/>
                  </a:lnTo>
                  <a:lnTo>
                    <a:pt x="921258" y="999718"/>
                  </a:lnTo>
                  <a:lnTo>
                    <a:pt x="930414" y="1018032"/>
                  </a:lnTo>
                  <a:lnTo>
                    <a:pt x="940308" y="998245"/>
                  </a:lnTo>
                  <a:lnTo>
                    <a:pt x="968514" y="941832"/>
                  </a:lnTo>
                  <a:lnTo>
                    <a:pt x="940308" y="941832"/>
                  </a:lnTo>
                  <a:lnTo>
                    <a:pt x="940308" y="514350"/>
                  </a:lnTo>
                  <a:lnTo>
                    <a:pt x="938784" y="514350"/>
                  </a:lnTo>
                  <a:lnTo>
                    <a:pt x="938784" y="509778"/>
                  </a:lnTo>
                  <a:lnTo>
                    <a:pt x="960716" y="481368"/>
                  </a:lnTo>
                  <a:lnTo>
                    <a:pt x="999375" y="463359"/>
                  </a:lnTo>
                  <a:lnTo>
                    <a:pt x="1042797" y="454088"/>
                  </a:lnTo>
                  <a:lnTo>
                    <a:pt x="1078992" y="451866"/>
                  </a:lnTo>
                  <a:lnTo>
                    <a:pt x="1660398" y="451866"/>
                  </a:lnTo>
                  <a:lnTo>
                    <a:pt x="1676400" y="451104"/>
                  </a:lnTo>
                  <a:lnTo>
                    <a:pt x="1715731" y="446951"/>
                  </a:lnTo>
                  <a:lnTo>
                    <a:pt x="1759686" y="434479"/>
                  </a:lnTo>
                  <a:lnTo>
                    <a:pt x="1797621" y="412229"/>
                  </a:lnTo>
                  <a:lnTo>
                    <a:pt x="1818398" y="379476"/>
                  </a:lnTo>
                  <a:lnTo>
                    <a:pt x="1819668" y="379476"/>
                  </a:lnTo>
                  <a:lnTo>
                    <a:pt x="2161044" y="379476"/>
                  </a:lnTo>
                  <a:lnTo>
                    <a:pt x="2166112" y="379476"/>
                  </a:lnTo>
                  <a:lnTo>
                    <a:pt x="2469794" y="683653"/>
                  </a:lnTo>
                  <a:lnTo>
                    <a:pt x="2449842" y="703338"/>
                  </a:lnTo>
                  <a:lnTo>
                    <a:pt x="2492514" y="717829"/>
                  </a:lnTo>
                  <a:lnTo>
                    <a:pt x="2530614" y="7307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6073" y="4306061"/>
            <a:ext cx="7990840" cy="16859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7177405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MT"/>
                <a:cs typeface="Arial MT"/>
              </a:rPr>
              <a:t>Dirty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Bit</a:t>
            </a:r>
            <a:endParaRPr sz="1800">
              <a:latin typeface="Arial MT"/>
              <a:cs typeface="Arial MT"/>
            </a:endParaRPr>
          </a:p>
          <a:p>
            <a:pPr marL="5230495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Arial MT"/>
                <a:cs typeface="Arial MT"/>
              </a:rPr>
              <a:t>Presence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Bits</a:t>
            </a:r>
            <a:endParaRPr sz="1800">
              <a:latin typeface="Arial MT"/>
              <a:cs typeface="Arial MT"/>
            </a:endParaRPr>
          </a:p>
          <a:p>
            <a:pPr marL="355600" marR="563880" indent="-342900">
              <a:lnSpc>
                <a:spcPts val="2270"/>
              </a:lnSpc>
              <a:spcBef>
                <a:spcPts val="1250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5600" algn="l"/>
              </a:tabLst>
            </a:pPr>
            <a:r>
              <a:rPr sz="2100" dirty="0">
                <a:latin typeface="Arial MT"/>
                <a:cs typeface="Arial MT"/>
              </a:rPr>
              <a:t>An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entry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for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memory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block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consists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presence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bits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50" dirty="0">
                <a:latin typeface="Arial MT"/>
                <a:cs typeface="Arial MT"/>
              </a:rPr>
              <a:t>a </a:t>
            </a:r>
            <a:r>
              <a:rPr sz="2100" dirty="0">
                <a:latin typeface="Arial MT"/>
                <a:cs typeface="Arial MT"/>
              </a:rPr>
              <a:t>status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bit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(dirty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bit)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19"/>
              </a:spcBef>
              <a:buClr>
                <a:srgbClr val="330065"/>
              </a:buClr>
              <a:buSzPct val="69047"/>
              <a:buFont typeface="Wingdings"/>
              <a:buChar char="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If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dirty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== ON,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there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only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presence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bit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set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66989" y="1908555"/>
            <a:ext cx="4113529" cy="2466975"/>
            <a:chOff x="1466989" y="1908555"/>
            <a:chExt cx="4113529" cy="2466975"/>
          </a:xfrm>
        </p:grpSpPr>
        <p:sp>
          <p:nvSpPr>
            <p:cNvPr id="15" name="object 15"/>
            <p:cNvSpPr/>
            <p:nvPr/>
          </p:nvSpPr>
          <p:spPr>
            <a:xfrm>
              <a:off x="2907169" y="3274821"/>
              <a:ext cx="2673350" cy="1100455"/>
            </a:xfrm>
            <a:custGeom>
              <a:avLst/>
              <a:gdLst/>
              <a:ahLst/>
              <a:cxnLst/>
              <a:rect l="l" t="t" r="r" b="b"/>
              <a:pathLst>
                <a:path w="2673350" h="1100454">
                  <a:moveTo>
                    <a:pt x="2673096" y="514350"/>
                  </a:moveTo>
                  <a:lnTo>
                    <a:pt x="2596896" y="476250"/>
                  </a:lnTo>
                  <a:lnTo>
                    <a:pt x="2596896" y="505206"/>
                  </a:lnTo>
                  <a:lnTo>
                    <a:pt x="2246376" y="505206"/>
                  </a:lnTo>
                  <a:lnTo>
                    <a:pt x="2246376" y="476250"/>
                  </a:lnTo>
                  <a:lnTo>
                    <a:pt x="2179307" y="509790"/>
                  </a:lnTo>
                  <a:lnTo>
                    <a:pt x="2179307" y="379476"/>
                  </a:lnTo>
                  <a:lnTo>
                    <a:pt x="2179307" y="360426"/>
                  </a:lnTo>
                  <a:lnTo>
                    <a:pt x="2179307" y="0"/>
                  </a:lnTo>
                  <a:lnTo>
                    <a:pt x="2160270" y="0"/>
                  </a:lnTo>
                  <a:lnTo>
                    <a:pt x="2160270" y="1081278"/>
                  </a:lnTo>
                  <a:lnTo>
                    <a:pt x="19050" y="1081278"/>
                  </a:lnTo>
                  <a:lnTo>
                    <a:pt x="19050" y="739902"/>
                  </a:lnTo>
                  <a:lnTo>
                    <a:pt x="2160270" y="739902"/>
                  </a:lnTo>
                  <a:lnTo>
                    <a:pt x="2160270" y="720852"/>
                  </a:lnTo>
                  <a:lnTo>
                    <a:pt x="19050" y="720852"/>
                  </a:lnTo>
                  <a:lnTo>
                    <a:pt x="19050" y="379476"/>
                  </a:lnTo>
                  <a:lnTo>
                    <a:pt x="2160270" y="379476"/>
                  </a:lnTo>
                  <a:lnTo>
                    <a:pt x="2160270" y="360426"/>
                  </a:lnTo>
                  <a:lnTo>
                    <a:pt x="19050" y="360426"/>
                  </a:lnTo>
                  <a:lnTo>
                    <a:pt x="19050" y="19050"/>
                  </a:lnTo>
                  <a:lnTo>
                    <a:pt x="2160270" y="19050"/>
                  </a:lnTo>
                  <a:lnTo>
                    <a:pt x="2160270" y="0"/>
                  </a:lnTo>
                  <a:lnTo>
                    <a:pt x="0" y="0"/>
                  </a:lnTo>
                  <a:lnTo>
                    <a:pt x="0" y="360426"/>
                  </a:lnTo>
                  <a:lnTo>
                    <a:pt x="0" y="379476"/>
                  </a:lnTo>
                  <a:lnTo>
                    <a:pt x="0" y="720852"/>
                  </a:lnTo>
                  <a:lnTo>
                    <a:pt x="0" y="739902"/>
                  </a:lnTo>
                  <a:lnTo>
                    <a:pt x="0" y="1100328"/>
                  </a:lnTo>
                  <a:lnTo>
                    <a:pt x="9906" y="1100328"/>
                  </a:lnTo>
                  <a:lnTo>
                    <a:pt x="19050" y="1100328"/>
                  </a:lnTo>
                  <a:lnTo>
                    <a:pt x="2160270" y="1100328"/>
                  </a:lnTo>
                  <a:lnTo>
                    <a:pt x="2170176" y="1100328"/>
                  </a:lnTo>
                  <a:lnTo>
                    <a:pt x="2179307" y="1100328"/>
                  </a:lnTo>
                  <a:lnTo>
                    <a:pt x="2179307" y="739902"/>
                  </a:lnTo>
                  <a:lnTo>
                    <a:pt x="2179307" y="720852"/>
                  </a:lnTo>
                  <a:lnTo>
                    <a:pt x="2179307" y="518922"/>
                  </a:lnTo>
                  <a:lnTo>
                    <a:pt x="2233422" y="545973"/>
                  </a:lnTo>
                  <a:lnTo>
                    <a:pt x="2246376" y="552450"/>
                  </a:lnTo>
                  <a:lnTo>
                    <a:pt x="2246376" y="524256"/>
                  </a:lnTo>
                  <a:lnTo>
                    <a:pt x="2596896" y="524256"/>
                  </a:lnTo>
                  <a:lnTo>
                    <a:pt x="2596896" y="552450"/>
                  </a:lnTo>
                  <a:lnTo>
                    <a:pt x="2609850" y="545973"/>
                  </a:lnTo>
                  <a:lnTo>
                    <a:pt x="2673096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6895" y="1917699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5" h="719455">
                  <a:moveTo>
                    <a:pt x="719328" y="719327"/>
                  </a:moveTo>
                  <a:lnTo>
                    <a:pt x="719327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719328" y="719327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66989" y="1908555"/>
              <a:ext cx="738505" cy="737870"/>
            </a:xfrm>
            <a:custGeom>
              <a:avLst/>
              <a:gdLst/>
              <a:ahLst/>
              <a:cxnLst/>
              <a:rect l="l" t="t" r="r" b="b"/>
              <a:pathLst>
                <a:path w="738505" h="737869">
                  <a:moveTo>
                    <a:pt x="738378" y="737616"/>
                  </a:moveTo>
                  <a:lnTo>
                    <a:pt x="738378" y="0"/>
                  </a:lnTo>
                  <a:lnTo>
                    <a:pt x="0" y="0"/>
                  </a:lnTo>
                  <a:lnTo>
                    <a:pt x="0" y="737616"/>
                  </a:lnTo>
                  <a:lnTo>
                    <a:pt x="9906" y="737616"/>
                  </a:lnTo>
                  <a:lnTo>
                    <a:pt x="9906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719328" y="19050"/>
                  </a:lnTo>
                  <a:lnTo>
                    <a:pt x="719328" y="9144"/>
                  </a:lnTo>
                  <a:lnTo>
                    <a:pt x="729234" y="19050"/>
                  </a:lnTo>
                  <a:lnTo>
                    <a:pt x="729234" y="737616"/>
                  </a:lnTo>
                  <a:lnTo>
                    <a:pt x="738378" y="737616"/>
                  </a:lnTo>
                  <a:close/>
                </a:path>
                <a:path w="738505" h="737869">
                  <a:moveTo>
                    <a:pt x="19050" y="19050"/>
                  </a:moveTo>
                  <a:lnTo>
                    <a:pt x="19050" y="9144"/>
                  </a:lnTo>
                  <a:lnTo>
                    <a:pt x="9906" y="19050"/>
                  </a:lnTo>
                  <a:lnTo>
                    <a:pt x="19050" y="19050"/>
                  </a:lnTo>
                  <a:close/>
                </a:path>
                <a:path w="738505" h="737869">
                  <a:moveTo>
                    <a:pt x="19050" y="718566"/>
                  </a:moveTo>
                  <a:lnTo>
                    <a:pt x="19050" y="19050"/>
                  </a:lnTo>
                  <a:lnTo>
                    <a:pt x="9906" y="19050"/>
                  </a:lnTo>
                  <a:lnTo>
                    <a:pt x="9906" y="718566"/>
                  </a:lnTo>
                  <a:lnTo>
                    <a:pt x="19050" y="718566"/>
                  </a:lnTo>
                  <a:close/>
                </a:path>
                <a:path w="738505" h="737869">
                  <a:moveTo>
                    <a:pt x="729234" y="718566"/>
                  </a:moveTo>
                  <a:lnTo>
                    <a:pt x="9906" y="718566"/>
                  </a:lnTo>
                  <a:lnTo>
                    <a:pt x="19050" y="728472"/>
                  </a:lnTo>
                  <a:lnTo>
                    <a:pt x="19050" y="737616"/>
                  </a:lnTo>
                  <a:lnTo>
                    <a:pt x="719328" y="737616"/>
                  </a:lnTo>
                  <a:lnTo>
                    <a:pt x="719328" y="728472"/>
                  </a:lnTo>
                  <a:lnTo>
                    <a:pt x="729234" y="718566"/>
                  </a:lnTo>
                  <a:close/>
                </a:path>
                <a:path w="738505" h="737869">
                  <a:moveTo>
                    <a:pt x="19050" y="737616"/>
                  </a:moveTo>
                  <a:lnTo>
                    <a:pt x="19050" y="728472"/>
                  </a:lnTo>
                  <a:lnTo>
                    <a:pt x="9906" y="718566"/>
                  </a:lnTo>
                  <a:lnTo>
                    <a:pt x="9906" y="737616"/>
                  </a:lnTo>
                  <a:lnTo>
                    <a:pt x="19050" y="737616"/>
                  </a:lnTo>
                  <a:close/>
                </a:path>
                <a:path w="738505" h="737869">
                  <a:moveTo>
                    <a:pt x="729234" y="19050"/>
                  </a:moveTo>
                  <a:lnTo>
                    <a:pt x="719328" y="9144"/>
                  </a:lnTo>
                  <a:lnTo>
                    <a:pt x="719328" y="19050"/>
                  </a:lnTo>
                  <a:lnTo>
                    <a:pt x="729234" y="19050"/>
                  </a:lnTo>
                  <a:close/>
                </a:path>
                <a:path w="738505" h="737869">
                  <a:moveTo>
                    <a:pt x="729234" y="718566"/>
                  </a:moveTo>
                  <a:lnTo>
                    <a:pt x="729234" y="19050"/>
                  </a:lnTo>
                  <a:lnTo>
                    <a:pt x="719328" y="19050"/>
                  </a:lnTo>
                  <a:lnTo>
                    <a:pt x="719328" y="718566"/>
                  </a:lnTo>
                  <a:lnTo>
                    <a:pt x="729234" y="718566"/>
                  </a:lnTo>
                  <a:close/>
                </a:path>
                <a:path w="738505" h="737869">
                  <a:moveTo>
                    <a:pt x="729234" y="737616"/>
                  </a:moveTo>
                  <a:lnTo>
                    <a:pt x="729234" y="718566"/>
                  </a:lnTo>
                  <a:lnTo>
                    <a:pt x="719328" y="728472"/>
                  </a:lnTo>
                  <a:lnTo>
                    <a:pt x="719328" y="737616"/>
                  </a:lnTo>
                  <a:lnTo>
                    <a:pt x="729234" y="737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92541" y="292582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5" h="287655">
                  <a:moveTo>
                    <a:pt x="287274" y="287274"/>
                  </a:moveTo>
                  <a:lnTo>
                    <a:pt x="287274" y="0"/>
                  </a:lnTo>
                  <a:lnTo>
                    <a:pt x="0" y="0"/>
                  </a:lnTo>
                  <a:lnTo>
                    <a:pt x="0" y="287274"/>
                  </a:lnTo>
                  <a:lnTo>
                    <a:pt x="287274" y="287274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83397" y="2637027"/>
              <a:ext cx="306705" cy="864869"/>
            </a:xfrm>
            <a:custGeom>
              <a:avLst/>
              <a:gdLst/>
              <a:ahLst/>
              <a:cxnLst/>
              <a:rect l="l" t="t" r="r" b="b"/>
              <a:pathLst>
                <a:path w="306705" h="864870">
                  <a:moveTo>
                    <a:pt x="306324" y="279666"/>
                  </a:moveTo>
                  <a:lnTo>
                    <a:pt x="287274" y="279666"/>
                  </a:lnTo>
                  <a:lnTo>
                    <a:pt x="287274" y="298716"/>
                  </a:lnTo>
                  <a:lnTo>
                    <a:pt x="287274" y="566940"/>
                  </a:lnTo>
                  <a:lnTo>
                    <a:pt x="19050" y="566940"/>
                  </a:lnTo>
                  <a:lnTo>
                    <a:pt x="19050" y="298716"/>
                  </a:lnTo>
                  <a:lnTo>
                    <a:pt x="287274" y="298716"/>
                  </a:lnTo>
                  <a:lnTo>
                    <a:pt x="287274" y="279666"/>
                  </a:lnTo>
                  <a:lnTo>
                    <a:pt x="161544" y="279666"/>
                  </a:lnTo>
                  <a:lnTo>
                    <a:pt x="161544" y="0"/>
                  </a:lnTo>
                  <a:lnTo>
                    <a:pt x="142494" y="0"/>
                  </a:lnTo>
                  <a:lnTo>
                    <a:pt x="142494" y="279666"/>
                  </a:lnTo>
                  <a:lnTo>
                    <a:pt x="0" y="279666"/>
                  </a:lnTo>
                  <a:lnTo>
                    <a:pt x="0" y="585990"/>
                  </a:lnTo>
                  <a:lnTo>
                    <a:pt x="9144" y="585990"/>
                  </a:lnTo>
                  <a:lnTo>
                    <a:pt x="19050" y="585990"/>
                  </a:lnTo>
                  <a:lnTo>
                    <a:pt x="142494" y="585990"/>
                  </a:lnTo>
                  <a:lnTo>
                    <a:pt x="142494" y="864870"/>
                  </a:lnTo>
                  <a:lnTo>
                    <a:pt x="161544" y="864870"/>
                  </a:lnTo>
                  <a:lnTo>
                    <a:pt x="161544" y="585990"/>
                  </a:lnTo>
                  <a:lnTo>
                    <a:pt x="287274" y="585990"/>
                  </a:lnTo>
                  <a:lnTo>
                    <a:pt x="296418" y="585990"/>
                  </a:lnTo>
                  <a:lnTo>
                    <a:pt x="306324" y="585990"/>
                  </a:lnTo>
                  <a:lnTo>
                    <a:pt x="306324" y="279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76895" y="3501897"/>
              <a:ext cx="719455" cy="647700"/>
            </a:xfrm>
            <a:custGeom>
              <a:avLst/>
              <a:gdLst/>
              <a:ahLst/>
              <a:cxnLst/>
              <a:rect l="l" t="t" r="r" b="b"/>
              <a:pathLst>
                <a:path w="719455" h="647700">
                  <a:moveTo>
                    <a:pt x="719327" y="647700"/>
                  </a:moveTo>
                  <a:lnTo>
                    <a:pt x="719327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719327" y="6477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66989" y="3492754"/>
              <a:ext cx="738505" cy="666750"/>
            </a:xfrm>
            <a:custGeom>
              <a:avLst/>
              <a:gdLst/>
              <a:ahLst/>
              <a:cxnLst/>
              <a:rect l="l" t="t" r="r" b="b"/>
              <a:pathLst>
                <a:path w="738505" h="666750">
                  <a:moveTo>
                    <a:pt x="738378" y="666750"/>
                  </a:moveTo>
                  <a:lnTo>
                    <a:pt x="738378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9906" y="666750"/>
                  </a:lnTo>
                  <a:lnTo>
                    <a:pt x="9906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719328" y="19050"/>
                  </a:lnTo>
                  <a:lnTo>
                    <a:pt x="719328" y="9144"/>
                  </a:lnTo>
                  <a:lnTo>
                    <a:pt x="729234" y="19050"/>
                  </a:lnTo>
                  <a:lnTo>
                    <a:pt x="729234" y="666750"/>
                  </a:lnTo>
                  <a:lnTo>
                    <a:pt x="738378" y="666750"/>
                  </a:lnTo>
                  <a:close/>
                </a:path>
                <a:path w="738505" h="666750">
                  <a:moveTo>
                    <a:pt x="19050" y="19050"/>
                  </a:moveTo>
                  <a:lnTo>
                    <a:pt x="19050" y="9144"/>
                  </a:lnTo>
                  <a:lnTo>
                    <a:pt x="9906" y="19050"/>
                  </a:lnTo>
                  <a:lnTo>
                    <a:pt x="19050" y="19050"/>
                  </a:lnTo>
                  <a:close/>
                </a:path>
                <a:path w="738505" h="666750">
                  <a:moveTo>
                    <a:pt x="19050" y="647700"/>
                  </a:moveTo>
                  <a:lnTo>
                    <a:pt x="19050" y="19050"/>
                  </a:lnTo>
                  <a:lnTo>
                    <a:pt x="9906" y="19050"/>
                  </a:lnTo>
                  <a:lnTo>
                    <a:pt x="9906" y="647700"/>
                  </a:lnTo>
                  <a:lnTo>
                    <a:pt x="19050" y="647700"/>
                  </a:lnTo>
                  <a:close/>
                </a:path>
                <a:path w="738505" h="666750">
                  <a:moveTo>
                    <a:pt x="729234" y="647700"/>
                  </a:moveTo>
                  <a:lnTo>
                    <a:pt x="9906" y="647700"/>
                  </a:lnTo>
                  <a:lnTo>
                    <a:pt x="19050" y="656844"/>
                  </a:lnTo>
                  <a:lnTo>
                    <a:pt x="19049" y="666750"/>
                  </a:lnTo>
                  <a:lnTo>
                    <a:pt x="719328" y="666750"/>
                  </a:lnTo>
                  <a:lnTo>
                    <a:pt x="719328" y="656844"/>
                  </a:lnTo>
                  <a:lnTo>
                    <a:pt x="729234" y="647700"/>
                  </a:lnTo>
                  <a:close/>
                </a:path>
                <a:path w="738505" h="666750">
                  <a:moveTo>
                    <a:pt x="19049" y="666750"/>
                  </a:moveTo>
                  <a:lnTo>
                    <a:pt x="19050" y="656844"/>
                  </a:lnTo>
                  <a:lnTo>
                    <a:pt x="9906" y="647700"/>
                  </a:lnTo>
                  <a:lnTo>
                    <a:pt x="9906" y="666750"/>
                  </a:lnTo>
                  <a:lnTo>
                    <a:pt x="19049" y="666750"/>
                  </a:lnTo>
                  <a:close/>
                </a:path>
                <a:path w="738505" h="666750">
                  <a:moveTo>
                    <a:pt x="729234" y="19050"/>
                  </a:moveTo>
                  <a:lnTo>
                    <a:pt x="719328" y="9144"/>
                  </a:lnTo>
                  <a:lnTo>
                    <a:pt x="719328" y="19050"/>
                  </a:lnTo>
                  <a:lnTo>
                    <a:pt x="729234" y="19050"/>
                  </a:lnTo>
                  <a:close/>
                </a:path>
                <a:path w="738505" h="666750">
                  <a:moveTo>
                    <a:pt x="729234" y="647700"/>
                  </a:moveTo>
                  <a:lnTo>
                    <a:pt x="729234" y="19050"/>
                  </a:lnTo>
                  <a:lnTo>
                    <a:pt x="719328" y="19050"/>
                  </a:lnTo>
                  <a:lnTo>
                    <a:pt x="719328" y="647700"/>
                  </a:lnTo>
                  <a:lnTo>
                    <a:pt x="729234" y="647700"/>
                  </a:lnTo>
                  <a:close/>
                </a:path>
                <a:path w="738505" h="666750">
                  <a:moveTo>
                    <a:pt x="729234" y="666750"/>
                  </a:moveTo>
                  <a:lnTo>
                    <a:pt x="729234" y="647700"/>
                  </a:lnTo>
                  <a:lnTo>
                    <a:pt x="719328" y="656844"/>
                  </a:lnTo>
                  <a:lnTo>
                    <a:pt x="719328" y="666750"/>
                  </a:lnTo>
                  <a:lnTo>
                    <a:pt x="729234" y="666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44605" y="206197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97386" y="3599078"/>
            <a:ext cx="449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6703" y="2955035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25891" y="3780027"/>
            <a:ext cx="1091565" cy="873760"/>
          </a:xfrm>
          <a:custGeom>
            <a:avLst/>
            <a:gdLst/>
            <a:ahLst/>
            <a:cxnLst/>
            <a:rect l="l" t="t" r="r" b="b"/>
            <a:pathLst>
              <a:path w="1091564" h="873760">
                <a:moveTo>
                  <a:pt x="19050" y="369570"/>
                </a:moveTo>
                <a:lnTo>
                  <a:pt x="0" y="369570"/>
                </a:lnTo>
                <a:lnTo>
                  <a:pt x="0" y="873252"/>
                </a:lnTo>
                <a:lnTo>
                  <a:pt x="19050" y="873252"/>
                </a:lnTo>
                <a:lnTo>
                  <a:pt x="19050" y="369570"/>
                </a:lnTo>
                <a:close/>
              </a:path>
              <a:path w="1091564" h="873760">
                <a:moveTo>
                  <a:pt x="1091184" y="0"/>
                </a:moveTo>
                <a:lnTo>
                  <a:pt x="370332" y="0"/>
                </a:lnTo>
                <a:lnTo>
                  <a:pt x="370332" y="19050"/>
                </a:lnTo>
                <a:lnTo>
                  <a:pt x="1091184" y="19050"/>
                </a:lnTo>
                <a:lnTo>
                  <a:pt x="1091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29387" y="2900934"/>
            <a:ext cx="85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Memory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6191561" y="2945968"/>
            <a:ext cx="9410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Directory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Read</a:t>
            </a:r>
            <a:r>
              <a:rPr spc="-100" dirty="0"/>
              <a:t> </a:t>
            </a:r>
            <a:r>
              <a:rPr dirty="0"/>
              <a:t>Miss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Processor</a:t>
            </a:r>
            <a:r>
              <a:rPr spc="-105" dirty="0"/>
              <a:t> </a:t>
            </a:r>
            <a:r>
              <a:rPr i="1" spc="-50" dirty="0">
                <a:latin typeface="Arial"/>
                <a:cs typeface="Arial"/>
              </a:rPr>
              <a:t>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61421"/>
            <a:ext cx="7807959" cy="43332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If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dirty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==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OFF</a:t>
            </a:r>
            <a:endParaRPr sz="2600">
              <a:latin typeface="Arial MT"/>
              <a:cs typeface="Arial MT"/>
            </a:endParaRPr>
          </a:p>
          <a:p>
            <a:pPr marL="704215" marR="54610" lvl="1" indent="-347980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Assist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obtains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supplies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25" dirty="0">
                <a:latin typeface="Arial MT"/>
                <a:cs typeface="Arial MT"/>
              </a:rPr>
              <a:t> to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presence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bit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p[i]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←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Arial MT"/>
                <a:cs typeface="Arial MT"/>
              </a:rPr>
              <a:t>ON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1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If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dirty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==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ON</a:t>
            </a:r>
            <a:endParaRPr sz="2600">
              <a:latin typeface="Arial MT"/>
              <a:cs typeface="Arial MT"/>
            </a:endParaRPr>
          </a:p>
          <a:p>
            <a:pPr marL="704215" marR="302260" lvl="1" indent="-347980">
              <a:lnSpc>
                <a:spcPct val="100000"/>
              </a:lnSpc>
              <a:spcBef>
                <a:spcPts val="54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Assist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responds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requestor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identity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owner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node</a:t>
            </a:r>
            <a:endParaRPr sz="2200">
              <a:latin typeface="Arial MT"/>
              <a:cs typeface="Arial MT"/>
            </a:endParaRPr>
          </a:p>
          <a:p>
            <a:pPr marL="704215" marR="300355" lvl="1" indent="-347980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Requester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sends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transaction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owner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node</a:t>
            </a:r>
            <a:endParaRPr sz="2200">
              <a:latin typeface="Arial MT"/>
              <a:cs typeface="Arial MT"/>
            </a:endParaRPr>
          </a:p>
          <a:p>
            <a:pPr marL="704215" marR="5080" lvl="1" indent="-347980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Owner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changes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i="1" dirty="0">
                <a:latin typeface="Arial"/>
                <a:cs typeface="Arial"/>
              </a:rPr>
              <a:t>shared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supplies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block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both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52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dirty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←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Arial MT"/>
                <a:cs typeface="Arial MT"/>
              </a:rPr>
              <a:t>OFF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p[i]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←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Arial MT"/>
                <a:cs typeface="Arial MT"/>
              </a:rPr>
              <a:t>ON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95" dirty="0"/>
              <a:t> </a:t>
            </a:r>
            <a:r>
              <a:rPr dirty="0"/>
              <a:t>Miss</a:t>
            </a:r>
            <a:r>
              <a:rPr spc="-7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Processor</a:t>
            </a:r>
            <a:r>
              <a:rPr spc="-75" dirty="0"/>
              <a:t> </a:t>
            </a:r>
            <a:r>
              <a:rPr i="1" spc="-50" dirty="0">
                <a:latin typeface="Arial"/>
                <a:cs typeface="Arial"/>
              </a:rPr>
              <a:t>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61421"/>
            <a:ext cx="7994650" cy="419290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If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dirty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==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OFF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clean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copy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data</a:t>
            </a:r>
            <a:endParaRPr sz="2200">
              <a:latin typeface="Arial MT"/>
              <a:cs typeface="Arial MT"/>
            </a:endParaRPr>
          </a:p>
          <a:p>
            <a:pPr marL="704215" marR="1186180" lvl="1" indent="-347980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home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sends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vector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requesting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i="1" dirty="0">
                <a:latin typeface="Arial"/>
                <a:cs typeface="Arial"/>
              </a:rPr>
              <a:t>i</a:t>
            </a:r>
            <a:r>
              <a:rPr sz="2200" i="1" spc="-6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together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data</a:t>
            </a:r>
            <a:endParaRPr sz="2200">
              <a:latin typeface="Arial MT"/>
              <a:cs typeface="Arial MT"/>
            </a:endParaRPr>
          </a:p>
          <a:p>
            <a:pPr marL="704215" marR="191770" lvl="1" indent="-347980">
              <a:lnSpc>
                <a:spcPct val="100000"/>
              </a:lnSpc>
              <a:spcBef>
                <a:spcPts val="52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  <a:tab pos="3237230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clears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directory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entry,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leaving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only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p[i]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←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dirty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dirty="0">
                <a:latin typeface="Microsoft Sans Serif"/>
                <a:cs typeface="Microsoft Sans Serif"/>
              </a:rPr>
              <a:t>←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Arial MT"/>
                <a:cs typeface="Arial MT"/>
              </a:rPr>
              <a:t>ON</a:t>
            </a:r>
            <a:endParaRPr sz="2200">
              <a:latin typeface="Arial MT"/>
              <a:cs typeface="Arial MT"/>
            </a:endParaRPr>
          </a:p>
          <a:p>
            <a:pPr marL="704215" marR="5080" lvl="1" indent="-347980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assist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sends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invalidation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nodes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presence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bit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waits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acknowledgement</a:t>
            </a:r>
            <a:endParaRPr sz="2200">
              <a:latin typeface="Arial MT"/>
              <a:cs typeface="Arial MT"/>
            </a:endParaRPr>
          </a:p>
          <a:p>
            <a:pPr marL="704215" marR="395605" lvl="1" indent="-347980">
              <a:lnSpc>
                <a:spcPct val="100000"/>
              </a:lnSpc>
              <a:spcBef>
                <a:spcPts val="52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04215" algn="l"/>
                <a:tab pos="148145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requestor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places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dirty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state (dirty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dirty="0">
                <a:latin typeface="Microsoft Sans Serif"/>
                <a:cs typeface="Microsoft Sans Serif"/>
              </a:rPr>
              <a:t>←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Arial MT"/>
                <a:cs typeface="Arial MT"/>
              </a:rPr>
              <a:t>ON)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95" dirty="0"/>
              <a:t> </a:t>
            </a:r>
            <a:r>
              <a:rPr dirty="0"/>
              <a:t>Miss</a:t>
            </a:r>
            <a:r>
              <a:rPr spc="-7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Processor</a:t>
            </a:r>
            <a:r>
              <a:rPr spc="-75" dirty="0"/>
              <a:t> </a:t>
            </a:r>
            <a:r>
              <a:rPr i="1" spc="-50" dirty="0">
                <a:latin typeface="Arial"/>
                <a:cs typeface="Arial"/>
              </a:rPr>
              <a:t>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647899"/>
            <a:ext cx="8053705" cy="366839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If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dirty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==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ON</a:t>
            </a:r>
            <a:endParaRPr sz="30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clean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copy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  <a:p>
            <a:pPr marL="704215" marR="5080" lvl="1" indent="-34798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home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node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requests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from</a:t>
            </a:r>
            <a:r>
              <a:rPr sz="2600" spc="6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dirty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node,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sets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its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invalid</a:t>
            </a:r>
            <a:endParaRPr sz="2600">
              <a:latin typeface="Arial MT"/>
              <a:cs typeface="Arial MT"/>
            </a:endParaRPr>
          </a:p>
          <a:p>
            <a:pPr marL="704215" marR="41275" lvl="1" indent="-34798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Then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supplied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requesting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node,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places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dirty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state</a:t>
            </a:r>
            <a:endParaRPr sz="2600">
              <a:latin typeface="Arial MT"/>
              <a:cs typeface="Arial MT"/>
            </a:endParaRPr>
          </a:p>
          <a:p>
            <a:pPr marL="704215" marR="211454" lvl="1" indent="-34798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  <a:tab pos="4950460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home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node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clears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its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directory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entry,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leaving </a:t>
            </a:r>
            <a:r>
              <a:rPr sz="2600" dirty="0">
                <a:latin typeface="Arial MT"/>
                <a:cs typeface="Arial MT"/>
              </a:rPr>
              <a:t>only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p[i]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←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Arial MT"/>
                <a:cs typeface="Arial MT"/>
              </a:rPr>
              <a:t>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dirty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dirty="0">
                <a:latin typeface="Microsoft Sans Serif"/>
                <a:cs typeface="Microsoft Sans Serif"/>
              </a:rPr>
              <a:t>←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Arial MT"/>
                <a:cs typeface="Arial MT"/>
              </a:rPr>
              <a:t>ON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Directory</a:t>
            </a:r>
          </a:p>
          <a:p>
            <a:pPr marL="12700">
              <a:lnSpc>
                <a:spcPct val="100000"/>
              </a:lnSpc>
            </a:pPr>
            <a:r>
              <a:rPr dirty="0"/>
              <a:t>1</a:t>
            </a:r>
            <a:r>
              <a:rPr spc="-95" dirty="0"/>
              <a:t> </a:t>
            </a:r>
            <a:r>
              <a:rPr spc="-10" dirty="0"/>
              <a:t>entry/memory</a:t>
            </a:r>
            <a:r>
              <a:rPr spc="-90" dirty="0"/>
              <a:t> </a:t>
            </a:r>
            <a:r>
              <a:rPr spc="-10" dirty="0"/>
              <a:t>block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842647" y="1741170"/>
            <a:ext cx="34569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SD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=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ST/SB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x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(N+1)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455">
              <a:lnSpc>
                <a:spcPct val="120000"/>
              </a:lnSpc>
              <a:spcBef>
                <a:spcPts val="100"/>
              </a:spcBef>
            </a:pPr>
            <a:r>
              <a:rPr dirty="0"/>
              <a:t>SD</a:t>
            </a:r>
            <a:r>
              <a:rPr spc="-25" dirty="0"/>
              <a:t> </a:t>
            </a:r>
            <a:r>
              <a:rPr dirty="0"/>
              <a:t>…size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directory </a:t>
            </a:r>
            <a:r>
              <a:rPr dirty="0"/>
              <a:t>ST</a:t>
            </a:r>
            <a:r>
              <a:rPr spc="-15" dirty="0"/>
              <a:t> </a:t>
            </a:r>
            <a:r>
              <a:rPr dirty="0"/>
              <a:t>…</a:t>
            </a:r>
            <a:r>
              <a:rPr spc="-15" dirty="0"/>
              <a:t> </a:t>
            </a:r>
            <a:r>
              <a:rPr dirty="0"/>
              <a:t>total</a:t>
            </a:r>
            <a:r>
              <a:rPr spc="-10" dirty="0"/>
              <a:t> memory</a:t>
            </a:r>
          </a:p>
          <a:p>
            <a:pPr marL="12700" marR="5080">
              <a:lnSpc>
                <a:spcPct val="120000"/>
              </a:lnSpc>
            </a:pPr>
            <a:r>
              <a:rPr dirty="0"/>
              <a:t>N</a:t>
            </a:r>
            <a:r>
              <a:rPr spc="-5" dirty="0"/>
              <a:t> </a:t>
            </a:r>
            <a:r>
              <a:rPr dirty="0"/>
              <a:t>… no</a:t>
            </a:r>
            <a:r>
              <a:rPr spc="-15" dirty="0"/>
              <a:t> </a:t>
            </a:r>
            <a:r>
              <a:rPr dirty="0"/>
              <a:t>of </a:t>
            </a:r>
            <a:r>
              <a:rPr spc="-10" dirty="0"/>
              <a:t>nodes </a:t>
            </a:r>
            <a:r>
              <a:rPr dirty="0"/>
              <a:t>CB…blocks</a:t>
            </a:r>
            <a:r>
              <a:rPr spc="-40" dirty="0"/>
              <a:t> </a:t>
            </a:r>
            <a:r>
              <a:rPr dirty="0"/>
              <a:t>per</a:t>
            </a:r>
            <a:r>
              <a:rPr spc="-40" dirty="0"/>
              <a:t> </a:t>
            </a:r>
            <a:r>
              <a:rPr spc="-10" dirty="0"/>
              <a:t>cache </a:t>
            </a:r>
            <a:r>
              <a:rPr dirty="0"/>
              <a:t>SB</a:t>
            </a:r>
            <a:r>
              <a:rPr spc="-25" dirty="0"/>
              <a:t> </a:t>
            </a:r>
            <a:r>
              <a:rPr dirty="0"/>
              <a:t>…</a:t>
            </a:r>
            <a:r>
              <a:rPr spc="-15" dirty="0"/>
              <a:t> </a:t>
            </a:r>
            <a:r>
              <a:rPr dirty="0"/>
              <a:t>block</a:t>
            </a:r>
            <a:r>
              <a:rPr spc="-10" dirty="0"/>
              <a:t> </a:t>
            </a:r>
            <a:r>
              <a:rPr spc="-20" dirty="0"/>
              <a:t>size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/>
              <a:t>SC</a:t>
            </a:r>
            <a:r>
              <a:rPr spc="-25" dirty="0"/>
              <a:t> </a:t>
            </a:r>
            <a:r>
              <a:rPr dirty="0"/>
              <a:t>…</a:t>
            </a:r>
            <a:r>
              <a:rPr spc="-15" dirty="0"/>
              <a:t> </a:t>
            </a:r>
            <a:r>
              <a:rPr dirty="0"/>
              <a:t>cache</a:t>
            </a:r>
            <a:r>
              <a:rPr spc="-10" dirty="0"/>
              <a:t> </a:t>
            </a:r>
            <a:r>
              <a:rPr spc="-20" dirty="0"/>
              <a:t>size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38147" y="2587751"/>
            <a:ext cx="3672204" cy="38296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latin typeface="Arial MT"/>
                <a:cs typeface="Arial MT"/>
              </a:rPr>
              <a:t>Example: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ST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4GB</a:t>
            </a:r>
            <a:endParaRPr sz="2400">
              <a:latin typeface="Arial MT"/>
              <a:cs typeface="Arial MT"/>
            </a:endParaRPr>
          </a:p>
          <a:p>
            <a:pPr marL="12700" marR="1917700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N=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64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nodes </a:t>
            </a:r>
            <a:r>
              <a:rPr sz="2400" dirty="0">
                <a:latin typeface="Arial MT"/>
                <a:cs typeface="Arial MT"/>
              </a:rPr>
              <a:t>CB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128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  <a:p>
            <a:pPr marL="12700" marR="1865630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SB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64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Byte </a:t>
            </a:r>
            <a:r>
              <a:rPr sz="2400" dirty="0">
                <a:latin typeface="Arial MT"/>
                <a:cs typeface="Arial MT"/>
              </a:rPr>
              <a:t>SC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MB </a:t>
            </a:r>
            <a:r>
              <a:rPr sz="2400" dirty="0">
                <a:latin typeface="Arial MT"/>
                <a:cs typeface="Arial MT"/>
              </a:rPr>
              <a:t>SD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520MB</a:t>
            </a:r>
            <a:endParaRPr sz="2400">
              <a:latin typeface="Arial MT"/>
              <a:cs typeface="Arial MT"/>
            </a:endParaRPr>
          </a:p>
          <a:p>
            <a:pPr marL="3556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13%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 </a:t>
            </a:r>
            <a:r>
              <a:rPr sz="2400" dirty="0">
                <a:latin typeface="Arial MT"/>
                <a:cs typeface="Arial MT"/>
              </a:rPr>
              <a:t>102%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size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Directory</a:t>
            </a:r>
          </a:p>
          <a:p>
            <a:pPr marL="12700">
              <a:lnSpc>
                <a:spcPct val="100000"/>
              </a:lnSpc>
            </a:pPr>
            <a:r>
              <a:rPr dirty="0"/>
              <a:t>1</a:t>
            </a:r>
            <a:r>
              <a:rPr spc="-105" dirty="0"/>
              <a:t> </a:t>
            </a:r>
            <a:r>
              <a:rPr dirty="0"/>
              <a:t>entry/cache</a:t>
            </a:r>
            <a:r>
              <a:rPr spc="-105" dirty="0"/>
              <a:t> </a:t>
            </a:r>
            <a:r>
              <a:rPr spc="-10" dirty="0"/>
              <a:t>block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790069" y="1741170"/>
            <a:ext cx="3562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SD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= N x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CB x </a:t>
            </a:r>
            <a:r>
              <a:rPr sz="3000" spc="-10" dirty="0">
                <a:latin typeface="Arial MT"/>
                <a:cs typeface="Arial MT"/>
              </a:rPr>
              <a:t>(N+1)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455">
              <a:lnSpc>
                <a:spcPct val="120000"/>
              </a:lnSpc>
              <a:spcBef>
                <a:spcPts val="100"/>
              </a:spcBef>
            </a:pPr>
            <a:r>
              <a:rPr dirty="0"/>
              <a:t>SD</a:t>
            </a:r>
            <a:r>
              <a:rPr spc="-25" dirty="0"/>
              <a:t> </a:t>
            </a:r>
            <a:r>
              <a:rPr dirty="0"/>
              <a:t>…size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directory </a:t>
            </a:r>
            <a:r>
              <a:rPr dirty="0"/>
              <a:t>ST</a:t>
            </a:r>
            <a:r>
              <a:rPr spc="-15" dirty="0"/>
              <a:t> </a:t>
            </a:r>
            <a:r>
              <a:rPr dirty="0"/>
              <a:t>…</a:t>
            </a:r>
            <a:r>
              <a:rPr spc="-15" dirty="0"/>
              <a:t> </a:t>
            </a:r>
            <a:r>
              <a:rPr dirty="0"/>
              <a:t>total</a:t>
            </a:r>
            <a:r>
              <a:rPr spc="-10" dirty="0"/>
              <a:t> memory</a:t>
            </a:r>
          </a:p>
          <a:p>
            <a:pPr marL="12700" marR="5080">
              <a:lnSpc>
                <a:spcPct val="120000"/>
              </a:lnSpc>
            </a:pPr>
            <a:r>
              <a:rPr dirty="0"/>
              <a:t>N</a:t>
            </a:r>
            <a:r>
              <a:rPr spc="-5" dirty="0"/>
              <a:t> </a:t>
            </a:r>
            <a:r>
              <a:rPr dirty="0"/>
              <a:t>… no</a:t>
            </a:r>
            <a:r>
              <a:rPr spc="-15" dirty="0"/>
              <a:t> </a:t>
            </a:r>
            <a:r>
              <a:rPr dirty="0"/>
              <a:t>of </a:t>
            </a:r>
            <a:r>
              <a:rPr spc="-10" dirty="0"/>
              <a:t>nodes </a:t>
            </a:r>
            <a:r>
              <a:rPr dirty="0"/>
              <a:t>CB…blocks</a:t>
            </a:r>
            <a:r>
              <a:rPr spc="-40" dirty="0"/>
              <a:t> </a:t>
            </a:r>
            <a:r>
              <a:rPr dirty="0"/>
              <a:t>per</a:t>
            </a:r>
            <a:r>
              <a:rPr spc="-40" dirty="0"/>
              <a:t> </a:t>
            </a:r>
            <a:r>
              <a:rPr spc="-10" dirty="0"/>
              <a:t>cache </a:t>
            </a:r>
            <a:r>
              <a:rPr dirty="0"/>
              <a:t>SB</a:t>
            </a:r>
            <a:r>
              <a:rPr spc="-25" dirty="0"/>
              <a:t> </a:t>
            </a:r>
            <a:r>
              <a:rPr dirty="0"/>
              <a:t>…</a:t>
            </a:r>
            <a:r>
              <a:rPr spc="-15" dirty="0"/>
              <a:t> </a:t>
            </a:r>
            <a:r>
              <a:rPr dirty="0"/>
              <a:t>block</a:t>
            </a:r>
            <a:r>
              <a:rPr spc="-10" dirty="0"/>
              <a:t> </a:t>
            </a:r>
            <a:r>
              <a:rPr spc="-20" dirty="0"/>
              <a:t>size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/>
              <a:t>SC</a:t>
            </a:r>
            <a:r>
              <a:rPr spc="-25" dirty="0"/>
              <a:t> </a:t>
            </a:r>
            <a:r>
              <a:rPr dirty="0"/>
              <a:t>…</a:t>
            </a:r>
            <a:r>
              <a:rPr spc="-15" dirty="0"/>
              <a:t> </a:t>
            </a:r>
            <a:r>
              <a:rPr dirty="0"/>
              <a:t>cache</a:t>
            </a:r>
            <a:r>
              <a:rPr spc="-10" dirty="0"/>
              <a:t> </a:t>
            </a:r>
            <a:r>
              <a:rPr spc="-20" dirty="0"/>
              <a:t>size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6519" y="2587751"/>
            <a:ext cx="3756025" cy="38296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latin typeface="Arial MT"/>
                <a:cs typeface="Arial MT"/>
              </a:rPr>
              <a:t>Example: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ST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4GB</a:t>
            </a:r>
            <a:endParaRPr sz="2400">
              <a:latin typeface="Arial MT"/>
              <a:cs typeface="Arial MT"/>
            </a:endParaRPr>
          </a:p>
          <a:p>
            <a:pPr marL="12700" marR="2001520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N=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64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nodes </a:t>
            </a:r>
            <a:r>
              <a:rPr sz="2400" dirty="0">
                <a:latin typeface="Arial MT"/>
                <a:cs typeface="Arial MT"/>
              </a:rPr>
              <a:t>CB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128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  <a:p>
            <a:pPr marL="12700" marR="1949450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SB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64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Byte </a:t>
            </a:r>
            <a:r>
              <a:rPr sz="2400" dirty="0">
                <a:latin typeface="Arial MT"/>
                <a:cs typeface="Arial MT"/>
              </a:rPr>
              <a:t>SC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MB </a:t>
            </a:r>
            <a:r>
              <a:rPr sz="2400" dirty="0">
                <a:latin typeface="Arial MT"/>
                <a:cs typeface="Arial MT"/>
              </a:rPr>
              <a:t>SD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65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MB</a:t>
            </a:r>
            <a:endParaRPr sz="2400">
              <a:latin typeface="Arial MT"/>
              <a:cs typeface="Arial MT"/>
            </a:endParaRPr>
          </a:p>
          <a:p>
            <a:pPr marL="3556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1.5%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 </a:t>
            </a:r>
            <a:r>
              <a:rPr sz="2400" dirty="0">
                <a:latin typeface="Arial MT"/>
                <a:cs typeface="Arial MT"/>
              </a:rPr>
              <a:t>12.6%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size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Discussion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27,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SoC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073" y="1703069"/>
            <a:ext cx="8067040" cy="414655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marR="280670" indent="-342900">
              <a:lnSpc>
                <a:spcPts val="2810"/>
              </a:lnSpc>
              <a:spcBef>
                <a:spcPts val="45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Directory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based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protocols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allow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provide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 </a:t>
            </a:r>
            <a:r>
              <a:rPr sz="2600" dirty="0">
                <a:latin typeface="Arial MT"/>
                <a:cs typeface="Arial MT"/>
              </a:rPr>
              <a:t>coherence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distributed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systems,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based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buses</a:t>
            </a:r>
            <a:endParaRPr sz="2600">
              <a:latin typeface="Arial MT"/>
              <a:cs typeface="Arial MT"/>
            </a:endParaRPr>
          </a:p>
          <a:p>
            <a:pPr marL="355600" marR="116205" indent="-342900">
              <a:lnSpc>
                <a:spcPts val="2810"/>
              </a:lnSpc>
              <a:spcBef>
                <a:spcPts val="61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Since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protocol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requires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communication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between </a:t>
            </a:r>
            <a:r>
              <a:rPr sz="2600" dirty="0">
                <a:latin typeface="Arial MT"/>
                <a:cs typeface="Arial MT"/>
              </a:rPr>
              <a:t>nodes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copies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there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potential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for </a:t>
            </a:r>
            <a:r>
              <a:rPr sz="2600" spc="-10" dirty="0">
                <a:latin typeface="Arial MT"/>
                <a:cs typeface="Arial MT"/>
              </a:rPr>
              <a:t>congestion</a:t>
            </a:r>
            <a:endParaRPr sz="2600">
              <a:latin typeface="Arial MT"/>
              <a:cs typeface="Arial MT"/>
            </a:endParaRPr>
          </a:p>
          <a:p>
            <a:pPr marL="355600" marR="5080" indent="-342900">
              <a:lnSpc>
                <a:spcPts val="2810"/>
              </a:lnSpc>
              <a:spcBef>
                <a:spcPts val="62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Since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communication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instantly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varies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from </a:t>
            </a:r>
            <a:r>
              <a:rPr sz="2600" dirty="0">
                <a:latin typeface="Arial MT"/>
                <a:cs typeface="Arial MT"/>
              </a:rPr>
              <a:t>node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node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there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risk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there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are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different </a:t>
            </a:r>
            <a:r>
              <a:rPr sz="2600" dirty="0">
                <a:latin typeface="Arial MT"/>
                <a:cs typeface="Arial MT"/>
              </a:rPr>
              <a:t>views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some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time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instances.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These </a:t>
            </a:r>
            <a:r>
              <a:rPr sz="2600" dirty="0">
                <a:latin typeface="Arial MT"/>
                <a:cs typeface="Arial MT"/>
              </a:rPr>
              <a:t>race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conditions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understood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taken </a:t>
            </a:r>
            <a:r>
              <a:rPr sz="2600" dirty="0">
                <a:latin typeface="Arial MT"/>
                <a:cs typeface="Arial MT"/>
              </a:rPr>
              <a:t>care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of!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2619</Words>
  <Application>Microsoft Office PowerPoint</Application>
  <PresentationFormat>On-screen Show (4:3)</PresentationFormat>
  <Paragraphs>497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 MT</vt:lpstr>
      <vt:lpstr>Arial</vt:lpstr>
      <vt:lpstr>Microsoft Sans Serif</vt:lpstr>
      <vt:lpstr>Verdana</vt:lpstr>
      <vt:lpstr>Wingdings</vt:lpstr>
      <vt:lpstr>Office Theme</vt:lpstr>
      <vt:lpstr>Cache Coherence Protocols</vt:lpstr>
      <vt:lpstr>Formal Definition of Coherence</vt:lpstr>
      <vt:lpstr>Formal Definition of Coherence</vt:lpstr>
      <vt:lpstr>Example</vt:lpstr>
      <vt:lpstr>Example</vt:lpstr>
      <vt:lpstr>Snooping-based Cache Coherence</vt:lpstr>
      <vt:lpstr>Cache Coherence Using a Bus</vt:lpstr>
      <vt:lpstr>Cache Coherence Using a Bus</vt:lpstr>
      <vt:lpstr>Snooping-based Coherence Basic Idea</vt:lpstr>
      <vt:lpstr>Snooping-based Coherence Implementing a Protocol</vt:lpstr>
      <vt:lpstr>Cache Coherence with Write- Through Caches</vt:lpstr>
      <vt:lpstr>State Transition Diagram Write-Through Cache (Write no allocate)</vt:lpstr>
      <vt:lpstr>State transition diagram (valid- Invalid protocol) Write back cache</vt:lpstr>
      <vt:lpstr>Problem with Write-Through</vt:lpstr>
      <vt:lpstr>Limitation of Valid / Invalid protocol</vt:lpstr>
      <vt:lpstr>Basic MSI Writeback Invalidation Protocol</vt:lpstr>
      <vt:lpstr>MSI State Transition Diagram (Write back cache)</vt:lpstr>
      <vt:lpstr>Limitation of MSI protocol</vt:lpstr>
      <vt:lpstr>MOESI protocol</vt:lpstr>
      <vt:lpstr>Modern Bus Standards and Cache Coherence Protocols</vt:lpstr>
      <vt:lpstr>ARM11 MPCore Cache</vt:lpstr>
      <vt:lpstr>Directory Based Cache Coherence</vt:lpstr>
      <vt:lpstr>Networks on Chip</vt:lpstr>
      <vt:lpstr>Distributed Memory</vt:lpstr>
      <vt:lpstr>Directory-Based Cache Coherence Concepts</vt:lpstr>
      <vt:lpstr>Multiprocessor with Directories</vt:lpstr>
      <vt:lpstr>Tasks of the Protocol</vt:lpstr>
      <vt:lpstr>Some Definitions</vt:lpstr>
      <vt:lpstr>Read Miss to a Block in modified State in Cache</vt:lpstr>
      <vt:lpstr>Write Miss to a Block with Two Sharers</vt:lpstr>
      <vt:lpstr>Organization of the Directory</vt:lpstr>
      <vt:lpstr>Example for Directory Information</vt:lpstr>
      <vt:lpstr>Read Miss of Processor i</vt:lpstr>
      <vt:lpstr>Write Miss of Processor i</vt:lpstr>
      <vt:lpstr>Write Miss of Processor i</vt:lpstr>
      <vt:lpstr>Size of Directory 1 entry/memory block</vt:lpstr>
      <vt:lpstr>Size of Directory 1 entry/cache block</vt:lpstr>
      <vt:lpstr>Discussion</vt:lpstr>
    </vt:vector>
  </TitlesOfParts>
  <Company>KTH/IMIT/LECS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Performance</dc:title>
  <dc:creator>Ingo Sander</dc:creator>
  <cp:lastModifiedBy>Sharjeel Khilji</cp:lastModifiedBy>
  <cp:revision>17</cp:revision>
  <dcterms:created xsi:type="dcterms:W3CDTF">2025-08-29T13:12:32Z</dcterms:created>
  <dcterms:modified xsi:type="dcterms:W3CDTF">2025-09-10T12:43:11Z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2011-01-27T00:00:00Z</vt:filetime>
  </property>
  <property fmtid="{D5CDD505-2E9C-101B-9397-08002B2CF9AE}" pid="3" name="Creator">
    <vt:lpwstr>Acrobat PDFMaker 8.1 for PowerPoint</vt:lpwstr>
  </property>
  <property fmtid="{D5CDD505-2E9C-101B-9397-08002B2CF9AE}" pid="4" name="LastSaved">
    <vt:filetime>2025-08-29T00:00:00Z</vt:filetime>
  </property>
  <property fmtid="{D5CDD505-2E9C-101B-9397-08002B2CF9AE}" pid="5" name="Producer">
    <vt:lpwstr>Acrobat Distiller 8.2.5 (Windows)</vt:lpwstr>
  </property>
</Properties>
</file>