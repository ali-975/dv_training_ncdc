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2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3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3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35.xml" ContentType="application/vnd.openxmlformats-officedocument.presentationml.notesSlide+xml"/>
  <Override PartName="/ppt/ink/ink15.xml" ContentType="application/inkml+xml"/>
  <Override PartName="/ppt/notesSlides/notesSlide36.xml" ContentType="application/vnd.openxmlformats-officedocument.presentationml.notesSlide+xml"/>
  <Override PartName="/ppt/ink/ink16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17.xml" ContentType="application/inkml+xml"/>
  <Override PartName="/ppt/notesSlides/notesSlide40.xml" ContentType="application/vnd.openxmlformats-officedocument.presentationml.notesSlide+xml"/>
  <Override PartName="/ppt/ink/ink18.xml" ContentType="application/inkml+xml"/>
  <Override PartName="/ppt/notesSlides/notesSlide41.xml" ContentType="application/vnd.openxmlformats-officedocument.presentationml.notesSlide+xml"/>
  <Override PartName="/ppt/ink/ink19.xml" ContentType="application/inkml+xml"/>
  <Override PartName="/ppt/notesSlides/notesSlide42.xml" ContentType="application/vnd.openxmlformats-officedocument.presentationml.notesSlide+xml"/>
  <Override PartName="/ppt/ink/ink20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21.xml" ContentType="application/inkml+xml"/>
  <Override PartName="/ppt/notesSlides/notesSlide45.xml" ContentType="application/vnd.openxmlformats-officedocument.presentationml.notesSlide+xml"/>
  <Override PartName="/ppt/ink/ink22.xml" ContentType="application/inkml+xml"/>
  <Override PartName="/ppt/notesSlides/notesSlide46.xml" ContentType="application/vnd.openxmlformats-officedocument.presentationml.notesSlide+xml"/>
  <Override PartName="/ppt/ink/ink23.xml" ContentType="application/inkml+xml"/>
  <Override PartName="/ppt/notesSlides/notesSlide47.xml" ContentType="application/vnd.openxmlformats-officedocument.presentationml.notesSlide+xml"/>
  <Override PartName="/ppt/ink/ink24.xml" ContentType="application/inkml+xml"/>
  <Override PartName="/ppt/notesSlides/notesSlide48.xml" ContentType="application/vnd.openxmlformats-officedocument.presentationml.notesSlide+xml"/>
  <Override PartName="/ppt/ink/ink25.xml" ContentType="application/inkml+xml"/>
  <Override PartName="/ppt/notesSlides/notesSlide49.xml" ContentType="application/vnd.openxmlformats-officedocument.presentationml.notesSlide+xml"/>
  <Override PartName="/ppt/ink/ink26.xml" ContentType="application/inkml+xml"/>
  <Override PartName="/ppt/notesSlides/notesSlide50.xml" ContentType="application/vnd.openxmlformats-officedocument.presentationml.notesSlide+xml"/>
  <Override PartName="/ppt/ink/ink27.xml" ContentType="application/inkml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2"/>
  </p:notesMasterIdLst>
  <p:handoutMasterIdLst>
    <p:handoutMasterId r:id="rId93"/>
  </p:handoutMasterIdLst>
  <p:sldIdLst>
    <p:sldId id="256" r:id="rId2"/>
    <p:sldId id="720" r:id="rId3"/>
    <p:sldId id="316" r:id="rId4"/>
    <p:sldId id="397" r:id="rId5"/>
    <p:sldId id="321" r:id="rId6"/>
    <p:sldId id="320" r:id="rId7"/>
    <p:sldId id="323" r:id="rId8"/>
    <p:sldId id="324" r:id="rId9"/>
    <p:sldId id="376" r:id="rId10"/>
    <p:sldId id="377" r:id="rId11"/>
    <p:sldId id="396" r:id="rId12"/>
    <p:sldId id="325" r:id="rId13"/>
    <p:sldId id="327" r:id="rId14"/>
    <p:sldId id="329" r:id="rId15"/>
    <p:sldId id="330" r:id="rId16"/>
    <p:sldId id="721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8" r:id="rId32"/>
    <p:sldId id="392" r:id="rId33"/>
    <p:sldId id="336" r:id="rId34"/>
    <p:sldId id="393" r:id="rId35"/>
    <p:sldId id="331" r:id="rId36"/>
    <p:sldId id="332" r:id="rId37"/>
    <p:sldId id="333" r:id="rId38"/>
    <p:sldId id="334" r:id="rId39"/>
    <p:sldId id="335" r:id="rId40"/>
    <p:sldId id="337" r:id="rId41"/>
    <p:sldId id="338" r:id="rId42"/>
    <p:sldId id="339" r:id="rId43"/>
    <p:sldId id="340" r:id="rId44"/>
    <p:sldId id="344" r:id="rId45"/>
    <p:sldId id="345" r:id="rId46"/>
    <p:sldId id="399" r:id="rId47"/>
    <p:sldId id="400" r:id="rId48"/>
    <p:sldId id="401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722" r:id="rId58"/>
    <p:sldId id="402" r:id="rId59"/>
    <p:sldId id="724" r:id="rId60"/>
    <p:sldId id="403" r:id="rId61"/>
    <p:sldId id="404" r:id="rId62"/>
    <p:sldId id="354" r:id="rId63"/>
    <p:sldId id="710" r:id="rId64"/>
    <p:sldId id="719" r:id="rId65"/>
    <p:sldId id="685" r:id="rId66"/>
    <p:sldId id="713" r:id="rId67"/>
    <p:sldId id="712" r:id="rId68"/>
    <p:sldId id="355" r:id="rId69"/>
    <p:sldId id="394" r:id="rId70"/>
    <p:sldId id="395" r:id="rId71"/>
    <p:sldId id="725" r:id="rId72"/>
    <p:sldId id="356" r:id="rId73"/>
    <p:sldId id="357" r:id="rId74"/>
    <p:sldId id="369" r:id="rId75"/>
    <p:sldId id="358" r:id="rId76"/>
    <p:sldId id="359" r:id="rId77"/>
    <p:sldId id="360" r:id="rId78"/>
    <p:sldId id="361" r:id="rId79"/>
    <p:sldId id="362" r:id="rId80"/>
    <p:sldId id="365" r:id="rId81"/>
    <p:sldId id="363" r:id="rId82"/>
    <p:sldId id="364" r:id="rId83"/>
    <p:sldId id="366" r:id="rId84"/>
    <p:sldId id="367" r:id="rId85"/>
    <p:sldId id="368" r:id="rId86"/>
    <p:sldId id="371" r:id="rId87"/>
    <p:sldId id="372" r:id="rId88"/>
    <p:sldId id="373" r:id="rId89"/>
    <p:sldId id="374" r:id="rId90"/>
    <p:sldId id="723" r:id="rId91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B68879-5A9C-402E-9011-4CECD9838D44}" v="52" dt="2025-09-08T10:55:36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Relationship Id="rId9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jeel Khilji" userId="d7c9e5d0-931d-429e-91f4-ab214ce9376a" providerId="ADAL" clId="{A4AE5403-6C46-4B1D-8B41-33DFC0FE06D7}"/>
    <pc:docChg chg="custSel addSld modSld sldOrd">
      <pc:chgData name="Sharjeel Khilji" userId="d7c9e5d0-931d-429e-91f4-ab214ce9376a" providerId="ADAL" clId="{A4AE5403-6C46-4B1D-8B41-33DFC0FE06D7}" dt="2025-09-08T10:58:16.322" v="74"/>
      <pc:docMkLst>
        <pc:docMk/>
      </pc:docMkLst>
      <pc:sldChg chg="modSp mod">
        <pc:chgData name="Sharjeel Khilji" userId="d7c9e5d0-931d-429e-91f4-ab214ce9376a" providerId="ADAL" clId="{A4AE5403-6C46-4B1D-8B41-33DFC0FE06D7}" dt="2025-09-08T10:41:31.671" v="66" actId="6549"/>
        <pc:sldMkLst>
          <pc:docMk/>
          <pc:sldMk cId="0" sldId="354"/>
        </pc:sldMkLst>
        <pc:spChg chg="mod">
          <ac:chgData name="Sharjeel Khilji" userId="d7c9e5d0-931d-429e-91f4-ab214ce9376a" providerId="ADAL" clId="{A4AE5403-6C46-4B1D-8B41-33DFC0FE06D7}" dt="2025-09-08T10:41:31.671" v="66" actId="6549"/>
          <ac:spMkLst>
            <pc:docMk/>
            <pc:sldMk cId="0" sldId="354"/>
            <ac:spMk id="1617924" creationId="{00000000-0000-0000-0000-000000000000}"/>
          </ac:spMkLst>
        </pc:spChg>
        <pc:spChg chg="mod">
          <ac:chgData name="Sharjeel Khilji" userId="d7c9e5d0-931d-429e-91f4-ab214ce9376a" providerId="ADAL" clId="{A4AE5403-6C46-4B1D-8B41-33DFC0FE06D7}" dt="2025-09-08T10:41:02.682" v="61" actId="1076"/>
          <ac:spMkLst>
            <pc:docMk/>
            <pc:sldMk cId="0" sldId="354"/>
            <ac:spMk id="1617951" creationId="{00000000-0000-0000-0000-000000000000}"/>
          </ac:spMkLst>
        </pc:spChg>
      </pc:sldChg>
      <pc:sldChg chg="ord">
        <pc:chgData name="Sharjeel Khilji" userId="d7c9e5d0-931d-429e-91f4-ab214ce9376a" providerId="ADAL" clId="{A4AE5403-6C46-4B1D-8B41-33DFC0FE06D7}" dt="2025-09-08T10:58:16.322" v="74"/>
        <pc:sldMkLst>
          <pc:docMk/>
          <pc:sldMk cId="0" sldId="355"/>
        </pc:sldMkLst>
      </pc:sldChg>
      <pc:sldChg chg="modSp">
        <pc:chgData name="Sharjeel Khilji" userId="d7c9e5d0-931d-429e-91f4-ab214ce9376a" providerId="ADAL" clId="{A4AE5403-6C46-4B1D-8B41-33DFC0FE06D7}" dt="2025-09-08T10:12:30.177" v="19" actId="1076"/>
        <pc:sldMkLst>
          <pc:docMk/>
          <pc:sldMk cId="0" sldId="685"/>
        </pc:sldMkLst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297" creationId="{8D2527E0-1850-2289-E674-4EB925EAE9A9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299" creationId="{9EC577B2-96C3-96DD-88F2-1BD5EE287010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06" creationId="{D7B7E35B-82ED-43C5-5365-F364F3DFCCDE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11" creationId="{D320483B-3D6C-D996-4969-B37E28D76305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15" creationId="{AD13F5A9-7146-C723-46B5-0E1C532B3AE6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16" creationId="{6D53DA12-4AD0-D56D-8532-3C87FEE45441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23" creationId="{4B151B74-4B78-C3BE-F99B-F7425455BF79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24" creationId="{9C1057A1-4D54-0420-54A6-49E4263121AC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25" creationId="{A5CDD6E3-B4C5-F311-FC03-70A0C1C6EC2E}"/>
          </ac:spMkLst>
        </pc:spChg>
        <pc:spChg chg="mod">
          <ac:chgData name="Sharjeel Khilji" userId="d7c9e5d0-931d-429e-91f4-ab214ce9376a" providerId="ADAL" clId="{A4AE5403-6C46-4B1D-8B41-33DFC0FE06D7}" dt="2025-09-08T10:12:30.177" v="19" actId="1076"/>
          <ac:spMkLst>
            <pc:docMk/>
            <pc:sldMk cId="0" sldId="685"/>
            <ac:spMk id="1163331" creationId="{41370F9D-691A-E9EE-C5E7-E2E535D21BE5}"/>
          </ac:spMkLst>
        </pc:spChg>
      </pc:sldChg>
      <pc:sldChg chg="modSp mod ord">
        <pc:chgData name="Sharjeel Khilji" userId="d7c9e5d0-931d-429e-91f4-ab214ce9376a" providerId="ADAL" clId="{A4AE5403-6C46-4B1D-8B41-33DFC0FE06D7}" dt="2025-09-08T10:58:07.716" v="72"/>
        <pc:sldMkLst>
          <pc:docMk/>
          <pc:sldMk cId="0" sldId="712"/>
        </pc:sldMkLst>
        <pc:spChg chg="mod">
          <ac:chgData name="Sharjeel Khilji" userId="d7c9e5d0-931d-429e-91f4-ab214ce9376a" providerId="ADAL" clId="{A4AE5403-6C46-4B1D-8B41-33DFC0FE06D7}" dt="2025-09-08T10:57:05.966" v="70" actId="6549"/>
          <ac:spMkLst>
            <pc:docMk/>
            <pc:sldMk cId="0" sldId="712"/>
            <ac:spMk id="1208340" creationId="{E7DD6BE5-7122-A142-14E7-1E3D15AF2CF3}"/>
          </ac:spMkLst>
        </pc:spChg>
      </pc:sldChg>
      <pc:sldChg chg="modSp">
        <pc:chgData name="Sharjeel Khilji" userId="d7c9e5d0-931d-429e-91f4-ab214ce9376a" providerId="ADAL" clId="{A4AE5403-6C46-4B1D-8B41-33DFC0FE06D7}" dt="2025-09-08T10:55:36.099" v="68" actId="1076"/>
        <pc:sldMkLst>
          <pc:docMk/>
          <pc:sldMk cId="0" sldId="713"/>
        </pc:sldMkLst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49" creationId="{BC03C3F8-5021-784A-9DB4-6737DA1F89AB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2" creationId="{ED4A5A08-5121-BCB2-7E19-B7FE3A9F1C92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3" creationId="{D60C5CDB-3EBD-92C5-6D37-15B3C377D716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6" creationId="{A0F2C996-5B32-645D-5E73-FE5647834BA7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7" creationId="{2A642A56-5975-38D1-CEA9-7C96D45F477B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59" creationId="{2F30D5EE-9284-3049-4F0C-911FD54BDE5E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60" creationId="{FE6991D7-B246-73AC-62FA-89B4408A095E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61" creationId="{FB268A54-A74E-3D56-D45D-55745C7D257A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62" creationId="{A91CB9D5-7E35-30D7-818A-9080B908306D}"/>
          </ac:spMkLst>
        </pc:spChg>
        <pc:spChg chg="mod">
          <ac:chgData name="Sharjeel Khilji" userId="d7c9e5d0-931d-429e-91f4-ab214ce9376a" providerId="ADAL" clId="{A4AE5403-6C46-4B1D-8B41-33DFC0FE06D7}" dt="2025-09-08T10:55:36.099" v="68" actId="1076"/>
          <ac:spMkLst>
            <pc:docMk/>
            <pc:sldMk cId="0" sldId="713"/>
            <ac:spMk id="1209364" creationId="{0A3F6241-8A12-7170-1ED2-ABBEC0740812}"/>
          </ac:spMkLst>
        </pc:spChg>
      </pc:sldChg>
      <pc:sldChg chg="addSp delSp modSp new mod">
        <pc:chgData name="Sharjeel Khilji" userId="d7c9e5d0-931d-429e-91f4-ab214ce9376a" providerId="ADAL" clId="{A4AE5403-6C46-4B1D-8B41-33DFC0FE06D7}" dt="2025-09-08T09:53:20.987" v="18" actId="1076"/>
        <pc:sldMkLst>
          <pc:docMk/>
          <pc:sldMk cId="258313003" sldId="724"/>
        </pc:sldMkLst>
        <pc:spChg chg="mod">
          <ac:chgData name="Sharjeel Khilji" userId="d7c9e5d0-931d-429e-91f4-ab214ce9376a" providerId="ADAL" clId="{A4AE5403-6C46-4B1D-8B41-33DFC0FE06D7}" dt="2025-09-08T09:53:09.445" v="14" actId="20577"/>
          <ac:spMkLst>
            <pc:docMk/>
            <pc:sldMk cId="258313003" sldId="724"/>
            <ac:spMk id="2" creationId="{A1C59882-667D-B2D7-3902-D6B3D8DFE8FF}"/>
          </ac:spMkLst>
        </pc:spChg>
        <pc:spChg chg="del">
          <ac:chgData name="Sharjeel Khilji" userId="d7c9e5d0-931d-429e-91f4-ab214ce9376a" providerId="ADAL" clId="{A4AE5403-6C46-4B1D-8B41-33DFC0FE06D7}" dt="2025-09-08T09:53:13.499" v="15" actId="478"/>
          <ac:spMkLst>
            <pc:docMk/>
            <pc:sldMk cId="258313003" sldId="724"/>
            <ac:spMk id="3" creationId="{7BC17653-2099-B41A-1D15-211F0A7E5EC1}"/>
          </ac:spMkLst>
        </pc:spChg>
        <pc:picChg chg="add mod">
          <ac:chgData name="Sharjeel Khilji" userId="d7c9e5d0-931d-429e-91f4-ab214ce9376a" providerId="ADAL" clId="{A4AE5403-6C46-4B1D-8B41-33DFC0FE06D7}" dt="2025-09-08T09:53:20.987" v="18" actId="1076"/>
          <ac:picMkLst>
            <pc:docMk/>
            <pc:sldMk cId="258313003" sldId="724"/>
            <ac:picMk id="7" creationId="{E039C7D9-115D-A953-47BB-6126F0C10904}"/>
          </ac:picMkLst>
        </pc:picChg>
      </pc:sldChg>
      <pc:sldChg chg="addSp delSp modSp new mod">
        <pc:chgData name="Sharjeel Khilji" userId="d7c9e5d0-931d-429e-91f4-ab214ce9376a" providerId="ADAL" clId="{A4AE5403-6C46-4B1D-8B41-33DFC0FE06D7}" dt="2025-09-08T10:35:51.834" v="60" actId="20577"/>
        <pc:sldMkLst>
          <pc:docMk/>
          <pc:sldMk cId="1942227127" sldId="725"/>
        </pc:sldMkLst>
        <pc:spChg chg="mod">
          <ac:chgData name="Sharjeel Khilji" userId="d7c9e5d0-931d-429e-91f4-ab214ce9376a" providerId="ADAL" clId="{A4AE5403-6C46-4B1D-8B41-33DFC0FE06D7}" dt="2025-09-08T10:35:51.834" v="60" actId="20577"/>
          <ac:spMkLst>
            <pc:docMk/>
            <pc:sldMk cId="1942227127" sldId="725"/>
            <ac:spMk id="2" creationId="{3333ADB8-9631-D986-9704-B908393EB06E}"/>
          </ac:spMkLst>
        </pc:spChg>
        <pc:spChg chg="del">
          <ac:chgData name="Sharjeel Khilji" userId="d7c9e5d0-931d-429e-91f4-ab214ce9376a" providerId="ADAL" clId="{A4AE5403-6C46-4B1D-8B41-33DFC0FE06D7}" dt="2025-09-08T10:34:43.182" v="24" actId="478"/>
          <ac:spMkLst>
            <pc:docMk/>
            <pc:sldMk cId="1942227127" sldId="725"/>
            <ac:spMk id="3" creationId="{07FA3E4E-AD6E-CEE1-572E-47C3435CFF88}"/>
          </ac:spMkLst>
        </pc:spChg>
        <pc:picChg chg="add mod">
          <ac:chgData name="Sharjeel Khilji" userId="d7c9e5d0-931d-429e-91f4-ab214ce9376a" providerId="ADAL" clId="{A4AE5403-6C46-4B1D-8B41-33DFC0FE06D7}" dt="2025-09-08T10:34:53.358" v="28" actId="1076"/>
          <ac:picMkLst>
            <pc:docMk/>
            <pc:sldMk cId="1942227127" sldId="725"/>
            <ac:picMk id="7" creationId="{CCB2B91D-F905-163B-F335-58680DFFC452}"/>
          </ac:picMkLst>
        </pc:picChg>
      </pc:sldChg>
    </pc:docChg>
  </pc:docChgLst>
  <pc:docChgLst>
    <pc:chgData name="Sharjeel Khilji" userId="d7c9e5d0-931d-429e-91f4-ab214ce9376a" providerId="ADAL" clId="{48B68879-5A9C-402E-9011-4CECD9838D44}"/>
    <pc:docChg chg="undo custSel addSld delSld modSld sldOrd">
      <pc:chgData name="Sharjeel Khilji" userId="d7c9e5d0-931d-429e-91f4-ab214ce9376a" providerId="ADAL" clId="{48B68879-5A9C-402E-9011-4CECD9838D44}" dt="2025-09-05T11:49:30.155" v="2486"/>
      <pc:docMkLst>
        <pc:docMk/>
      </pc:docMkLst>
      <pc:sldChg chg="modSp mod modClrScheme chgLayout">
        <pc:chgData name="Sharjeel Khilji" userId="d7c9e5d0-931d-429e-91f4-ab214ce9376a" providerId="ADAL" clId="{48B68879-5A9C-402E-9011-4CECD9838D44}" dt="2025-09-01T05:55:57.118" v="42" actId="14100"/>
        <pc:sldMkLst>
          <pc:docMk/>
          <pc:sldMk cId="0" sldId="256"/>
        </pc:sldMkLst>
        <pc:spChg chg="mod">
          <ac:chgData name="Sharjeel Khilji" userId="d7c9e5d0-931d-429e-91f4-ab214ce9376a" providerId="ADAL" clId="{48B68879-5A9C-402E-9011-4CECD9838D44}" dt="2025-09-01T05:55:57.118" v="42" actId="14100"/>
          <ac:spMkLst>
            <pc:docMk/>
            <pc:sldMk cId="0" sldId="256"/>
            <ac:spMk id="3" creationId="{00000000-0000-0000-0000-000000000000}"/>
          </ac:spMkLst>
        </pc:spChg>
        <pc:spChg chg="mod modVis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256"/>
            <ac:spMk id="4" creationId="{00000000-0000-0000-0000-000000000000}"/>
          </ac:spMkLst>
        </pc:spChg>
        <pc:spChg chg="mod modVis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256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256"/>
            <ac:spMk id="13314" creationId="{00000000-0000-0000-0000-000000000000}"/>
          </ac:spMkLst>
        </pc:spChg>
      </pc:sldChg>
      <pc:sldChg chg="addSp delSp modSp del mod modClrScheme chgLayout">
        <pc:chgData name="Sharjeel Khilji" userId="d7c9e5d0-931d-429e-91f4-ab214ce9376a" providerId="ADAL" clId="{48B68879-5A9C-402E-9011-4CECD9838D44}" dt="2025-09-05T10:51:06.787" v="2457" actId="47"/>
        <pc:sldMkLst>
          <pc:docMk/>
          <pc:sldMk cId="0" sldId="314"/>
        </pc:sldMkLst>
      </pc:sldChg>
      <pc:sldChg chg="modSp del">
        <pc:chgData name="Sharjeel Khilji" userId="d7c9e5d0-931d-429e-91f4-ab214ce9376a" providerId="ADAL" clId="{48B68879-5A9C-402E-9011-4CECD9838D44}" dt="2025-09-02T09:24:44.083" v="305" actId="47"/>
        <pc:sldMkLst>
          <pc:docMk/>
          <pc:sldMk cId="0" sldId="315"/>
        </pc:sldMkLst>
      </pc:sldChg>
      <pc:sldChg chg="modSp mod">
        <pc:chgData name="Sharjeel Khilji" userId="d7c9e5d0-931d-429e-91f4-ab214ce9376a" providerId="ADAL" clId="{48B68879-5A9C-402E-9011-4CECD9838D44}" dt="2025-09-05T10:51:20.343" v="2458" actId="20577"/>
        <pc:sldMkLst>
          <pc:docMk/>
          <pc:sldMk cId="0" sldId="31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16"/>
            <ac:spMk id="9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0:51:20.343" v="2458" actId="20577"/>
          <ac:spMkLst>
            <pc:docMk/>
            <pc:sldMk cId="0" sldId="316"/>
            <ac:spMk id="1411075" creationId="{00000000-0000-0000-0000-000000000000}"/>
          </ac:spMkLst>
        </pc:spChg>
      </pc:sldChg>
      <pc:sldChg chg="modSp del">
        <pc:chgData name="Sharjeel Khilji" userId="d7c9e5d0-931d-429e-91f4-ab214ce9376a" providerId="ADAL" clId="{48B68879-5A9C-402E-9011-4CECD9838D44}" dt="2025-09-02T09:25:10.429" v="306" actId="47"/>
        <pc:sldMkLst>
          <pc:docMk/>
          <pc:sldMk cId="0" sldId="318"/>
        </pc:sldMkLst>
      </pc:sldChg>
      <pc:sldChg chg="modSp del mod">
        <pc:chgData name="Sharjeel Khilji" userId="d7c9e5d0-931d-429e-91f4-ab214ce9376a" providerId="ADAL" clId="{48B68879-5A9C-402E-9011-4CECD9838D44}" dt="2025-09-02T09:25:13.694" v="307" actId="47"/>
        <pc:sldMkLst>
          <pc:docMk/>
          <pc:sldMk cId="0" sldId="319"/>
        </pc:sldMkLst>
      </pc:sldChg>
      <pc:sldChg chg="modSp mod">
        <pc:chgData name="Sharjeel Khilji" userId="d7c9e5d0-931d-429e-91f4-ab214ce9376a" providerId="ADAL" clId="{48B68879-5A9C-402E-9011-4CECD9838D44}" dt="2025-09-05T11:35:16.658" v="2483" actId="1076"/>
        <pc:sldMkLst>
          <pc:docMk/>
          <pc:sldMk cId="0" sldId="320"/>
        </pc:sldMkLst>
        <pc:spChg chg="mod">
          <ac:chgData name="Sharjeel Khilji" userId="d7c9e5d0-931d-429e-91f4-ab214ce9376a" providerId="ADAL" clId="{48B68879-5A9C-402E-9011-4CECD9838D44}" dt="2025-09-01T05:55:04.292" v="19"/>
          <ac:spMkLst>
            <pc:docMk/>
            <pc:sldMk cId="0" sldId="320"/>
            <ac:spMk id="139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1:35:16.658" v="2483" actId="1076"/>
          <ac:spMkLst>
            <pc:docMk/>
            <pc:sldMk cId="0" sldId="320"/>
            <ac:spMk id="1415170" creationId="{00000000-0000-0000-0000-000000000000}"/>
          </ac:spMkLst>
        </pc:spChg>
      </pc:sldChg>
      <pc:sldChg chg="modSp mod ord">
        <pc:chgData name="Sharjeel Khilji" userId="d7c9e5d0-931d-429e-91f4-ab214ce9376a" providerId="ADAL" clId="{48B68879-5A9C-402E-9011-4CECD9838D44}" dt="2025-09-02T09:28:17.436" v="312" actId="6549"/>
        <pc:sldMkLst>
          <pc:docMk/>
          <pc:sldMk cId="0" sldId="32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1"/>
            <ac:spMk id="2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2T09:28:17.436" v="312" actId="6549"/>
          <ac:spMkLst>
            <pc:docMk/>
            <pc:sldMk cId="0" sldId="321"/>
            <ac:spMk id="1416194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11:33:26.478" v="2480" actId="20577"/>
        <pc:sldMkLst>
          <pc:docMk/>
          <pc:sldMk cId="0" sldId="32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3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1:33:26.478" v="2480" actId="20577"/>
          <ac:spMkLst>
            <pc:docMk/>
            <pc:sldMk cId="0" sldId="323"/>
            <ac:spMk id="1417219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11:31:52.202" v="2474" actId="1076"/>
        <pc:sldMkLst>
          <pc:docMk/>
          <pc:sldMk cId="0" sldId="32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4"/>
            <ac:spMk id="1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1:31:44.769" v="2473" actId="1076"/>
          <ac:spMkLst>
            <pc:docMk/>
            <pc:sldMk cId="0" sldId="324"/>
            <ac:spMk id="141927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1:31:52.202" v="2474" actId="1076"/>
          <ac:spMkLst>
            <pc:docMk/>
            <pc:sldMk cId="0" sldId="324"/>
            <ac:spMk id="1419279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5"/>
            <ac:spMk id="9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6"/>
        </pc:sldMkLst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7"/>
            <ac:spMk id="3" creationId="{00000000-0000-0000-0000-000000000000}"/>
          </ac:spMkLst>
        </pc:spChg>
      </pc:sldChg>
      <pc:sldChg chg="modSp add del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8"/>
        </pc:sldMkLst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2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29"/>
            <ac:spMk id="14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3T13:55:27.425" v="967"/>
        <pc:sldMkLst>
          <pc:docMk/>
          <pc:sldMk cId="0" sldId="33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0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0"/>
            <ac:spMk id="127795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1"/>
            <ac:spMk id="102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2"/>
            <ac:spMk id="7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4"/>
            <ac:spMk id="6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2:33:07.712" v="960" actId="20577"/>
        <pc:sldMkLst>
          <pc:docMk/>
          <pc:sldMk cId="0" sldId="33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5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2:33:07.712" v="960" actId="20577"/>
          <ac:spMkLst>
            <pc:docMk/>
            <pc:sldMk cId="0" sldId="335"/>
            <ac:spMk id="1486850" creationId="{00000000-0000-0000-0000-000000000000}"/>
          </ac:spMkLst>
        </pc:spChg>
      </pc:sldChg>
      <pc:sldChg chg="modSp mod ord modShow">
        <pc:chgData name="Sharjeel Khilji" userId="d7c9e5d0-931d-429e-91f4-ab214ce9376a" providerId="ADAL" clId="{48B68879-5A9C-402E-9011-4CECD9838D44}" dt="2025-09-03T12:34:10.718" v="963" actId="729"/>
        <pc:sldMkLst>
          <pc:docMk/>
          <pc:sldMk cId="0" sldId="33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6"/>
            <ac:spMk id="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7"/>
            <ac:spMk id="8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8"/>
            <ac:spMk id="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3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39"/>
            <ac:spMk id="55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1T05:55:36.189" v="38"/>
        <pc:sldMkLst>
          <pc:docMk/>
          <pc:sldMk cId="0" sldId="34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0"/>
            <ac:spMk id="2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0"/>
            <ac:spMk id="1496067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4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4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4"/>
            <ac:spMk id="1548290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4:01:45.930" v="991" actId="20577"/>
        <pc:sldMkLst>
          <pc:docMk/>
          <pc:sldMk cId="0" sldId="34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5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5"/>
            <ac:spMk id="155033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4:01:45.930" v="991" actId="20577"/>
          <ac:spMkLst>
            <pc:docMk/>
            <pc:sldMk cId="0" sldId="345"/>
            <ac:spMk id="1550339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4T04:41:37.714" v="993" actId="14100"/>
        <pc:sldMkLst>
          <pc:docMk/>
          <pc:sldMk cId="0" sldId="34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6"/>
            <ac:spMk id="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6"/>
            <ac:spMk id="155238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6"/>
            <ac:spMk id="1552387" creationId="{00000000-0000-0000-0000-000000000000}"/>
          </ac:spMkLst>
        </pc:spChg>
        <pc:picChg chg="mod">
          <ac:chgData name="Sharjeel Khilji" userId="d7c9e5d0-931d-429e-91f4-ab214ce9376a" providerId="ADAL" clId="{48B68879-5A9C-402E-9011-4CECD9838D44}" dt="2025-09-04T04:41:37.714" v="993" actId="14100"/>
          <ac:picMkLst>
            <pc:docMk/>
            <pc:sldMk cId="0" sldId="346"/>
            <ac:picMk id="1552388" creationId="{00000000-0000-0000-0000-000000000000}"/>
          </ac:picMkLst>
        </pc:pic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4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7"/>
            <ac:spMk id="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7"/>
            <ac:spMk id="3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4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8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8"/>
            <ac:spMk id="1545218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4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9"/>
            <ac:spMk id="2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49"/>
            <ac:spMk id="154726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0"/>
            <ac:spMk id="22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4T10:07:32.138" v="2027" actId="20577"/>
        <pc:sldMkLst>
          <pc:docMk/>
          <pc:sldMk cId="0" sldId="35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1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1"/>
            <ac:spMk id="155136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4T10:07:32.138" v="2027" actId="20577"/>
          <ac:spMkLst>
            <pc:docMk/>
            <pc:sldMk cId="0" sldId="351"/>
            <ac:spMk id="1551363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2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2"/>
            <ac:spMk id="1553410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3"/>
            <ac:spMk id="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3"/>
            <ac:spMk id="1555458" creationId="{00000000-0000-0000-0000-000000000000}"/>
          </ac:spMkLst>
        </pc:spChg>
      </pc:sldChg>
      <pc:sldChg chg="addSp delSp modSp mod ord">
        <pc:chgData name="Sharjeel Khilji" userId="d7c9e5d0-931d-429e-91f4-ab214ce9376a" providerId="ADAL" clId="{48B68879-5A9C-402E-9011-4CECD9838D44}" dt="2025-09-04T12:38:00.654" v="2195"/>
        <pc:sldMkLst>
          <pc:docMk/>
          <pc:sldMk cId="0" sldId="35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4"/>
            <ac:spMk id="41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5"/>
            <ac:spMk id="96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2T13:03:21.543" v="447" actId="20577"/>
        <pc:sldMkLst>
          <pc:docMk/>
          <pc:sldMk cId="0" sldId="35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6"/>
            <ac:spMk id="6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6"/>
            <ac:spMk id="169165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2T13:03:21.543" v="447" actId="20577"/>
          <ac:spMkLst>
            <pc:docMk/>
            <pc:sldMk cId="0" sldId="356"/>
            <ac:spMk id="1691682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7"/>
            <ac:spMk id="3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8"/>
            <ac:spMk id="3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8"/>
            <ac:spMk id="168550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5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59"/>
            <ac:spMk id="36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1T05:55:36.189" v="38"/>
        <pc:sldMkLst>
          <pc:docMk/>
          <pc:sldMk cId="0" sldId="36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0"/>
            <ac:spMk id="39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0"/>
            <ac:spMk id="168653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0"/>
            <ac:spMk id="1686531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6:51:02.865" v="2395" actId="1076"/>
        <pc:sldMkLst>
          <pc:docMk/>
          <pc:sldMk cId="0" sldId="36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1"/>
            <ac:spMk id="6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1"/>
            <ac:spMk id="169165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51:02.865" v="2395" actId="1076"/>
          <ac:spMkLst>
            <pc:docMk/>
            <pc:sldMk cId="0" sldId="361"/>
            <ac:spMk id="1691689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50:56.967" v="2393" actId="1076"/>
          <ac:spMkLst>
            <pc:docMk/>
            <pc:sldMk cId="0" sldId="361"/>
            <ac:spMk id="1691690" creationId="{00000000-0000-0000-0000-000000000000}"/>
          </ac:spMkLst>
        </pc:spChg>
      </pc:sldChg>
      <pc:sldChg chg="modSp modAnim">
        <pc:chgData name="Sharjeel Khilji" userId="d7c9e5d0-931d-429e-91f4-ab214ce9376a" providerId="ADAL" clId="{48B68879-5A9C-402E-9011-4CECD9838D44}" dt="2025-09-05T06:09:41.620" v="2269" actId="20577"/>
        <pc:sldMkLst>
          <pc:docMk/>
          <pc:sldMk cId="0" sldId="36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2"/>
            <ac:spMk id="4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09:41.620" v="2269" actId="20577"/>
          <ac:spMkLst>
            <pc:docMk/>
            <pc:sldMk cId="0" sldId="362"/>
            <ac:spMk id="1687592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6:15:09.763" v="2270" actId="20577"/>
        <pc:sldMkLst>
          <pc:docMk/>
          <pc:sldMk cId="0" sldId="36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3"/>
            <ac:spMk id="4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15:09.763" v="2270" actId="20577"/>
          <ac:spMkLst>
            <pc:docMk/>
            <pc:sldMk cId="0" sldId="363"/>
            <ac:spMk id="1689603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7:06:19.764" v="2399" actId="404"/>
        <pc:sldMkLst>
          <pc:docMk/>
          <pc:sldMk cId="0" sldId="36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4"/>
            <ac:spMk id="6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7:06:16.885" v="2398" actId="404"/>
          <ac:spMkLst>
            <pc:docMk/>
            <pc:sldMk cId="0" sldId="364"/>
            <ac:spMk id="169063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7:06:19.764" v="2399" actId="404"/>
          <ac:spMkLst>
            <pc:docMk/>
            <pc:sldMk cId="0" sldId="364"/>
            <ac:spMk id="1690658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5T06:59:56.315" v="2397"/>
        <pc:sldMkLst>
          <pc:docMk/>
          <pc:sldMk cId="0" sldId="36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5"/>
            <ac:spMk id="43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7:10:24.420" v="2405" actId="6549"/>
        <pc:sldMkLst>
          <pc:docMk/>
          <pc:sldMk cId="0" sldId="36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6"/>
            <ac:spMk id="2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7:10:24.420" v="2405" actId="6549"/>
          <ac:spMkLst>
            <pc:docMk/>
            <pc:sldMk cId="0" sldId="366"/>
            <ac:spMk id="1694723" creationId="{00000000-0000-0000-0000-000000000000}"/>
          </ac:spMkLst>
        </pc:spChg>
      </pc:sldChg>
      <pc:sldChg chg="addSp modSp mod">
        <pc:chgData name="Sharjeel Khilji" userId="d7c9e5d0-931d-429e-91f4-ab214ce9376a" providerId="ADAL" clId="{48B68879-5A9C-402E-9011-4CECD9838D44}" dt="2025-09-05T10:08:24.828" v="2454" actId="1076"/>
        <pc:sldMkLst>
          <pc:docMk/>
          <pc:sldMk cId="0" sldId="367"/>
        </pc:sldMkLst>
        <pc:spChg chg="add mod">
          <ac:chgData name="Sharjeel Khilji" userId="d7c9e5d0-931d-429e-91f4-ab214ce9376a" providerId="ADAL" clId="{48B68879-5A9C-402E-9011-4CECD9838D44}" dt="2025-09-05T10:08:24.828" v="2454" actId="1076"/>
          <ac:spMkLst>
            <pc:docMk/>
            <pc:sldMk cId="0" sldId="367"/>
            <ac:spMk id="4" creationId="{DBB2D51C-A66C-D758-A480-0203280311A9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7"/>
            <ac:spMk id="55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1T05:55:36.189" v="38"/>
        <pc:sldMkLst>
          <pc:docMk/>
          <pc:sldMk cId="0" sldId="36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8"/>
            <ac:spMk id="3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8"/>
            <ac:spMk id="1696770" creationId="{00000000-0000-0000-0000-000000000000}"/>
          </ac:spMkLst>
        </pc:spChg>
      </pc:sldChg>
      <pc:sldChg chg="modSp ord">
        <pc:chgData name="Sharjeel Khilji" userId="d7c9e5d0-931d-429e-91f4-ab214ce9376a" providerId="ADAL" clId="{48B68879-5A9C-402E-9011-4CECD9838D44}" dt="2025-09-04T14:07:17.699" v="2250"/>
        <pc:sldMkLst>
          <pc:docMk/>
          <pc:sldMk cId="0" sldId="36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9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69"/>
            <ac:spMk id="1698818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10:23:57.240" v="2456" actId="14100"/>
        <pc:sldMkLst>
          <pc:docMk/>
          <pc:sldMk cId="0" sldId="37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1"/>
            <ac:spMk id="4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0:23:57.240" v="2456" actId="14100"/>
          <ac:spMkLst>
            <pc:docMk/>
            <pc:sldMk cId="0" sldId="371"/>
            <ac:spMk id="170396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10:23:52.671" v="2455" actId="14100"/>
          <ac:spMkLst>
            <pc:docMk/>
            <pc:sldMk cId="0" sldId="371"/>
            <ac:spMk id="170397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7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2"/>
            <ac:spMk id="4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7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3"/>
            <ac:spMk id="6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7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4"/>
            <ac:spMk id="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0" sldId="374"/>
            <ac:spMk id="1708034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0" sldId="375"/>
        </pc:sldMkLst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2328174621" sldId="37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28174621" sldId="376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28174621" sldId="376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28174621" sldId="376"/>
            <ac:spMk id="107929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28174621" sldId="376"/>
            <ac:spMk id="1079299" creationId="{00000000-0000-0000-0000-000000000000}"/>
          </ac:spMkLst>
        </pc:spChg>
      </pc:sldChg>
      <pc:sldChg chg="delSp modSp mod">
        <pc:chgData name="Sharjeel Khilji" userId="d7c9e5d0-931d-429e-91f4-ab214ce9376a" providerId="ADAL" clId="{48B68879-5A9C-402E-9011-4CECD9838D44}" dt="2025-09-05T11:40:32.967" v="2484" actId="478"/>
        <pc:sldMkLst>
          <pc:docMk/>
          <pc:sldMk cId="3589514644" sldId="37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9514644" sldId="377"/>
            <ac:spMk id="4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9514644" sldId="377"/>
            <ac:spMk id="4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9514644" sldId="377"/>
            <ac:spMk id="1080322" creationId="{00000000-0000-0000-0000-000000000000}"/>
          </ac:spMkLst>
        </pc:spChg>
      </pc:sldChg>
      <pc:sldChg chg="modSp mod ord">
        <pc:chgData name="Sharjeel Khilji" userId="d7c9e5d0-931d-429e-91f4-ab214ce9376a" providerId="ADAL" clId="{48B68879-5A9C-402E-9011-4CECD9838D44}" dt="2025-09-05T11:49:30.155" v="2486"/>
        <pc:sldMkLst>
          <pc:docMk/>
          <pc:sldMk cId="914487420" sldId="37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914487420" sldId="378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914487420" sldId="378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914487420" sldId="378"/>
            <ac:spMk id="108237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0:46.280" v="661" actId="20577"/>
          <ac:spMkLst>
            <pc:docMk/>
            <pc:sldMk cId="914487420" sldId="378"/>
            <ac:spMk id="1082371" creationId="{00000000-0000-0000-0000-000000000000}"/>
          </ac:spMkLst>
        </pc:spChg>
      </pc:sldChg>
      <pc:sldChg chg="modSp mod ord">
        <pc:chgData name="Sharjeel Khilji" userId="d7c9e5d0-931d-429e-91f4-ab214ce9376a" providerId="ADAL" clId="{48B68879-5A9C-402E-9011-4CECD9838D44}" dt="2025-09-05T11:49:30.155" v="2486"/>
        <pc:sldMkLst>
          <pc:docMk/>
          <pc:sldMk cId="2572046803" sldId="37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72046803" sldId="379"/>
            <ac:spMk id="2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72046803" sldId="379"/>
            <ac:spMk id="2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4:51.211" v="670" actId="14100"/>
          <ac:spMkLst>
            <pc:docMk/>
            <pc:sldMk cId="2572046803" sldId="379"/>
            <ac:spMk id="1084420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09:25:40.327" v="673" actId="20577"/>
        <pc:sldMkLst>
          <pc:docMk/>
          <pc:sldMk cId="2632765787" sldId="38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632765787" sldId="380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632765787" sldId="380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5:40.327" v="673" actId="20577"/>
          <ac:spMkLst>
            <pc:docMk/>
            <pc:sldMk cId="2632765787" sldId="380"/>
            <ac:spMk id="1085443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09:26:58.083" v="680" actId="1076"/>
        <pc:sldMkLst>
          <pc:docMk/>
          <pc:sldMk cId="2560384181" sldId="38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60384181" sldId="381"/>
            <ac:spMk id="1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60384181" sldId="381"/>
            <ac:spMk id="1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560384181" sldId="381"/>
            <ac:spMk id="108646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6:58.083" v="680" actId="1076"/>
          <ac:spMkLst>
            <pc:docMk/>
            <pc:sldMk cId="2560384181" sldId="381"/>
            <ac:spMk id="1086475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09:28:19.239" v="682" actId="1076"/>
        <pc:sldMkLst>
          <pc:docMk/>
          <pc:sldMk cId="1594106836" sldId="38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594106836" sldId="382"/>
            <ac:spMk id="5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594106836" sldId="382"/>
            <ac:spMk id="5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8:19.239" v="682" actId="1076"/>
          <ac:spMkLst>
            <pc:docMk/>
            <pc:sldMk cId="1594106836" sldId="382"/>
            <ac:spMk id="108856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09:28:13.506" v="681" actId="1076"/>
          <ac:spMkLst>
            <pc:docMk/>
            <pc:sldMk cId="1594106836" sldId="382"/>
            <ac:spMk id="1088567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3580393416" sldId="38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0393416" sldId="383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0393416" sldId="383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80393416" sldId="383"/>
            <ac:spMk id="1089538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2843283411" sldId="38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843283411" sldId="384"/>
            <ac:spMk id="78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843283411" sldId="384"/>
            <ac:spMk id="79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1T05:55:36.189" v="38"/>
        <pc:sldMkLst>
          <pc:docMk/>
          <pc:sldMk cId="3742768264" sldId="38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742768264" sldId="385"/>
            <ac:spMk id="1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742768264" sldId="385"/>
            <ac:spMk id="11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742768264" sldId="385"/>
            <ac:spMk id="1092610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742768264" sldId="385"/>
            <ac:spMk id="1092611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2657506041" sldId="386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657506041" sldId="386"/>
            <ac:spMk id="8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657506041" sldId="386"/>
            <ac:spMk id="85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172434346" sldId="387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72434346" sldId="387"/>
            <ac:spMk id="127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72434346" sldId="387"/>
            <ac:spMk id="128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1178169822" sldId="388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178169822" sldId="388"/>
            <ac:spMk id="14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178169822" sldId="388"/>
            <ac:spMk id="143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2T07:51:21.725" v="72" actId="15"/>
        <pc:sldMkLst>
          <pc:docMk/>
          <pc:sldMk cId="1063949056" sldId="389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63949056" sldId="389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63949056" sldId="389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63949056" sldId="389"/>
            <ac:spMk id="109670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2T07:51:21.725" v="72" actId="15"/>
          <ac:spMkLst>
            <pc:docMk/>
            <pc:sldMk cId="1063949056" sldId="389"/>
            <ac:spMk id="1096707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2:03:56.439" v="880" actId="20577"/>
        <pc:sldMkLst>
          <pc:docMk/>
          <pc:sldMk cId="1089716394" sldId="390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89716394" sldId="390"/>
            <ac:spMk id="21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089716394" sldId="390"/>
            <ac:spMk id="2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2:03:56.439" v="880" actId="20577"/>
          <ac:spMkLst>
            <pc:docMk/>
            <pc:sldMk cId="1089716394" sldId="390"/>
            <ac:spMk id="1097747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2:13:17.389" v="883" actId="20577"/>
        <pc:sldMkLst>
          <pc:docMk/>
          <pc:sldMk cId="2366557240" sldId="391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66557240" sldId="391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366557240" sldId="391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2:13:17.389" v="883" actId="20577"/>
          <ac:spMkLst>
            <pc:docMk/>
            <pc:sldMk cId="2366557240" sldId="391"/>
            <ac:spMk id="1099779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5T06:31:25.677" v="2321" actId="20577"/>
        <pc:sldMkLst>
          <pc:docMk/>
          <pc:sldMk cId="2906400927" sldId="392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906400927" sldId="392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2906400927" sldId="392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5T06:31:25.677" v="2321" actId="20577"/>
          <ac:spMkLst>
            <pc:docMk/>
            <pc:sldMk cId="2906400927" sldId="392"/>
            <ac:spMk id="1100802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3T12:29:36.965" v="949" actId="20577"/>
        <pc:sldMkLst>
          <pc:docMk/>
          <pc:sldMk cId="3507278863" sldId="393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07278863" sldId="393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3507278863" sldId="393"/>
            <ac:spMk id="5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2T08:02:00.137" v="302" actId="404"/>
          <ac:spMkLst>
            <pc:docMk/>
            <pc:sldMk cId="3507278863" sldId="393"/>
            <ac:spMk id="1101826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3T12:29:36.965" v="949" actId="20577"/>
          <ac:spMkLst>
            <pc:docMk/>
            <pc:sldMk cId="3507278863" sldId="393"/>
            <ac:spMk id="1101827" creationId="{00000000-0000-0000-0000-000000000000}"/>
          </ac:spMkLst>
        </pc:spChg>
      </pc:sldChg>
      <pc:sldChg chg="modSp mod">
        <pc:chgData name="Sharjeel Khilji" userId="d7c9e5d0-931d-429e-91f4-ab214ce9376a" providerId="ADAL" clId="{48B68879-5A9C-402E-9011-4CECD9838D44}" dt="2025-09-04T12:03:13.439" v="2188" actId="20577"/>
        <pc:sldMkLst>
          <pc:docMk/>
          <pc:sldMk cId="143382255" sldId="394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43382255" sldId="394"/>
            <ac:spMk id="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4T12:03:13.439" v="2188" actId="20577"/>
          <ac:spMkLst>
            <pc:docMk/>
            <pc:sldMk cId="143382255" sldId="394"/>
            <ac:spMk id="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43382255" sldId="394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143382255" sldId="394"/>
            <ac:spMk id="5" creationId="{00000000-0000-0000-0000-000000000000}"/>
          </ac:spMkLst>
        </pc:spChg>
      </pc:sldChg>
      <pc:sldChg chg="modSp">
        <pc:chgData name="Sharjeel Khilji" userId="d7c9e5d0-931d-429e-91f4-ab214ce9376a" providerId="ADAL" clId="{48B68879-5A9C-402E-9011-4CECD9838D44}" dt="2025-09-01T05:55:36.189" v="38"/>
        <pc:sldMkLst>
          <pc:docMk/>
          <pc:sldMk cId="859087474" sldId="395"/>
        </pc:sldMkLst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859087474" sldId="395"/>
            <ac:spMk id="2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859087474" sldId="395"/>
            <ac:spMk id="3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859087474" sldId="395"/>
            <ac:spMk id="4" creationId="{00000000-0000-0000-0000-000000000000}"/>
          </ac:spMkLst>
        </pc:spChg>
        <pc:spChg chg="mod">
          <ac:chgData name="Sharjeel Khilji" userId="d7c9e5d0-931d-429e-91f4-ab214ce9376a" providerId="ADAL" clId="{48B68879-5A9C-402E-9011-4CECD9838D44}" dt="2025-09-01T05:55:36.189" v="38"/>
          <ac:spMkLst>
            <pc:docMk/>
            <pc:sldMk cId="859087474" sldId="395"/>
            <ac:spMk id="5" creationId="{00000000-0000-0000-0000-000000000000}"/>
          </ac:spMkLst>
        </pc:spChg>
      </pc:sldChg>
      <pc:sldChg chg="addSp delSp modSp new mod">
        <pc:chgData name="Sharjeel Khilji" userId="d7c9e5d0-931d-429e-91f4-ab214ce9376a" providerId="ADAL" clId="{48B68879-5A9C-402E-9011-4CECD9838D44}" dt="2025-09-01T06:12:16.495" v="70" actId="14100"/>
        <pc:sldMkLst>
          <pc:docMk/>
          <pc:sldMk cId="1406392819" sldId="396"/>
        </pc:sldMkLst>
        <pc:spChg chg="mod">
          <ac:chgData name="Sharjeel Khilji" userId="d7c9e5d0-931d-429e-91f4-ab214ce9376a" providerId="ADAL" clId="{48B68879-5A9C-402E-9011-4CECD9838D44}" dt="2025-09-01T06:11:59.674" v="67" actId="20577"/>
          <ac:spMkLst>
            <pc:docMk/>
            <pc:sldMk cId="1406392819" sldId="396"/>
            <ac:spMk id="2" creationId="{DCDCB18D-00D8-C66F-4327-35C1701CF386}"/>
          </ac:spMkLst>
        </pc:spChg>
        <pc:picChg chg="add mod">
          <ac:chgData name="Sharjeel Khilji" userId="d7c9e5d0-931d-429e-91f4-ab214ce9376a" providerId="ADAL" clId="{48B68879-5A9C-402E-9011-4CECD9838D44}" dt="2025-09-01T06:12:16.495" v="70" actId="14100"/>
          <ac:picMkLst>
            <pc:docMk/>
            <pc:sldMk cId="1406392819" sldId="396"/>
            <ac:picMk id="7" creationId="{72A0596A-05D3-3255-DF2F-FB5A56234ED3}"/>
          </ac:picMkLst>
        </pc:picChg>
      </pc:sldChg>
      <pc:sldChg chg="addSp delSp modSp new mod">
        <pc:chgData name="Sharjeel Khilji" userId="d7c9e5d0-931d-429e-91f4-ab214ce9376a" providerId="ADAL" clId="{48B68879-5A9C-402E-9011-4CECD9838D44}" dt="2025-09-02T09:34:11.779" v="446" actId="1076"/>
        <pc:sldMkLst>
          <pc:docMk/>
          <pc:sldMk cId="1935998898" sldId="397"/>
        </pc:sldMkLst>
        <pc:spChg chg="mod">
          <ac:chgData name="Sharjeel Khilji" userId="d7c9e5d0-931d-429e-91f4-ab214ce9376a" providerId="ADAL" clId="{48B68879-5A9C-402E-9011-4CECD9838D44}" dt="2025-09-02T09:29:27.572" v="348" actId="20577"/>
          <ac:spMkLst>
            <pc:docMk/>
            <pc:sldMk cId="1935998898" sldId="397"/>
            <ac:spMk id="2" creationId="{A1D83AD3-9D94-654D-5B35-E437EC0CDE93}"/>
          </ac:spMkLst>
        </pc:spChg>
        <pc:spChg chg="add del mod">
          <ac:chgData name="Sharjeel Khilji" userId="d7c9e5d0-931d-429e-91f4-ab214ce9376a" providerId="ADAL" clId="{48B68879-5A9C-402E-9011-4CECD9838D44}" dt="2025-09-02T09:33:42.615" v="445" actId="20577"/>
          <ac:spMkLst>
            <pc:docMk/>
            <pc:sldMk cId="1935998898" sldId="397"/>
            <ac:spMk id="3" creationId="{2A972BC2-697E-9D95-5FAB-3BCA01901403}"/>
          </ac:spMkLst>
        </pc:spChg>
        <pc:spChg chg="add mod">
          <ac:chgData name="Sharjeel Khilji" userId="d7c9e5d0-931d-429e-91f4-ab214ce9376a" providerId="ADAL" clId="{48B68879-5A9C-402E-9011-4CECD9838D44}" dt="2025-09-02T09:32:32.829" v="413" actId="1076"/>
          <ac:spMkLst>
            <pc:docMk/>
            <pc:sldMk cId="1935998898" sldId="397"/>
            <ac:spMk id="10" creationId="{32120E61-0C20-E3A5-165E-0CC8FB1EB2F5}"/>
          </ac:spMkLst>
        </pc:spChg>
        <pc:picChg chg="add mod">
          <ac:chgData name="Sharjeel Khilji" userId="d7c9e5d0-931d-429e-91f4-ab214ce9376a" providerId="ADAL" clId="{48B68879-5A9C-402E-9011-4CECD9838D44}" dt="2025-09-02T09:34:11.779" v="446" actId="1076"/>
          <ac:picMkLst>
            <pc:docMk/>
            <pc:sldMk cId="1935998898" sldId="397"/>
            <ac:picMk id="9" creationId="{409C2913-1595-CF84-CE7D-336CE6F2DBE2}"/>
          </ac:picMkLst>
        </pc:picChg>
      </pc:sldChg>
      <pc:sldChg chg="new del">
        <pc:chgData name="Sharjeel Khilji" userId="d7c9e5d0-931d-429e-91f4-ab214ce9376a" providerId="ADAL" clId="{48B68879-5A9C-402E-9011-4CECD9838D44}" dt="2025-09-02T09:27:55.886" v="309" actId="47"/>
        <pc:sldMkLst>
          <pc:docMk/>
          <pc:sldMk cId="2935058835" sldId="397"/>
        </pc:sldMkLst>
      </pc:sldChg>
      <pc:sldChg chg="addSp delSp modSp new mod ord">
        <pc:chgData name="Sharjeel Khilji" userId="d7c9e5d0-931d-429e-91f4-ab214ce9376a" providerId="ADAL" clId="{48B68879-5A9C-402E-9011-4CECD9838D44}" dt="2025-09-05T06:30:07.427" v="2302"/>
        <pc:sldMkLst>
          <pc:docMk/>
          <pc:sldMk cId="3627584651" sldId="398"/>
        </pc:sldMkLst>
        <pc:spChg chg="mod">
          <ac:chgData name="Sharjeel Khilji" userId="d7c9e5d0-931d-429e-91f4-ab214ce9376a" providerId="ADAL" clId="{48B68879-5A9C-402E-9011-4CECD9838D44}" dt="2025-09-03T11:05:58.082" v="728" actId="20577"/>
          <ac:spMkLst>
            <pc:docMk/>
            <pc:sldMk cId="3627584651" sldId="398"/>
            <ac:spMk id="2" creationId="{1FF6F7E8-9670-F847-124A-9D772406E23A}"/>
          </ac:spMkLst>
        </pc:spChg>
        <pc:picChg chg="add mod">
          <ac:chgData name="Sharjeel Khilji" userId="d7c9e5d0-931d-429e-91f4-ab214ce9376a" providerId="ADAL" clId="{48B68879-5A9C-402E-9011-4CECD9838D44}" dt="2025-09-03T11:07:07.615" v="733" actId="1076"/>
          <ac:picMkLst>
            <pc:docMk/>
            <pc:sldMk cId="3627584651" sldId="398"/>
            <ac:picMk id="7" creationId="{58AA9AD5-CC4E-4005-24CE-DC8DACB79302}"/>
          </ac:picMkLst>
        </pc:picChg>
      </pc:sldChg>
      <pc:sldChg chg="modSp new mod">
        <pc:chgData name="Sharjeel Khilji" userId="d7c9e5d0-931d-429e-91f4-ab214ce9376a" providerId="ADAL" clId="{48B68879-5A9C-402E-9011-4CECD9838D44}" dt="2025-09-04T05:32:19.868" v="1185" actId="1076"/>
        <pc:sldMkLst>
          <pc:docMk/>
          <pc:sldMk cId="3274214473" sldId="399"/>
        </pc:sldMkLst>
        <pc:spChg chg="mod">
          <ac:chgData name="Sharjeel Khilji" userId="d7c9e5d0-931d-429e-91f4-ab214ce9376a" providerId="ADAL" clId="{48B68879-5A9C-402E-9011-4CECD9838D44}" dt="2025-09-04T05:12:51.896" v="1046" actId="20577"/>
          <ac:spMkLst>
            <pc:docMk/>
            <pc:sldMk cId="3274214473" sldId="399"/>
            <ac:spMk id="2" creationId="{C94EA100-6A6D-0C5F-DE1B-44E8327957E3}"/>
          </ac:spMkLst>
        </pc:spChg>
        <pc:spChg chg="mod">
          <ac:chgData name="Sharjeel Khilji" userId="d7c9e5d0-931d-429e-91f4-ab214ce9376a" providerId="ADAL" clId="{48B68879-5A9C-402E-9011-4CECD9838D44}" dt="2025-09-04T05:32:19.868" v="1185" actId="1076"/>
          <ac:spMkLst>
            <pc:docMk/>
            <pc:sldMk cId="3274214473" sldId="399"/>
            <ac:spMk id="3" creationId="{D4AADEFC-9EAD-2D3C-6D41-93130B4BA5D8}"/>
          </ac:spMkLst>
        </pc:spChg>
      </pc:sldChg>
      <pc:sldChg chg="addSp delSp modSp new mod">
        <pc:chgData name="Sharjeel Khilji" userId="d7c9e5d0-931d-429e-91f4-ab214ce9376a" providerId="ADAL" clId="{48B68879-5A9C-402E-9011-4CECD9838D44}" dt="2025-09-04T09:28:10.682" v="1965" actId="20577"/>
        <pc:sldMkLst>
          <pc:docMk/>
          <pc:sldMk cId="1392808498" sldId="400"/>
        </pc:sldMkLst>
        <pc:spChg chg="mod">
          <ac:chgData name="Sharjeel Khilji" userId="d7c9e5d0-931d-429e-91f4-ab214ce9376a" providerId="ADAL" clId="{48B68879-5A9C-402E-9011-4CECD9838D44}" dt="2025-09-04T05:42:04.759" v="1225" actId="6549"/>
          <ac:spMkLst>
            <pc:docMk/>
            <pc:sldMk cId="1392808498" sldId="400"/>
            <ac:spMk id="2" creationId="{79F55C2C-8DF6-F5FB-A53C-DEC96330C135}"/>
          </ac:spMkLst>
        </pc:spChg>
        <pc:spChg chg="mod">
          <ac:chgData name="Sharjeel Khilji" userId="d7c9e5d0-931d-429e-91f4-ab214ce9376a" providerId="ADAL" clId="{48B68879-5A9C-402E-9011-4CECD9838D44}" dt="2025-09-04T09:28:10.682" v="1965" actId="20577"/>
          <ac:spMkLst>
            <pc:docMk/>
            <pc:sldMk cId="1392808498" sldId="400"/>
            <ac:spMk id="3" creationId="{CEF24A3F-9755-1E47-B6AD-516C8BC125BB}"/>
          </ac:spMkLst>
        </pc:spChg>
      </pc:sldChg>
      <pc:sldChg chg="addSp delSp modSp new del mod modClrScheme chgLayout">
        <pc:chgData name="Sharjeel Khilji" userId="d7c9e5d0-931d-429e-91f4-ab214ce9376a" providerId="ADAL" clId="{48B68879-5A9C-402E-9011-4CECD9838D44}" dt="2025-09-04T05:32:19.408" v="1184" actId="680"/>
        <pc:sldMkLst>
          <pc:docMk/>
          <pc:sldMk cId="3992507864" sldId="400"/>
        </pc:sldMkLst>
      </pc:sldChg>
      <pc:sldChg chg="addSp modSp new mod">
        <pc:chgData name="Sharjeel Khilji" userId="d7c9e5d0-931d-429e-91f4-ab214ce9376a" providerId="ADAL" clId="{48B68879-5A9C-402E-9011-4CECD9838D44}" dt="2025-09-04T09:54:32.850" v="2026" actId="20577"/>
        <pc:sldMkLst>
          <pc:docMk/>
          <pc:sldMk cId="1502750081" sldId="401"/>
        </pc:sldMkLst>
        <pc:spChg chg="mod">
          <ac:chgData name="Sharjeel Khilji" userId="d7c9e5d0-931d-429e-91f4-ab214ce9376a" providerId="ADAL" clId="{48B68879-5A9C-402E-9011-4CECD9838D44}" dt="2025-09-04T07:02:16.372" v="1575" actId="20577"/>
          <ac:spMkLst>
            <pc:docMk/>
            <pc:sldMk cId="1502750081" sldId="401"/>
            <ac:spMk id="2" creationId="{6131C08E-99EF-0933-AF07-111497376847}"/>
          </ac:spMkLst>
        </pc:spChg>
        <pc:spChg chg="mod">
          <ac:chgData name="Sharjeel Khilji" userId="d7c9e5d0-931d-429e-91f4-ab214ce9376a" providerId="ADAL" clId="{48B68879-5A9C-402E-9011-4CECD9838D44}" dt="2025-09-04T09:54:32.850" v="2026" actId="20577"/>
          <ac:spMkLst>
            <pc:docMk/>
            <pc:sldMk cId="1502750081" sldId="401"/>
            <ac:spMk id="3" creationId="{94D70F28-9EA1-CD28-401B-8F1B57BBEEC4}"/>
          </ac:spMkLst>
        </pc:spChg>
        <pc:picChg chg="add mod">
          <ac:chgData name="Sharjeel Khilji" userId="d7c9e5d0-931d-429e-91f4-ab214ce9376a" providerId="ADAL" clId="{48B68879-5A9C-402E-9011-4CECD9838D44}" dt="2025-09-04T09:52:57.750" v="1967" actId="14100"/>
          <ac:picMkLst>
            <pc:docMk/>
            <pc:sldMk cId="1502750081" sldId="401"/>
            <ac:picMk id="7" creationId="{0A234644-96A2-8155-F0F5-BCBEF0140B36}"/>
          </ac:picMkLst>
        </pc:picChg>
      </pc:sldChg>
      <pc:sldChg chg="delSp modSp new mod">
        <pc:chgData name="Sharjeel Khilji" userId="d7c9e5d0-931d-429e-91f4-ab214ce9376a" providerId="ADAL" clId="{48B68879-5A9C-402E-9011-4CECD9838D44}" dt="2025-09-04T10:53:59.581" v="2074" actId="1076"/>
        <pc:sldMkLst>
          <pc:docMk/>
          <pc:sldMk cId="1597863631" sldId="402"/>
        </pc:sldMkLst>
        <pc:spChg chg="mod">
          <ac:chgData name="Sharjeel Khilji" userId="d7c9e5d0-931d-429e-91f4-ab214ce9376a" providerId="ADAL" clId="{48B68879-5A9C-402E-9011-4CECD9838D44}" dt="2025-09-04T10:53:59.581" v="2074" actId="1076"/>
          <ac:spMkLst>
            <pc:docMk/>
            <pc:sldMk cId="1597863631" sldId="402"/>
            <ac:spMk id="3" creationId="{F2092908-6764-CDB3-2E6A-DBA99F4E3136}"/>
          </ac:spMkLst>
        </pc:spChg>
      </pc:sldChg>
      <pc:sldChg chg="addSp delSp modSp new mod">
        <pc:chgData name="Sharjeel Khilji" userId="d7c9e5d0-931d-429e-91f4-ab214ce9376a" providerId="ADAL" clId="{48B68879-5A9C-402E-9011-4CECD9838D44}" dt="2025-09-04T11:33:40.272" v="2135" actId="20577"/>
        <pc:sldMkLst>
          <pc:docMk/>
          <pc:sldMk cId="1514856769" sldId="403"/>
        </pc:sldMkLst>
        <pc:spChg chg="mod">
          <ac:chgData name="Sharjeel Khilji" userId="d7c9e5d0-931d-429e-91f4-ab214ce9376a" providerId="ADAL" clId="{48B68879-5A9C-402E-9011-4CECD9838D44}" dt="2025-09-04T11:33:40.272" v="2135" actId="20577"/>
          <ac:spMkLst>
            <pc:docMk/>
            <pc:sldMk cId="1514856769" sldId="403"/>
            <ac:spMk id="2" creationId="{20D378C6-2561-6985-231D-1A8C418EBDFB}"/>
          </ac:spMkLst>
        </pc:spChg>
        <pc:picChg chg="add mod">
          <ac:chgData name="Sharjeel Khilji" userId="d7c9e5d0-931d-429e-91f4-ab214ce9376a" providerId="ADAL" clId="{48B68879-5A9C-402E-9011-4CECD9838D44}" dt="2025-09-04T11:33:19.516" v="2107" actId="14100"/>
          <ac:picMkLst>
            <pc:docMk/>
            <pc:sldMk cId="1514856769" sldId="403"/>
            <ac:picMk id="9" creationId="{48B0DAA2-AD9B-0440-8596-4A25EDC14136}"/>
          </ac:picMkLst>
        </pc:picChg>
      </pc:sldChg>
      <pc:sldChg chg="addSp delSp modSp new mod">
        <pc:chgData name="Sharjeel Khilji" userId="d7c9e5d0-931d-429e-91f4-ab214ce9376a" providerId="ADAL" clId="{48B68879-5A9C-402E-9011-4CECD9838D44}" dt="2025-09-04T11:34:07.320" v="2143" actId="1076"/>
        <pc:sldMkLst>
          <pc:docMk/>
          <pc:sldMk cId="2407652035" sldId="404"/>
        </pc:sldMkLst>
        <pc:spChg chg="mod">
          <ac:chgData name="Sharjeel Khilji" userId="d7c9e5d0-931d-429e-91f4-ab214ce9376a" providerId="ADAL" clId="{48B68879-5A9C-402E-9011-4CECD9838D44}" dt="2025-09-04T11:33:36.179" v="2134" actId="20577"/>
          <ac:spMkLst>
            <pc:docMk/>
            <pc:sldMk cId="2407652035" sldId="404"/>
            <ac:spMk id="2" creationId="{8315D04A-663E-4E63-FAE0-60B9463ACCA7}"/>
          </ac:spMkLst>
        </pc:spChg>
        <pc:picChg chg="add mod">
          <ac:chgData name="Sharjeel Khilji" userId="d7c9e5d0-931d-429e-91f4-ab214ce9376a" providerId="ADAL" clId="{48B68879-5A9C-402E-9011-4CECD9838D44}" dt="2025-09-04T11:34:07.320" v="2143" actId="1076"/>
          <ac:picMkLst>
            <pc:docMk/>
            <pc:sldMk cId="2407652035" sldId="404"/>
            <ac:picMk id="7" creationId="{1682C97B-9E22-2E99-ED8D-830485B76067}"/>
          </ac:picMkLst>
        </pc:picChg>
      </pc:sldChg>
      <pc:sldChg chg="modSp add mod">
        <pc:chgData name="Sharjeel Khilji" userId="d7c9e5d0-931d-429e-91f4-ab214ce9376a" providerId="ADAL" clId="{48B68879-5A9C-402E-9011-4CECD9838D44}" dt="2025-09-04T12:59:13.823" v="2233" actId="1076"/>
        <pc:sldMkLst>
          <pc:docMk/>
          <pc:sldMk cId="0" sldId="685"/>
        </pc:sldMkLst>
        <pc:spChg chg="mod">
          <ac:chgData name="Sharjeel Khilji" userId="d7c9e5d0-931d-429e-91f4-ab214ce9376a" providerId="ADAL" clId="{48B68879-5A9C-402E-9011-4CECD9838D44}" dt="2025-09-04T12:59:13.823" v="2233" actId="1076"/>
          <ac:spMkLst>
            <pc:docMk/>
            <pc:sldMk cId="0" sldId="685"/>
            <ac:spMk id="1163289" creationId="{A9FD1032-FA00-C97C-281D-A0DD16B13920}"/>
          </ac:spMkLst>
        </pc:spChg>
      </pc:sldChg>
      <pc:sldChg chg="modSp add del mod">
        <pc:chgData name="Sharjeel Khilji" userId="d7c9e5d0-931d-429e-91f4-ab214ce9376a" providerId="ADAL" clId="{48B68879-5A9C-402E-9011-4CECD9838D44}" dt="2025-09-04T12:45:47.952" v="2213" actId="47"/>
        <pc:sldMkLst>
          <pc:docMk/>
          <pc:sldMk cId="0" sldId="686"/>
        </pc:sldMkLst>
      </pc:sldChg>
      <pc:sldChg chg="addSp delSp add del">
        <pc:chgData name="Sharjeel Khilji" userId="d7c9e5d0-931d-429e-91f4-ab214ce9376a" providerId="ADAL" clId="{48B68879-5A9C-402E-9011-4CECD9838D44}" dt="2025-09-04T12:47:40.183" v="2218" actId="47"/>
        <pc:sldMkLst>
          <pc:docMk/>
          <pc:sldMk cId="0" sldId="706"/>
        </pc:sldMkLst>
      </pc:sldChg>
      <pc:sldChg chg="modSp add del mod">
        <pc:chgData name="Sharjeel Khilji" userId="d7c9e5d0-931d-429e-91f4-ab214ce9376a" providerId="ADAL" clId="{48B68879-5A9C-402E-9011-4CECD9838D44}" dt="2025-09-04T12:47:40.183" v="2218" actId="47"/>
        <pc:sldMkLst>
          <pc:docMk/>
          <pc:sldMk cId="0" sldId="707"/>
        </pc:sldMkLst>
      </pc:sldChg>
      <pc:sldChg chg="modSp add mod">
        <pc:chgData name="Sharjeel Khilji" userId="d7c9e5d0-931d-429e-91f4-ab214ce9376a" providerId="ADAL" clId="{48B68879-5A9C-402E-9011-4CECD9838D44}" dt="2025-09-04T12:46:08.546" v="2217" actId="1076"/>
        <pc:sldMkLst>
          <pc:docMk/>
          <pc:sldMk cId="0" sldId="710"/>
        </pc:sldMkLst>
        <pc:spChg chg="mod">
          <ac:chgData name="Sharjeel Khilji" userId="d7c9e5d0-931d-429e-91f4-ab214ce9376a" providerId="ADAL" clId="{48B68879-5A9C-402E-9011-4CECD9838D44}" dt="2025-09-04T12:46:01.157" v="2216" actId="1076"/>
          <ac:spMkLst>
            <pc:docMk/>
            <pc:sldMk cId="0" sldId="710"/>
            <ac:spMk id="1206274" creationId="{18BC1EDE-B9FE-0160-05D2-B1D06725B0C3}"/>
          </ac:spMkLst>
        </pc:spChg>
        <pc:spChg chg="mod">
          <ac:chgData name="Sharjeel Khilji" userId="d7c9e5d0-931d-429e-91f4-ab214ce9376a" providerId="ADAL" clId="{48B68879-5A9C-402E-9011-4CECD9838D44}" dt="2025-09-04T12:46:08.546" v="2217" actId="1076"/>
          <ac:spMkLst>
            <pc:docMk/>
            <pc:sldMk cId="0" sldId="710"/>
            <ac:spMk id="1206285" creationId="{CD99944C-8E81-806E-7A17-FBCEA22C068B}"/>
          </ac:spMkLst>
        </pc:spChg>
      </pc:sldChg>
      <pc:sldChg chg="modSp add mod ord">
        <pc:chgData name="Sharjeel Khilji" userId="d7c9e5d0-931d-429e-91f4-ab214ce9376a" providerId="ADAL" clId="{48B68879-5A9C-402E-9011-4CECD9838D44}" dt="2025-09-04T13:13:58.484" v="2244" actId="20577"/>
        <pc:sldMkLst>
          <pc:docMk/>
          <pc:sldMk cId="0" sldId="712"/>
        </pc:sldMkLst>
        <pc:spChg chg="mod">
          <ac:chgData name="Sharjeel Khilji" userId="d7c9e5d0-931d-429e-91f4-ab214ce9376a" providerId="ADAL" clId="{48B68879-5A9C-402E-9011-4CECD9838D44}" dt="2025-09-04T12:59:25.627" v="2236" actId="1076"/>
          <ac:spMkLst>
            <pc:docMk/>
            <pc:sldMk cId="0" sldId="712"/>
            <ac:spMk id="1208322" creationId="{7CAFBF89-11FE-79F7-7C87-58855D9FA13F}"/>
          </ac:spMkLst>
        </pc:spChg>
        <pc:spChg chg="mod">
          <ac:chgData name="Sharjeel Khilji" userId="d7c9e5d0-931d-429e-91f4-ab214ce9376a" providerId="ADAL" clId="{48B68879-5A9C-402E-9011-4CECD9838D44}" dt="2025-09-04T13:13:58.484" v="2244" actId="20577"/>
          <ac:spMkLst>
            <pc:docMk/>
            <pc:sldMk cId="0" sldId="712"/>
            <ac:spMk id="1208324" creationId="{B13B1EDA-5534-3B5A-7AAD-C64C54D64C50}"/>
          </ac:spMkLst>
        </pc:spChg>
        <pc:spChg chg="mod">
          <ac:chgData name="Sharjeel Khilji" userId="d7c9e5d0-931d-429e-91f4-ab214ce9376a" providerId="ADAL" clId="{48B68879-5A9C-402E-9011-4CECD9838D44}" dt="2025-09-04T13:01:14.789" v="2237" actId="404"/>
          <ac:spMkLst>
            <pc:docMk/>
            <pc:sldMk cId="0" sldId="712"/>
            <ac:spMk id="1208333" creationId="{3D6231DB-003F-7366-6B85-2E3F28C2350B}"/>
          </ac:spMkLst>
        </pc:spChg>
      </pc:sldChg>
      <pc:sldChg chg="modSp add mod">
        <pc:chgData name="Sharjeel Khilji" userId="d7c9e5d0-931d-429e-91f4-ab214ce9376a" providerId="ADAL" clId="{48B68879-5A9C-402E-9011-4CECD9838D44}" dt="2025-09-04T13:01:49.156" v="2240" actId="1076"/>
        <pc:sldMkLst>
          <pc:docMk/>
          <pc:sldMk cId="0" sldId="713"/>
        </pc:sldMkLst>
        <pc:spChg chg="mod">
          <ac:chgData name="Sharjeel Khilji" userId="d7c9e5d0-931d-429e-91f4-ab214ce9376a" providerId="ADAL" clId="{48B68879-5A9C-402E-9011-4CECD9838D44}" dt="2025-09-04T13:01:41.350" v="2239" actId="404"/>
          <ac:spMkLst>
            <pc:docMk/>
            <pc:sldMk cId="0" sldId="713"/>
            <ac:spMk id="1209346" creationId="{AFC04CBD-97FE-7747-91DA-E52FF48462B5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48" creationId="{1A1567FA-45C0-C9E9-72A6-02C556B020D6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49" creationId="{BC03C3F8-5021-784A-9DB4-6737DA1F89AB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51" creationId="{59FD245D-8E18-AAEE-5281-D5DD96B0555C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52" creationId="{ED4A5A08-5121-BCB2-7E19-B7FE3A9F1C92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55" creationId="{5CFBD77B-C2CB-005E-31C6-DB091B997322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56" creationId="{A0F2C996-5B32-645D-5E73-FE5647834BA7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60" creationId="{FE6991D7-B246-73AC-62FA-89B4408A095E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62" creationId="{A91CB9D5-7E35-30D7-818A-9080B908306D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63" creationId="{E72C6F49-E4C8-AC25-0A38-A17AFB4AFCB1}"/>
          </ac:spMkLst>
        </pc:spChg>
        <pc:spChg chg="mod">
          <ac:chgData name="Sharjeel Khilji" userId="d7c9e5d0-931d-429e-91f4-ab214ce9376a" providerId="ADAL" clId="{48B68879-5A9C-402E-9011-4CECD9838D44}" dt="2025-09-04T13:01:49.156" v="2240" actId="1076"/>
          <ac:spMkLst>
            <pc:docMk/>
            <pc:sldMk cId="0" sldId="713"/>
            <ac:spMk id="1209365" creationId="{55E8FB55-26AB-ADC7-FE3A-CD261A9C7230}"/>
          </ac:spMkLst>
        </pc:spChg>
      </pc:sldChg>
      <pc:sldChg chg="modSp add mod">
        <pc:chgData name="Sharjeel Khilji" userId="d7c9e5d0-931d-429e-91f4-ab214ce9376a" providerId="ADAL" clId="{48B68879-5A9C-402E-9011-4CECD9838D44}" dt="2025-09-04T12:49:41.485" v="2231" actId="404"/>
        <pc:sldMkLst>
          <pc:docMk/>
          <pc:sldMk cId="0" sldId="719"/>
        </pc:sldMkLst>
        <pc:spChg chg="mod">
          <ac:chgData name="Sharjeel Khilji" userId="d7c9e5d0-931d-429e-91f4-ab214ce9376a" providerId="ADAL" clId="{48B68879-5A9C-402E-9011-4CECD9838D44}" dt="2025-09-04T12:48:15.310" v="2221" actId="14100"/>
          <ac:spMkLst>
            <pc:docMk/>
            <pc:sldMk cId="0" sldId="719"/>
            <ac:spMk id="1215490" creationId="{5EF1D445-CC3B-AC2C-9694-7738459CF43C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0" creationId="{3B6EFD5D-5B4A-CBCD-4AED-169F12223B80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4" creationId="{51B0E004-C142-4158-D7FA-E99D5C35A45F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5" creationId="{B61DF57D-1852-EFD8-43A0-297F3817A2B4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6" creationId="{47F08B61-0EBC-9B4D-BCA8-36A31D9E8D28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7" creationId="{914A21F6-6513-251C-7147-26BEFBC13BD8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8" creationId="{468524D9-8A42-015C-5BDE-2EC511235C99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29" creationId="{6479CAA1-05C7-408C-649B-73E87BF0C584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30" creationId="{A82E160F-F110-53C7-4EA7-FB0A98ED86CB}"/>
          </ac:spMkLst>
        </pc:spChg>
        <pc:spChg chg="mod">
          <ac:chgData name="Sharjeel Khilji" userId="d7c9e5d0-931d-429e-91f4-ab214ce9376a" providerId="ADAL" clId="{48B68879-5A9C-402E-9011-4CECD9838D44}" dt="2025-09-04T12:48:21.773" v="2222" actId="1076"/>
          <ac:spMkLst>
            <pc:docMk/>
            <pc:sldMk cId="0" sldId="719"/>
            <ac:spMk id="1215531" creationId="{297E2C43-BB30-B0BD-C18D-8A7BB09082C6}"/>
          </ac:spMkLst>
        </pc:spChg>
        <pc:spChg chg="mod">
          <ac:chgData name="Sharjeel Khilji" userId="d7c9e5d0-931d-429e-91f4-ab214ce9376a" providerId="ADAL" clId="{48B68879-5A9C-402E-9011-4CECD9838D44}" dt="2025-09-04T12:49:41.485" v="2231" actId="404"/>
          <ac:spMkLst>
            <pc:docMk/>
            <pc:sldMk cId="0" sldId="719"/>
            <ac:spMk id="1215532" creationId="{5A1CF2FA-C0C2-C8FC-CC91-F394704A7BF1}"/>
          </ac:spMkLst>
        </pc:spChg>
      </pc:sldChg>
      <pc:sldChg chg="modSp new mod">
        <pc:chgData name="Sharjeel Khilji" userId="d7c9e5d0-931d-429e-91f4-ab214ce9376a" providerId="ADAL" clId="{48B68879-5A9C-402E-9011-4CECD9838D44}" dt="2025-09-05T06:32:11.211" v="2339" actId="20577"/>
        <pc:sldMkLst>
          <pc:docMk/>
          <pc:sldMk cId="2235680817" sldId="720"/>
        </pc:sldMkLst>
        <pc:spChg chg="mod">
          <ac:chgData name="Sharjeel Khilji" userId="d7c9e5d0-931d-429e-91f4-ab214ce9376a" providerId="ADAL" clId="{48B68879-5A9C-402E-9011-4CECD9838D44}" dt="2025-09-05T06:22:50.907" v="2279" actId="20577"/>
          <ac:spMkLst>
            <pc:docMk/>
            <pc:sldMk cId="2235680817" sldId="720"/>
            <ac:spMk id="2" creationId="{FEF659B1-33A4-DFE3-62B2-4F83D3D6C916}"/>
          </ac:spMkLst>
        </pc:spChg>
        <pc:spChg chg="mod">
          <ac:chgData name="Sharjeel Khilji" userId="d7c9e5d0-931d-429e-91f4-ab214ce9376a" providerId="ADAL" clId="{48B68879-5A9C-402E-9011-4CECD9838D44}" dt="2025-09-05T06:32:11.211" v="2339" actId="20577"/>
          <ac:spMkLst>
            <pc:docMk/>
            <pc:sldMk cId="2235680817" sldId="720"/>
            <ac:spMk id="3" creationId="{A077A3C5-05C4-24FD-77C8-84C5413AC68F}"/>
          </ac:spMkLst>
        </pc:spChg>
      </pc:sldChg>
      <pc:sldChg chg="modSp add mod">
        <pc:chgData name="Sharjeel Khilji" userId="d7c9e5d0-931d-429e-91f4-ab214ce9376a" providerId="ADAL" clId="{48B68879-5A9C-402E-9011-4CECD9838D44}" dt="2025-09-05T06:32:37.800" v="2341" actId="207"/>
        <pc:sldMkLst>
          <pc:docMk/>
          <pc:sldMk cId="2394088853" sldId="721"/>
        </pc:sldMkLst>
        <pc:spChg chg="mod">
          <ac:chgData name="Sharjeel Khilji" userId="d7c9e5d0-931d-429e-91f4-ab214ce9376a" providerId="ADAL" clId="{48B68879-5A9C-402E-9011-4CECD9838D44}" dt="2025-09-05T06:32:37.800" v="2341" actId="207"/>
          <ac:spMkLst>
            <pc:docMk/>
            <pc:sldMk cId="2394088853" sldId="721"/>
            <ac:spMk id="3" creationId="{8913A6BD-C8D7-C598-8644-38B6D13FA46C}"/>
          </ac:spMkLst>
        </pc:spChg>
      </pc:sldChg>
      <pc:sldChg chg="modSp add mod">
        <pc:chgData name="Sharjeel Khilji" userId="d7c9e5d0-931d-429e-91f4-ab214ce9376a" providerId="ADAL" clId="{48B68879-5A9C-402E-9011-4CECD9838D44}" dt="2025-09-05T06:32:57.009" v="2343" actId="207"/>
        <pc:sldMkLst>
          <pc:docMk/>
          <pc:sldMk cId="2339467727" sldId="722"/>
        </pc:sldMkLst>
        <pc:spChg chg="mod">
          <ac:chgData name="Sharjeel Khilji" userId="d7c9e5d0-931d-429e-91f4-ab214ce9376a" providerId="ADAL" clId="{48B68879-5A9C-402E-9011-4CECD9838D44}" dt="2025-09-05T06:32:57.009" v="2343" actId="207"/>
          <ac:spMkLst>
            <pc:docMk/>
            <pc:sldMk cId="2339467727" sldId="722"/>
            <ac:spMk id="3" creationId="{D4ECE81E-5642-E895-F651-11DC15B43C30}"/>
          </ac:spMkLst>
        </pc:spChg>
      </pc:sldChg>
      <pc:sldChg chg="modSp new mod">
        <pc:chgData name="Sharjeel Khilji" userId="d7c9e5d0-931d-429e-91f4-ab214ce9376a" providerId="ADAL" clId="{48B68879-5A9C-402E-9011-4CECD9838D44}" dt="2025-09-05T06:33:53.220" v="2387" actId="20577"/>
        <pc:sldMkLst>
          <pc:docMk/>
          <pc:sldMk cId="1467681291" sldId="723"/>
        </pc:sldMkLst>
        <pc:spChg chg="mod">
          <ac:chgData name="Sharjeel Khilji" userId="d7c9e5d0-931d-429e-91f4-ab214ce9376a" providerId="ADAL" clId="{48B68879-5A9C-402E-9011-4CECD9838D44}" dt="2025-09-05T06:33:33.513" v="2357" actId="20577"/>
          <ac:spMkLst>
            <pc:docMk/>
            <pc:sldMk cId="1467681291" sldId="723"/>
            <ac:spMk id="2" creationId="{3A355C06-5AF4-B39E-DDAA-29C7E23DF557}"/>
          </ac:spMkLst>
        </pc:spChg>
        <pc:spChg chg="mod">
          <ac:chgData name="Sharjeel Khilji" userId="d7c9e5d0-931d-429e-91f4-ab214ce9376a" providerId="ADAL" clId="{48B68879-5A9C-402E-9011-4CECD9838D44}" dt="2025-09-05T06:33:53.220" v="2387" actId="20577"/>
          <ac:spMkLst>
            <pc:docMk/>
            <pc:sldMk cId="1467681291" sldId="723"/>
            <ac:spMk id="3" creationId="{936C9F0B-BB9A-BCD9-E231-1081B7ACB411}"/>
          </ac:spMkLst>
        </pc:spChg>
      </pc:sldChg>
    </pc:docChg>
  </pc:docChgLst>
  <pc:docChgLst>
    <pc:chgData name="Sharjeel Khilji" userId="d7c9e5d0-931d-429e-91f4-ab214ce9376a" providerId="ADAL" clId="{E2418967-D9BB-4836-A7B1-6D90887AE8F3}"/>
    <pc:docChg chg="modSld">
      <pc:chgData name="Sharjeel Khilji" userId="d7c9e5d0-931d-429e-91f4-ab214ce9376a" providerId="ADAL" clId="{E2418967-D9BB-4836-A7B1-6D90887AE8F3}" dt="2025-08-08T05:17:20.432" v="1" actId="404"/>
      <pc:docMkLst>
        <pc:docMk/>
      </pc:docMkLst>
      <pc:sldChg chg="modSp mod">
        <pc:chgData name="Sharjeel Khilji" userId="d7c9e5d0-931d-429e-91f4-ab214ce9376a" providerId="ADAL" clId="{E2418967-D9BB-4836-A7B1-6D90887AE8F3}" dt="2025-08-08T05:17:20.432" v="1" actId="404"/>
        <pc:sldMkLst>
          <pc:docMk/>
          <pc:sldMk cId="2843283411" sldId="384"/>
        </pc:sldMkLst>
      </pc:sldChg>
    </pc:docChg>
  </pc:docChgLst>
  <pc:docChgLst>
    <pc:chgData name="Sharjeel Khilji" userId="d7c9e5d0-931d-429e-91f4-ab214ce9376a" providerId="ADAL" clId="{9355A8DB-037E-4519-AB3A-CCB6926EBB87}"/>
    <pc:docChg chg="undo custSel delSld modSld">
      <pc:chgData name="Sharjeel Khilji" userId="d7c9e5d0-931d-429e-91f4-ab214ce9376a" providerId="ADAL" clId="{9355A8DB-037E-4519-AB3A-CCB6926EBB87}" dt="2025-05-02T11:38:09.528" v="48" actId="20577"/>
      <pc:docMkLst>
        <pc:docMk/>
      </pc:docMkLst>
      <pc:sldChg chg="modSp mod">
        <pc:chgData name="Sharjeel Khilji" userId="d7c9e5d0-931d-429e-91f4-ab214ce9376a" providerId="ADAL" clId="{9355A8DB-037E-4519-AB3A-CCB6926EBB87}" dt="2025-05-02T11:38:09.528" v="48" actId="20577"/>
        <pc:sldMkLst>
          <pc:docMk/>
          <pc:sldMk cId="0" sldId="330"/>
        </pc:sldMkLst>
      </pc:sldChg>
      <pc:sldChg chg="modSp mod">
        <pc:chgData name="Sharjeel Khilji" userId="d7c9e5d0-931d-429e-91f4-ab214ce9376a" providerId="ADAL" clId="{9355A8DB-037E-4519-AB3A-CCB6926EBB87}" dt="2025-05-02T10:12:12.292" v="20" actId="14100"/>
        <pc:sldMkLst>
          <pc:docMk/>
          <pc:sldMk cId="0" sldId="331"/>
        </pc:sldMkLst>
      </pc:sldChg>
      <pc:sldChg chg="addSp delSp modSp mod">
        <pc:chgData name="Sharjeel Khilji" userId="d7c9e5d0-931d-429e-91f4-ab214ce9376a" providerId="ADAL" clId="{9355A8DB-037E-4519-AB3A-CCB6926EBB87}" dt="2025-05-02T10:42:13.750" v="47" actId="20577"/>
        <pc:sldMkLst>
          <pc:docMk/>
          <pc:sldMk cId="0" sldId="340"/>
        </pc:sldMkLst>
      </pc:sldChg>
      <pc:sldChg chg="modSp">
        <pc:chgData name="Sharjeel Khilji" userId="d7c9e5d0-931d-429e-91f4-ab214ce9376a" providerId="ADAL" clId="{9355A8DB-037E-4519-AB3A-CCB6926EBB87}" dt="2025-05-02T05:58:25.954" v="4" actId="20577"/>
        <pc:sldMkLst>
          <pc:docMk/>
          <pc:sldMk cId="2560384181" sldId="381"/>
        </pc:sldMkLst>
      </pc:sldChg>
      <pc:sldChg chg="modSp mod">
        <pc:chgData name="Sharjeel Khilji" userId="d7c9e5d0-931d-429e-91f4-ab214ce9376a" providerId="ADAL" clId="{9355A8DB-037E-4519-AB3A-CCB6926EBB87}" dt="2025-05-02T06:17:16.218" v="7" actId="1076"/>
        <pc:sldMkLst>
          <pc:docMk/>
          <pc:sldMk cId="3742768264" sldId="385"/>
        </pc:sldMkLst>
      </pc:sldChg>
      <pc:sldChg chg="modSp mod">
        <pc:chgData name="Sharjeel Khilji" userId="d7c9e5d0-931d-429e-91f4-ab214ce9376a" providerId="ADAL" clId="{9355A8DB-037E-4519-AB3A-CCB6926EBB87}" dt="2025-05-02T06:19:17.051" v="8" actId="404"/>
        <pc:sldMkLst>
          <pc:docMk/>
          <pc:sldMk cId="172434346" sldId="387"/>
        </pc:sldMkLst>
      </pc:sldChg>
      <pc:sldChg chg="modSp mod">
        <pc:chgData name="Sharjeel Khilji" userId="d7c9e5d0-931d-429e-91f4-ab214ce9376a" providerId="ADAL" clId="{9355A8DB-037E-4519-AB3A-CCB6926EBB87}" dt="2025-05-02T06:52:17.339" v="10" actId="404"/>
        <pc:sldMkLst>
          <pc:docMk/>
          <pc:sldMk cId="2366557240" sldId="391"/>
        </pc:sldMkLst>
      </pc:sldChg>
      <pc:sldChg chg="modSp mod">
        <pc:chgData name="Sharjeel Khilji" userId="d7c9e5d0-931d-429e-91f4-ab214ce9376a" providerId="ADAL" clId="{9355A8DB-037E-4519-AB3A-CCB6926EBB87}" dt="2025-05-02T07:07:21.394" v="18" actId="20577"/>
        <pc:sldMkLst>
          <pc:docMk/>
          <pc:sldMk cId="3507278863" sldId="393"/>
        </pc:sldMkLst>
      </pc:sldChg>
      <pc:sldChg chg="del">
        <pc:chgData name="Sharjeel Khilji" userId="d7c9e5d0-931d-429e-91f4-ab214ce9376a" providerId="ADAL" clId="{9355A8DB-037E-4519-AB3A-CCB6926EBB87}" dt="2025-05-02T07:18:36.945" v="19" actId="47"/>
        <pc:sldMkLst>
          <pc:docMk/>
          <pc:sldMk cId="145995019" sldId="3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94" cy="512646"/>
          </a:xfrm>
          <a:prstGeom prst="rect">
            <a:avLst/>
          </a:prstGeom>
        </p:spPr>
        <p:txBody>
          <a:bodyPr vert="horz" lIns="100179" tIns="50090" rIns="100179" bIns="5009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4021505" y="0"/>
            <a:ext cx="3076694" cy="512646"/>
          </a:xfrm>
          <a:prstGeom prst="rect">
            <a:avLst/>
          </a:prstGeom>
        </p:spPr>
        <p:txBody>
          <a:bodyPr vert="horz" lIns="100179" tIns="50090" rIns="100179" bIns="5009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20F03AD3-9EDF-4B63-B2AA-0C2872CCD88C}" type="datetimeFigureOut">
              <a:rPr lang="en-US"/>
              <a:pPr>
                <a:defRPr/>
              </a:pPr>
              <a:t>9/9/2025</a:t>
            </a:fld>
            <a:endParaRPr lang="en-US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9721968"/>
            <a:ext cx="3076694" cy="510358"/>
          </a:xfrm>
          <a:prstGeom prst="rect">
            <a:avLst/>
          </a:prstGeom>
        </p:spPr>
        <p:txBody>
          <a:bodyPr vert="horz" lIns="100179" tIns="50090" rIns="100179" bIns="5009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4021505" y="9721968"/>
            <a:ext cx="3076694" cy="510358"/>
          </a:xfrm>
          <a:prstGeom prst="rect">
            <a:avLst/>
          </a:prstGeom>
        </p:spPr>
        <p:txBody>
          <a:bodyPr vert="horz" lIns="100179" tIns="50090" rIns="100179" bIns="5009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5B7EDD60-A5F5-4C2B-985C-2A0350A9C2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406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4:54:58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17256 11142 0,'0'0'0,"0"0"0,0 0 0,0 0 15,0 0-15,0 0 16,0 0-16,0 0 16,0 0-16,0 0 15,0 0-15,0 0 16,0 0-16,0 0 16,0 0-1,0 0-15,0 0 16,-6 33-16,1 2 15,-11 71-15,0 1 16,7-23-16,6-9 16,-6-11-16,2-8 15,1-15-15,1-10 16,0-6-16,4-7 16,-4 1-16,5-2 15,-1 0-15,-1-1 16,1-4-1,1-12-15,6 21 16,-6-21-16,36 25 16,-12-8-16,13-3 15,7 2-15,3-8 16,3 2 0,-4-9-16,-2-2 15,9-6-15,8-2 16,5-2-16,7-2 15,-20 3-15,-8 1 16,-24 5-16,2 0 16,-23 4-16,0 0 15,28-6-15,-28 6 16,0 0-16,22-4 16,-22 4-16,0 0 15,0 0-15,0 0 16</inkml:trace>
  <inkml:trace contextRef="#ctx0" brushRef="#br0" timeOffset="531.12">18199 11341 0,'0'0'0,"0"0"16,0 0 0,0 0-16,0 0 15,0 0-15,0 0 16,0 0-16,0 0 15,5 20-15,0 1 16,5 84-16,1 2 16,-6-34-16,-2-21 15,-3-9-15,0-9 16,-3 5-16,0 4 16,-2 5-16,2 12 15,0-23-15,1-8 16,1-15-1,1 3-15,0-17 16,0 0-16</inkml:trace>
  <inkml:trace contextRef="#ctx0" brushRef="#br0" timeOffset="1140.42">18067 11336 0,'0'0'16,"0"0"-16,0 0 16,0 0-16,0 0 15,0 0-15,0 0 16,0 0-1,0 0-15,30-16 16,0 1-16,20 1 16,19 3-16,-31 11 15,-12 11 1,6-4-16,-1 6 16,2-1-16,5 6 15,6 2-15,9 7 16,-8-4-16,0 4 15,-9 8-15,-3 10 16,-7 1-16,-2 8 16,-10-11-16,-3 0 15,-10-5-15,-4-6 16,-12 10-16,-6 3 16,-13 11-16,-7 10 15,-3-8 1,-6 0-16,-7-11 15,-2-3-15,-9-13 16,-3-6-16,15-9 16,9-3-16,13-8 15,11 0-15,23-5 16,-34 2 0,34-2-16,0 0 15,-27 0-15,27 0 16,0 0-16,0 0 15,0 0-15,0 0 16</inkml:trace>
  <inkml:trace contextRef="#ctx0" brushRef="#br0" timeOffset="2698.7">17618 10163 0,'0'0'0,"0"0"0,0 0 31,0 0-31,0 0 16,0 0-16,0 0 16,0 0-16,0 0 15,-44 10-15,-1-2 16,-82 21-16,1 1 16,76-15-16,3-1 15,0-4-15,6 3 16,19-7-16,1 1 15,21-7-15,0 0 16,0 0-16,-21 10 16,35 6-16,1 1 15,34 41 1,0 1-16,4-5 16,5 0-16,-14-14 15,-2-9-15,-7-5 16,-5-3-16,-8-4 15,-2-5 1,-20-14-16,17 13 16,-17-13-16,0 0 15,-42 30-15,4-7 16,-20 6-16,-11 7 16,5-18-16,-1-5 15,3-7-15,4-2 16,9-2-16,13-2 15,8-2-15,28 2 16,-33-4-16,33 4 16,0 0-16,-27-9 15,27 9 1,0 0-16</inkml:trace>
  <inkml:trace contextRef="#ctx0" brushRef="#br0" timeOffset="3214.3">18034 10218 0,'0'0'0,"0"0"16,0 0-16,0 0 16,0 0-16,0 0 15,0 0-15,0 0 16,0 0-16,0 0 15,0 0 1,0 0-16,0 0 16,0 0-16,0 0 15,0 0-15,0 0 16,30-8-16,0-1 16,32 5-16,3 3 15,-39 4-15,3 3 16,-29-6-16,34 10 15,-34-10-15,0 0 16,27 14-16,-27-14 16,0 0-16,27 9 15,-27-9 1,0 0-16,0 0 16,0 0-16</inkml:trace>
  <inkml:trace contextRef="#ctx0" brushRef="#br0" timeOffset="3651.74">18078 10178 0,'0'0'0,"0"0"0,0 0 16,0 0-16,0 0 15,0 0 1,0 0-16,0 0 16,0 0-16,0 0 15,0 0-15,0 0 16,0 0-16,2 41 15,-1 1-15,-4 61 16,2 3 0,-3-41-16,3-25 15,-2 2-15,1-5 16,-1-8-16,1-5 16,1-5-16,1-4 15,-3-2-15,3-13 16,3 19-16,-3-19 15,0 0-15,4 13 16</inkml:trace>
  <inkml:trace contextRef="#ctx0" brushRef="#br0" timeOffset="10525.75">21054 10713 0,'0'0'16,"0"0"-16,0 0 15,0 0-15,0 0 16,0 0-16,0 0 16,0 0-16,0 0 15,0 0-15,0 0 16,0 0-16,0 0 15,0 0-15,0 0 16,0 0-16,0 0 16,0 0-1,0 0-15,-4 30 16,1 0-16,-3 146 16,2 4-16,5-103 15,2 0-15,-1 30 16,2 24-1,-2-1-15,3 12 16,-2 3-16,0 10 16,0-2-16,0 6 15,-1-18-15,1-9 16,-1 9-16,1 5 16,0-15-16,0-7 15,2-4-15,1-5 16,0-2-16,2-6 15,1-14-15,3-9 16,-3-9 0,2-6-16,0 15 15,3 11-15,-5-18 16,1-8-16,-4-21 16,0-12-16,-3-12 15,1-5-15,-3-7 16,-1-12-16,2 17 15,-2-17 1,0 0-16,3 14 16</inkml:trace>
  <inkml:trace contextRef="#ctx0" brushRef="#br0" timeOffset="12275.61">20930 10730 0,'0'0'15,"0"0"-15,0 0 16,0 0-16,0 0 16,0 0-16,0 0 15,0 0-15,0 0 16,0 0-16,0 0 15,39-17-15,2 3 16,119-35-16,0 0 16,-61 17-1,-36 16-15,54-21 16,29-5-16,-33 8 16,-9 10-16,9-5 15,6 5-15,-20 5 16,-9 6-1,-4 3-15,-5 4 16,-15-1-16,-9 4 16,-10-2-16,-3 5 15,-10 0-15,-6 3 16,-5-3-16,-23 0 16,33 5-16,-33-5 15,22 4-15,-22-4 16,23 11-16,-10 1 15,4 24-15,0-1 16,4 19-16,2 14 16,-5-9-1,-1 5-15,-6-3 16,1 1-16,-2 31 16,-1 22-16,-3-11 15,-1 4-15,-2-4 16,2 5-1,-2 14-15,0 16 16,-3-35-16,2-20 16,-2 23-16,0 9 15,0-23-15,0-7 16,0-4-16,0 1 16,0 8-16,0 10 15,0-23-15,0-10 16,0-7-16,0-7 15,0 16-15,0 12 16,-2 7-16,2 13 16,-1-40-1,2-19-15,-1-6 16,0-6-16,0 10 16,0 8-16,0 10 15,2 17-15,-1-14 16,3 5-1,0-16-15,2-3 16,-1-11-16,3-7 16,0-3-16,4-1 15,-2 1-15,1 1 16,0-1-16,0 0 16,-2-2-16,2 2 15,-3-2-15,0 0 16,-1 0-16,0 3 15,-4 0-15,2 1 16,-4-9-16,-1 0 16,0-6-1,0-14-15,0 18 16,0-18-16,0 0 16,-1 16-16,1-16 15,-5 12-15,-9 1 16,1 0-1,-24 1-15,-1 2 16,-47-6-16,2 2 16,-25-6-16,-18 2 15,5-4-15,2 3 16,-3-3-16,1-1 16,-2-3-16,3 0 15,17-3-15,14-4 16,12-3-16,15-2 15,2-3-15,9-1 16,3 0-16,5-2 16,5 4-1,8 1-15,4 1 16,26 12-16,-42-18 16,42 18-16,-36-19 15,36 19-15,-28-12 16,28 12-1,0 0-15,-28-14 16,28 14-16,0 0 16</inkml:trace>
  <inkml:trace contextRef="#ctx0" brushRef="#br0" timeOffset="13244.26">20743 15079 0,'0'0'15,"0"0"-15,0 0 16,0 0-16,0 0 16,0 0-1,0 0-15,0 0 16,0 0-16,0 0 16,0 0-16,0 0 15,0 0-15,-11 18 16,3 1-1,-25 111-15,0 2 16,25-82-16,1 1 16,2-7-16,3-1 15,-1 9-15,3 8 16,-1-19-16,-1-8 16,0-8-16,2-6 15,-1-7-15,1-12 16,1 12-16,-1-12 15,0 0-15,0 0 16,13-37-16,-2 6 16,-8 1-1,0-2-15,2-9 16,1-7-16,-2-28 16,1-19-16,-3 20 15,0 9-15,-2 31 16,1 0-1,-1 17-15,0 1 16,0 4-16,0 13 16,0 0-16,2-14 15,-2 14-15,0 0 16,49 23-16,-12-1 16,18 23-16,17 18 15,-11-5-15,-1 4 16,-14-18-16,-8-10 15,-4-1-15,-4-4 16,-3-3 0,-4-2-16,-4-3 15,-3 0-15,-4-5 16,-3-1-16,-9-15 16,12 19-16,-12-19 15,0 0-15,0 0 16,10 12-1</inkml:trace>
  <inkml:trace contextRef="#ctx0" brushRef="#br0" timeOffset="13962.89">21718 15056 0,'0'0'15,"0"0"-15,0 0 16,0 0-16,0 0 15,0 0-15,0 0 16,0 0-16,0 0 16,-28 10-1,2 0-15,-74 73 16,3-1-16,39-7 16,28-4-16,-6-15 15,7-8-15,4-7 16,8-11-1,0-5-15,4-2 16,3-8-16,10-15 16,-10 18-16,10-18 15,0 0-15,0 0 16,0 0-16,0 0 16,5-25-16,7-6 15,19-67-15,1 2 16,-9 17-16,-2 17 15,-3 11-15,0 13 16,10-6-16,11 4 16,-3-2-1,5 2-15,-13 16 16,-3 12-16,-7-1 16,-18 13-16,33-10 15,-33 10 1,40 0-16,-19 6 15,1 0-15,3 5 16,-3-1-16,0 2 16,3 13-16,2 10 15,-5 27-15,-2 23 16,-3-15-16,-1 3 16,-8-11-16,-5-6 15,-1-13-15,-1-5 16,-2 5-16,-3 2 15,0-3-15,-1 1 16,-1-14 0,3-7-16,0-5 15,1-4-15,2-13 16,0 0-16,0 0 16,0 0-16</inkml:trace>
  <inkml:trace contextRef="#ctx0" brushRef="#br0" timeOffset="14494.18">22651 14983 0,'0'0'15,"0"0"-15,0 0 16,0 0-16,0 0 15,0 0-15,0 0 16,-18 8-16,18-8 16,-85 43-1,19-9-15,36-15 16,2 1-16,7-1 16,7 2-16,3 3 15,6 6-15,9 3 16,8 8-1,17 6-15,12 9 16,1-10-16,3-5 16,-7-7-16,1-8 15,-14-6-15,-7-5 16,-18-15-16,23 19 16,-23-19-16,0 0 15,-3 22-15,-6-7 16,-34 23-16,2-2 15,-14 0-15,-7-1 16,12-19-16,7-12 16,10-2-1,11-4-15,22 2 16,-33-8-16,33 8 16,-22-18-16,18 1 15,4 1 1,6-6-16,11-6 15</inkml:trace>
  <inkml:trace contextRef="#ctx0" brushRef="#br0" timeOffset="14900.24">23299 15029 0,'0'0'15,"0"0"-15,0 0 16,0 0 0,0 0-16,0 0 15,0 0-15,0 0 16,0 0-16,-21 10 16,21-10-16,-83 77 15,18-9-15,21 6 16,14 7-1,5-16-15,12-6 16,1-11-16,7-7 16,-6 8-16,1 9 15,2 2-15,3 8 16,2-16-16,4-8 16,-1-15-16,2-9 15,-2-5-15,1-3 16,-1-12-16,0 0 15,0 0-15,4 13 16</inkml:trace>
  <inkml:trace contextRef="#ctx0" brushRef="#br0" timeOffset="15962.71">23758 14954 0,'0'0'0,"0"0"16,0 0-16,0 0 15,0 0-15,0 0 16,0 0-16,0 0 16,0 0-16,0 0 15,0 0-15,-5 50 16,4 0-1,-18 132-15,-2 0 16,12-141-16,0 0 16,-2 0-16,1 1 15,-4 8-15,3 5 16,0-9-16,0-1 16,3-12-16,3-6 15,1-6-15,0-6 16,0-3-16,3 0 15,1-12-15,-4 14 16,4-14-16,0 0 16,0 0-1,-2 15-15,2-15 16,0 0-16,0 0 16,0 0-16,-6 13 15,6-13-15,0 0 16,0 0-1,0 0-15,0 0 16,6 13-16,-6-13 16,0 0-16,0 0 15,0 0-15,0 0 16,0 0-16,0 0 16,0 0-16,0 0 15,0 0-15,1 11 16,-1-11-16,0 0 15,0 0-15,0 0 16,0 0 0,0 0-16,0 0 15,0 0-15,0 0 16,0 0-16,0 0 16,0 0-16</inkml:trace>
  <inkml:trace contextRef="#ctx0" brushRef="#br0" timeOffset="16868.78">22885 15579 0,'0'0'16,"0"0"-16,0 0 15,0 0-15,0 0 16,0 0 0,0 0-16,0 0 15,0 0-15,0 0 16,0 0-16,33-6 16,2-1-16,103-9 15,0-1 1,-45 6-16,-30 4 15,33-6-15,15 0 16,-27 3-16,-11 3 16,-19 0-16,-13 3 15,-9 0-15,-10 2 16,-22 2-16,25-3 16,-25 3-16,0 0 15,0 0-15,0 0 16</inkml:trace>
  <inkml:trace contextRef="#ctx0" brushRef="#br0" timeOffset="18103.14">24139 15079 0,'0'0'15,"0"0"-15,0 0 16,0 0-16,0 0 15,0 0-15,0 0 16,0 0-16,0 0 16,0 0-1,0 0-15,0 0 16,0 0-16,-5 25 16,2-1-16,-17 127 15,0 0 1,10-93-16,2 2 15,0 10-15,1 13 16,-1-11-16,1 1 16,-1-22-16,4-10 15,1-11-15,1-11 16,2-19-16,-1 19 16,1-19-16,0 0 15,1-19-15,1-3 16,4-59-16,0 1 15,-3 39-15,1 2 16,-3 5 0,2 7-16,2-43 15,0 0-15,1-13 16,-1-3-16,-2 26 16,0 18-16,-1 5 15,-1 12 1,1 3-16,1 4 15,9-23-15,-1 2 16,14-23-16,10-15 16,-4 17-16,7 11 15,-11 11-15,-1 18 16,6 6-16,4 9 16,11 23-16,7 16 15,-11-2-15,-2 5 16,-11-5-16,-4 6 15,-7-8-15,-4 4 16,-9 14 0,-3 11-16,-20 20 15,-15 16-15,2-19 16,1-5-16,-12-15 16,-5-8-16,-5-16 15,-2-12 1,0 2-16,2-3 15,2-7-15,4-2 16,13-6-16,8-1 16,24-3-16,-29 1 15,29-1-15,0 0 16,-21-1-16,21 1 16,0 0-16,0 0 15,0 0-15,36-13 16,2 10-16,0 3 15,6 7-15,1 5 16,5 1 0,4 3-16,-2 17 15,6 17-15,-3-3 16,1 9-16,-12-10 16,-6-5-16,-7-7 15,-4-5 1,-7-9-16,-3-3 15,-4-4-15,-13-13 16,17 15-16,-17-15 16,0 0-16,16 15 15,-16-15-15,0 0 16,0 0-16,0 0 16</inkml:trace>
  <inkml:trace contextRef="#ctx0" brushRef="#br0" timeOffset="20196.81">18791 10844 0,'0'0'16,"0"0"-16,0 0 15,0 0-15,0 0 16,0 0-16,0 0 16,0 0-16,0 0 15,0 0-15,0 0 16,0 0-16,0 0 15,0 0-15,0 0 16,0 0 0,0 0-16,-19-20 15,0 1-15,-11-13 16,-3-6-16,19 21 16,0 2-16,4 3 15,10 12 1,-13-15-16,13 15 15,-8-12-15,8 12 16,0 0-16,0 0 16,0 0-16,-12-13 15,12 13-15,0 0 16,0 0-16,0 0 16,54 19-16,-17-4 15,25 12-15,18 8 16,9-8-16,16-2 15,-16-7-15,-3-2 16,15 2 0,10 0-16,9 2 15,11 5-15,-9-3 16,1 0-16,-1 2 16,2 5-16,-8 2 15,-5 5 1,1 1-16,2 5 15,-18-7-15,-8-1 16,-14-6-16,-11-3 16,-2-3-16,-1 0 15,-9-3-15,-2-2 16,-13-7-16,-8 0 16,-28-10-16,30 11 15,-30-11-15,0 0 16,21 4-16,-21-4 15,0 0-15,0 0 16,0 0 0,0 0-16,0 0 15,0 0-15,0 0 16,0 0-16</inkml:trace>
  <inkml:trace contextRef="#ctx0" brushRef="#br0" timeOffset="20446.75">20787 11268 0,'0'0'0,"0"0"16,0 0-16,0 0 15,0 0-15,0 0 16,0 0-16</inkml:trace>
  <inkml:trace contextRef="#ctx0" brushRef="#br0" timeOffset="21149.76">20724 11060 0,'0'0'16,"0"0"-16,0 0 15,0 0-15,0 0 16,0 0-16,0 0 16,0 0-16,0 0 15,0 0-15,0 0 16,0 0-16,0 0 15,0 0-15,0 0 16,0 0 0,0 0-16,0 0 15,0 0-15,0 0 16,0 0-16,0 0 16,0 0-16,0 0 15,0 0 1,0 0-16,0 0 15,0 0-15,0 0 16,0 0-16,0 0 16,0 0-16,0 0 15,0 0-15,0 0 16,0 0-16,0 0 16,0 0-16,0 0 15,0 0-15,0 0 16,0 0-16,0 0 15,22 14 1,-1 2-16,24 20 16,-1 2-16,-14-13 15,-10-4-15,-4-2 16,-2-1-16,-4-5 16,-4-1-16,-6-12 15,9 17 1,-9-17-16,5 12 15,-5-12-15,0 0 16,0 0-16,-2 15 16,2-15-16,-18 16 15,-19-2-15,3-3 16,-18 1-16,-9 2 16,17-3-16,11 0 15,0-2-15,5 0 16,3-1-16,25-8 15,-35 19-15,25-5 16</inkml:trace>
  <inkml:trace contextRef="#ctx0" brushRef="#br0" timeOffset="22321.36">21013 11320 0,'0'0'0,"0"0"15,0 0-15,0 0 16,0 0-16,0 0 16,0 0-16,0 0 15,0 0 1,0 0-16,0 0 15,0 0-15,0 0 16,22-9-16,1 3 16,72-14-16,0 1 15,-16 7-15,-12 7 16,31-2-16,19 2 16,-19-3-16,-7 2 15,-2 0-15,0 3 16,2-1-16,4 2 15,2 0-15,7 2 16,-10 0 0,-3 2-16,-21-2 15,-13 2-15,-4-2 16,-4 2-16,-13-2 16,-8 2-16,-28-2 15,35 3 1,-35-3-16,0 0 15,26 0-15,-26 0 16,0 0-16,21 3 16,-21-3-16,0 0 15,0 0-15,0 0 16,0 0-16,0 0 16,0 0-16,0 0 15,22 4-15,-22-4 16,0 0-16,0 0 15,0 0 1,0 0-16,0 0 16,27 11-16,-27-11 15,21 0-15,-21 0 16,38-5-16,-38 5 16,40-4-1,-40 4-15,33-3 16,-33 3-16,21-3 15,-21 3-15,0 0 16,21-2-16,-21 2 16,0 0-16,0 0 15,0 0-15,-22 6 16</inkml:trace>
  <inkml:trace contextRef="#ctx0" brushRef="#br0" timeOffset="23165.04">20930 11930 0,'0'0'15,"0"0"-15,0 0 16,0 0-16,0 0 15,0 0-15,0 0 16,0 0 0,0 0-16,0 0 15,0 0-15,0 0 16,0 0-16,0 0 16,0 0-16,0 0 15,0 0 1,0 0-16,0 0 15,25-7-15,0 3 16,83-10-16,-1 2 16,-22 1-16,-14 3 15,38-2-15,23-1 16,-9 0-16,4 2 16,-13-1-16,-3 4 15,1 0-15,1 3 16,-9-1-16,-3 4 15,-8-3 1,-4 3-16,-3-2 16,-2 2-16,-29-2 15,-19 4-15,-4-2 16,-9 0-16,-23 0 16,35 0-1,-35 0-15,21 0 16,-21 0-16,0 0 15,21 0-15,-21 0 16,0 0-16,0 0 16,0 0-16,0 0 15,0 0-15,24 0 16,-24 0-16,0 0 16,0 0-16,0 0 15,0 0-15,0 0 16,0 0-16,0 0 15,0 0 1,0 0-16,0 0 16,0 0-16</inkml:trace>
  <inkml:trace contextRef="#ctx0" brushRef="#br0" timeOffset="23914.86">21415 11373 0,'0'0'16,"0"0"-16,0 0 15,0 0-15,0 0 16,0 0-16,0 0 15,0 0 1,0 0-16,0 0 16,0 0-16,0 0 15,0 0-15,0 0 16,0 0-16,0 0 16,0 0-1,17 0-15,-17 0 16,77 0-16,-20 0 15,-17-2-15,-9 0 16,-7 0-16,-3 2 16,-21 0-16,21-2 15,-21 2-15,0 0 16,0 0-16,24-1 16,-24 1-16,0 0 15,0 0-15,0 0 16,0 0-16,0 0 15,0 0 1,0 0-16,0 0 16,0 0-16</inkml:trace>
  <inkml:trace contextRef="#ctx0" brushRef="#br0" timeOffset="24211.76">21460 11388 0,'0'0'0,"0"0"15,0 0 1,0 0-16,0 0 15,0 0-15,0 0 16,0 0-16,0 0 16,0 0-16,0 0 15,0 0-15,0 0 16,-6 37-16,1 2 16,-6 70-16,3 4 15,7-76-15,-1 0 16,1-12-16,1-6 15,-2-7-15,2-12 16,-3 19 0,3-19-16,1 12 15,-1-12-15,2 14 16,-2-14-16,5 17 16,-5-17-1</inkml:trace>
  <inkml:trace contextRef="#ctx0" brushRef="#br0" timeOffset="24727.53">22294 11339 0,'0'0'15,"0"0"-15,0 0 16,0 0-16,0 0 16,0 0-16,0 0 15,0 0-15,0 0 16,0 0-16,0 0 16,0 0-16,0 0 15,0 0-15,0 0 16,0 25-16,1-1 15,-1 49 1,0 1-16,0-41 16,0 2-16,-1-14 15,1-7-15,-2-1 16,2-13-16,2 18 16,-2-18-16,0 0 15,3 17 1</inkml:trace>
  <inkml:trace contextRef="#ctx0" brushRef="#br0" timeOffset="25352.28">22306 11373 0,'0'0'0,"0"0"16,0 0-16,0 0 15,0 0-15,0 0 16,0 0-16,0 0 16,0 0-1,0 0-15,0 0 16,0 0-16,0 0 15,39-8-15,1 2 16,41-2-16,1 3 16,-51 5-16,1 0 15,-7 2-15,-2 3 16,-23-5-16,36 6 16,-36-6-16,27 12 15,-27-12-15,14 25 16,-9-4-16,-2 6 15,-3 5 1,0 13-16,-6-5 16,1 4-16,0-6 15,2-1-15,-5-5 16,-2 2-16,-10-6 16,-5 2-1,-19-4-15,-12 1 16,1-4-16,0 0 15,13-12-15,10-8 16,1-1-16,4 0 16,5-4-16,22 2 15,-28-4-15,28 4 16,0 0-16,-21-4 16,21 4-16,0 0 15</inkml:trace>
  <inkml:trace contextRef="#ctx0" brushRef="#br0" timeOffset="25852.17">22110 11067 0,'0'0'0,"0"0"0,0 0 15,0 0-15,0 0 16,0 0 0,0 0-16,0 0 15,0 0-15,0 0 16,0 0-16,-11 27 16,0 2-1,-20 52-15,-1 1 16,12-15-16,4-9 15,-6 33-15,3 22 16,2-39-16,4-15 16,1-8-16,4-8 15,-5 13-15,0 10 16,-2-1-16,0 7 16</inkml:trace>
  <inkml:trace contextRef="#ctx0" brushRef="#br0" timeOffset="29898.65">17554 12932 0,'0'0'0,"0"0"16,0 0-16,0 0 16,0 0-16,0 0 15,0 0-15,0 0 16,0 0-16,0 0 16,0 0-1,0 0-15,0 0 16,0 0-16,0 0 15,0 0-15,0 0 16,0 0-16,0 0 16,0 0-16,0 0 15,0 0-15,0 0 16,0 0-16,0 0 16,0 0-16,0 0 15,0 0-15,0 0 16,30-4-16,0 0 15,111-40 1,0 3-16,-45-4 16,-26-3-16,44-5 15,22-3-15,-12-4 16,3-2 0,16 0-16,9-1 15,1 6-15,2 4 16,16-10-16,14-3 15,-33 9-15,-15 9 16,-4 0-16,-6 4 16,-1 5-16,-1 4 15,-12 6-15,-6 11 16,-6-7-16,-4 3 16,-22 7-16,-12 3 15,-20 1-15,-15 6 16,-6-1-1,-22 6-15,21-4 16,-21 4-16,0 0 16,0 0-16,0 0 15,25-4-15,-25 4 16,0 0-16,0 0 16,0 0-1,0 0-15,0 0 16,0 0-16,0 0 15,20-10-15,-20 10 16,0 0-16,0 0 16,0 0-16,0 0 15,0 0-15,0 0 16,0 0-16,0 0 16,0 0-16,0 0 15,0 0-15,0 0 16,0 0-16,0 0 15,0 0 1,0 0-16,0 0 16,0 0-16,3-17 15,-3 17-15,-18-13 16,18 13-16,-36-18 16,6 11-1,-5-9-15,-3 0 16,5 2-16,3 3 15,2-2-15,3 5 16,1-2-16,24 10 16,-42-15-16,42 15 15,-36-12-15,36 12 16,-24-8-16,24 8 16,0 0-16,0 0 15,-21-8-15,21 8 16,0 0-16,0 0 15,0 0 1,0 0-16,0 0 16,0 0-16,24 2 15,1 4-15,10 2 16,9 3-16,-10-3 16,1 4-1,-5-3-15,-2 0 16,-28-9-16,31 13 15,-31-13-15,0 0 16,20 13-16,-20-13 16,0 0-16,13 12 15,-13-12-15,0 0 16,8 15-16,-8-15 16,-19 47-16,-3-5 15,-26 10-15,-13 7 16,-28-7-16,-22 2 15,-15 22 1,-16 21-16</inkml:trace>
  <inkml:trace contextRef="#ctx0" brushRef="#br0" timeOffset="32648">22372 11586 0,'0'0'15,"0"0"-15,0 0 16,0 0-1,0 0-15,0 0 16,0 0-16,0 0 16,0 0-16,0 0 15,0 0-15,0 0 16,0 0 0,11 38-16,0 2 15,9 17-15,7 18 16,-16-23-16,-4-6 15,-6 38-15,-4 25 16,-8-25-16,-5-3 16,-4-1-16,-4-1 15,-60 54-15,0 1 16,1-27-16,5-12 16,-48-16-16,-28-12 15,18 25-15,1 14 16,-28-12-1,-16-4-15,-13-48 16,-9-34-16,-1 24 16,0 12-16,0-24 15,2-9-15,20-3 16,16 1-16,-20-9 16,-6-5-1,12-7-15,8-3 16,13-9-16,14-7 15,10-17-15,10-10 16,9 2-16,13-1 16,5-1-16,10 4 15,2 2-15,6 6 16,13 8-16,16 6 16,1 0-16,8 2 15,2 0-15,7 3 16,6 4-1,10 4-15,0 3 16,7 3-16,-2 1 16,10 12-16,-8-12 15,8 12-15,0 0 16,-7-13 0,7 13-16,0 0 15,-8-16-15,8 16 16,0 0-16,0 0 15,0 0-15,0 0 16,-6-15-16,6 15 16,0 0-16,0 0 15,0 0-15,0 0 16,0-12-16,0 12 16,0 0-16,0 0 15,0 0-15,0 0 16,-3-15-1,3 15-15,-3-13 16,3 13-16,-2-18 16,2 5-16,-1-1 15,1 1-15,0 13 16,-2-16 0,2 16-16,-1-13 15,1 13-15,0 0 16,0 0-16,0 0 15,-27 29-15,16-2 16,-11 13-16,-5 10 16,7-13-16,3 1 15,4-14-15,4-7 16,1-3-16,1-1 16,7-13-16,-8 16 15,8-16-15,0 0 16,-5 12-1,5-12-15,0 0 16,0 0-16,0 0 16,0 0-16,0 0 15,0 0-15,0 0 16,0 0 0,7-20-16,-1 7 15,2-7-15,5-3 16,-2 0-16,2 2 15,-3 7-15,-10 14 16,21-19-16,-21 19 16,23-18-16,-23 18 15,33-22-15,-33 22 16,35-5-16,-35 5 16,44 29-16,-13 2 15,2 8-15,3 15 16,0 8-1,5 14-15,0 15 16,1 19-16</inkml:trace>
  <inkml:trace contextRef="#ctx0" brushRef="#br0" timeOffset="34835.04">15468 11957 0,'0'0'0,"0"0"0,0 0 31,0 0-16,0 0-15,0 0 16,0 0-16,0 0 0,0 0 0,0 0 16,0 0-16,0 0 15,0 0 1,0 0-16,0 0 16,0 0-16,0 0 15,0 0-15,0 0 16,0 0-16,0 0 15,0 0-15,0 0 16,0 0-16,0 0 16,0 0-16,0 0 15,52-15-15,-1 3 16,134-24-16,1 3 16,-109 16-1,3 3-15,85-15 16,0 1-16,-51 7 15,-31 6-15,5-1 16,-3 2-16,-27 1 16,-12 7-16,-25 1 15,0 2 1,-21 3-16,0 0 16,22-7-16,-22 7 15,0 0-15,0 0 16,-39-9-16,7 0 15,-16-2-15,-10 3 16,-3 2-16,-2 4 16,11-2-16,6 1 15,7 0-15,8 3 16,2-3-16,6 2 16,23 1-16,-35-7 15,35 7 1,-21-6-16,21 6 15,0 0-15,-20-10 16,20 10-16,0 0 16,5-15-16,13-6 15,2 1 1,13-3-16,11 0 16,-5 9-16,2 7 15,-13 1-15,-6 6 16,-22 0-16,28 5 15,-28-5-15,0 0 16,24 9-16,-24-9 16,9 34-16,-7-9 15</inkml:trace>
  <inkml:trace contextRef="#ctx0" brushRef="#br0" timeOffset="35725.79">15022 10805 0,'0'0'0,"0"0"16,0 0-16,0 0 15,0 0-15,0 0 16,0 0-16,0 0 16,0 0-16,0 0 15,0 0 1,24-6-16,2 1 16,100-20-16,-1 0 15,-42 10-15,-27 6 16,45-12-16,25-3 15,-11 0-15,3 2 16,-19 1-16,-8 5 16,-18 2-16,-15 3 15,-6 1-15,-6 3 16,-15 1-16,-9 3 16,-22 3-16,34-6 15,-34 6 1,0 0-16,21-4 15,-21 4-15,0 0 16,0 0-16,0 0 16,0 0-16,-9-14 15,9 14 1,-29-23-16,9 8 16,-1-4-16,0-1 15,-4 0-15,0 0 31,4 1-31,2 5 16,5 1-16,14 13 16,-20-17-16,20 17 15,0 0-15,-19-14 0,19 14 0,0 0 16,0 0-16,0 0 16,0 0-16,0 0 31,0 0-16,28-6-15,16 8 16,0 0-16,-3 2 16,1 2-16,-1 7 15,3 6-15,-11-1 0,-5 5 32,-6-2-32,-3 3 15,-6 17-15,-4 18 16</inkml:trace>
  <inkml:trace contextRef="#ctx0" brushRef="#br0" timeOffset="43442.87">23843 15188 0,'0'0'0,"0"0"16,0 0 0,0 0-16,0 0 15,0 0-15,0 0 16</inkml:trace>
  <inkml:trace contextRef="#ctx0" brushRef="#br0" timeOffset="46333.38">23782 11456 0,'0'0'15,"0"0"-15,0 0 16,0 0-16,0 0 16,0 0-16,0 0 15,0 0-15,0 0 16,0 0-16,0 0 15,0 0-15,0 0 16,8 31-16,-3 3 16,8 42-16,3 2 15,-10-53-15,0 0 16,1-7 0,3-2-16,27-2 15,0-1-15,84-35 16,3 1-16,8-40 15,11-27-15,-21 33 16,-9 14 0,-18-6-16,-14 10 15,-20 9-15,-16 11 16,-13 2-16,-11 9 16,-21 6-16,23-6 15,-23 6-15,0 0 16,0 0-16,0 0 15,25-6-15,-25 6 16,0 0-16,0 0 16,0 0-16,0 0 15,0 0-15,0 0 16,0 0 0,23 3-16,-23-3 15,0 0-15,0 0 16,0 0-16,0 0 15,0 0-15,0 0 16,0 0 0,0 0-16,0 0 15,0 0-15,0 0 16,0 0-16,0 0 16,0 0-16,0 0 15,0 0-15,0 0 16,0 0-16,0 0 15,0 0-15,0 0 16,0 0-16,0 0 16,0 0-16,0 0 15,0 0-15,0 0 16,0 0 0,0 0-16,0 0 15,0 0-15,0 0 16,0 0-16,0 0 15,0 0-15,0 0 16,20 3-16,-20-3 16,0 0-1,0 0-15,0 0 16,0 0-16,0 0 16,0 0-16,0 0 15,0 0-15,0 0 16,0 0-16,0 0 15,0 0-15,0 0 16,0 0-16,0 0 16,0 0-16,0 0 15,0 0-15,0 0 16,0 0-16,0 0 16,0 0-1,0 0-15,0 0 16,0 0-16,0 0 15,0 0-15,0 0 16,0 0 0,0 0-16,0 0 15,0 0-15,0 0 16,0 0-16,0 0 16,0 0-16,0 0 15,0 0-15,0 0 16,0 0-16,0 0 15,0 0-15,0 0 16,0 0-16,0 0 16,0 0-16,0 0 15,0 0-15,0 0 16,0 0 0,0 0-16,0 0 15,0 0-15,0 0 16,0 0-16,0 0 15,0 0-15,0 0 16,0 0 0,0 0-16,0 0 15,0 0-15,0 0 16,0 0-16,0 0 16,0 0-16,0 0 15,0 0-15,0 0 16,0 0-16,0 0 15,0 0-15,0 0 16,0 0-16,0 0 16,0 0-16,0 0 15,0 0-15,0 0 16,0 0 0,0 0-16,0 0 15,0 0-15,0 0 16,0 0-16,0 0 15,0 0-15,0 0 16,0 0-16,0 0 16,0 0-1,0 0-15,0 0 16,0 0-16,0 0 16,0 0-16,0 0 15,0 0-15,0 0 16,0 0-16,0 0 15,0 0-15,0 0 16,0 0-16,0 0 16,0 0-16,0 0 15,0 0-15,0 0 16,0 0-16,0 0 16,0 0-1,0 0-15,0 0 16,0 0-16,0 0 15,0 0-15,0 0 16,0 0 0,0 0-16,0 0 15,0 0-15,0 0 16,0 0-16,0 0 16,0 0-16,0 0 15,0 0-15,0 0 16,0 0-16,0 0 15,0 0-15,0 0 16,0 0-16,0 0 16,0 0-16,0 0 15,0 0-15,0 0 16</inkml:trace>
  <inkml:trace contextRef="#ctx0" brushRef="#br0" timeOffset="52207.08">16421 11555 0,'0'0'0,"0"0"16,0 0-16,0 0 15,0 0 1,0 0-16,0 0 16,0 0-16,0 0 15,0 0-15,0 0 16,0 0-16,0 0 16,0 0-16,0 0 15,0 0-15,0 0 16,0 0-16,0 0 15,15-4-15,-15 4 16,88-12-16,-15 3 16,-29 3-16,-14 6 15,-2-3 1,-3 3-16,-25 0 16,38-4-16,-38 4 15,23-3-15,-23 3 16,0 0-16,0 0 15,0 0 1,0 0-16,23-2 16,-23 2-16,0 0 15,0 0-15,0 0 16,0 0-16,0 0 16,0 0-16,0 0 15,0 0-15,15 12 16,-20 13-16,0-1 15,-13 27-15,2 0 16,-15 6-16,-3 3 16,-19 9-16,-13 12 15,-8 16 1,-11 15-16,24-35 16,14-16-16,6-11 15,11-11-15,1-8 16,9-7-16,2-6 15,7-7-15,11-11 16,-17 20 0,17-20-16,-11 12 15,11-12-15,0 0 16</inkml:trace>
  <inkml:trace contextRef="#ctx0" brushRef="#br0" timeOffset="60768.32">16978 12525 0,'0'0'16,"0"0"-16,0 0 15,0 0-15,0 0 16,0 0 0,0 0-16,0 0 15,0 0-15,0 0 16,0 0-16,0 0 16,0 0-16,0 0 15,0 0 1,0 0-16,0 0 15,0 0-15,0 0 16,0 0-16,0 0 16,0 0-16,0 0 15,0 0-15,0 0 16,0 0-16,0 0 16,0 0-16,0 0 15,0 0-15,0 0 16,0 0-16,0 0 15,0 0-15,0 0 16,0 0 0,0 0-16,44-14 15,0 1-15,92-12 16,-1 3-16,-48 11 16,-34 11-16,51-14 15,24-5-15,-7 2 16,6 5-1,-11-2-15,-4 0 16,-1-1-16,5 2 16,-9-1-16,-2 4 15,-11 1-15,-6 7 16,-12 0-16,-7 4 16,-8-2-16,-4 4 15,-17-4-15,-10 2 16,-30-2-16,30 0 15,-30 0-15,0 0 16,22 0-16,-22 0 16,0 0-1,0 0-15,0 0 16,0 0-16,23 0 16,-23 0-16,0 0 15,0 0 1,0 0-16,0 0 15,0 0-15,0 0 16,0 0-16,0 0 16,0 0-16,0 0 15,0 0-15,0 0 16,0 0-16,0 0 16,0 0-16,0 0 15,0 0-15,0 0 16,0 0-16,0 0 15,0 0-15,0 0 16,0 0 0,0 0-16,0 0 15,0 0-15,0 0 16,0 0-16,0 0 16,0 0-16,0 0 15,0 0-15,0 0 16,0 0-1,0 0-15,0 0 16,0 0-16,0 0 16,0 0-16,0 0 15,0 0-15,0 0 16,0 0-16,0 0 16,0 0-16,0 0 15,0 0-15,0 0 16,0 0-16,0 0 15,0 0-15,0 0 16,0 0 0,0 0-16,0 0 15,0 0-15,0 0 16,0 0-16,0 0 16,0 0-16,0 0 15,0 0-15,0 0 16,0 0-1,0 0-15,0 0 16,0 0-16,0 0 16,0 0-16,0 0 15,0 0-15,0 0 16,0 0-16,0 0 16,0 0-16,0 0 15,0 0-15,0 0 16,0 0-16,0 0 15,0 0-15,0 0 16,0 0-16,0 0 16,0 0-1,0 0-15,0 0 16,0 0-16,0 0 16,0 0-16,0 0 15,0 0 1,0 0-16,0 0 15,0 0-15,0 0 16,0 0-16,0 0 16,0 0-16,0 0 15,0 0-15,0 0 16,0 0-16,0 0 16,0 0-16,0 0 15,0 0-15,0 0 16,0 0-16,0 0 15,0 0-15,0 0 16,0 0 0,0 0-16,0 0 15,0 0-15,0 0 16,0 0-16,0 0 16,0 0-16,0 0 15,0 0-15,0 0 16,0 0-1,0 0-15,0 0 16,0 0-16,0 0 16,0 0-16,0 0 15,0 0-15,0 0 16,0 0-16,0 0 16,0 0-16,0 0 15,0 0-15,0 0 16,0 0-16,0 0 15,0 0-15,0 0 16,0 0-16,0 0 16,0 0-1,0 0-15,0 0 16,0 0-16,0 0 16,0 0-16,0 0 15,0 0-15,0 0 16,0 0-1,0 0-15,0 0 16,0 0-16,0 0 16,0 0-16,0 0 15,0 0-15,0 0 16,0 0-16,0 0 16,0 0-16,0 0 15,0 0-15,0 0 16,0 0-16,0 0 15,0 0-15,0 0 16,0 0-16,0 0 16,0 0-1,0 0-15,0 0 16,0 0-16,0 0 16,0 0-16,0 0 15,0 0 1,0 0-16,0 0 15,0 0-15,0 0 16,0 0-16,0 0 16,0 0-16,0 0 15,0 0-15,0 0 16,0 0-16,0 0 16,0 0-16,0 0 15,0 0-15,0 0 16,0 0-16,0 0 15,0 0-15,0 0 16,0 0 0,0 0-16,0 0 15,0 0-15,0 0 16,0 0-16,0 0 16,0 0-16,0 0 15,0 0-15,0 0 16,0 0-1,0 0-15,0 0 16,0 0-16,0 0 16,0 0-16,0 0 15,0 0-15,0 0 16,0 0-16,0 0 16,0 0-16,0 0 15,0 0-15,0 0 16,0 0-16,0 0 15,0 0-15,0 0 16,0 0-16,0 0 16,0 0-1,0 0-15,0 0 16,0 0-16,0 0 16,0 0-16,0 0 15,0 0-15,0 0 16,0 0-1,0 0-15,0 0 16,0 0-16,0 0 16,0 0-16,0 0 15,0 0-15,0 0 16,0 0-16,0 0 16,0 0-16,0 0 15,0 0-15,21 7 16</inkml:trace>
  <inkml:trace contextRef="#ctx0" brushRef="#br0" timeOffset="63580.17">18290 12233 0,'0'0'16,"0"0"-16,0 0 15,0 0-15,0 0 16,0 0-16,0 0 16,0 0-1,0 0-15,0 0 16,0 0-16,-8 65 16,2 1-16,14 159 15,0 1 1,0-175-16,1 0 15,43 67-15,3 1 16,15-8-16,13-3 16,25-40-16,21-26 15,0 5-15,8 0 16,40-6-16,32-7 16,-29-36-16,-9-25 15,28 4-15,16-4 16,-9-24-16,5-18 15,-8-44-15,-1-34 16,-19 46 0,-9 20-16,-34-8 15,-25 4-15,-6-20 16,-10-13-16,-52 75 16,-1-1-16,-8 2 15,-4 4-15,10-19 16,5-4-1,-1-20-15,5-12 16,-16 29-16,-9 16 16,-14 20-16,3 0 15,-7 10-15,-2 6 16,-8 12-16,9-17 16,-9 17-16,0 0 15,6-17-15,-6 17 16,0 0-16,0 0 15,0 0-15,0 0 16,0 0-16,7-12 16,-7 12-1,0 0-15,0 0 16,0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4:58:32.6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17758 9113 0,'0'0'0,"0"0"15,0 0 1,0 0-16,0 0 15,0 0-15,0 0 16,0 0-16,0 0 16,0 0-16,0 0 15,0 0-15,0 0 16,-2 38-16,2 1 16,2 135-16,-1 0 15,-1-117-15,2 1 16,3 25-16,3 20 15,-2 21-15,2 21 16,-4-35 0,3-16-16,-1 33 15,3 17-15,-4-34 16,1-15-16,-1 13 16,2 3-16,-3-14 15,2-5 1,-3-22-16,1-14 15,-1 20-15,2 13 16,-2-12-16,0-1 16,-1-22-16,1-12 15,-3-11-15,2-6 16,-2-6-16,0 0 16,0-5-16,0 1 15,0-15-15,0 23 16,0-23-16,0 23 15,0-9 1,0 5-16,-2 0 16,2 3-16,-2-3 15,2 1-15,-1-3 16,-1-3-16,0-2 16,2-12-1,-3 19-15,3-19 16,0 0-16,-3 17 15,3-17-15,0 0 16,-5 13-16,5-13 16,0 0-16,0 0 15,0 0-15,0 0 16,0 0-16,0 0 16,0 0-16,0 0 15,-1 14-15,1-14 16,26 15-16,-5-3 15,26 8 1,-1 3-16,33-10 16,24-3-16,3-8 15,10-6-15,5-4 16,12-3-16,9-5 16,12-3-16,-4-2 15,6 3 1,10-3-16,7 0 15,1-1-15,6 1 16,12 0-16,12 4 16,-10 11-16,1 9 15,-2-1-15,-2 4 16,-9-1-16,-4 1 16,-2-3-16,-2 3 15,-20-4-15,-14 2 16,-6-1-16,-8 3 15,-22-2-15,-13 2 16,-22-1 0,-14 2-16,-10-2 15,-9 1-15,-11-3 16,-25-3-16,22 4 16,-22-4-1</inkml:trace>
  <inkml:trace contextRef="#ctx0" brushRef="#br0" timeOffset="1905.83">17804 9205 0,'0'0'16,"0"0"-16,0 0 16,0 0-16,0 0 15,0 0-15,0 0 16,0 0-16,0 0 16,0 0-16,0 0 15,43-7-15,0 1 16,109-23-16,2 3 15,-57 9-15,-36 9 16,59-12 0,25-6-16,-6 3 15,8 2-15,24-1 16,19 4-16,-5-1 16,5 4-1,13-1-15,15 3 16,-37 4-16,-14 3 15,22 0-15,13 5 16,-23-2-16,-5 6 16,3-6-16,1 3 15,-15-2-15,-6 4 16,-17-2-16,-12 0 16,-2-2-16,-2 2 15,-19-2-15,-9 4 16,-11-4-16,-10 1 15,-1-4 1,-5 3-16,-18-2 16,-11 4-16,1-3 15,-1 3-15,-4-1 16,1 1-16,-3-2 16,2 4-16,-4-2 15,-2 1 1,-7-1-16,-23 0 15,33 7-15,-33-7 16,22 4-16,-22-4 16,0 0-16,25 12 15,-25-12-15,16 19 16,-6-4-16,5 6 16,-4 8-16,5 8 15,-5 0-15,2 4 16,-8 1-16,0 3 15,-2 19-15,0 17 16,-1 9 0,0 19-16,-6-33 15,-2-10-15,0 10 16,2 7-16,-8 24 16,3 24-16,1-38 15,0-13 1,0 15-16,0 7 15,0-3-15,-1 4 16,3-25-16,1-17 16,-3 19-16,2 13 15,-3 4-15,1 12 16,1-43-16,4-23 16,-2 8-16,4 3 15,-5 25-15,1 20 16,2-22-16,3-5 15,0-24-15,3-18 16,-1 4 0,1-2-16,-2 6 15,5 3-15,-3-1 16,2 1-16,-2-4 16,4-1-1,-2-8-15,-1 1 16,1-6-16,-1-2 15,-2-7-15,1 1 16,-3-15-16,3 18 16,-3-18-16,0 0 15,2 13-15,-2-13 16,0 0-16,0 0 16,3 12-16,-3-12 15,0 0-15,0 0 16,0 0-16,0 0 15,0 0 1,0 0-16,0 0 16,0 0-16,0 0 15,0 0-15,-34-15 16,34 15-16,-41-16 16,16 10-16,-5-4 15,-2-1 1,-4-2-16,0 3 15,-3-2-15,3 3 16,-10-3-16,-5 0 16,2 2-16,3 3 15,9 3-15,5 6 16,2-2-16,5 5 16,2-1-16,23-4 15,-38 10-15,38-10 16</inkml:trace>
  <inkml:trace contextRef="#ctx0" brushRef="#br0" timeOffset="3358.98">17819 9890 0,'0'0'16,"0"0"-16,0 0 16,0 0-16,0 0 15,0 0-15,0 0 16,0 0-16,0 0 16,0 0-16,0 0 15,0 0-15,0 0 16,0 0-16,0 0 15,0 0-15,0 0 16,0 0 0,0 0-16,0 0 15,0 0-15,0 0 16,0 0-16,0 0 16,0 0-16,38-5 15,0-1 1,82-7-16,1 3 15,-39 4-15,-27 6 16,38-7-16,16 1 16,2 0-16,10 0 15,-7 0-15,2-1 16,-2 1-16,4 0 16,-2 0-16,5-1 15,9 2-15,11-2 16,-10 1-16,0 0 15,1 0-15,2-1 16,-5 1 0,-1 2-16,2-2 15,5 2-15,8 0 16,8 4-16,-23-2 16,-10-1-1,3 1-15,1 0 16,4 0-16,4 2 15,-7-2-15,-4 4 16,-12-2-16,-8 0 16,14 0-16,6 2 15,-3-2-15,-1 2 16,-17-2-16,-11 2 16,-4-2-16,-3 3 15,-9-3-15,-7 2 16,-3-2-16,-3 2 15,-9-2 1,-8 0-16,-2 0 16,-3 0-16,0 0 15,-3 0-15,-3 0 16,-1 0-16,-6 0 16,0 0-16,-23 0 15,25 0 1,-25 0-16,0 0 15,0 0-15,25 0 16,-25 0-16,0 0 16,0 0-16,0 0 15</inkml:trace>
  <inkml:trace contextRef="#ctx0" brushRef="#br0" timeOffset="4437.1">17670 10519 0,'0'0'15,"0"0"-15,0 0 16,0 0-16,0 0 16,0 0-16,0 0 15,0 0-15,0 0 16,0 0-16,0 0 16,20-2-16,-20 2 15,87-4-15,-17 2 16,-9 1-16,-1 1 15,27 9 1,21 14-16,-8-11 16,5-1-16,4 3 15,8 3-15,14-5 16,11 3-16,3-5 16,9 1-1,14-8-15,10 0 16,6-3-16,8 1 15,-1-5-15,4 1 16,-2-8-16,-2-1 16,-2-1-16,-3 6 15,-2-4-15,0 3 16,-18 1-16,-8 3 16,7-2-16,5 2 15,-12-3-15,-7 6 16,-13-3-16,-9 2 15,-7-3 1,-3 5-16,-16-1 16,-11 1-16,-1-3 15,-3 3-15,-19-2 16,-9 2-16,-5-1 16,-4 1-1,-2-4-15,1 8 16,-17-4-16,-8 0 15,-25 0-15,25 0 16,-25 0-16,0 0 16,0 0-16,26 0 15,-26 0-15,0 0 16,0 0-16,0 0 16,0 0-16,0 0 15,22 0-15,-22 0 16,0 0-16,0 0 15,0 0-15,0 0 16</inkml:trace>
  <inkml:trace contextRef="#ctx0" brushRef="#br0" timeOffset="26323.05">19274 9176 0,'0'0'15,"0"0"-15,0 0 16,0 0-16,0 0 16,0 0-16,0 0 15,0 0-15,0 0 16,0 0 0,0 0-16,0 0 15,0 0-15,0 0 16,0 0-16,0 0 15,0 0-15,0 0 16,0 0 0,0 0-16,0 0 15,0 0-15,0 0 16,0 0-16,0 0 16,0 0-16,0 0 15,0 0-15,0 0 16,0 0-16,0 0 15,0 0-15,0 0 16,0 0-16,0 0 16,0 0-16,0 0 15,0 0-15,0 0 16,-10 20 0,1 3-16,-13 58 15,0 0-15,13-22 16,9-11-16,-5 6 15,5 1-15,-3-17 16,0-10 0,1-7-16,2-4 15,0-1-15,2 1 16,-2 2-16,0 1 16,0 1-16,2 2 15,-1-7-15,2-2 16,-3-14-16,3 21 15,-3-21-15,0 15 16,0-15-16,0 0 16</inkml:trace>
  <inkml:trace contextRef="#ctx0" brushRef="#br0" timeOffset="27026.25">20371 8907 0,'0'0'16,"0"0"-16,0 0 15,0 0-15,0 0 16,0 0-16,0 0 16,0 0-16,0 0 15,0 0-15,0 0 16,6 27-16,1-1 15,-1 34-15,2 2 16,-5-32-16,0 0 16,-2 0-16,4 1 15,-3 10-15,1 13 16,-3 6 0,2 10-16,-2-12 15,1-2-15,-1-13 16,0-4-16,0-12 15,0-6-15,0-4 16,2-1 0,-2 0-16,1 1 15,-1-5-15,2 3 16,-2-15-16,3 21 16,-3-21-16,3 12 15</inkml:trace>
  <inkml:trace contextRef="#ctx0" brushRef="#br0" timeOffset="27494.83">21589 8849 0,'0'0'16,"0"0"-16,0 0 16,0 0-16,0 0 15,0 0-15,0 0 16,0 0-16,0 0 15,0 0-15,0 0 16,0 33-16,0 2 16,-2 43-16,1 3 15,-1-29-15,2-17 16,-1 17 0,-1 8-16,0 16 15,1 17-15,-1-16 16,1-5-16,-1-22 15,2-15-15,-2 0 16,2-2 0,-2 4-16,2 8 15,-2-9-15,4 0 16,-2-10-16,4-1 16</inkml:trace>
  <inkml:trace contextRef="#ctx0" brushRef="#br0" timeOffset="27975.23">22811 8878 0,'0'0'16,"0"0"-16,0 0 15,0 0-15,0 0 16,0 0-16,0 0 15,0 0 1,0 0-16,0 0 16,0 0-16,-1 32 15,1-2-15,-3 43 16,-1 1 0,0-29-16,3-14 15,-4 19-15,2 12 16,-2 10-16,3 13 15,-1-19-15,1-4 16,1-21-16,1-9 16,-2-5-16,2-5 15,-1-3-15,1-3 16</inkml:trace>
  <inkml:trace contextRef="#ctx0" brushRef="#br0" timeOffset="28928.27">22783 9697 0,'0'0'0,"0"0"16,0 0-16,0 0 16,0 0-16,0 0 15,0 0-15,0 0 16,0 0 0,0 0-16,0 0 15,0 0-15,0 0 16,0 0-16,0 0 15,0 0-15,0 0 16,8 18-16,0 1 16,4 57-16,1 3 15,-11-10-15,-5 2 16,-2-11-16,-2-2 16,1-9-16,3-7 15,-5 10-15,2 6 16,-2 8-1,2 9-15,-2-17 16,3-4-16,1-16 16,2-4-16,-1-8 15,3-2-15,-2-8 16,2-4-16,0-12 16,0 18-1,0-18-15,0 16 16,0-16-16,0 0 15,0 12-15,0-12 16</inkml:trace>
  <inkml:trace contextRef="#ctx0" brushRef="#br0" timeOffset="29709.34">21683 9805 0,'0'0'0,"0"0"16,0 0 0,0 0-16,0 0 15,0 0-15,0 0 16,0 0-16,0 0 15,0 0-15,0 0 16,0 0-16,0 0 16,-5 20-16,1 0 15,-12 70-15,2 0 16,6-32-16,6-18 16,-4-1-16,5-4 15,-4 4-15,0 6 16,-3 16-1,2 13-15,-3-4 16,1 7-16,1-19 16,3-6-16,-2-15 15,3-8-15,-2-2 16,3-2-16,-3-1 16,2 1-1,-2-1-15,4 0 16,-4-2-16,1 4 15,1-11-15,1-2 16,2-13-16,-3 16 16,3-16-16,0 0 15</inkml:trace>
  <inkml:trace contextRef="#ctx0" brushRef="#br0" timeOffset="30381.4">20442 9779 0,'0'0'0,"0"0"16,0 0 0,0 0-16,0 0 15,0 0-15,0 0 16,0 0-16,0 0 15,0 0-15,0 0 16,8 21-16,0 0 16,10 80-16,1 2 15,-14-28-15,-5-19 16,-2-5-16,0-3 16,1 20-16,-1 15 15,-2 8-15,2 13 16,1-41-1,1-20-15,-2-1 16,2-10-16,-1 13 16,1 4-16,-2 1 15,2 1-15,-2-9 16,2-7-16,-1-10 16,1-5-1,0-20-15,0 23 16</inkml:trace>
  <inkml:trace contextRef="#ctx0" brushRef="#br0" timeOffset="31099.88">19164 9778 0,'0'0'0,"0"0"16,0 0-16,0 0 16,0 0-16,0 0 15,0 0-15,0 0 16,0 0 0,0 0-16,0 0 15,0 0-15,0 0 16,0 0-16,0 0 15,6 47-15,1 3 16,-3 65-16,1 1 16,-5-76-16,0 0 15,0 4-15,3 5 16,1 24-16,3 21 16,-4-10-16,2 3 15,-3-29-15,1-16 16,-3-12-1,1-8-15,-1 3 16,2 2-16,-2-4 16,0-2-16,0-7 15,0-14-15,0 19 16,0-19-16</inkml:trace>
  <inkml:trace contextRef="#ctx0" brushRef="#br0" timeOffset="40286.14">19202 3391 0,'0'0'0,"0"0"16,0 0-16,0 0 16,0 0-16,0 0 15,0 0 1,0 0-16,0 0 16,0 0-16,0 0 15,0 37-15,1-1 16,2 128-16,1 2 15,-3-100-15,2 3 16,-3 46-16,2 36 16,-2-21-16,2 2 15,-4-9-15,0-4 16,-1-11-16,2-7 16,-3-6-16,1-6 15,0 14 1,-1 9-16,2-58 15,2 0-15,-1-14 16,2-2-16,-1 3 16,2 3-1,-2-11-15,1-2 16,-1-8-16,3-7 16,-3 1-16,3 0 15,-1-3-15,-1 0 16,3 1-16,4 4 15,21 6-15,1 0 16,43 3-16,0 1 16,24-4-16,19-3 15,-1-7-15,12-5 16,8-1-16,13-1 16,4-4-1,10-2-15,1-2 16,6 0-16,12-2 15,10 2-15,-1-2 16,7 4-16,5-4 16,8 2-1,-23-7-15,-12 0 16,-35-5-16,-22-3 16,-8 2-16,-8 5 15,-22-3-15,-14 3 16,-19-2-16,-14 4 15,-8-1-15,-25 7 16,31-7-16,-31 7 16,0 0-16,25-7 15,-25 7-15,0 0 16,0 0-16,0 0 16,0 0-1,20-11-15,-20 11 16,0 0-16,0 0 15,0 0-15,13-15 16,-13 15-16,8-50 16,-4 12-16,-6-53 15,0 0 1,-2-47-16,0-27 16,0 18-16,-1 4 15,-1 11-15,4 10 16,-1 0-16,0 4 15,0 2-15,1 4 16,-1 34-16,3 24 16,-2 1-16,2 6 15,-1-21-15,-1-10 16,1-2-16,-1-3 16,-1 23-16,3 14 15,-1 8 1,1 11-16,-2-13 15,4-4-15,-2 13 16,0 11-16,0 20 16,0-19-1,0 19-15,0-13 16,0 13-16,0-12 16,0 12-16,0 0 15,0-16-15,0 16 16,-4-15-16,0 3 15,-49-15-15,0 3 16,-34-16-16,-23-5 16,-11 22-16,-14 16 15,3 2-15,-3 5 16,-8 2-16,-7 6 16,-9-4-1,-7 4-15,17-1 16,11 0-16,-10 1 15,2 3-15,-12 0 16,-9 3-16,31-3 16,19 1-1,-7-1-15,5 1 16,-8-2-16,-3 5 16,14-3-16,6 0 15,9-1-15,10 1 16,12-3-16,13-2 15,14-2-15,19-1 16,0-2-16,11 2 16,22-4-16,-25 2 15,25-2-15,0 0 16,0 0-16,0 0 16,0 0-1,-22 0-15,22 0 16,0 0-16</inkml:trace>
  <inkml:trace contextRef="#ctx0" brushRef="#br0" timeOffset="41364.01">19264 3963 0,'0'0'15,"0"0"-15,0 0 16,0 0-16,0 0 15,0 0-15,0 0 16,0 0-16,0 0 16,0 0-16,0 0 15,0 0-15,0 0 16,16-6-16,-16 6 16,112-27-1,-18 9-15,-11 2 16,-6 11-16,20-5 15,15 3-15,-2-5 16,6 1-16,20-1 16,14 0-16,6-3 15,7 1 1,-12 0-16,-6 1 16,1-1-16,1 3 15,8 3-15,9 4 16,2 4-16,5 8 15,-22-2-15,-14 3 16,6-3-16,2 0 16,-16-2-16,-6 3 15,-27-6-15,-18 3 16,-6-1-16,-7-1 16,-2 0-16,-2 0 15,-16-2 1,-10 2-16,-3-2 15,-2 2-15,-6-2 16,-22 0-16,27 0 16,-27 0-1,0 0-15,0 0 16,0 0-16,0 0 16</inkml:trace>
  <inkml:trace contextRef="#ctx0" brushRef="#br0" timeOffset="42207.69">19276 4455 0,'0'0'0,"0"0"0,0 0 15,0 0 1,0 0-16,0 0 15,0 0-15,0 0 16,0 0-16,0 0 16,0 0-16,0 0 15,0 0 1,37 2-16,1 2 16,92-4-16,0 3 15,-29-6-15,-18 3 16,36-1-16,21 2 15,-11-1-15,4 0 16,42 0-16,33 3 16,-40-3-16,-18 0 15,20 0-15,9 0 16,-17 0-16,-5 0 16,23 0-1,18 0-15,-24 0 16,-3 0-16,5 0 15,6 0-15,-47 0 16,-28 0-16,6 0 16,-6 0-1,-29 0-15,-19 0 16,-29 0-16,0 0 16,-30 0-16,30 0 15,-30 0-15,0 0 16,0 0-16,25 0 15,-25 0-15,0 0 16</inkml:trace>
  <inkml:trace contextRef="#ctx0" brushRef="#br0" timeOffset="43004.38">19350 5032 0,'0'0'0,"0"0"16,0 0-1,0 0-15,0 0 16,0 0-16,0 0 16,0 0-16,0 0 15,0 0-15,0 0 16,0 0-16,0 0 15,0 0-15,0 0 16,20-2-16,2 2 16,78-2-16,1 2 15,-10-1-15,-7-2 16,26 1-16,17 0 16,13-2-1,19 2-15,10-3 16,16 5-16,-9-1 15,-2-2-15,-1 1 16,-2 2-16,13 0 16,8 5-1,-5-4-15,0 1 16,-12 1-16,-5-1 16,-5 0-16,0 0 15,-32-2-15,-18 2 16,-2-2-16,-2 2 15,-28-2-15,-20 3 16,-12-3-16,-12 0 16,-11 0-16,-28 0 15,27 0-15,-27 0 16,0 0-16,0 0 16</inkml:trace>
  <inkml:trace contextRef="#ctx0" brushRef="#br0" timeOffset="43940.16">19241 5522 0,'0'0'0,"0"0"0,0 0 31,0 0-31,0 0 16,0 0-16,0 0 0,0 0 15,0 0-15,0 0 16,0 0 0,0 0-16,0 0 15,41-1-15,3-2 16,111-16-16,2 1 16,-53 4-16,-31 2 15,47-4-15,26 0 16,-14-3-16,2 2 15,28 0-15,20-3 16,-15 6-16,-3 4 16,8 1-16,5 8 15,-17-4 1,-8 5-16,24-2 16,14 4-16,-33-2 15,-13 5-15,-2-5 16,-3 1-16,-17-1 15,-7 3 1,-10-3-16,-6 1 16,-6-1-16,-7 3 15,-6-3-15,-8 2 16,-20-2-16,-14 0 16,-2 0-16,-5 0 15,-9 0-15,-22 0 16,23 0-16,-23 0 15,0 0-15,20 2 16</inkml:trace>
  <inkml:trace contextRef="#ctx0" brushRef="#br0" timeOffset="47904.42">19280 5603 0,'0'0'15,"0"0"-15,0 0 16,0 0 0,0 0-1,0 0-15,0 0 0,0 0 0,0 0 16,0 0-1,0 0-15,0 0 16,0 0-16,0 0 16,0 0-16,0 0 15,0 0-15,0 0 16,0 0 0,0 0-16,0 0 15,0 0-15,0 0 16,8 24-16,1 4 15,11 46-15,0 2 16,-9-22-16,-4-14 16,0-3-16,-1-6 15,-3-10-15,-1-7 16,0 0-16,-1 1 16,1 7-16,1 8 15,-3 3-15,-2 8 16,-1-7-1,2-4-15,-1-8 16,2 0-16,-2-6 16,2 0-16,0-16 15,0 19-15,0-19 16,0 0 0,0 12-16,0-12 15,0 13-15,0-13 16,0 0-16,0 0 15,8 12-15,-8-12 16,30 17-16,-6-6 16,9-3-16,6 2 15,5-9-15,5 2 16,9-7-16,9 0 16,0-5-16,7 4 15,-6-5-15,0 7 16,-2-3-1,0 0-15,12-1 16,11 3-16,0 0 16,7 2-16,-2-3 15,5 4-15,-3-4 16,-1 4 0,-2-4-16,0 4 15,-1-4-15,1 4 16,9-4-16,11 1 15,-11-2-15,-3-1 16,-3-2-16,-4-1 16,5-2-16,2 2 15,-17-2-15,-8 3 16,1-4-16,2 1 16,-3 0-16,1 2 15,-18-1-15,-7 5 16,-3-2-1,-6 4-15,1-2 16,2 2-16,-6-3 16,-2 5-16,-6-1 15,-4 3-15,-4-3 16,-22 3-16,31-2 16,-31 2-1,0 0-15,24 0 16,-24 0-16,0 0 15,0 0-15,0 0 16,21 0-16,-21 0 16,0 0-16,0 0 15,0 0-15,23 0 16,-23 0-16,0 0 16,0 0-16,0 0 15,0 0-15,0 0 16,22 0-1,-22 0-15,0 0 16,0 0-16,0 0 16,0 0-16,17-14 15,-17 14-15,22-30 16,-7 11 0,0-18-16,1-3 15,-1 1-15,3 1 16,-6 3-16,-1 5 15,-4 4-15,0 8 16,-4-3-16,1 2 16,-3-1-16,1 3 15,-2 4-15,0 13 16,0-15-16,0 15 16,0 0-16,-2-16 15,2 16-15,0 0 16</inkml:trace>
  <inkml:trace contextRef="#ctx0" brushRef="#br0" timeOffset="49169.94">23613 3337 0,'0'0'0,"0"0"16,0 0 0,0 0-16,0 0 15,0 0-15,0 0 16,0 0-16,0 0 15,0 0-15,0 0 16,0 0-16,0 0 16,0 0-16,0 0 15,15-13-15,-15 13 16,63-30-16,-15 11 16,-15 13-16,-8 10 15,6 8-15,4 11 16,-2-3-1,0 7-15,-10-10 16,-4 0-16,-5-1 16,1 0-16,-5-3 15,-3 2-15,-7-15 16,0 22 0,0-22-16,-20 23 15,-15-19-15,0-1 16,-12-10-16,-8-5 15,15 1-15,10 3 16,3-3-16,27 11 16,-37-20-16,37 20 15,-18-21-15,18 21 16,-5-20-16,5 20 16,11-25-16,2 8 15,6 3-15,6 2 16,3 5-1,7 9-15</inkml:trace>
  <inkml:trace contextRef="#ctx0" brushRef="#br0" timeOffset="50122.94">23880 5597 0,'0'0'0,"0"0"16,0 0-16,0 0 15,0 0-15,0 0 16,0 0 0,0 0-16,0 0 15,0 0-15,0 0 16,0 0-16,0 0 15,0 0-15,0 0 16,0 0-16,0 0 16,-17 26-16,2 1 15,-6 15-15,-1 13 16,17-30-16,2 0 16,6 2-16,5 2 15,6 2-15,6 5 16,1-7-1,7-1-15,-3-6 16,2-3-16,-8-4 16,-2-2-16,-3-1 15,0 2 1,-7 2-16,-2-1 16,-9 6-16,-4 4 15,-9 1-15,-5 5 16,5-6-16,0 3 15,-6-15-15,-2-4 16,-1-19-16,-2-13 16,12 3-16,10-4 15,3-8-15,7-7 16</inkml:trace>
  <inkml:trace contextRef="#ctx0" brushRef="#br0" timeOffset="50310.31">23869 5655 0,'0'0'0,"0"0"15,0 0-15,0 0 16,0 0-16,0 0 16,0 0-16,0 0 15,0 0-15,16-5 16,-16 5 0,112-20-16,-13 4 15,-31 9-15,-16 11 16,-1-4-16,-6 3 15,-9 1-15,-3 4 16</inkml:trace>
  <inkml:trace contextRef="#ctx0" brushRef="#br0" timeOffset="53606.42">16054 3189 0,'0'0'15,"0"0"-15,0 0 16,0 0-16,0 0 15,0 0-15,0 0 16,1 36-16,0 2 16,6 145-16,-1 1 15,-4-29-15,-2-16 16,1 10-16,3 4 16,-3 48-16,2 32 15,-1-61 1,0-28-16,-2 14 15,1 0-15,-1-3 16,0-5-16,0-26 16,0-14-1,0-35-15,0-22 16,0-26-16,0 2 16,0-13-16,0-4 15,0-12-15,0 0 16,0-53-16,0-3 15,9-185-15,1 2 16,-1 135-16,4 3 16,-1-66-16,5-40 15,-7 84-15,0 41 16</inkml:trace>
  <inkml:trace contextRef="#ctx0" brushRef="#br0" timeOffset="54215.73">15985 3413 0,'0'0'0,"0"0"16,0 0-16,0 0 15,0 0 1,0 0-16,0 0 16,0 0-16,0 0 15,3-28-15,-2 0 16,37-37-16,-2-2 15,34 1-15,25 3 16,21 12-16,19 12 16,-14-1-16,-2 9 15,0 9-15,0 12 16,-28-1-16,-15 5 16,-12 2-16,-10 4 15,-17 0 1,-12 2-16,-1-2 15,-24 0-15,38 4 16,-38-4-16,37 22 16,-12 7-16,7 51 15,1-3 1,-3 3-16,-2-1 16,-5 33-16,-2 27 15,-1-9-15,-1 7 16,-3 14-16,-1 12 15,-2 7-15,1 12 16,-5-25-16,-1-12 16,-4 39-16,-1 22 15,-8-59-15,-5-29 16,-3 44-16,0 22 16,0-44-16,1-18 15,2-29 1,2-22-16,-2 3 15,3-8-15,1-22 16,4-15-16,1-13 16,-1 3-1,2-19-15,0 0 16</inkml:trace>
  <inkml:trace contextRef="#ctx0" brushRef="#br0" timeOffset="54778">15869 4052 0,'0'0'15,"0"0"-15,0 0 16,0 0-16,0 0 16,0 0-16,0 0 15,43-6-15,0 2 16,111-13-16,-1 0 16,-54 5-16,-36 4 15,37-4 1,14 0-16,-22 3 15,-6 0-15,-6 4 16,-6 1-16,-8-1 16,-5 3-16,-3-2 15,0 4 1,-12-2-16,-7 4 16,-12-2-16,-27 0 15,28 0-15,-28 0 16</inkml:trace>
  <inkml:trace contextRef="#ctx0" brushRef="#br0" timeOffset="55235.9">16142 4492 0,'0'0'16,"0"0"-16,0 0 16,0 0-16,0 0 15,0 0-15,0 0 0,17-1 16,-17 1-16,165-9 15,-15 1 1,-42 0-16,-27 2 16,27-2-16,11 1 15,1-3-15,6 2 16,-14-3-16,-6 3 16,-5-2-16,-2 3 15,-33 1-15,-21 5 16,-10-2-16,-10 3 15,-25 0-15,30 0 16,-30 0-16,0 0 16,0 0-1,-25 6-15,-17 5 16,2 1-16</inkml:trace>
  <inkml:trace contextRef="#ctx0" brushRef="#br0" timeOffset="55517.18">16824 4882 0,'0'0'0,"0"0"15,0 0-15,0 0 16,0 0-16,0 0 16,0 0-16,0 0 15,0 0-15</inkml:trace>
  <inkml:trace contextRef="#ctx0" brushRef="#br0" timeOffset="55720.25">16808 5320 0,'0'0'15,"0"0"-15,0 0 16,0 0-16,0 0 15,0 0-15,0 0 16,0 0-16,0 0 16,0 0-16,0 0 15</inkml:trace>
  <inkml:trace contextRef="#ctx0" brushRef="#br0" timeOffset="55907.72">16805 6084 0,'0'0'16,"0"0"-16,0 0 16,0 0-16,0 0 15,0 0-15,0 0 16,0 0-16,0 0 16,-5 50-16,2 0 15</inkml:trace>
  <inkml:trace contextRef="#ctx0" brushRef="#br0" timeOffset="56017.06">16826 6790 0,'0'0'0,"0"0"16,0 0-16,0 0 16,0 0-16,-2 41 15,2 0-15</inkml:trace>
  <inkml:trace contextRef="#ctx0" brushRef="#br0" timeOffset="60703.93">16664 6670 0,'0'0'15,"0"0"-15,0 0 16,0 0-16,0 0 15,0 0-15,0 0 16,0 0 0,0 0-16,0 0 15,0 0-15,7-14 16,2 1-16,50-99 16,2 3-16,10 9 15,9 14 1,2 3-16,9 8 15,8-28-15,11-13 16,-11 15-16,-4 8 16,18-20-16,10-12 15,21-20-15,21-16 16,-21 19-16,-6 9 16,8-3-16,5 3 15,-6 8-15,0 8 16,-4-4-16,-4 6 15,-22 23-15,-15 17 16,7-9 0,-2 3-16,5-6 15,1 0-15,-20 14 16,-9 14-16,-15 7 16,-7 13-16,-13 3 15,-5 8 1,-20 11-16,-1 3 15,-21 14-15,20-14 16,-20 14-16,0 0 16,15-13-16,-15 13 15,0 0-15,0 0 16,0 0-16,0 0 16,0 0-16,0 0 15,18-12-15,-18 12 16,0 0-16,0 0 15,0 0-15,0 0 16,0 0 0,-17 19-16</inkml:trace>
  <inkml:trace contextRef="#ctx0" brushRef="#br0" timeOffset="61110">19607 3457 0,'0'0'16,"0"0"-16,0 0 15,0 0-15,0 0 16,0 0 0,0 0-16,23 0 15,1 0-15,59-2 16,2 2-16,-29-3 16,-15 3-16,-6-2 15,-9 1 1,-26 1-16,33-3 15,-33 3-15,0 0 16,0 0-16,22 4 16,-50 28-16,0 0 15,-104 86-15,-1 3 16</inkml:trace>
  <inkml:trace contextRef="#ctx0" brushRef="#br0" timeOffset="63047.13">16782 3318 0,'0'0'0,"0"0"16,0 0-1,0 0-15,0 0 16,0 0-16,0 0 15,0 0-15,0 0 16,0 0-16,0 0 16,23-4-16,1 2 15,106 4-15,2 2 16,-26 5-16,-16 7 16,33-6-16,18 1 15,-11 3-15,2 7 16,19-1-16,16 7 15,-31 1 1,-16-1-16,0 3 16,-4 1-16,-14-4 15,-6 1-15,-10-3 16,-5 1-16,-8-6 16,-6 3-16,-12-7 15,-8 1-15,-9-3 16,-7 1-1,-1-3-15,-4 3 16,-3-4-16,0 1 16,-23-12-16,33 16 15,-33-16-15,28 15 16,-28-15-16,0 0 16,22 10-16,-22-10 15,0 0-15,0 0 16,0 0-16,0 0 15,0 0-15,0 0 16,0 0 0,0 0-16,-20-13 15,20 13-15,-43-27 16,15 7-16,-3-3 16,-1 3-16,-11-9 15,-5-4 1,2 0-16,0 2 15,4 1-15,6 9 16,6 1-16,9 8 16,21 12-16,-27-17 15,27 17-15,0 0 16,-20-12-16,20 12 16,0 0-16,0 0 15,0 0-15,0 0 16,0 0-16,0 0 15,0 0-15,0 0 16,36 12 0,-12 1-16,-4 1 15,1 4-15,-4-3 16,-3 2-16,-3-5 16,-5 0-16,-6 9 15,-1 10 1,-42 27-16,1 0 15,-74 19-15,3-1 16</inkml:trace>
  <inkml:trace contextRef="#ctx0" brushRef="#br0" timeOffset="78403.32">13673 3434 0,'0'0'16,"0"0"-16,0 0 15,0 0-15,0 0 16,0 0-16,0 0 16,0 0-16,0 0 15,0 0 1,0 0-16</inkml:trace>
  <inkml:trace contextRef="#ctx0" brushRef="#br0" timeOffset="79840.42">13792 3380 0,'0'0'0,"0"0"16,0 0-16,0 0 16,0 0-16,0 0 15,0 0 1,0 0-16,0 0 16,0 0-16,0 0 15,0 0-15,0 0 16,0 0-16,0 0 15,0 0-15,0 0 16,0 0-16,0 0 16,0 0-16,0 0 15,0 0-15,0 0 16,0 0-16,0 0 16,0 0-16,0 0 15,10-23 1,4 3-16,30-23 15,1-1-15,-7 24 16,-4 17-16,2 3 16,1 11-16,-6 2 15,-3 9 1,-3 1-16,-3 5 16,-4-9-16,-4 0 15,-2-1-15,-4 1 16,-1 16-16,0 15 15,-9 8-15,-3 12 16,-9-14-16,-4-3 16,4-13-16,7-7 15,-13-4-15,-2-1 16,-24-2-16,-10 0 16,14-9-16,4-7 15,3-10 1,6-6-16,-5-11 15,-4-5-15,-1-14 16,0-9-16,2-6 16,-1-7-16,12 9 15,8 8 1,12 20-16,-2-2 16,8 4-16,6 7 15,15-20-15,2 1 16,7-10-16,4-5 15,9 14-15,4 8 16,21 20-16,19 19 16</inkml:trace>
  <inkml:trace contextRef="#ctx0" brushRef="#br0" timeOffset="81434">14183 4499 0,'0'0'16,"0"0"-16,0 0 16,0 0-16,0 0 15,0 0-15,0 0 16,0 0-16,0 0 15,0 0-15,0 0 16,-21-4-16,-1 1 16,-42 2-16,1 1 15,10 14-15,11 11 16,-13 30-16,3 27 16,16-14-1,14 2-15,8-37 16,-1 3-16,10-12 15,7-5-15,8 1 16,12 0-16,9 5 16,11 4-1,4-6-15,3-2 16,-6-12-16,-2-6 16,-14 0-16,-27-3 15,27 0-15,-27 0 16,0 0-16,20-3 15,-20 3-15,0 0 16,-26-18-16,5 8 16,-26-2-16,1-1 15,-7-4-15,-2 2 16,3 6-16,1 3 16,10 3-1,14 6-15,4-2 16,23-1-16,0 0 15,-22 6-15,22-6 16,0 0-16</inkml:trace>
  <inkml:trace contextRef="#ctx0" brushRef="#br0" timeOffset="82183.73">13782 5552 0,'0'0'0,"0"0"15,0 0-15,0 0 16,0 0-16,0 0 15,0 0-15,0 0 16,0 0-16,33 0 16,2 1-1,36 10-15,0-1 16,-71-10-16,42 21 16,-28-5-16,-3 5 15,-3 6-15,-6 11 16,-12 3-16,-11 6 15,-16-4-15,-9 5 16,7-18-16,0-6 16,10-12-16,7-5 15,-2-10-15,24 3 16,-41-23-16,17-1 16,6-7-1,4-3-15,6 0 16,6-4-16,4 3 15,6 5-15,5 4 16,6 7-16</inkml:trace>
  <inkml:trace contextRef="#ctx0" brushRef="#br0" timeOffset="82996.14">13962 6479 0,'0'0'0,"0"0"16,0 0-16,0 0 16,0 0-1,0 0-15,0 0 16,-22 19-16,3 0 16,-28 49-16,2 0 15,21 7-15,16 6 16,3-9-16,10 0 15,9-21-15,4-11 16,1-6-16,1-4 16,7-2-16,7 0 15,-5-11-15,0-5 16,-5-8-16,0-2 16,-24-2-1,32 0-15,-32 0 16,0 0-16,0 0 15,-3-14-15,-34-12 16,-3 0-16,-21-3 16,-10 2-1,-8 24-15,-2 14 16,17-8-16,11 0 16,16 2-16,13 3 15</inkml:trace>
  <inkml:trace contextRef="#ctx0" brushRef="#br0" timeOffset="126418.97">20347 3298 0,'0'0'0,"0"0"0,0 0 0,0 0 15,0 0-15,0 0 16,0 0-16,0 0 16,0 0-16,0 0 15,0 0 1,0 0-16,0 0 16,0 0-16,0 0 15,0 0-15,0 0 16,0 0-16,0 0 15,0 0-15,0 0 16,0 0-16,0 0 16,0 0-16,0 0 15,0 0-15,0 0 16,0 0-16,0 0 16,-15 18-16,2 1 15,-23 32 1,1 1-16,10-15 15,10-7-15,-4 3 16,2 2-16,4-4 16,2-3-16,3-5 15,4-2 1,-4-2-16,0-1 16,2-4-16,3 3 15,-2-3-15,2 5 16,-2-6-16,2-1 15,3-12-15,-8 21 16,8-21-16,-1 12 16,1-12-16,0 0 15,0 0-15,-2 14 16,2-14-16,0 0 16,0 0-16,-2 13 15,2-13 1,0 0-16,0 12 15,0-12-15</inkml:trace>
  <inkml:trace contextRef="#ctx0" brushRef="#br0" timeOffset="140447.35">14568 3196 0,'0'0'16,"0"0"-16,0 0 15,0 0-15,0 0 16,0 0-16,0 0 15,0 0-15,0 0 16,0 0-16,0 0 16,0 0-16,0 0 15,0 0 1,0 0-16,-24-7 16,1 3-16,-76-5 15,0 0-15,14 9 16,11 6-16,-23 3 15,-10 8 1,13-9-16,4 2 16,-5 0-16,2 5 15,19-7-15,16 0 16,14-3-16,17-1 16,-1-2-16,6 2 15,22-4-15,-21 2 16,21-2-16,0 0 15,0 0-15,0 0 16,0 0-16,-15 12 16,12 2-16,1 3 15,-1 16 1,2 1-16,-3 19 16,4 20-16,-2 11 15,2 17-15,-2-34 16,4-16-16,-2-1 15,0-2-15,0 11 16,0 10 0,0-22-16,0-5 15,0-14-15,0-4 16,0-7-16,0-5 16,0-12-16,0 0 15,2 12-15,-2-12 16,41 10-16,-3-1 15,25 5-15,19 6 16,-4-9-16,7-3 16,23-16-16,19-11 15,-14-2 1,1 1-16,-3-3 16,0 2-16,-14 3 15,-4 2-15,-10 3 16,-5 7-16,-10 4 15,-7 6 1,-31 0-16,1 0 16,-31-4-16,27 6 15,-27-6-15,0 0 16,20 4-16,-20-4 16,0 0-16,0 0 15,0-26-15,-5 1 16,-4-17-16,0-9 15,-10-15-15,-1-13 16,-4-8-16,-4-6 16,8 29-16,5 21 15,1 5 1,6 16-16,-4-9 16,3 4-16,-4-2 15,4 4-15,1 6 16,5 7-16,-2-1 15,5 13 1,0 0-16,-5-12 16,5 12-16,0 0 15</inkml:trace>
  <inkml:trace contextRef="#ctx0" brushRef="#br0" timeOffset="157537.43">19189 9471 0,'0'0'16,"0"0"-16,0 0 15,0 0-15,0 0 16,0 0-16,0 0 16,0 0-16,0 0 15,0 0-15,0 0 16,0 0-16,0 0 15,0 0 1,0 0-16,0 0 16,0 0-16,0 0 15,0 0-15,0 0 16,0 0-16,0 0 16,0 0-1,0 0-15,0 0 16,0 0-16,0 0 15,0 0-15,0 0 16,0 0-16,0 0 16,0 0-16,0 0 15,0 0-15,0 0 16,0 0-16,0 0 16,0 0-16,0 0 15,0 0-15,0 0 16,8-31-16,1 1 15,7-33 1,1 1-16,-7 19 16,-2 11-16,-2 4 15,-3 7-15,-1 2 16,-1 5-16,1-1 16,-2 15-16,3-14 15,-3 14 1,0 0-16,2-12 15,-2 12-15,0 0 16,0-12-16,0 12 16,0 0-16,0 0 15,0 0-15,0 0 16,3-13-16,-3 13 16,0 0-16,0 0 15,0 0-15,0 0 16,0 0-16,0 0 15,0 0-15,0 0 16,0 0 0,0 0-16,5-12 15,-5 12-15,0 0 16,0 0-16,0 0 16,0 0-1,0 0-15,0 0 16,0 0-16,0 0 15,0 0-15,0 0 16,0 0-16,0 0 16,0 0-16,0 0 15,0 0-15,0 0 16,0 0-16,0 0 16,0 0-16,0 0 15,0 0-15,0 0 16,0 0-16,0 0 15,0 0 1,0 0-16,-2-12 16,2 12-16,0 0 15,0-16-15,0 16 16,0-20-16,0 20 16,0-12-1,0 12-15,0 0 16,-3-15-16,3 15 15,0 0-15,0 0 16,0 0-16,0 0 16,0 0-16,0 0 15,1-12-15,-1 12 16,0 0-16,0 0 16,0 0-16,0 0 15,0 0-15,0 0 16,0 39-16,0-3 15</inkml:trace>
  <inkml:trace contextRef="#ctx0" brushRef="#br0" timeOffset="160617.17">18338 9693 0,'0'0'0,"0"0"16,0 0-1,0 0 1,0 0-16,0 0 16,0 0-16</inkml:trace>
  <inkml:trace contextRef="#ctx0" brushRef="#br0" timeOffset="166366.34">16750 9264 0,'0'0'16,"0"0"-16,0 0 16,0 0-16,0 0 15,0 0-15,0 0 16,0 0-16,0 0 16,0 0-16,0 0 15,0 0-15,0 0 16,0 0-16,0 0 15,-29 19 1,0 2-16,-63 86 16,-1 1-16,62-49 15,-1 0-15,7-18 16,8-8-16,8-18 16,1 1-1,3-3-15,5-13 16,28 34-16,2-6 15,13-10-15,11-2 16,-5-9-16,1-5 16,-18-2-16,-9-2 15,-23 2-15,30-2 16,-30 2-16,0 0 16,0 0-16,0 0 15,0 0-15,0 0 16,-47-6-16,9 3 15,-4-1 1,-3 3-16,10-4 16,7 5-16,4-2 15,24 2-15,-39 8 16,25 5-16,0 6 16,4 7-16</inkml:trace>
  <inkml:trace contextRef="#ctx0" brushRef="#br0" timeOffset="167022.34">17075 9269 0,'0'0'0,"0"0"0,0 0 16,0 0 0,0 0-16,0 0 15,0 0-15,0 0 16,0 0-16,0 0 16,0 0-1,0 0-15,0 0 16,-3 14-16,2 1 15,-6 109-15,1-1 16,8-73-16,-1 2 16,4-20-16,4-8 15,-1-3-15,5-1 16,4-6-16,6 1 16,12-6-16,9-4 15,-3-17-15,6-8 16,-8-22-16,2-16 15,-16 15 1,-3 9-16,-14 14 16,3 1-16,-11 19 15,6-17-15,-6 17 16,0 0-16,0 0 16,0 0-1,-8 32-15,1-4 16,0 8-16,1 3 15,1-14-15,5-6 16,-5 6-16,2 4 16,-4 11-16,0 16 15,-1 3-15,0 7 16,-1-13-16,3-1 16,-1-12-16,4-5 15,0-10-15,3-7 16</inkml:trace>
  <inkml:trace contextRef="#ctx0" brushRef="#br0" timeOffset="167709.81">18403 8349 0,'0'0'0,"0"0"0,0 0 15,0 0-15,0 0 16,0 0 0,0 0-16,0 0 15,0 0-15,0 0 16,0 0-16,-16 12 16,4 2-1,-42 63-15,1 2 16,34-44-16,0-1 15,13-17-15,1 2 16,5-2-16,5 2 16,6 6-16,9 9 15,7-2-15,8 2 16,-6-9-16,3-4 16,-7-11-16,-1-3 15,2-10-15,4-1 16,9-7-16,5-9 15,-11 2 1,-3-1-16,-17 6 16,1 1-16,-14 12 15,11-16-15,-11 16 16,0 0-16,-58-15 16,10 13-16,-11 6 15,-7 7 1,5 7-16,1 11 15,16-2-15,17 1 16,13-11-16,3 0 16,8-5-16,6 1 15</inkml:trace>
  <inkml:trace contextRef="#ctx0" brushRef="#br0" timeOffset="168350.51">18982 8213 0,'0'0'16,"0"0"-16,0 0 16,0 0-16,0 0 15,0 0-15,0 0 16,0 0-16,0 0 16,0 0-16,0 0 15,0 0-15,0 0 16,0 0-16,0 0 15,-14 38-15,1 1 16,-5 46 0,1 3-16,15-63 15,0 1-15,6-8 16,3-1-16,3-3 16,4 1-1,-14-15-15,36 7 16,-14-14-16,8-1 15,-4-6-15,1-5 16,-5-4-16,-5 1 16,-4 5-16,-13 17 15,12-19-15,-12 19 16,7-14-16,-7 14 16,0 0-16,1-13 15,-1 13-15,0 0 16,0 0-16,-8 15 15,-12 36 1,3 1-16,-7 35 16,1 26-16,7 12 15,6 17-15,0-55 16,5-27-16</inkml:trace>
  <inkml:trace contextRef="#ctx0" brushRef="#br0" timeOffset="173532.08">18692 9295 0,'0'0'15,"0"0"-15,0 0 16,0 0-16,0 0 16,0 0-16,0 0 15,0 0-15,0 0 16,0 0-16,0 0 15,-24 23-15,2-1 16,-43 64-16,2-1 16,39-51-1,-1 3-15,1-1 16,6-1-16,3-12 16,7-9-16,8-14 15,-13 20-15,13-20 16,0 0-1</inkml:trace>
  <inkml:trace contextRef="#ctx0" brushRef="#br0" timeOffset="173829.15">18930 9238 0,'0'0'15,"0"0"-15,0 0 16,0 0-16,0 0 16,0 0-1,0 0-15,0 0 16,0 0-16,0 0 16,0 0-16,-18 29 15,2-1 1,-33 62-16,2-1 15,15-34-15,15-21 16,-8 9-16,5-2 16,3-14-16,7-8 15</inkml:trace>
  <inkml:trace contextRef="#ctx0" brushRef="#br0" timeOffset="176500.84">18417 10335 0,'0'0'0,"0"0"15,0 0-15,0 0 16,0 0-16,0 0 16,0 0-16,0 0 15,0 0 1,0 0-16,0 0 15,0 0-15,0 0 16,0 0-16,0 0 16,0 0-16,0 0 15,5-32-15,2 1 16,1-22-16,5-8 16,-6 24-16,-2 14 15,-3 0-15,0 9 16,-2 14-16,0-17 15,0 17-15,0 0 16,1-16 0,-1 16-16,0 0 15,0 0-15,3-15 16,-3 15-16,0 0 16,0 0-16,0 0 15,0 0 1,2-13-16,-2 13 15,0 0-15,0 0 16,-11 24-16,3-8 16,-3 6-16,0 9 15,-8 1-15,-2 5 16,3-14-16,3-5 16,3-6-16,12-12 15,-18 21-15,18-21 16,-15 17-16,15-17 15,0 0-15,0 0 16,-15 13 0,15-13-16,0 0 15,0 0-15,0 0 16,3 15-16,-3-15 16,0 0-16</inkml:trace>
  <inkml:trace contextRef="#ctx0" brushRef="#br0" timeOffset="176922.79">18849 9912 0,'0'0'16,"0"0"-16,0 0 15,0 0-15,0 0 16,0 0-16,0 0 16,0 0-1,0 0-15,0 0 16,0 0-16,-18 37 16,1 0-16,-31 52 15,2-1 1,21-54-16,2-1 15,-3-10-15,1-7 16,-5 1-16,-1-3 16,4 5-16,5 4 15,2-5-15,-1 3 16,3-1-16,2 4 16,2-9-16,4 2 15,2-4-15,4-1 16,4-12-16,-6 23 15</inkml:trace>
  <inkml:trace contextRef="#ctx0" brushRef="#br0" timeOffset="178279.48">19136 10799 0,'0'0'15,"0"0"-15,0 0 32,0 0-32,0 0 15,0 0-15,0 0 0,0 0 16,0 0-16,0 0 16,0 0-1,0 0-15,0 0 16,0 0-16,0 0 15,0 0-15,0 0 16,0 0-16,0 0 16,0 0-16,0 0 15,0 0-15,0 0 16,0 0-16,0 0 16,0 0-16,0 0 15,0 0-15,0 0 16,0 0-16,0 0 15,0 0 1,0 0-16,16 29 16,-2 1-16,9 63 15,2 3-15,-13-26 16,-5-12 0,-2-10-16,0-7 15,-1 12-15,1 9 16,2 29-16,3 24 15,-10-35-15,-3-9 16,-2 3-16,1 0 16,-2 24-16,-2 17 15,1-35-15,2-13 16,-2-7-16,2-6 16,-1 12-16,-1 6 15,-2 3-15,3 4 16,0-17-1,2-5-15,0-16 16,2-12-16,-1-4 16,3-6-16,-2-1 15,1 1-15,-2-5 16,3 2 0,0-16-16,-2 15 15,2-15-15,0 15 16,0-15-16,0 0 15</inkml:trace>
  <inkml:trace contextRef="#ctx0" brushRef="#br0" timeOffset="179529.31">17949 11257 0,'0'0'0,"0"0"0,0 0 16,0 0-1,0 0-15,0 0 16,0 0-16,0 0 16,0 0-16,0 0 15,0 0-15,0 0 16,0 0 0,0 0-16,0 0 15,0 0-15,0 0 16,0 0-16,0 0 15,0 0-15,0 0 16,0 0-16,0 0 16,0 0-16,0 0 15,0 0-15,0 0 16,0 0-16,0 0 16,0 0-16,0 0 15,13 3-15,-13-3 16,93 12-1,-13-1-15,-8-9 16,0-1-16,13-1 16,12 0-16,3 0 15,9 3-15,5-3 16,10 0 0,13 0-16,9 0 15,3 0-15,8 0 16,15-3-16,15 2 15,2-8-15,7-1 16,0-7-16,2-3 16,1-3-16,0 3 15,-4-2-15,1 2 16,-9-1-16,-2 2 16,-5 4-16,1 4 15,-2 0 1,2 5-16,-14 0 15,-8 4-15,-5-3 16,-4 4-16,-29 0 16,-20 1-16,-9-4 15,-9 4-15,-22-1 16,-16 1 0,-12-3-16,-12 6 15,3-3-15,-2 0 16,-22 0-16,35 0 15</inkml:trace>
  <inkml:trace contextRef="#ctx0" brushRef="#br0" timeOffset="180388.44">18695 10854 0,'0'0'16,"0"0"-16,0 0 15,0 0-15,0 0 16,0 0-16,0 0 16,0 0-16,0 0 15,0 0-15,0 0 16,0 0-1,0 0-15,0 0 16,0 0-16,0 0 16,0 0-16,-19 17 15,-1 0-15,-32 32 16,3 0 0,29-25-16,0 1 15,5-7-15,6 1 16,-2-7-16,5 0 15,6-12-15,-8 12 16,8-12-16,0 0 16,0 0-16,16 18 15,26-18-15,-1 0 16,21-25-16,20-21 16,-36 9-16,-17 1 15</inkml:trace>
  <inkml:trace contextRef="#ctx0" brushRef="#br0" timeOffset="180638.58">19018 10836 0,'0'0'0,"0"0"15,0 0-15,0 0 16,0 0 0,0 0-16,0 0 15,0 0-15,0 0 16,-20 15-16,1 1 15,-23 34-15,-1 1 16,13-14-16,12-6 16,-4 0-16,3 0 15,0-3-15,5-2 16,-2-3-16,3-2 16,3-3-16,7 1 15</inkml:trace>
  <inkml:trace contextRef="#ctx0" brushRef="#br0" timeOffset="181310.3">18585 11383 0,'0'0'15,"0"0"-15,0 0 16,0 0-16,0 0 16,0 0-16,0 0 15,0 0-15,0 0 16,0 0-1,0 0-15,0 0 16,0 0-16,-20 38 16,1-1-16,-22 56 15,0 0 1,24-57-16,1 1 16,-1-5-16,4 2 15,1-12-15,6-5 16,6-17-16,-10 19 15,10-19-15,0 0 16,-2 14-16,2-14 16</inkml:trace>
  <inkml:trace contextRef="#ctx0" brushRef="#br0" timeOffset="181576.24">18907 11426 0,'0'0'0,"0"0"16,0 0-16,0 0 15,0 0-15,0 0 16,0 0 0,-8 16-16,0-2 15,-37 66-15,2 2 16,6-18-16,5-6 15,-1-15-15,4-10 16,-4-2-16,1-4 16,2 2-16,5 4 15</inkml:trace>
  <inkml:trace contextRef="#ctx0" brushRef="#br0" timeOffset="184981.69">18731 9310 0,'0'0'0,"0"0"16,0 0-16,0 0 16,0 0-16,0 0 15,0 0 1,0 0-16,0 0 16</inkml:trace>
  <inkml:trace contextRef="#ctx0" brushRef="#br0" timeOffset="186979.11">18648 10929 0,'0'0'15,"0"0"-15,0 0 31,0 0-31,0 0 16,0 0-16,0 0 16,0 0-16,0 0 15,0 0-15,0 0 16,0 0-16,0 0 16</inkml:trace>
  <inkml:trace contextRef="#ctx0" brushRef="#br0" timeOffset="187635.28">18533 11797 0,'0'0'0,"0"0"0,0 0 16,0 0 0,0 0-16,0 0 15,0 0-15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02:44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5983 15672 0,'0'0'0,"0"0"0,0 0 0,0 0 0,0 0 0,38 9 15,-2 0-15,80 20 16,0 1-16,-34-14 16,-24-8-16,36 5 15,17 1 1,4 1-16,11 4 15,4-10-15,6 2 16,5-5-16,4 2 16,9-1-16,10-2 15,14 2-15,17-1 16,-15 0-16,-1 0 16,27 1-16,18 1 15,-10-2-15,-1 2 16,-1-1-16,1-1 15,2 1-15,5-2 16,-1 1 0,0 1-16,6-1 15,0 0-15,1 0 16,2 1-16,-4-3 16,0 1-16,1 0 15,2 3 1,-3-4-16,5 2 15,1-1-15,7 0 16,-5 0-16,1 1 16,-4-2-16,-4 1 15,-3-2-15,1 2 16,0-5-16,4-2 16,-8-11-16,0-3 15,-19-7-15,-6-2 16,-17-1-16,-9-2 15,0-9-15,1-6 16,-16-5 0,-10-2-16,-15 9 15,-11 7-15,-14 0 16,-11 5-16,-14 0 16,-11 4-16,-14-3 15,-12-1 1,-14-1-16,-10 4 15,-7-14-15,-6-3 16,-12-9-16,-6-4 16,-17 3-16,-15 3 15,-24 2-15,-20 5 16,-2-13-16,-7-2 16,-24-4-16,-15 1 15,6 10-15,0 10 16,7 4-16,6 6 15,-13-4 1,-6-1-16,29 12 16,20 9-16,-21-4 15,-4 6-15,-15 2 16,-9 4-16,6 6 16,5 6-16,-19-2 15,-14 6 1,15 0-16,7 7 15,-15-4-15,-7 3 16,-12 1-16,-5 2 16,11-4-16,10 1 15,-4 0-15,-1-1 16,7-2-16,4 3 16,-5-3-16,-2 2 15,-1 0-15,-1 0 16,4-1-16,1-1 15,-1-3 1,0 2-16,4-5 16,1 3-16,5-7 15,4-2-15,5-6 16,4-3-16,-9-1 16,-1-2-1,0-4-15,-3 4 16,2-3-16,3-2 15,-2 0-15,0 0 16,1 1-16,0-1 16,-3 1-16,-1-1 15,-9-2-15,-4 4 16,4-2-16,5 4 16,7 2-16,1 5 15,-6 0-15,-2 6 16,11 0-16,8 6 15,-4-1 1,4 3-16,6-4 16,5 3-16,-4-3 15,1 2-15,-5-3 16,-1 3-16,14-1 16,10 4-16,2-4 15,8 4 1,-5-1-16,4 3 15,8-3-15,10 0 16,-3 0-16,6 5 16,4-1-16,3 2 15,1 6-15,3 2 16,5 7-16,9 6 16,0 3-16,8 6 15,4-8-15,5-5 16,7-7-16,7-3 15,0-2 1,4 2-16,0 12 16,0 11-16,9 21 15,10 23-15,2-16 16,8-2-16,11-14 16,12-9-16,11-10 15,10-7 1,15 9-16,16 8 15,13-12-15,18-3 16,-8-16-16,1-5 16,9-1-16,9 3 15,-18-8-15,-7-1 16,6 1-16,0 1 16</inkml:trace>
  <inkml:trace contextRef="#ctx0" brushRef="#br0" timeOffset="3797.23">15470 13112 0,'0'0'0,"0"0"16,0 0-16,0 0 16,0 0-16,0 0 15,0 0 1,0 0-16,0 0 15,0 0-15,0 0 16,0 0-16,0 0 16,0 0-16,0 0 15,-35-16-15,2 0 16,-107-29-16,-1 0 16,82 38-16,-1-3 15,-39-8-15,-23-5 16,-7 11-16,-11 6 15,4 0 1,1 3-16,0 2 16,5 5-16,-20-3 15,-8 6-15,20-3 16,12 3-16,-16-4 16,-4 1-1,-5 1-15,-1-1 16,12-2-16,5 0 15,-15-4-15,-1 0 16,-15-2-16,-5-1 16,18 1-16,16 2 15,-3-2-15,4 0 16,-11-2-16,-4 1 16,-7 0-16,-2 1 15,14-3-15,11 5 16,-15-4-16,-3 1 15,-10 0 1,-6 3-16,19 0 16,12 4-16,-11-2 15,-1 2-15,-1 0 16,3 1-16,-6 0 16,-7 3-1,18-2-15,10 0 16,-4 0-16,2 3 15,-14-3-15,-8 1 16,27 0-16,18 1 16,-13-2-16,-4 0 15,2 0-15,8 1 16,-10 0-16,2 0 16,-8 5-16,-6 9 15,15 4-15,13 5 16,-14 8-1,2 7-15,8 3 16,8 3-16,3-1 16,8 2-16,-1-5 15,5 1-15,6-7 16,11 0-16,-2-4 16,5 4-16,1-6 15,5 3 1,6 1-16,5 3 15,8-2-15,6 4 16,8-9-16,13 1 16,3-12-16,9-1 15,0-5-15,7 0 16,1 6-16,7 4 16,10 17-16,1 3 15,14 14-15,10 11 16,1-16-16,5-1 15,3-8-15,2-3 16,14-2 0,9 0-16,-2-7 15,6-6-15,-13-6 16,-4-4-16,15-2 16,11-2-1,4-3-15,8-1 16,-9-4-16,-1 3 15,4-3-15,2 2 16,-4-1-16,-1 1 16,4 0-16,4 5 15,-2-1-15,0 7 16,8-1-16,9 5 16,-5-4-16,3 1 15,4-3-15,4 2 16,16-16-16,14-3 15,-15-8 1,-5-6-16,-4 2 16,1-1-16,15 1 15,9 0-15,-14-1 16,-5 2-16,3-1 16,2 4-1,7-4-15,8 1 16,-1 1-16,-1 4 15,-5 1-15,-4 5 16,5 2-16,0 5 16,3-5-16,3 2 15,-1-2-15,1 4 16,2-4-16,3 2 16,-8-1-16,-4 0 15,-1 0-15,-4-1 16,9-1-16,5 4 15,1-4 1,4 4-16,6-3 16,4 2-16,-12-1 15,-8 0-15,-3-3 16,-5 2-16,10-2 16,6 4-16,-16 1 15,-8 1 1,5 4-16,6 7 15,-19-5-15,-8 1 16,7-1-16,1 2 16,3-1-16,6 2 15,-18-8-15,-10 2 16,14-6-16,11-3 16,-10-12-16,2-2 15,-7-2-15,-2-1 16,-6-8-16,-3-2 15,-14 1-15,-11 1 16,2-4 0,-1 2-16,-9 2 15,-9 5-15,-5-2 16,-8 7-16,-5-7 16,0 3-16,-5-7 15,0-5 1,-8-4-16,-5-4 15,-8 1-15,-6 3 16,-2-8-16,-3-3 16,-6 2-16,-2 4 15,-9 4-15,-4 7 16,-11-12-16,-6-2 16,-5-16-16,-5-7 15,-3 1-15,1-1 16,4 5-16,3 6 15,-3 7-15,3 11 16,-13-2 0,-9 4-16,-5-9 15,-4-2-15,-1 1 16,2 4-16,-8-9 16,-2 1-16,0 1 15,3 2 1,0 3-16,4 5 15,-6 6-15,0 4 16,0 6-16,4 7 16,-3 1-16,-2 4 15,-5-1-15,-1 5 16,-1 0-16,0 2 16,-19-2-16,-10 4 15,-10 4-15,-8 4 16,-16 6-16,-13 7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12:15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4568 10558 0,'0'0'0,"0"0"15,0 0-15,0 0 16,0 0-16,0 0 15,0 0 1,0 0-16,0 0 16,0 0-16,0 0 15,-23-14-15,2 0 16,-37-23-16,1-1 16,11 8-16,9 2 15,7 0-15,11-1 16,5-15-16,6-8 15,7-11-15,7-12 16,-3 15-16,-2 10 16,14 1-1,11 3-15,20 3 16,20 6-16,6-15 16,16-4-16,8 10 15,12 12-15,-1 13 16,1 15-16,0 1 15,-1 8 1,-4 9-16,0 12 16,0-1-16,7 4 15,-8-4-15,0 2 16,-12-5-16,-6 1 16,-10-5-16,-8 1 15,0-1-15,-2-1 16,-18-4-16,-10-3 15,-7-2-15,-5-1 16,-3-3-16,-21-2 16,31 1-1,-31-1-15,0 0 16,25 3-16,-25-3 16,0 0-16,-12-13 15,12 13-15,-44-29 16,14 5-16,3 6 15,5 5 1,0-4-16,2 2 16,2 3-16,18 12 15,-28-21-15,28 21 16,-23-19-16,23 19 16,-21-14-16,21 14 15,-12-21-15,8 7 16,1-7-16,3-1 15,-1 5-15,1 17 16,1-14-16,-1 14 16,0 0-1,0 0-15,32 7 16,-8 8-16,14 8 16,10 6-16,-15-8 15,-3-1-15,-9-5 16,-2-3-16,-19-12 15,27 21 1,-27-21-16,20 19 16,-20-19-16,13 14 15,-13-14-15,6 21 16,-31 20-16,2 2 16,-51 44-16,-1 2 15,1-10-15,0-3 16</inkml:trace>
  <inkml:trace contextRef="#ctx0" brushRef="#br0" timeOffset="88839.43">6992 11754 0,'0'0'16,"0"0"-16,0 0 15,0 0-15,0 0 16,0 0-16,0 0 15,-26-5 1,0 4-16,-67-1 16,0-1-16,22 3 15,15 5-15,-20-4 16,-7 2 0,12-1-16,7-1 15,9-1-15,11 4 16,-11-3-16,0 3 15,-3-1-15,-1 6 16,18-2-16,11-1 16,5-2-16,25-4 15,-33 8-15,33-8 16,-22 9-16,22-9 16,-21 12-16,21-12 15,-18 48-15,10-9 16,3 68-1,1 1-15,1-23 16,3-14-16,-2 4 16,4 0-16,-2 32 15,1 26-15,-1-28 16,0-7 0,0 12-16,0 7 15,0-2-15,0 7 16,0 2-16,0 7 15,0-2-15,0 2 16,-1-6-16,1-4 16,-2 5-16,2 3 15,-2-22-15,1-9 16,-2 21-16,1 18 16,-1-51-16,0-21 15,-2 11-15,2 2 16,-5 24-1,0 16-15,2-44 16,1-22-16,-2 6 16,0 0-16,-2 18 15,1 13-15,-3-15 16,5-1 0,-1-19-16,4-13 15,-2-6-15,4-4 16,-4 2-16,4 2 15,-2 2-15,-1 5 16,1 0-16,2 3 16,-1-4-16,4 3 15,-2-10-15,3-3 16,-2-6-16,1-1 16,0-7-16,-1-2 15,-1-15-15,3 22 16,-3-22-1,3 11-15,-3-11 16,0 0-16,0 0 16,3 15-16,-3-15 15,0 0-15,11 19 16,-11-19 0,29 18-16,-29-18 15,67 18-15,-17-13 16,13-1-16,9 3 15,2-10-15,1-3 16,12-1-16,10-3 16,5-2-16,11-1 15,-4-1-15,3 0 16,-5-3-16,-5 3 16,-6-1-16,-4 3 15,-24 1-15,-15 3 16,-15 1-1,-15 4-15,-23 3 16,25-4-16,-25 4 16,0 0-16,0 0 15,21-5-15,-21 5 16,0 0 0,0 0-16,0 0 15</inkml:trace>
  <inkml:trace contextRef="#ctx0" brushRef="#br0" timeOffset="96540.91">3196 759 0,'0'0'15,"5"6"-15,-5-6 16,0 0-16,0 0 16,0 0-16,0 0 15,0 0 1,0 0-16,0 0 15,0 0-15,0 0 16,0 0-16,0 0 16,0 0-16,0 0 15,0 0 1,0 0-16,0 0 16,0 0-16,0 0 15,-74-31-15,-5-4 16,-82-5-16,0 3 15,91 21-15,3-1 16,-28 2-16,-15 6 16,27 2-16,16 7 15,-16 0-15,-4 4 16,10-1-16,5 2 16,2-3-1,4 5-15,16-5 16,15 0-16,7-2 15,28 0-15,-35 4 16,35-4-16,-22 2 16,22-2-16,0 0 15,0 0 1,-20 0-16,20 0 16,-5 14-16,5-14 15,6 104-15,2-15 16,2 25-16,4 35 15,-5-46-15,1-17 16,2 37-16,1 19 16,1-1-16,0 10 15,0-6-15,-1-1 16,1 19-16,3 18 16,-7-39-1,0-16-15,1 54 16,2 33-16,-7-57 15,-4-29-15,-7 21 16,-4 2-16,1 30 16,0 24-16,-1-73 15,4-40 1,-5 52-16,2 22 16,-4-27-16,3-7 15,-4-20-15,1-14 16,-6 21-16,-1 13 15,2-38-15,6-21 16,-3 9-16,2 2 16,-3-1-16,1 5 15,3-25-15,5-14 16,-1-9-16,2-8 16,-2-1-1,4 2-15,-2-9 16,4-3-16,-3-7 15,4-13-15,-1 17 16,1-17-16,0 0 16,-2 16-1,2-16-15,7 17 16,34-8-16,2 4 16,28 2-16,22 0 15,10-10-15,18-5 16,-3-5-16,4 0 15,5-8-15,7-1 16,7 0-16,10 1 16,-11-1-16,-3 2 15,17-3-15,13 0 16,2 1-16,8 2 16,-10 1-1,-1 3-15,-13-3 16,-9 5-16,-5-2 15,-5 2-15,-32-3 16,-19 3-16,-23-2 16,-19 2-16,-18 0 15,2 0 1,-25 6-16,22-7 16,-22 7-16,0 0 15,22-11-15,-22 11 16,0 0-16,0 0 15,7-57-15,-9 5 16,-1-36-16,0-22 16,-2 10-16,0 1 15,0-27-15,-1-15 16,3-7-16,2-12 16,5 16-1,9 7-15,-1-21 16,5-15-16,-2 9 15,2 2-15,-1 17 16,2 15-16,9-80 16,6-43-1,-10 77-15,-3 42 16,0-22-16,2 2 16,0-24-16,3-10 15,-10 51-15,-3 34 16,-8-27-16,0-3 15,-6 14-15,-1 8 16,0 8-16,-1 8 16,-2-27-16,-3-12 15,4 78-15,0 2 16,2 13-16,2 10 16,-4-15-1,0-12-15,-4-6 16,3 4-16,-4 4 15,0 7-15,-10-7 16,-3 2-16,-13 1 16,-10-4-16,-3 17 15,-5 11 1,-16 1-16,-8 12 16,-18 0-16,-11 16 15,3 10-15,1 16 16,-13 4-16,-8 8 15,4 0-15,-1 8 16,9-7-16,6 2 16,-1-1-16,0 2 15,5-1-15,6-3 16,7-4-16,9-2 16,9-6-1,12-1-15,11-10 16,11 1-16,10-8 15,27-8-15,-37 7 16,37-7-16,-32 7 16,32-7-16</inkml:trace>
  <inkml:trace contextRef="#ctx0" brushRef="#br0" timeOffset="98009.68">1725 1571 0,'0'0'16,"0"0"-16,0 0 16,0 0-16,0 0 15,0 0-15,0 0 16,0 0-16,0 0 15,35 2-15,0 1 16,82-3-16,2 2 16,-28-11-16,-14-1 15,33 2-15,19 3 16,-5-7-16,7-2 16,-2-1-1,5 1-15,5-2 16,6-1-16,-9 0 15,-2 3-15,12-5 16,9 2-16,-13-1 16,-5 4-1,-17-1-15,-15 6 16,13-2-16,6 6 16,-21-1-16,-6 6 15,-12-3-15,-6 6 16,-4-3-16,2 4 15,-22-2-15,-14 0 16,-7 0-16,-6-1 16,-7 2-16,-21-3 15,20 3-15,-20-3 16,0 0-16,0 0 16,22 4-1,-22-4-15,0 0 16,0 0-16,0 0 15,0 0-15</inkml:trace>
  <inkml:trace contextRef="#ctx0" brushRef="#br0" timeOffset="98947.02">1656 2909 0,'0'0'15,"0"0"-15,0 0 16,0 0-16,0 0 16,0 0-1,0 0-15,0 0 16,0 0-16,0 0 15,0 0-15,36 0 16,2 1-16,72-2 16,0 1-1,-29-2-15,-16 4 16,26-4-16,14 0 16,2 0-16,7 2 15,13-2-15,15-1 16,0 1-16,6 1 15,-4-3-15,1 1 16,-12-3-16,-8 0 16,7-4-16,4-1 15,3-6-15,3 2 16,-3-7-16,2 3 16,-3-3-1,5 0-15,-17 0 16,-10 4-16,-8-2 15,-4 5-15,1-3 16,0 3-16,-20 1 16,-14 3-1,-15 0-15,-11 8 16,-1-6-16,-3 5 16,0-2-16,-3 1 15,-7 0-15,-3 3 16,-28 2-16,35-5 15,-35 5-15,0 0 16,23-4-16,-23 4 16,0 0-16,0 0 15,0 0-15,0 0 16</inkml:trace>
  <inkml:trace contextRef="#ctx0" brushRef="#br0" timeOffset="99900.14">3401 1813 0,'0'0'15,"0"0"-15,0 0 16,0 0-16,0 0 16,0 0-16,0 0 15,0 0-15,0 0 16,0 0-16,0 0 16,0 0-1,0 0-15,0 0 16,0 0-16,-9 28 15,3 0-15,-10 85 16,-1 3-16,12-68 16,2 4-1,0-18-15,3-7 16,-2-8-16,4-4 16,-2-3-16,3 0 15,-3-12-15,3 21 16,-3-21-16,3 13 15,-3-13-15,0 0 16</inkml:trace>
  <inkml:trace contextRef="#ctx0" brushRef="#br0" timeOffset="100212.51">3196 1830 0,'0'0'0,"0"0"16,0 0-16,0 0 16,0 0-1,0 0-15,0 0 16,0 0-16,0 0 16,23-4-16,0 1 15,94-15-15,2 1 16,-70 11-16,-2 0 15,-9 1-15,-2 4 16,-7 1-16,-3 1 16,-26-1-16,30 0 15,-30 0-15,0 0 16,0 0-16,0 0 16</inkml:trace>
  <inkml:trace contextRef="#ctx0" brushRef="#br0" timeOffset="100462.48">3194 2363 0,'0'0'0,"0"0"16,0 0-1,0 0-15,0 0 16,0 0-16,0 0 16,0 0-16,0 0 15,0 0-15,0 0 16,0 0-16,0 0 15,44 0-15,2 2 16,70-7-16,-1 2 16,-82-1-16,1-1 15,0 1-15,1 3 16,-7 1 0,-2 1-16</inkml:trace>
  <inkml:trace contextRef="#ctx0" brushRef="#br0" timeOffset="101384.11">3045 3963 0,'0'0'15,"0"0"-15,0 0 16,0 0 0,0 0-16,0 0 15,0 0-15,0 0 16,0 0-16,5 23 15,0-1-15,17 90 16,-1 0-16,-13-62 16,0 0-1,-4-28-15,1 3 16,-1-6-16,-1-3 16,-3-1-16,1-1 15,-1-14-15,2 21 16,-2-21-16,0 0 15</inkml:trace>
  <inkml:trace contextRef="#ctx0" brushRef="#br0" timeOffset="101868.37">3007 3937 0,'0'0'0,"0"0"15,0 0-15,0 0 16,0 0 0,0 0-16,0 0 15,0 0-15,0 0 16,0 0-16,0 0 16,0 0-16,0 0 15,30 0-15,2 2 16,60 0-16,1 2 15,-18 3-15,-7 4 16,-8 3-16,-7 8 16,-6-7-16,-8 3 15,4 17-15,0 14 16,-11-1 0,-7 2-16,-16-9 15,-10-4-15,-23 8 16,-15 9-16,-26-2 15,-19 2-15,2 2 16,-1 5-16,11-23 16,12-16-1,10-7-15,8-9 16,6-6-16,6-6 16,11-9-16,8-4 15,5-1-15,7 2 16</inkml:trace>
  <inkml:trace contextRef="#ctx0" brushRef="#br0" timeOffset="102616.51">1821 3916 0,'0'0'0,"0"0"15,0 0-15,0 0 16,0 0-1,0 0-15,0 0 0,0 0 16,0 0 0,0 0-16,0 0 15,20-10-15,1 0 16,74-22-16,3 2 16,-9 8-16,-3 10 15,21-4-15,17 3 16,17-8-16,18-4 15,-17 5-15,-5 2 16,22-5-16,17-2 16,-3 0-16,7 0 15,-23 7 1,-13 8-16,-3-1 16,-6 7-16,11 1 15,5 10-15,-30-7 16,-11 2-16,-5-2 15,-2 2 1,-21-2-16,-11 2 16,-22-2-16,-16 0 15,-33 0-15,38 0 16,-38 0-16,0 0 16,0 0-16,0 0 15,5 31-15,-14-2 16</inkml:trace>
  <inkml:trace contextRef="#ctx0" brushRef="#br0" timeOffset="103350.8">1531 5042 0,'0'0'0,"0"0"16,0 0-16,0 0 16,0 0-16,0 0 15,0 0-15,0 0 16,0 0-16,36 3 15,2-1-15,86-2 16,1 0 0,-40-2-16,-26-1 15,44 2-15,21 1 16,5-2-16,11-1 16,3 1-16,6 0 15,-9 0-15,-1 0 16,20 1-16,12-2 15,-9 1-15,-4 0 16,-1 0-16,2 0 16,-27 0-16,-16-1 15,9 1 1,6 1-16,-23-2 16,-12 3-16,-21-2 15,-11 1-15,-9-2 16,-6 3-16,-15-2 15,-7 4 1,-4-2-16,-23 0 16,33 0-16,-33 0 15,21 0-15,-21 0 16,0 0-16,0 0 16</inkml:trace>
  <inkml:trace contextRef="#ctx0" brushRef="#br0" timeOffset="105256.65">1507 6074 0,'0'0'16,"0"0"-16,0 0 15,0 0-15,0 0 16,0 0-16,0 0 16,0 0-16,0 0 15,0 0-15,0 0 16,0 0-16,0 0 15,0 0-15,0 0 16,-3 35-16,0 2 16,0 102-16,-1-1 15,4-46 1,4-32-16,-3 43 16,2 21-16,-1-20 15,0-6-15,-1 12 16,4 10-16,-2 0 15,2 4 1,-1-31-16,1-14 16,-2 22-16,4 15 15,-4-31-15,0-15 16,-1-6-16,-1-8 16,1 11-16,0 12 15,-4-13-15,2 1 16,-2-25-16,2-13 15,0-18-15,0 2 16,0-13-16,0 15 16,0-15-16,-1 14 15,1-14 1,0 0-16,-4 15 16,4-15-16,0 0 15,0 0-15,0 0 16,0 0-16,0 0 15,-4 12 1,4-12-16,0 0 16,0 0-16,0 0 15,0 0-15,0 0 16,29-2-16,-7 0 16,21-4-16,2 1 15,2-1-15,7 0 16,7-2-16,10 2 15,20-5-15,17-2 16,-9 1-16,1 5 16,8-6-16,6 1 15,11-4 1,15 4-16,-21-2 16,-7 3-16,5-1 15,2 2-15,-7 1 16,-4 4-16,0 8 15,1 12 1,-12-3-16,-3 5 16,3-5-16,-1 2 15,-3-1-15,-1 2 16,-6-5-16,-2-2 16,1-8-16,2-1 15,-13-3-15,-3-1 16,-10 1-16,-4 0 15,2-2-15,3 2 16,-6-5-16,0 3 16,-13-2-16,-4 1 15,-8-1 1,-5 3-16,-4 0 16,-22 5-16,33-8 15,-33 8-15,0 0 16,25-6-16,-25 6 15,0 0 1</inkml:trace>
  <inkml:trace contextRef="#ctx0" brushRef="#br0" timeOffset="105928.46">5008 5735 0,'0'0'16,"0"0"-16,0 0 15,0 0-15,0 0 16,0 0-16,0 0 16,5 30-16,2 0 15,2 77 1,2 3-16,-13 4 16,-4 3-16,-10 11 15,-4 12-15,7-16 16,5-2-1,-5 6-15,-2 4 16,1-2-16,3 2 16,-2-7-16,1-1 15,3-9-15,2-1 16,0 4-16,2 4 16,2-39-16,4-25 15,-1 6-15,2-4 16,-2 0-16,3-1 15,-1-15-15,-1-9 16,-1-18-16,3 1 16,-3-6-1,0-12-15</inkml:trace>
  <inkml:trace contextRef="#ctx0" brushRef="#br0" timeOffset="107631.22">1539 8644 0,'0'0'16,"0"0"-16,0 0 16,0 0-16,0 0 15,0 0-15,0 0 16,0 0-16,0 0 15,0 0-15,0 0 16,0 0-16,0 0 16,0 0-1,0 0-15,0 0 16,0 0-16,0 0 16,0 0-16,-13 53 15,1 3-15,-4 112 16,-1 3-1,17-108-15,0 1 16,4 66-16,4 3 16,-5-15-16,2-8 15,0-10-15,1-3 16,2 9-16,4 7 16,-4-38-16,2-23 15,-1 10-15,0 1 16,-1-2-16,3 5 15,-5-18-15,-1-11 16,-2-8-16,1-4 16,-4-12-1,1-1-15,-1-12 16,0 16-16,0-16 16,0 14-16,0-14 15,0 0-15,0 0 16,0 0-1,0 13-15,0-13 16,0 0-16,35-2 16,8-1-16,2 1 15,11-4-15,10-2 16,23-4-16,21-3 16,-8-2-16,4 1 15,13-5-15,12 1 16,8-3-16,10 0 15,-9 5-15,2 3 16,7 11-16,5 13 16,-10 1-1,-4 6-15,-8 0 16,-4 4-16,3-4 16,1 0-16,-19-3 15,-13-1 1,-4-8-16,-3-1 15,-24-6-15,-14-1 16,-13 0-16,-15 2 16,-1-2-16,-1 4 15,-25 0-15,35-4 16,-35 4-16,33-7 16,-33 7-16,40-22 15,-19-5-15,4-7 16,-1 0-16,-1-2 15</inkml:trace>
  <inkml:trace contextRef="#ctx0" brushRef="#br0" timeOffset="108162.44">4971 8390 0,'0'0'15,"0"0"-15,0 0 16,0 0-16,0 0 16,0 0-1,0 0-15,-5 29 16,2 2-16,3 85 16,0 0-16,5-3 15,6 3-15,-5 8 16,4 6-1,-1 0-15,-1 4 16,-2-19-16,0-12 16,2 5-16,1-1 15,4 15-15,4 12 16,-7-53-16,-2-27 16,1 18-16,0 4 15,-1 2-15,5 0 16,-7-21-16,0-11 15,-2-21-15,-1 0 16,-3-25-16,0 13 16</inkml:trace>
  <inkml:trace contextRef="#ctx0" brushRef="#br0" timeOffset="109254">1337 7377 0,'0'0'0,"0"0"15,0 0-15,0 0 16,0 0-16,0 0 0,0 0 16,0 0-16,0 0 15,0 0-15,0 0 16,32-9-16,1 1 15,42-8-15,4 1 16,-10 3-16,-3 2 16,12-1-16,6 3 15,2-5-15,5 3 16,11 1-16,14-1 16,5 0-16,8 0 15,1-1-15,6 2 16,-12-2-1,-5 2-15,17 0 16,13 3-16,-27-1 16,-9 5-16,-3-1 15,-2 6-15,-3-3 16,0 2-16,-6-2 16,-3 2-1,-10-2-15,-5 2 16,-15-2-16,-12 3 15,-2-3-15,-5 0 16,-6 0-16,-7 0 16,-4 0-16,-3 0 15,-5 0-15,2 0 16,-24 0-16,37 0 16,-37 0-16,36 0 15,-36 0-15,21 0 16,-21 0-16,0 0 15,0 0 1,0 0-16,23 0 16,-23 0-16,0 0 15,0 0-15,0 0 16,0 0 0,0 0-16,22 0 15,-22 0-15,0 0 16,0 0-16,0 0 15</inkml:trace>
  <inkml:trace contextRef="#ctx0" brushRef="#br0" timeOffset="110019.69">3108 7507 0,'0'0'16,"0"0"-16,0 0 16,0 0-16,0 0 15,0 0-15,0 0 16,0 0-16,0 0 16,0 0-16,0 0 15,0 0-15,0 0 16,8 37-16,1 2 15,5 104 1,2 0-16,-19-72 16,3 1-16,-1-19 15,-1-9-15,0 3 16,2 3 0,-1-3-16,1 6 15,0-28-15,0-2 16,0-23-16,0 0 15,0 0-15,0 0 16</inkml:trace>
  <inkml:trace contextRef="#ctx0" brushRef="#br0" timeOffset="110347.74">2978 7669 0,'0'0'0,"0"0"16,0 0-16,0 0 15,0 0-15,0 0 16,0 0 0,0 0-16,0 0 15,0 0-15,0 0 16,26-9-16,1 1 15,89-23-15,2 1 16,-43 13-16,-28 10 16,3 1-16,-7 3 15,-13 2-15,-30 1 16,34 4-16,-21 9 16</inkml:trace>
  <inkml:trace contextRef="#ctx0" brushRef="#br0" timeOffset="110597.8">3070 8440 0,'0'0'0,"0"0"16,0 0-16,0 0 16,0 0-1,0 0-15,0 0 16,0 0-16,0 0 15,15-7-15,-15 7 16,94-45-16,-13 7 16,-26 12-16,-14 9 15,-2-2-15,-1 3 16,-16 6-16,-22 10 16</inkml:trace>
  <inkml:trace contextRef="#ctx0" brushRef="#br0" timeOffset="112082.09">1543 9665 0,'0'0'15,"0"0"-15,0 0 16,0 0-16,0 0 16,0 0-16,0 0 15,24-14-15,1 0 16,87-48-16,0 0 16,-32 23-16,-20 16 15,31-15-15,16 1 16,-11 0-1,1 2-15,16 3 16,11 6-16,3 7 16,9 9-16,-4 3 15,3 2-15,-3 5 16,0 5 0,-3-5-16,-2 5 15,-10-3-15,-2 5 16,1-6-16,4 3 15,-11-1-15,-5 1 16,-16-2-16,-10 0 16,-10 0-16,-9 0 15,-8-2-15,-6 2 16,-7-2-16,-7 2 16,1-2-16,-1 0 15,0 0-15,4 0 16,-7 0-1,-1 0-15,-27 0 16,34 0-16,-34 0 16,21 0-16,-21 0 15,0 0-15,0 0 16,29 0 0,-29 0-16,22 0 15,-22 0-15,0 0 16,23 0-16,-23 0 15,0 0-15,0 0 16,0 0-16,0 0 16,0 0-16,0 0 15</inkml:trace>
  <inkml:trace contextRef="#ctx0" brushRef="#br0" timeOffset="112644.45">3022 9800 0,'0'0'0,"0"0"16,0 0 0,0 0-16,0 0 15,0 0-15,0 0 16,0 0-16,0 0 15,0 0-15,0 0 16,5 17-16,2-1 16,6 51-16,1 1 15,-8-17-15,-1-8 16,-2-3-16,-1-5 16,-2-12-16,0-7 15,0-3-15,0-13 16,1 12-1,-1-12-15</inkml:trace>
  <inkml:trace contextRef="#ctx0" brushRef="#br0" timeOffset="113081.76">2945 9789 0,'0'0'15,"0"0"-15,0 0 16,0 0-16,0 0 15,0 0-15,0 0 16,19-6-16,-19 6 16,84-26-16,-18 5 15,-20 9-15,-15 7 16,4 1-16,1 6 16,0 0-16,3 5 15,-10-1-15,-6 6 16,2 9-1,0 9-15,-4 20 16,2 21-16,-21 7 16,-12 13-16,-1-30 15,-6-18-15,-18 8 16,-10 1 0,6-7-16,3-1 15,4-15-15,7-9 16,-3-3-16,3-3 15,1-5-15,1 0 16,2-9-16,21 0 16,-31-11-16,31 11 15</inkml:trace>
  <inkml:trace contextRef="#ctx0" brushRef="#br0" timeOffset="115050.31">1556 10658 0,'0'0'0,"0"0"16,0 0-16,0 0 15,0 0 1,0 0-16,0 0 16,0 0-16,0 0 15,0 0-15,0 0 16,0 0-16,0 0 15,0 0-15,0 0 16,0 0-16,0 0 16,0 0-16,0 0 15,0 0-15,0 0 16,0 0-16,0 0 16,4 49-16,1 4 15,11 138 1,1 4-16,-15-115 15,-1 2-15,6 46 16,3 33-16,-5-25 16,2-2-16,-3 1 15,4 3 1,-2-22-16,-1-12 16,-2-5-16,0-4 15,-3 4-15,0 7 16,-3-42-16,2-21 15,-3 3-15,4-3 16,-3 0-16,2 3 16,-4-10-16,4 2 15,-2-6-15,1-5 16,-1-4-16,1-1 16,-1-8-16,3-2 15,0-12 1,-3 17-16,3-17 15,-3 15-15,3-15 16,0 0-16,0 0 16,-4 12-16,4-12 15,0 0 1,32 4-16,-4-2 16,40-2-16,1 2 15,22-7-15,14-6 16,11-2-16,13 3 15,-1-4-15,4-3 16,10 1-16,12 2 16,-9-4-16,0 6 15,-4-3-15,0 5 16,-1 0-16,-4 4 16,-24 0-16,-20 6 15,-3-2 1,-8 2-16,8-3 15,4 3-15,-21 0 16,-9 0-16,-8-4 16,-5 8-16,-4-8 15,1 4 1,-10-2-16,-4 1 16,-33 1-16,33-3 15,-33 3-15,0 0 16,0 0-16,22-4 15,-22 4-15,0 0 16,25-31-16,-10 6 16</inkml:trace>
  <inkml:trace contextRef="#ctx0" brushRef="#br0" timeOffset="116065.69">5152 10833 0,'0'0'15,"0"0"-15,0 0 16,0 0-16,0 0 16,0 0-16,0 0 15,0 0-15,0 0 16,0 0-1,0 0-15,0 0 16,0 0-16,0 0 16,0 0-16,0 0 15,0 0 1,0 0-16,0 0 16,0 0-16,0 0 15,0 0-15,0 0 16,0 0-16,0 0 15,0 0-15,0 0 16,0 50-16,1 0 16,-6 111-16,2 2 15,-10-51-15,-5-31 16,2 45-16,0 24 16,-3-19-16,-1-5 15,0-4 1,4 1-16,-1-33 15,6-19-15,-10 34 16,1 21-16,3-35 16,3-12-16,6-37 15,0-1 1,0 0-16,-1 2 16,-2 7-16,1 8 15,-1-9-15,5-1 16,0-13-16,4-4 15,0-8-15,2-4 16,-1-4-16,1 3 16,0-18-16,0 18 15,0-18-15,0 0 16,0 0-16,0 15 16,0-15-16,0 0 15,0 12 1,0-12-16,-3 14 15,-1-1-15,-13 3 16,0 3-16,-16 4 16,-8 5-16,-6-6 15,-6-2 1,0-5-16,-2-3 16,9-4-16,7 0 15,-2-4-15,7-2 16,-18-4-16,-8 2 15,-15-8-15,-13 0 16,35 1-16,21 6 16</inkml:trace>
  <inkml:trace contextRef="#ctx0" brushRef="#br0" timeOffset="124079.7">8247 1317 0,'0'0'0,"0"0"15,0 0-15,0 0 16,0 0-16,0 0 16,0 0-1,-15-16-15,4 1 16,-22-37-16,2 1 16,12 13-16,14 12 15,0-13-15,5-3 16,-4 0-16,4 1 15,-1 12-15,-1 10 16,0 3-16,2 16 16,0-18-16,0 18 15,-1-17-15,1 17 16,0 0 0,-2-12-16,2 12 15,0 0-15,0 0 16,0 0-16,-2-13 15,2 13-15,0 0 16,0 0 0,0 0-16,0 0 15,-1-12-15,1 12 16,0 0-16,0 0 16,0 0-16,0 0 15,0 0-15,0 0 16,0 0-16,0 0 15,0-12-15,0 12 16,0 0-16,0 0 16,0 0-16,0 0 15,0 0-15,0 0 16</inkml:trace>
  <inkml:trace contextRef="#ctx0" brushRef="#br0" timeOffset="126204.89">864 1338 0,'0'0'0,"0"0"16,0 0-1,0 0-15,0 0 16,0 0-16,0 0 16,0 0-16,0 0 15,0 0-15,0 0 16,8 49-16,2 1 15,14 84-15,0 2 16,-15-95-16,-1-1 16,0 10-16,0 8 15,-4-16-15,-1-10 16,-1-20-16,-1 4 16,-1-16-1,0 0-15,-1-13 16,-1 0-16,-5-21 15,0 0-15,-26-76 16,2 1-16,-8 5 16,-3 10-1,35 79-15,2 2 16,5 13-16,-8-18 16,8 18-16,-6-16 15,8 3-15,-2 13 16,36-29-16,-8 10 15,5-3-15,3-1 16,-4 6-16,1 7 16,-4 2-16,1 4 15,-5 0-15,-3 4 16,-22 0-16,0 0 16,21 51-1,-18-5-15,-9 20 16,-4 16-16,-4-23 15,-2-9-15,4-16 16,4-9-16,3-13 16,2 1-1,3-13-15,-3 12 16,3-12-16,0 0 16,0 0-16,17-14 15,38-20-15,0 4 16,26-8-16,22-1 15,-44 12-15,-19 9 16,-7 5-16,-8 9 16,-4 4-16,-21 0 15,32 15-15,-23-1 16,-7 21 0,1 1-16,-4 3 15,-3 4-15,-10-8 16,-6 1-16,-25 1 15,-14 6-15,-19 4 16,-15 9 0,9-23-16,2-10 15,25-9-15,21-3 16,36-11-16,0 0 16</inkml:trace>
  <inkml:trace contextRef="#ctx0" brushRef="#br0" timeOffset="129642.41">828 2910 0,'0'0'16,"0"0"-16,0 0 15,0 0-15,0 0 16,0 0-16,0 0 15,0 0-15,0 0 16,0 0-16,0 0 16,0 0-16,0 0 15,0 0-15,0 0 16,0 0-16,0 0 16,0 0-1,0 0-15,0 0 16,0 0-16,8 29 15,1 3-15,15 98 16,1 1 0,-17-93-16,1 3 15,-5-17-15,0-6 16,-3 1-16,2 0 16,-1-7-16,0 1 15,-2-13-15,1 16 16,-1-16-16,0 0 15,0 0-15,0 0 16,0 0-16,0 0 16,-34-58-16,12 11 15,-4-5-15,0-2 16,4 10 0,3 10-16,5 1 15,4 8-15,1-5 16,8 6-16,8-9 15,9-4-15,27-26 16,2 3 0,8-8-16,8-2 15,-23 18-15,-10 14 16,-7 8-16,-6 10 16,-2 8-16,-13 12 15,28 3-15,-9 13 16,1 27-16,1 4 15,-10-4-15,-7 2 16,-8-3-16,-7-3 16,-12 21-16,-6 15 15,-5-8-15,-2 6 16,7-23 0,7-12-16,10-19 15,1 0-15,11-19 16,-4 12-16,4-12 15,0 0-15,0 0 16,25-9-16,15-22 16,1 2-1,10-7-15,9-2 16,-17 19-16,-6 10 16,2 7-16,1 13 15,-14-3-15,-5 6 16,-6 13-16,-3 14 15,-3 0-15,-1 9 16,-22-4-16,-10-1 16,-45 13-16,2-1 15,4 4-15,6 1 16,2-19-16,2-9 16,4-10-1,7-5-15,4-15 16,8-8-16,10-19 15,14-10-15</inkml:trace>
  <inkml:trace contextRef="#ctx0" brushRef="#br0" timeOffset="132032.62">1489 2826 0,'0'0'16,"0"0"-16,0 0 15,0 0-15,0 0 16,0 0 0,0 0-16,0 0 15,0 0-15,0 0 16,0 0-16,0 0 15,0 0-15,0 0 16,0 0 0,0 0-16,0 0 15,0 0-15,0 0 16,0 0-16,0 0 16,5 27-16,2 0 15,10 68-15,2 3 16,-9-39-16,-1-20 15,-6-5-15,0-9 16,-3-11-16,0 0 16,0-14-16,2 17 15,-2-17-15,0 0 16,0 0 0,0 0-16,-4-61 15,1 10-15,-9-2 16,-1 0-16,1 19 15,4 12-15,-2 1 16,2 4-16,-1 0 16,3 3-1,-2-2-15,3 3 16,0-2-16,1 0 16,1 2-16,3 13 15,-2-12-15,2 12 16,0 0-16,0-18 15,0 18-15,8-20 16,-2 5-16,5 2 16,-11 13-16,41-18 15,-11 14-15,7 8 16,-4 5-16,2 5 16,1 3-1,4 5-15,-9-7 16,-1-3-16,-30-12 15,36 17-15,-36-17 16,19 14 0,-16 0-16,0 8 15,-17 19-15,0 2 16,-24 13-16,-14 12 16,5-19-16,0-5 15,9-15-15,10-10 16,2-3-16,8-2 15,-1-1-15,8 2 16</inkml:trace>
  <inkml:trace contextRef="#ctx0" brushRef="#br0" timeOffset="132501.35">922 4025 0,'0'0'15,"0"0"-15,0 0 16,0 0-16,0 0 15,0 0-15,0 0 16,0 0-16,0 0 16,0 0-16,0 0 15,17-11-15,-17 11 16,102-65 0,-17 11-16,-8-7 15,-1-4-15,-10-2 16,-4 1-16,-9 15 15,-7 12-15,-2-1 16,-2 8-16,-4 8 16,-1 14-1,-12 0-15,-25 10 16,30-9-16,-30 9 16,0 0-16,0 0 15,0 0-15,0 0 16</inkml:trace>
  <inkml:trace contextRef="#ctx0" brushRef="#br0" timeOffset="132766.91">937 4038 0,'0'0'0,"0"0"15,0 0-15,0 0 16,0 0-16,0 0 15,0 0-15,18-4 16,-18 4 0,119-23-16,-18 4 15,-9-9-15,-2 1 16,5-29-16,7-14 16,-8 16-16,-1 8 15,-18-1-15,-9 3 16</inkml:trace>
  <inkml:trace contextRef="#ctx0" brushRef="#br0" timeOffset="148844.6">4003 4492 0,'0'0'0,"0"0"16,0 0-1,0 0-15,0 0 16,0 0-16,0 0 0,0 0 16,0 0-1,0 0-15,0 0 16,0 0-16,0 0 16,0 0-16,0 0 15,0 0-15,0 0 16,0 0-16,0 0 15,0 0-15,0 0 16,0 0-16,0 0 16,0 0-16,0 0 15,0 0-15,0 0 16,0 0-16,0 0 16,1 25-1,2 2-15,2 43 16,3 3-16,-5-24 15,-2-14-15,-1 5 16,2 1 0,-2-11-16,3-1 15,-1-9-15,-1-3 16,1 3-16,1 3 16,0 8-16,2 8 15,-1 7-15,0 9 16,-1 0-16,3 2 15,-3-7-15,1-4 16,-3-10-16,1-5 16,-4 0-16,2 3 15,-1 7-15,1 11 16,-2 3 0,0 7-16,-1-6 15,2 3-15,-3-15 16,3-2-16,-2-13 15,3-6-15,-2 0 16,0-1 0,-2 9-16,3 9 15,-3-1-15,1 7 16,0 1-16,0 5 16,0-11-16,-1-2 15,1-6-15,2-4 16,-3 0-16,2 0 15,-1-6-15,3-2 16,-2-3-16,0-1 16,-1 7-16,2 10 15,-3 2-15,1 4 16,0-7 0,1 0-16,-1 8 15,2 9-15,-4-4 16,4 3-16,-2-12 15,3-5-15,-2-6 16,2-2-16,-2 1 16,2 3-1,-1 5-15,1 4 16,-2 2-16,2 7 16,-1-4-16,1 3 15,-2-3-15,2 3 16,-2-8-16,2-2 15,-1-7-15,1-6 16,-2-1-16,2-1 16,-1-1-16,1-1 15,-2 1-15,2 0 16,-2-3-16,2 2 16,-1-3-1,1 2-15,-2-3 16,2 2-16,-2-3 15,2-13-15,-2 18 16,2-18 0,-2 13-16,2-13 15,0 0-15,2 12 16,-2-12-16,0 0 16,0 0-16,0 0 15,0 0-15,0 0 16,2-14-16,-2 14 15,-2-21-15,2 21 16,-3-14-16,3 14 16,0 0-16,-2-13 15,2 13-15,0 0 16,0 0 0,0 0-16,-5-12 15,5 12-15,0 0 16,0 0-16,0 0 15,0 0-15,0 0 16,0 0 0,-9-12-16,9 12 15,0 0-15,0 0 16,-3-13-16,3 13 16,0 0-16,-11-16 15,-2-1-15,-1 2 16,-2-3-16,-2-3 15,0 5-15,1 1 16,3 2-16,14 13 16,-24-16-16,24 16 15,-9-12-15,9 12 16,-14-12 0,14 12-16,0 0 15,0 0-15,0 0 16,-11-13-16,11 13 15,0 0-15,0 0 16,0 0-16,28 27 16,-10-11-1,8 3-15,9 5 16,-10-8-16,0 2 16,-3-4-16,0 0 15,-2-1-15,0 2 16,-20-15-16,25 16 15,-25-16-15,0 0 16,0 0-16,20 13 16,-20-13-16,0 0 15,0 0-15,21 6 16,-21-6-16,29-6 16,-29 6-1,36-23-15,-10-20 16,1-1-16,-3-14 15,3-8-15,-12 18 16,-4 15 0,-3 5-16,-2 9 15,-4 2-15,-2 17 16,1-20-16,-1 20 16,0 0-16,2-15 15,-2 15-15,0 0 16,-19 12-16,6 3 15,-23 24-15,1 2 16,2 3-16,4 7 16,2-7-16,4 2 15,-1 10-15,3 10 16,8 4 0,8 10-16</inkml:trace>
  <inkml:trace contextRef="#ctx0" brushRef="#br0" timeOffset="-167165.02">22157 813 0,'0'0'0,"0"0"0,0 0 0,0 0 15,0 0-15,0 0 16,0 0-16,0 0 16,0 0-16,0 0 15,0 0-15,0 0 16,0 0 0,0 0-16,0 0 15,0 0-15,0 0 16,1 50-16,3 3 15,4 91-15,0 1 16,-4-54-16,1-33 16,-2 57-16,3 26 15,-1-18-15,0-6 16,0 22-16,2 11 16,-2-2-16,1 3 15,-1-15 1,0-6-16,0 19 15,2 12-15,-4-5 16,2-2-16,-2 15 16,4 7-16,-4-14 15,2-5-15,0-20 16,2-12 0,1 48-16,3 29 15,0-64-15,-2-27 16,3 33-16,1 19 15,-2-24-15,2-7 16,-2 2-16,0 3 16,3 11-16,2 12 15,-2-23-15,-2-8 16,2-1-16,1-1 16,-3-4-16,1 2 15,-2-3-15,3 0 16,-3-7-1,1 1-15,-1 0 16,0 0-16,0-13 16,-1-7-16,-1 17 15,5 11-15,-8-41 16,-1-23 0,0 8-16,0 0 15,-1 13-15,1 8 16,-4-23-16,3-10 15,-4-16-15,1-13 16,-1-13-16,0 2 16,0-16-16,0 17 15,0-17-15,0 0 16</inkml:trace>
  <inkml:trace contextRef="#ctx0" brushRef="#br0" timeOffset="-165015.21">22047 788 0,'0'0'15,"0"0"-15,0 0 32,0 0-32,0 0 15,0 0-15,0 0 16,0 0-16,0 0 15,0 0-15,0 0 16,0 0-16,0 0 16,0 0-16,0 0 15,0 0-15,0 0 16,25-7-16,0 2 16,59-6-16,2-2 15,-13 12-15,-8 2 16,10-2-16,8-3 15,15 1-15,15 3 16,9-2 0,15 0-16,-13-4 15,-2 4-15,13-4 16,13 0-16,-14 1 16,-3 2-16,-10-2 15,-8 1 1,-11 0-16,-11 4 15,-17-4-15,-11 4 16,-10-3-16,-11 6 16,-9-3-16,-8 0 15,-1 0-15,0 0 16,-24 0-16,38 0 16,-38 0-16,24 0 15,-24 0-15,0 0 16,0 0-16,25 0 15,-25 0-15,0 0 16,0 0 0,22 4-16,-11 9 15,1 1-15,7 50 16,1-15-16,4 36 16,3 27-16,-9-29 15,-2-10 1,3 40-16,5 24 15,-4-6-15,-3 4 16,-4-7-16,-1 2 16,0 9-16,0 9 15,-4 12-15,5 9 16,-4 9-16,4 12 16,-8-53-16,0-28 15,0 84-15,3 46 16,-3-75-16,-2-36 15,0 19-15,2 4 16,-2 30 0,2 26-16,-2-47 15,0-20-15,1 32 16,0 18-16,-1-16 16,1-2-16,-3-31 15,2-14 1,-2 24-16,3 12 15,-3-38-15,2-21 16,-3 9-16,2-1 16,1 9-16,-3 7 15,2-26-15,-1-15 16,5 15-16,1 10 16,-1-17-16,4-8 15,-3-10-15,2-9 16,-1 11-16,2 6 15,-2-9-15,0 1 16,-4-20 0,3-7-16,-4-13 15,2-6-15,-3 4 16,4 5-16,-4 2 16,3 2-16,-2-13 15,-1-4 1,1-2-16,-3-2 15,2-2-15,-1-1 16,-1-5-16,0-15 16,3 16-16,-3-16 15,0 0-15,0 12 16,0-12-16,0 0 16,0 0-16,0 0 15,0 0-15,0 13 16,0-13-16,0 0 15,0 0 1,0 12-16,0-12 16,-3 17-16,3-17 15,-1 17-15,1-17 16,0 0-16,-2 14 16,2-14-16,0 0 15,0 17 1,0-17-16,0 0 15,0 0-15,-3 14 16,3-14-16,0 0 16,-55 23-16,21-9 15,-42 13-15,-1 3 16,-5-16-16,-2-6 16,-15-10-16,-8-4 15,5 4-15,2 2 16,-13-3-16,-5 1 15,-3 0-15,-1-1 16,10 2 0,7 1-16,6-1 15,7 1-15,13-3 16,10 6-16,-3-3 16,3 2-1,3 1-15,3-1 16,-6 0-16,0 3 15,11-4-15,9 4 16,9-3-16,13 0 16,2-2-16,3 2 15,22-2-15,-27 1 16,27-1-16,0 0 16,0 0-16,0 0 15</inkml:trace>
  <inkml:trace contextRef="#ctx0" brushRef="#br0" timeOffset="-163812.14">22138 2353 0,'0'0'15,"0"0"-15,0 0 16,0 0-16,0 0 15,0 0 1,0 0-16,0 0 16,0 0-16,0 0 15,0 0-15,0 0 16,0 0-16,0 0 16,0 0-1,0 0-15,0 0 16,24-5-16,1 5 15,83-12-15,2 4 16,-28 0-16,-16 3 16,37 0-16,19 2 15,-2-3-15,4 3 16,9-4-16,11 3 16,7-5-16,14 4 15,-35-3-15,-15 5 16,2-3-16,2 1 15,-21-1 1,-9 0-16,1-1 16,-3 3-16,7-2 15,7 3-15,-20-3 16,-9 3-16,-11-1 16,-11 0-16,-9 0 15,-10 1 1,-31 3-16,30-1 15,-30 1-15,0 0 16,0 0-16,22-3 16,-22 3-16,0 0 15</inkml:trace>
  <inkml:trace contextRef="#ctx0" brushRef="#br0" timeOffset="-162640.28">22377 4284 0,'0'0'0,"0"0"16,0 0-16,0 0 15,0 0-15,0 0 16,0 0-16,0 0 16,0 0-16,0 0 15,0 0 1,0 0-16,0 0 15,0 0-15,0 0 16,0 0-16,0 0 16,14-2-16,-14 2 15,91-18-15,-16 7 16,-3-4-16,2 1 16,19 0-16,17 2 15,-10-5-15,1 2 16,8-2-16,7 3 15,18-7-15,18 0 16,-20 3 0,0 2-16,-2-1 15,2 2-15,0 1 16,4 1-16,-21 2 16,-12 8-1,-7-3-15,-6 3 16,5 0-16,1 3 15,-15-3-15,-13 3 16,-2-2-16,0 2 16,-14-2-16,-8 4 15,-44-2-15,42 0 16,-42 0-16,0 0 16,0 0-16,23 0 15,-23 0-15,0 0 16,0 0-16,0 0 15,21 0 1,-21 0-16,0 0 16,0 0-16,22 0 15,-22 0-15,0 0 16,0 0-16,0 0 16,0 0-1,0 0-15,0 0 16</inkml:trace>
  <inkml:trace contextRef="#ctx0" brushRef="#br0" timeOffset="-161531.27">23030 2723 0,'0'0'16,"1"28"-16,2 3 15,-3-31-15,0 0 16,0 0-16,0 0 15,0 0 1,0 0-16,0 0 16,0 0-16,27-18 15,0-1-15,108-37 16,3 1-16,-76 38 16,0 1-16,13-9 15,13-3 1,-20 8-16,-7 10 15,-16 4-15,-14 6 16,1 0-16,-3 2 16,-6 0-16,2 2 15,-25-4-15,28 8 16</inkml:trace>
  <inkml:trace contextRef="#ctx0" brushRef="#br0" timeOffset="-161109.39">23629 2572 0,'0'0'15,"0"0"-15,0 0 16,0 0-16,0 0 15,0 0-15,0 0 16,0 0-16,0 0 16,0 0-16,0 0 15,-1 22-15,1 1 16,-5 42-16,2 1 16,-2-21-16,3-10 15,-1 28-15,2 12 16,-3 21-16,3 19 15,-3-47 1,4-24-16,-1 6 16,2-4-16,0 15 15,3 13-15,-2-9 16,3 1-16,-4-16 16,4-9-1,-5-12-15,2-10 16,-2-19-16,1 21 15,-1-21-15,4 13 16</inkml:trace>
  <inkml:trace contextRef="#ctx0" brushRef="#br0" timeOffset="-160797.05">23266 3939 0,'0'0'0,"0"0"16,0 0-16,0 0 16,0 0-16,0 0 15,0 0-15,0 0 16,0 0-16,48-2 16,2-1-16,160-19 15,1-1 1,-158 18-16,0-2 15,29-6-15,18-3 16,-35 2-16,-18 3 16,-8 0-16,-11 5 15,-7 0-15,-21 6 16</inkml:trace>
  <inkml:trace contextRef="#ctx0" brushRef="#br0" timeOffset="-159469.02">23526 6134 0,'0'0'0,"0"0"0,0 0 15,0 0 1,0 0-16,0 0 16,0 0-16,0 0 15,0 0-15,0 0 16,0 0-16,0 0 16,0 0-1,1 38-15,1 1 16,4 65-16,3-1 15,-6-65-15,-3-1 16,0 1-16,-4 3 16,-1 18-16,2 13 15,0-4-15,3 2 16,-2-14-16,1-4 16,-1-15-16,2-10 15,-1-6-15,1-6 16,0-15-16,0 19 15,0-19 1,0 0-16</inkml:trace>
  <inkml:trace contextRef="#ctx0" brushRef="#br0" timeOffset="-158953.23">23390 6081 0,'0'0'15,"4"3"-15,-4-3 16,0 0-16,0 0 16,0 0-16,0 0 15,0 0-15,36 0 16,66-6-16,1 0 15,-30 4-15,-17 6 16,0 3 0,-2 7-16,-2-4 15,-1 3-15,0 30 16,2 24-16,-10 5 16,-4 13-1,-11-34-15,-7-14 16,-4 5-16,-3 1 15,-9 8-15,-7 12 16,-14-1-16,-10 4 16,-6-2-16,-2 0 15,-19-10-15,-13-2 16,4-15-16,1-8 16,7-8-16,7-7 15,4-6-15,7-6 16,7-2-16,29 0 15,-36-2 1,36 2-16,-23-10 16,23 10-16</inkml:trace>
  <inkml:trace contextRef="#ctx0" brushRef="#br0" timeOffset="-158265.99">22256 5996 0,'0'0'15,"0"0"-15,0 0 16,0 0-16,0 0 16,0 0-16,0 0 15,0 0-15,0 0 16,0 0-16,0 0 16,0 0-16,0 0 15,25-4-15,0 0 16,121-17-16,2 0 15,-32 11-15,-19 8 16,65-15 0,40-4-16,-35 7 15,-10 3-15,13-1 16,9 2-16,-14 6 16,-3 5-1,-3 3-15,-2 7 16,-35-2-16,-21 1 15,0-2-15,-2 4 16,-8-1-16,-2-1 16,-13-1-16,-4-1 15,-11 0-15,-6 0 16,-12-1-16,-10 0 16,-33-7-16,32 11 15</inkml:trace>
  <inkml:trace contextRef="#ctx0" brushRef="#br0" timeOffset="-157531.52">22645 7672 0,'0'0'0,"0"0"15,0 0 1,0 0-16,0 0 15,0 0-15,0 0 16,0 0-16,0 0 16,0 0-16,0 0 15,16 0-15,-16 0 16,105-3-16,-12 0 16,5-1-16,6 2 15,26-4-15,23-1 16,8 1-16,18 0 15,-10-1 1,0 0-16,-14-4 16,-6 3-16,1-4 15,0 1-15,-18 1 16,-12 2-16,-25 0 16,-20 4-1,-11-2-15,-14 3 16,-7-1-16,-6 2 15,-6-1-15,-7 3 16,-24 0-16,26 0 16,-26 0-16,0 0 15,0 0-15,26 0 16,-26 0-16,0 0 16</inkml:trace>
  <inkml:trace contextRef="#ctx0" brushRef="#br0" timeOffset="-154953.78">21438 2103 0,'0'0'16,"0"0"-16,0 0 15,0 0-15,0 0 16,0 0-16,0 0 16,0 0-16,0 0 15,0 0-15,0 0 16,0 0-16,0 0 15,0 0 1,0 0-16,0 0 16,0 0-16,0 0 15,0 0-15,0 0 16,0 0-16,0 0 16,0 0-1,0 0-15,0 0 16,0 0-16,0 0 15,0 0-15,0 0 16,0 0-16,0 0 16,0 30-16,2 1 15,1 19-15,5 12 16,-4-23-16,1-6 16,-2 2-16,1 9 15,-3-5-15,1 2 16,-2-10-16,1-3 15,-1-9 1,2-5-16,-2-14 16,0 17-16</inkml:trace>
  <inkml:trace contextRef="#ctx0" brushRef="#br0" timeOffset="-154047.36">21465 1978 0,'0'0'16,"0"0"-16,0 0 15,0 0-15,0 0 16,0 0-16,0 0 15,0 0 1,0 0-16,0 0 16,0 0-16,0 0 15,0 0-15,0 0 16,0 0-16,35-12 16,1-1-1,25-5-15,20-1 16,-52 17-16,0 0 15,-5 2-15,-3 7 16,-21-7-16,40 14 16,-40-14-16,27 27 15,-19-5-15,-2 9 16,-8 9-16,-2 10 16,-18 4-16,-8 5 15,-6-18-15,-7-5 16,4-14-16,3-7 15,10-4 1,26-11-16,-27 10 16,27-10-16,0 0 15,-21 8-15,21-8 16,0 0-16,0 0 16,0 0-1,36 4-15,-4-4 16,4-3-16,5 2 15,-7-1-15,-1 4 16,-2-2-16,2 4 16,-4-4-16,-4 2 15,0-2-15,-1 2 16,-24-2-16,34 4 16,-34-4-16,25 12 15,-17 3-15,0 6 16,-5 4-16,-6 8 15,-10 2 1,-7 4-16,-4-2 16,-6 5-16,-3-9 15,-1 0-15,-10-4 16,-6-3-16,6-8 16,1-9-1,5-5-15,6-1 16,4-3-16,6 0 15,22 0-15,-30-7 16,30 7-16,-24-8 16,24 8-16,-25-20 15</inkml:trace>
  <inkml:trace contextRef="#ctx0" brushRef="#br0" timeOffset="-151469.7">21197 4395 0,'0'0'15,"0"0"-15,0 0 16,0 0-16,0 0 16,0 0-16,0 0 15,0 0-15,0 0 16,0 0-16,0 0 16,0 0-16,0 0 15,0 0-15,0 0 16,0 0-1,0 0-15,0 0 16,0 0-16,0 0 16,0 0-16,0 0 15,0 0-15,0 0 16,0 0 0,0 0-16,0 0 15,14 29-15,0 2 16,9 85-16,1 0 15,-16-44-15,-10-24 16,2-7-16,-1-8 16,-1-8-16,2-6 15,-2-5-15,2-14 16,2 18-16,-2-18 16,0 0-16,0 0 15,0 0-15,19-14 16,-5-18-1,0-2-15,5-23 16,3-18-16</inkml:trace>
  <inkml:trace contextRef="#ctx0" brushRef="#br0" timeOffset="-150672.85">21288 4327 0,'0'0'16,"0"0"-16,0 0 15,0 0-15,0 0 16,0 0-16,0 0 16,0 0-16,0 0 15,0 0-15,0 0 16,0 0-16,0 0 16,20-31-16,0-1 15,41-30-15,2-3 16,-11 36-1,-2 25-15,-1-1 16,-2 14-16,-12-1 16,-5 10-16,-5-3 15,-4 6-15,-1-2 16,1 3 0,-9 12-16,-3 11 15,-11-8-15,-5 3 16,-16 1-16,-11 5 15,-13 9-15,-11 13 16,7-13-16,3-2 16,15-22-16,13-12 15,20-19-15,-25 18 16,25-18-16,0 0 16,0 0-16,-20 13 15,20-13-15,0 0 16,8-21-1,-8 21-15,38-25 16,-10 11-16,12 7 16,8 7-16,-12 7 15,-1 7-15,-10-5 16,-25-9 0,38 18-16,-21-4 15,-4-1-15,-1 3 16,-4 1-16,0 6 15,-7-1-15,-1 3 16,-6-2-16,-5 4 16,-9-6-16,-4 1 15,-9-1-15,-5 2 16,-3-7-16,-2 1 16,0-7-16,4-3 15,-2-4-15,7 1 16,2-4-1,6 0-15,5-1 16,21 1-16,-30-3 16,30 3-16,0 0 15,-14-18-15,16-3 16,1 1 0</inkml:trace>
  <inkml:trace contextRef="#ctx0" brushRef="#br0" timeOffset="-149813.58">21933 4692 0,'0'0'0,"0"0"0,0 0 16,0 0-1,0 0-15,0 0 16,0 0-16,0 0 16,0 0-16,0 0 15,0 0-15,0 0 16,0 0 0,10-24-16,2 2 15,27-14-15,3 2 16,-9 13-16,-3 14 15,-4-1-15,-2 7 16,-3-2-16,-21 3 16,31 8-16,-31-8 15,22 25-15,-14-2 16,-5 20-16,2 3 16,-10 3-16,-5 7 15,-8-15-15,-4-4 16,-5-5-1,-7-3-15,1-9 16,1-5-16,4-8 16,6-7-16,-2-10 15,4-2-15,1-10 16,2-5 0,3-10-16,3-8 15,5 5-15,6 1 16,4-3-16,10 4 15,9 0-15,11 3 16,0 8-16,7 8 16</inkml:trace>
  <inkml:trace contextRef="#ctx0" brushRef="#br0" timeOffset="-148548.02">22446 4509 0,'0'0'16,"0"0"-16,0 0 15,0 0-15,0 0 16,0 0-16,0 0 16,0 0-16,0 0 15,0 0-15,0 0 16,0 0-16,0 0 16,0 0-16,0 0 15,-3 27-15,1 1 16,2 45-1,2 1-15,4-40 16,0 1-16,3-10 16,3-4-16,-1-5 15,3-3-15,-14-13 16,29 12 0,-29-12-16,33-8 15,-13-13-15,3-6 16,-1-13-16,0-7 15,-8 8-15,-1 4 16,-3 8-16,-2 8 16,-1 3-16,-7 16 15,9-21-15,-9 21 16,0 0-16,0 0 16,0 0-16,0 0 15,0 0-15,0 0 16,-4 25-1,0-3-15,1 5 16,2 6-16,1 0 16,1 5-16,2-9 15,2-1-15,1-9 16,2 0 0,-2-7-16,1 0 15,-7-12-15,0 0 16,25 10-16,-25-10 15,28-22-15,-9 2 16,-3-1-16,1-1 16,-5 3-16,2 2 15,-3 3-15,1 1 16,-2 1-16,-10 12 16,18-19-16,-18 19 15,17-14-15,-17 14 16,0 0-1,0 0-15,28 21 16,-18 0-16,-3 8 16,1 8-16,-3-12 15,0-3-15,-4-8 16,2-1-16,-3-13 16,2 14-1,-2-14-15,0 0 16,0 0-16,0 0 15,15-31-15,-5 8 16,3-10-16,4-5 16,-6 6-16,1 7 15,-2 3-15,-1 5 16,4 0-16,-1 5 16,-12 12-16,33-17 15,-33 17-15,41 0 16,-17 7-1,1 5-15,-2 5 16,2 5-16,-6 5 16,0 7-16,-8-8 15,-1 3-15,-3-8 16,-2 0 0,-3-5-16,-1 1 15,-1-5-15,0 3 16,0-15-16,0 20 15,0-20-15,2 12 16,-2-12-16,0 0 16,0 0-16,28-7 15</inkml:trace>
  <inkml:trace contextRef="#ctx0" brushRef="#br0" timeOffset="-147969.54">23800 4497 0,'0'0'0,"0"0"16,0 0-16,0 0 16,0 0-16,0 0 15,0 0-15,0 0 16,0 0 0,-18 2-16,18-2 15,-66 26-15,18 1 16,11 5-16,10 9 15,-1 2-15,3 7 16,6-13-16,8-3 16,1-9-16,3-5 15,5-8-15,1 1 16,1-13-16,6 16 16,-6-16-16,0 0 15,69-29 1,-20-3-16,9-37 15,8-18-15,-41 50 16,0 1-16,-9 12 16,-3 7-16,-3-3 15,-1 3-15,-3-2 16,-1 5-16,-2 0 16,-3 14-1,7-18-15,-7 18 16,5-15-16,-5 15 15,0 0-15,0 0 16,0 0-16,0 0 16,7 34-16,-2 4 15,1 67-15,1 1 16,-1-27-16,4-16 16,0-10-16,5-13 15,2 4-15,3-1 16,-3-8-1,4-4-15,-7-4 16,1-2-16</inkml:trace>
  <inkml:trace contextRef="#ctx0" brushRef="#br0" timeOffset="-147766.56">24301 4639 0,'0'0'15,"0"0"-15,0 0 16,0 0-16,0 0 16,0 0-16,0 0 15</inkml:trace>
  <inkml:trace contextRef="#ctx0" brushRef="#br0" timeOffset="-146625.77">23848 4011 0,'0'0'16,"0"0"-16,0 0 15,0 0-15,0 0 16,0 0-16,0 0 16,0 0-16,0 0 15,0 0-15,0 0 16,0 0-16,0 0 16,0 0-16,0 0 15,0 0-15,0 0 16,4 50-1,-1 1-15,5 71 16,2 0-16,-10-91 16,1 2-16,-1 8 15,0 7-15,-1 10 16,1 10 0,-2-11-16,4-4 15,-2-14-15,0-6 16,0 2-16,3 2 15</inkml:trace>
  <inkml:trace contextRef="#ctx0" brushRef="#br0" timeOffset="-144032.48">21005 2189 0,'0'0'16,"0"0"-16,0 0 15,0 0-15,0 0 16,0 0-1,0 0-15,0 0 16,0 0-16,0 0 16,0 0-16,5 25 15,1 2-15,7 66 16,1 0 0,-3-4-16,-2 0 15,-2-17-15,2-7 16,-6-22-16,0-12 15,-1-6-15,1-6 16,-2-6-16,1 2 16,-2-15-16,2 15 15,-2-15-15,0 0 16,0 0-16,0 0 16,0 0-16,0 0 15,0 0-15,-10-15 16,-1 3-1,2 0-15,-2-3 16,-2 2-16,4 1 16,9 12-16,-11-17 15,11 17-15,0 0 16,-11-12 0,11 12-16,0 0 15,0 0-15,-2-14 16,2 14-16,17-19 15,7 2-15,0 3 16,10-4-16,12 1 16,-10-1-16,-2 4 15,-34 14-15,30-1 16</inkml:trace>
  <inkml:trace contextRef="#ctx0" brushRef="#br0" timeOffset="-142298.4">17968 1317 0,'0'0'16,"0"0"-16,0 0 16,0 0-16,0 0 15,0 0-15,0 0 16,0 0-16,0 0 16,0 0-16,0 0 15,0 0 1,0 0-16,0 0 15,0 0-15,0 0 16,0 0-16,0 0 16,0 0-16,0 0 15,0 0-15,0 0 16,0 0 0,0 0-16,0 0 15,5 49-15,1 3 16,14 93-16,1 0 15,-16-96-15,2 1 16,-2 16-16,3 14 16,-1-9-16,-1-3 15,-2-25-15,-1-12 16</inkml:trace>
  <inkml:trace contextRef="#ctx0" brushRef="#br0" timeOffset="-141876.4">18092 1305 0,'0'0'0,"0"0"16,0 0 0,0 0-16,0 0 15,0 0-15,0 0 16,0 0-16,0 0 15,0 0-15,0 0 16,0 0-16,0 0 16,0 0-16,0 0 15,30-15-15,1 3 16,54-13-16,2 0 16,-62 25-16,1 0 15,-26 0-15,35 13 16,-26-1-1,-4 6-15,-10 32 16,2 2-16,-22 25 16,-11 19-16,-2-23 15,-1-9 1,9-22-16,8-18 16,2-6-16,7-5 15,13-13-15,-18 16 16,18-16-16,0 0 15</inkml:trace>
  <inkml:trace contextRef="#ctx0" brushRef="#br0" timeOffset="-140985.95">18525 1828 0,'0'0'16,"0"0"-16,0 0 15,0 0-15,0 0 16,0 0-16,0 0 16,0 0-16,0 0 15,0 0-15,0 0 16,0 0-16,0 0 16,0 0-16,0 0 15,0 0-15,0 0 16,0 0-1,0 0-15,0 0 16,0 0-16,0 0 16,0 0-16,0 0 15,0 0 1,0 0-16,0 0 16,0 0-16,0 0 15,0 0-15,0 0 16,0 0-16,0 0 15,0 0-15,0 0 16,0 0-16,0 0 16,21-11-16,1 3 15,26-27-15,1 2 16,-17 7-16,-11 9 16,1-3-16,-1 6 15,-7 2 1,-14 12-16,16-13 15,-16 13-15</inkml:trace>
  <inkml:trace contextRef="#ctx0" brushRef="#br0" timeOffset="-140001.86">18491 1741 0,'0'0'16,"8"24"-16,1 3 15,-9-27-15,0 0 16,0 0-16,0 0 15,0 0-15,0 0 16,0 0-16,0 0 16,0 0-16,0 0 15,0 0-15,0 0 16,22 49-16,0-3 16,41 108-16,1-1 15,-53-127 1,2 3-16,-2-8 15,-2 0-15,-2-7 16,-7-14-16,7 17 16,-7-17-16,0 0 15,6 12-15,-6-12 16,0 0-16,0 0 16,0 0-1,-26-2-15,26 2 16,-25-33-16,12 2 15,1 0-15,5-3 16,-1-5-16,4-2 16,-1-2-16,5-2 15,-1 8-15,2 5 16,2 1-16,0 6 16,2-10-16,5 1 15,5-8-15,4 0 16</inkml:trace>
  <inkml:trace contextRef="#ctx0" brushRef="#br0" timeOffset="-139237.78">19064 1933 0,'0'0'0,"0"0"15,0 0 1,0 0-16,0 0 16,0 0-16,0 0 15,0 0-15,0 0 16,0 0-16,0 0 16,0 0-16,0 0 15,0 0-15,0 0 16,0 0-16,0 0 15,0 0-15,0 0 16,0 0-16,0 0 16,0 0-16,0 0 15,0 0-15,0 0 16,0 0-16,0 0 16,0 0-1,0 0-15,0 0 16,0 0-16,0 0 15,0 0-15</inkml:trace>
  <inkml:trace contextRef="#ctx0" brushRef="#br0" timeOffset="-138487.7">19516 1317 0,'0'0'0,"0"0"15,0 0-15,0 0 16,0 0-16,0 0 16,0 0-16,0 0 15,0 0 1,0 0-16,0 0 16,3 17-16,0-1 15,0 118-15,2 1 16,-11-47-16,-6-30 15,2 8-15,0-1 16,-1-1-16,-1 0 16,4-23-16,5-14 15,-1-13-15,3 1 16,1-15-16,0 0 16,1-18-16,3-3 15,2-37 1,0 3-16,2-10 15,-2 2-15,2-19 16,2-8-16,-3 15 16,1 11-1,-3 17-15,-2 17 16,0 4-16,4 11 16,-1-2-16,-6 17 15,8-21-15,-8 21 16,9-12-16,-9 12 15,27 19-15,-7 2 16,16 72-16,0 2 16,-7-23-16,-4-9 15,-5 8-15,-1 10 16,-4-1-16,0 1 16,-6-28-1,-1-21-15,-3-3 16,-1-5-16,-4-24 15,7 18-15</inkml:trace>
  <inkml:trace contextRef="#ctx0" brushRef="#br0" timeOffset="-138222.08">19431 1931 0,'0'0'16,"0"0"-16,0 0 15,0 0-15,0 0 16,0 0-16,0 0 16,0 0-16,0 0 15,30-6-15,0 0 16,97-26-16,2 2 16,-68 15-1,2 1-15,-5-5 16,0-2-16,-19 9 15,-11 6-15,-4-2 16,-24 8-16</inkml:trace>
  <inkml:trace contextRef="#ctx0" brushRef="#br0" timeOffset="-137674.95">20363 1664 0,'0'0'15,"0"0"-15,0 0 16,0 0-16,0 0 15,0 0-15,0 0 16,0 0-16,0 0 16,-33 17-16,0 0 15,-53 30-15,1 2 16,49-30-16,2-1 16,4-3-16,8-1 15,22-14 1,-27 21-16,27-21 15,0 0-15,0 0 16,-5 13-16,5-13 16,21-5-1,14-19-15,2 0 16,4-25-16,5-12 16,-4-16-16,-3-14 15,-14 29-15,-9 19 16,-5 16-16,-2 2 15,-4 6-15,0 6 16,-5 13-16,6-15 16,-6 15-16,0 0 15,1-15-15,-1 15 16,0 0-16,0 0 16,-20 32-1,9 2-15,5 52 16,3 2-16,6-27 15,9-14-15,-1-2 16,6-8-16,1 6 16,4 7-16,-4-3 15,0 3 1,1-1-16,0 3 16</inkml:trace>
  <inkml:trace contextRef="#ctx0" brushRef="#br0" timeOffset="-137065.65">20683 1841 0,'0'0'16,"0"0"-16,0 0 16,0 0-16,0 0 15,0 0-15,0 0 16,0 0-16,0 0 16,0 0-16,0 0 15,0 0 1,0 0-16,0 0 15,0 0-15,0 0 16,0 0-16,-26-7 16,1 3-16,-16 4 15,-8 6 1,49-6-16,-36 17 16,36-17-16,0 0 15,-25 10-15,25-10 16,0 0-16,0 0 15,10-35-15,5 3 16,21-66-16,2 0 16,-10 26-16,-4 19 15,-4 5-15,-1 10 16,-5 6-16,-5 9 16,-2 2-16,0 9 15,-4-1 1,-3 13-16,5-12 15,-5 12-15,0 0 16,0 0-16,-5 12 16,2 2-1,-3 65-15,2-1 16,7 5-16,7 5 16,2-33-16,6-15 15,0 0-15,4 2 16,-2-1-16,2 0 15,-2-5-15,1-4 16,-10-20-16,2 1 16,-13-13-16,26-10 15</inkml:trace>
  <inkml:trace contextRef="#ctx0" brushRef="#br0" timeOffset="-136706.27">20936 1483 0,'0'0'0,"0"0"16,0 0-16,0 0 16,0 0-16,0 0 15,0 0 1,0 0-16,0 0 16,0 0-16,0 0 15,20 29-15,1-1 16,21 47-16,-1 1 15,-30-47-15,1 0 16,-5-8-16,-2-3 16,-2-5-16,0-1 15,-3-12-15,0 0 16,0 0-16,0 0 16,0 0-16,-28-14 15,5-54 1,2 1-16,11 1 15,12 2-15,7 17 16,13 11-16,14-3 16,16 7-16</inkml:trace>
  <inkml:trace contextRef="#ctx0" brushRef="#br0" timeOffset="-135440.93">21054 2270 0,'0'0'0,"14"31"16,1 0-1,-15-31-15,0 0 16,0 0-16,0 0 16,0 0-16,0 0 15,0 0-15,0 0 16,0 0-16,0 0 15,0 0-15,0 0 16,0 0-16,0 0 16,0 0-16,0 0 15,4 46-15,0-1 16,4 104-16,3 2 16,-14-107-1,3-1-15,-4 2 16,-3 7-16,-2 7 15,-4 14-15,5-19 16,2-6-16,1-23 16,2-2-16,3-23 15,-2 18 1</inkml:trace>
  <inkml:trace contextRef="#ctx0" brushRef="#br0" timeOffset="-135050.45">20600 2594 0,'0'0'16,"0"0"-16,0 0 16,0 0-16,0 0 15,0 0 1,0 0-16,0 0 15,0 0-15,0 0 16,0 0-16,0 0 16,0 0-1,41-24-15,1-1 16,70-22-16,1 0 16,-71 31-16,4 4 15,7-3-15,10 5 16,-22 0-16,-10 3 15,-31 7-15,36-5 16,-36 5-16,0 0 16,0 0-16,0 0 15,25 5-15,-25-5 16</inkml:trace>
  <inkml:trace contextRef="#ctx0" brushRef="#br0" timeOffset="-125599.24">22618 2850 0,'0'0'16,"0"0"-16,0 0 15,0 0-15,0 0 16,0 0-16,0 0 16,0 0-16,0 0 15,0 0-15,0 0 16,0 0-16,0 0 15,0 0-15,0 0 16</inkml:trace>
  <inkml:trace contextRef="#ctx0" brushRef="#br0" timeOffset="-124115.08">22290 2905 0,'0'0'0,"0"0"15,0 0 1,0 0-16,0 0 16,0 0-16,0 0 15,0 0-15,0 0 16,0 0-16,0 0 16,0 0-16,0 0 15,0 0-15,0 0 16,0 0-16,0 0 15,0 0-15,0 0 16,0 0-16,0 0 16,0 0-16,0 0 15,0 0 1,0 0-16,0 0 16,0 0-16,0 0 15,0 0-15,0 0 16,0 0-16,0 0 15,0 0 1,0 0-16,0 0 16,0 0-16,0 0 15,0 0-15,0 0 16,0 0-16,0 0 16,0 0-16,0 0 15,0 0-15,0 0 16,40 0-16,-1 0 15,63 0-15,-2 0 16,-12-2-16,-6 2 16,33-7-1,26-1-15,-24 2 16,-4 4-16,7-5 16,5 1-16,4-1 15,7 2-15,10-2 16,11 0-16,-14-2 15,-3 3 1,-6-4-16,-4-1 16,4-3-16,3-1 15,-28 1-15,-16 2 16,-20 0-16,-18 4 16,-11-2-16,-8 4 15,-11 0-15,-25 6 16,30-4-16,-30 4 15,0 0-15,0 0 16,22-6-16,-22 6 16,0 0-16,0 0 15,0 0 1,0 0-16,0 0 16,21-6-16,-21 6 15,0 0-15,0 0 16,-12-17-16,12 17 15,-31-12 1,31 12-16,0 0 16,-23-11-16,23 11 15,0 0-15,0 0 16,-12-12-16,12 12 16,0 0-16,0 0 15,0 0-15,0 0 16,0 0-16,-20 15 15</inkml:trace>
  <inkml:trace contextRef="#ctx0" brushRef="#br0" timeOffset="-120459.31">23778 723 0,'0'0'16,"0"0"-16,-9 9 16,9-9-16,0 0 15,0 0-15,0 0 16,0 0-16,0 0 15,0 0-15,0 0 16,0 0-16,0 0 16,0 0-1,0 0-15,0 0 16,0 0-16,0 0 16,0 0-16,0 0 15,0 0-15,33 142 16,1-12-16,-1 11 15,2 12 1,-25-80-16,-1-2 16,3 13-16,5 7 15,-10-38-15,-4-16 16,1-7-16,-2-8 16,1 5-16,0 0 15,-1 6-15,3 8 16,-1 3-16,1 7 15,-3-9-15,1-1 16,-1-8-16,1-6 16,-3-6-16,1-3 15,-1-5 1,0-13-16,0 14 16,0-14-16,0 0 15,0 15-15,0-15 16,0 0-1,0 13-15,0-13 16,0 0-16,0 0 16,0 0-16,0 13 15</inkml:trace>
  <inkml:trace contextRef="#ctx0" brushRef="#br0" timeOffset="-119974.92">24534 1819 0,'0'0'0,"0"0"15,0 0-15,0 0 16,0 0-16,0 0 16,0 0-16,0 0 15,0 0-15,-37 11 16,0 0-1,-49 28-15,0 0 16,53-14-16,0 0 16,0-3-16,0 2 15,-4-9-15,1-3 16,1-1-16,2-4 16,-6-12-16,-3-8 15,12 6-15,30 7 16,-31-12-16,31 12 15,-21-11-15,21 11 16,0 0-16,0 0 16,0 0-1,0 0-15,0 0 16,0 0-16,0 0 16,0 0-16,47 16 15,-3 7-15,0-2 16,3 1-16,-14-6 15,-8 1 1,-3-5-16,-6 1 16</inkml:trace>
  <inkml:trace contextRef="#ctx0" brushRef="#br0" timeOffset="-109805.05">17559 6609 0,'0'0'15,"0"0"-15,0 0 16,0 0-16,0 0 15,0 0-15,0 0 16,0 0-16,0 0 16,-18-21-16,0-1 15,-48-31-15,1-1 16,7 13-16,5 12 16,-18-4-16,-9 5 15,-5 2-15,-7 1 16,-23 37-1,-14 27-15,7-8 16,3 5-16,-25 5 16,-12 11-16,23-13 15,10 0-15,-1 4 16,2 8-16,1 35 16,2 28-1,25-36-15,17-9 16,-3 20-16,3 10 15,16 19-15,12 21 16,6-3-16,9 11 16,13-19-16,10-5 15,34-2-15,25-3 16,-10 0-16,4 4 16,15-31-16,10-19 15,32-21-15,30-17 16,-11 3-16,7-2 15,43-13 1,28-7-16,-33-18 16,-11-15-16,25-2 15,14-5-15,-14-59 16,-1-37-16,-16 14 16,-6-2-1,-25-1-15,-16 0 16,-8-12-16,-7-8 15,-24 14-15,-16 10 16,-17-20-16,-14-8 16,-10 35-16,-9 24 15,-19-47-15,-14-20 16,-32 20-16,-22 7 16,6 29-16,1 24 15,-14-25-15,-9-7 16,3 35-16,-1 29 15,7 10 1,8 23-16,-7 11 16,-2 19-16,17 15 15,12 18-15</inkml:trace>
  <inkml:trace contextRef="#ctx0" brushRef="#br0" timeOffset="-108977.21">22115 4670 0,'0'0'16,"0"0"-16,0 0 16,0 0-16,0 0 15,0 0-15,0 0 16,0 0-16,0 0 15,0 0 1,0 0-16,0 0 16,0 0-16,-36 41 15,1 1-15,-97 68 16,-1 1-16,62-82 16,2 2-1,-88 72-15,2 3 16,-1-13-16,4-4 15,-35 8-15,-21 8 16,-11-1-16,-11 4 16,-6 2-16,-5 6 15,7-9-15,8 0 16,6-3-16,7 1 16,15-8-16,15-2 15,22 6-15,25 4 16,3-17-1,14-11-15,18-12 16,17-7-16,1 1 16,7-4-16,11-5 15,10-2-15,14-12 16,15-6 0,10-17-16,0 4 15,16-17-15,-11 13 16,11-13-16,-11 12 15,11-12-15,0 0 16</inkml:trace>
  <inkml:trace contextRef="#ctx0" brushRef="#br0" timeOffset="-108524.1">17653 6788 0,'0'0'0,"0"0"15,0 0-15,0 0 16,0 0-16,0 0 16,0 0-1,0 0-15,0 0 16,0 0-16,0 0 15,-13 45-15,2 3 16,-19 51-16,2-1 16,1-17-16,4-14 15,-2 18-15,2 12 16,7-40-16,4-16 16,2-11-16,5-8 15,2-9-15,0-1 16,3-12-1,-5 17-15,5-17 16,0 0-16,-2 13 16,2-13-16,74-4 15,-5-1-15,21-8 16,16-3 0,-32-8-16,-13-6 15</inkml:trace>
  <inkml:trace contextRef="#ctx0" brushRef="#br0" timeOffset="22216.9">11886 6418 0,'0'0'0,"0"0"0,0 0 0,-24-19 16,2 1-16,-56-41 15,2 2-15,9 10 16,13 15 0,-31-5-16,-12 6 15,-20-6-15,-12 2 16,-11 13-16,-10 16 15,-4-10-15,-2 0 16,-17 5-16,-9 9 16,17 0-16,16 6 15,-34 2-15,-12 6 16,24 0-16,9 4 16,-16-1-16,-9 4 15,16 3-15,11 3 16,-25 32-1,-7 27-15,20 0 16,13 7-16,9-16 16,10-3-16,-20 19 15,-10 16-15,21 0 16,16 9 0,9-5-16,11 6 15,8 10-15,15 16 16,4 9-16,9 19 15,10-14-15,9 0 16,5 4-16,10 7 16,-4 57-16,-2 46 15,13-70-15,11-31 16,-3 16-16,3 1 16,4-4-16,2-1 15,-2 49-15,1 36 16,3-47-1,6-20-15,-1 8 16,4 1-16,2-1 16,4 2-16,8 11 15,10 9-15,15 3 16,15 9-16,2-17 16,6-6-1,4-41-15,5-25 16,10 13-16,11 2 15,14 40-15,13 31 16,-17-52-16,-3-21 16,5-18-16,4-16 15,7 28-15,9 11 16,-8-21-16,2-13 16,6-2-16,7-3 15,-1-9-15,5-6 16,19-34-16,21-26 15,-17 20 1,-4 8-16,2-16 16,-1-6-16,-3-3 15,2 0-15,8-18 16,12-11 0,-3-15-16,7-8 15,1-1-15,8-6 16,8-9-16,12-4 15,-18-15-15,-1-10 16,5-30-16,4-21 16,-12 11-16,-9 3 15,-13 1-15,-8 3 16,1-20-16,-2-12 16,-4-20-16,0-12 15,-7-11-15,-3-8 16,0-39-1,0-28-15,-16 45 16,-8 24-16,16-58 16,8-27-16,-23-3 15,-15-9-15,1-5 16,-4-4 0,-15-2-16,-10-7 15,-6 2-15,-6 1 16,-1 0-16,-4 5 15,-1-8-15,-6-3 16,-8-7-16,-3-6 16,-14 3-16,-7 0 15,-17 1-15,-12 6 16,-13 5-16,-8 8 16,-10 7-16,-5 8 15,-8-11-15,-4 1 16,-4 20-1,-3 20-15,-15 21 16,-8 26-16,-5-11 16,-2 2-16,-10 3 15,-3 3-15,-3 29 16,-4 24 0,-11 9-16,-5 20 15,-10-20-15,-6-2 16,-8 26-16,-5 22 15,19 16-15,9 24 16,5-2-16,7 12 16,-12 4-16,-1 10 15,28-4-15,19 4 16,-5-1-16,3 4 16</inkml:trace>
  <inkml:trace contextRef="#ctx0" brushRef="#br0" timeOffset="133007.07">14613 829 0,'0'0'0,"0"0"0,0 0 0,0 0 16,0 0-16,0 0 16,0 0-16,0 0 15,0 0-15,0 0 16,0 0 0,0 0-16,0 0 15,0 0-15,0 0 16,-16-31-16,2-7 15,-93-63-15,4-2 16,10 68-16,9 48 16,-28 0-16,-14 23 15,-1-22-15,-2-1 16,-2 8-16,-5 11 16,5 14-16,2 11 15,-1 6-15,3 5 16,4 2-1,7 7-15,11-13 16,13-2-16,-7 2 16,6 4-16,-12 25 15,-6 19-15,32-21 16,18-6 0,6-9-16,15-4 15,9 32-15,14 21 16,12-43-16,16-24 15,22 7-15,21 2 16,12 9-16,23 10 16,17-6-16,23 5 15,19-31-15,23-17 16,-7 6-16,8 0 16,23-15-16,19-8 15,-29-6-15,-9-5 16,5-3-1,2 1-15,-5-7 16,-2-3-16,9-16 16,5-9-16,-29-22 15,-16-14-15,-9-9 16,-12-7-16,-15 15 16,-10 15-1,-15-5-15,-10 7 16,-19-15-16,-11-8 15,-11-9-15,-4-9 16,-7 6-16,-6 7 16,-11-51-16,-6-28 15,-6 44-15,-4 20 16,-37-17-16,-18-3 16,-7-9-16,-8-7 15,16 41-15,9 28 16,-25-11-16,-10 8 15,-13 7 1,-11 21-16,-5 12 16,-6 25-16,-12 0 15,-10 17-15,15-2 16,9 5 0,3 1-16,6 7 15,9 7-15,8 4 16,-35 42-16,-22 37 15</inkml:trace>
  <inkml:trace contextRef="#ctx0" brushRef="#br0" timeOffset="134241.16">12770 1528 0,'0'0'16,"0"0"-16,0 0 15,0 0-15,0 0 16,0 0-16,0 0 16,0 0-16,0 0 15,9 37-15,1 1 16,23 114-1,1 1-15,-24-26 16,-15-18-16,10-22 16,0-19-16,-5-8 15,0-9-15,0-10 16,0-10 0,-3-13-16,3 0 15,0-18-15,0 0 16,0 0-16,-7-18 15,-36-101-15,1 2 16,10-26-16,8-12 16,14 81-16,3-1 15,3-9-15,8-4 16,5 16-16,5 12 16,7 9-16,5 9 15,-8 9-15,-1 10 16,-7 5-1,3 6-15,-3-1 16,-10 13-16,0 0 16,30-8-16,-9 59 15,0 1-15,-7 39 16,-4 32-16,-13-52 16,-7-19-1,-41 31-15,-22 14 16</inkml:trace>
  <inkml:trace contextRef="#ctx0" brushRef="#br0" timeOffset="134709.7">13216 1347 0,'0'0'0,"0"0"16,0 0-16,3 10 15,-3-10-15,34 108 16,-3-6 0,-6-30-16,4-13 15,-2-12-15,-1-8 16,-11-6-16,-6-6 15,-6 0-15,-4 2 16,-2-9-16,-1-1 16,-2-6-16,6-13 15,-8 12-15,8-12 16,0 0-16,0 0 16,-5-25-16,5 6 15,7-7-15,7-5 16,7-10-1,12-10-15,-3 2 16,4 2-16,-5 2 16,3 3-16,-8 14 15,-1 14-15,-23 14 16,22 5-16</inkml:trace>
  <inkml:trace contextRef="#ctx0" brushRef="#br0" timeOffset="135084.74">13899 1767 0,'0'0'16,"-8"17"-16,2 2 16,6-19-16,0 0 15,0 0-15,0 0 16,0 0-16,0 0 16,0 0-16,0 0 15,0 0-15,0 0 16,0 0-1,0 0-15,0 0 16,0 0-16,0 0 16,0 0-16,0 0 15,0 0-15,0 0 16,7-21-16,19-101 16,-1 2-1,-15 71-15,4-1 16,-9 34-16,2-1 15,-4 4-15,-3 13 16,3-14-16,-3 14 16,5-12-16,-5 12 15,0 0-15,0 0 16</inkml:trace>
  <inkml:trace contextRef="#ctx0" brushRef="#br0" timeOffset="135569.01">14293 1344 0,'0'0'0,"0"0"16,0 0 0,0 0-16,0 0 15,0 0-15,0 0 16,0 0-16,0 0 15,0 20-15,3 1 16,-1 69-16,2-2 16,-1-44-16,2 1 15,-3-16-15,1-7 16,-3-22-16,2 23 16,-2-23-16,0 0 15,0 0-15,0 0 16,26-25-1,-10 1-15,6-18 16,6-5-16,-6 7 16,-2 9-16,-3 5 15,-2 7-15,-1 5 16,-14 14-16,15-16 16,-15 16-1,0 0-15,0 0 16,30 39-16,-17 0 15,-5 14-15,1 13 16,-4-24-16,-1-9 16,-1-21-16,1 0 15</inkml:trace>
  <inkml:trace contextRef="#ctx0" brushRef="#br0" timeOffset="135850.19">15064 788 0,'0'0'0,"-13"-11"15,13 11-15,0 0 16,0 0-16,0 0 16,0 0-1,0 0-15,0 0 16,0 0-16,0 0 15,-44 122-15,14 2 16,14 27-16,13 19 16,14-63-16,17-34 15,-14 1-15,-3-6 16,1-36-16,0 1 16</inkml:trace>
  <inkml:trace contextRef="#ctx0" brushRef="#br0" timeOffset="136068.98">14696 1260 0,'0'0'16,"0"0"-16,0 0 15,0 0-15,0 0 16,0 0-16,0 0 15,41-3-15,-2-1 16,116-37-16,1 1 16</inkml:trace>
  <inkml:trace contextRef="#ctx0" brushRef="#br0" timeOffset="136365.82">15722 876 0,'0'0'16,"0"0"-1,0 0-15,0 0 16,0 0-16,0 0 16,0 0-16,0 0 15,0 0-15,0 0 16,0 0-16,0 0 16,0 0-1,-12 16-15,2 2 16,-51 103-16,0 4 15,22-30-15,15-16 16,-7 33-16,6 24 16,2-50-16,10-22 15,6 7-15,9-3 16,7 18-16,13 16 16,-11-36-16,2-16 15</inkml:trace>
  <inkml:trace contextRef="#ctx0" brushRef="#br0" timeOffset="136568.91">15260 1710 0,'0'0'16,"-10"-15"-16,1 3 15,38 6-15,0 2 16,148-59-16,1 4 16,-61 0-16,-37 6 15</inkml:trace>
  <inkml:trace contextRef="#ctx0" brushRef="#br0" timeOffset="137397">15674 356 0,'0'0'16,"50"47"-16,0 0 15,-116-75-15,-77-47 16,-95 18-16,1-2 16,127 34-16,3 0 15,-111 11-15,-1 0 16,18 27-1,14 15-15,-46 34 16,-25 33-16,2 7 16,-5 17-16,36 21 15,30-2-15,23-31 16,30-1-16,7-5 16,20-2-1,9 29-15,18 19 16,28-16-16,26-4 15,26 15-15,21 6 16,29 17-16,27 19 16,21-33-16,24-12 15,7 6-15,15 4 16,31-32-16,26-14 16,17-34-16,20-28 15,16-37-15,21-30 16,14-37-16,18-30 15,-11 23 1,-3 6-16,-14-48 16,-12-24-16,-2 6 15,-4-1-15,-30-24 16,-19-12-16,-61 37 16,-46 23-1,-25 23-15,-34 30 16,-15-62-16,-18-30 15,-46 18-15,-35 6 16,-56-27-16,-49-14 16,57 57-16,22 38 15,-70-53-15,-39-25 16,3 53-16,-9 29 16,-12 31-16,-13 35 15,-9 37-15,-11 41 16,-3 135-16,0 40 15</inkml:trace>
  <inkml:trace contextRef="#ctx0" brushRef="#br0" timeOffset="188287.2">15586 17156 0,'0'0'0,"0"0"0,0 0 0,0 0 0,0 0 0,0 0 15,0 0-15,0 0 16,0 0 0,0 0-16,0 0 15,0 0-15,0 0 16,0 0-16,0 0 15,0 0-15,0 0 16,0 0-16,0 0 16,0 0-16,0 0 15,0 0-15,0 0 16,0 0-16,0 0 16,5 21-16,2 2 15,11 94-15,0 1 16,-10-40-1,-4-24-15,-1 7 16,-2-3-16,-1 12 16,-1 10-16,1-7 15,1-1-15,-1-20 16,0-13 0,0-10-16,0-7 15,0-4-15,0-18 16,0 18-16,0-18 15,0 0-15,0 17 16</inkml:trace>
  <inkml:trace contextRef="#ctx0" brushRef="#br0" timeOffset="189115.15">16663 17146 0,'0'0'15,"0"0"-15,0 0 16,0 0-16,0 0 16,0 0-16,0 0 15,0 0-15,0 0 16,-15 0-1,15 0-15,-97 8 16,15-2-16,29 1 16,23 1-16,-4-2 15,7 3-15,27-9 16,-25 14 0,20 2-16,9 9 15,29 41-15,2 2 16,33 11-16,23 8 15,-17-29-15,-3-17 16,5-4-16,3-4 16,-6 4-16,-2 5 15,-14-13-15,-9-6 16,-13 2-16,-9 2 16,-8-5-16,-7 3 15,-4-2-15,-5-2 16,-16 14-1,-10 6-15,-18-1 16,-13 1-16,-4-8 16,-6-5-16,7-3 15,8-2-15,-9-23 16,3-16 0,2 13-16,1 3 15,0-8-15,2 0 16,5-3-16,4 4 15,-4-6-15,1-1 16,7 1-16,5 3 16,6 0-16,27 10 15,-34-13-15,34 13 16,0 0-16,-22-10 16,22 10-16,7-13 15</inkml:trace>
  <inkml:trace contextRef="#ctx0" brushRef="#br0" timeOffset="189615.03">17387 17063 0,'0'0'0,"0"0"0,0 0 16,0 0-1,0 0-15,0 0 16,0 0-16,0 0 16,0 0-16,0 0 15,0 0-15,-4 38 16,-1-1 0,1 113-16,0 2 15,6-94-15,0 2 16,-1-10-16,2-7 15,-1 10-15,1 8 16,-2 4-16,4 8 16,-2-18-16,2-5 15,0-13-15,1-6 16,2-6-16,0-6 16,-8-19-16,9 18 15</inkml:trace>
  <inkml:trace contextRef="#ctx0" brushRef="#br0" timeOffset="190333.93">17359 17206 0,'0'0'16,"0"0"-16,0 0 15,0 0-15,0 0 16,0 0-16,0 0 16,0 0-16,0 0 15,0 0-15,0 0 16,0 0-16,0 0 16,15-6-16,-15 6 15,99-21 1,-15 7-16,-9 9 15,-4 12-15,-2-4 16,0 8-16,-22-9 16,-14 0-16,-6 1 15,-5 2-15,-6 8 16,-1 10 0,-24 33-16,3 1 15,-42 20-15,-25 14 16,-4-25-16,-11-7 15,10-17-15,5-8 16,9-12-16,9-5 16,16-7-16,14-1 15,25-9-15,-24 4 16,24-4-16,0 0 16,0 0-16,0 0 15,38 18-15,-7-4 16,18 10-1,14 5-15,-2-1 16,5 5-16,-3-1 16,1 2-16,-12-4 15,-8-4 1,-9-6-16,-9-2 16,4 0-16,4 3 15,-3-2-15,2 3 16,-1-1-16,2 0 15,-7-5-15,-5-2 16,-22-14-16,32 19 16,-32-19-16,26 21 15,-26-21-15,0 0 16</inkml:trace>
  <inkml:trace contextRef="#ctx0" brushRef="#br0" timeOffset="190849.44">19322 17032 0,'0'0'16,"0"0"-16,0 0 15,0 0-15,0 0 16,0 0-16,0 0 16,0 0-16,0 0 15,0 0-15,0 0 16,0 0-1,0 0-15,0 0 16,0 0-16,0 0 16,0 0-16,12 48 15,0 1-15,15 127 16,0 2 0,-24-126-16,2 1 15,2 17-15,4 10 16,-3 15-16,4 12 15,-5-35-15,-1-18 16,-3-9-16,2-9 16,-2-5-16,1-4 15,-2-5-15,1 1 16,-1-2-16,0-5 16</inkml:trace>
  <inkml:trace contextRef="#ctx0" brushRef="#br0" timeOffset="191724.37">20727 17156 0,'0'0'16,"0"0"-16,0 0 16,0 0-16,0 0 15,0 0 1,0 0-16,-31-16 15,1-1-15,-44-4 16,1 4-16,16 12 16,10 11-16,-11 5 15,0 7 1,7-1-16,8 2 16,8-10-16,12 0 15,2 3-15,6 2 16,3 24-16,9 16 15,16 18-15,17 21 16,6-21-16,11-4 16,14-18-16,13-11 15,-8 7-15,0 4 16,-3-10-16,1 2 16,-9-4-16,0 1 15,-13-11 1,-6-4-16,-14-6 15,-5-4-15,-5-1 16,-3-1-16,-9 1 16,-6 3-16,-29 14 15,1-2-15,-7-1 16,-5 2 0,2-12-16,-1-5 15,7-6-15,5-2 16,-3-1-16,3-2 15,-3-2-15,1 1 16,0-4-16,2 1 16,-4-5-16,0-1 15,-6-3-15,-1-2 16,2-3-16,0 3 16,7-1-16,7 3 15,7 1-15,21 11 16,-23-10-1,23 10-15,0 0 16,-22-13-16,22 13 16,0 0-16,0 0 15,-16-14 1,16 14-16,-6-16 16,17-15-16,0-1 15</inkml:trace>
  <inkml:trace contextRef="#ctx0" brushRef="#br0" timeOffset="192697.77">21569 17125 0,'0'0'16,"0"0"-16,0 0 15,0 0 1,0 0 0,0 0-16,0 0 15,0 0-15,0 0 16,0 0-16,0 0 16,-7 13-16,1 0 15,-33 96-15,-2 3 16,14-20-16,7-7 15,-5-11-15,0-5 16,-3 16-16,-1 11 16,7-21-16,2-11 15,7-20-15,6-17 16,2-11 0,0 3-16,5-19 15,-5 20-15,5-20 16,0 0-16,0 0 15,0 0 1,0-30-16,2-10 16,-1-20-16,3-12 15,-3 18-15,4 8 16,6-16-16,3-6 16,5-22-16,4-16 15,-5 29-15,-1 19 16,-3 11-16,1 16 15,-3 1-15,0 8 16,1-6-16,-1 1 16,-1 2-16,0 6 15,-3 5 1,-8 14-16,12-15 16,-12 15-16,0 0 15,0 0-15,26-6 16,-26 6-16,42 21 15,-12-2-15,3 31 16,6 29 0,2 10-16,6 18 15,-16-34-15,-4-17 16,0 5-16,-1 4 16,6 9-16,2 9 15,-7-19-15,-3-6 16,-4-8-16,0-6 15,-7-14-15,-3-6 16,-10-24-16,10 20 16,-10-20-16,5 12 15,-5-12-15,0 0 16</inkml:trace>
  <inkml:trace contextRef="#ctx0" brushRef="#br0" timeOffset="193025.77">21429 17756 0,'0'0'16,"0"0"-16,0 0 16,0 0-16,0 0 15,0 0-15,0 0 16,0 0-16,0 0 15,0 0-15,0 0 16,0 0-16,0 0 16,44 6-16,3 2 15,132 7-15,1-1 16,-119-11 0,2 0-16,9 2 15,10 1-15,-32 0 16,-12 2-16,-16-2 15,1 3 1,-18 4-16,-8 2 16</inkml:trace>
  <inkml:trace contextRef="#ctx0" brushRef="#br0" timeOffset="194650.51">18791 15657 0,'0'0'16,"0"0"-16,0 0 15,0 0-15,0 0 16,0 0 0,0 0-16,0 0 15,0 0-15,0 0 16,0 0-16,-3 27 15,-1 2-15,-5 95 16,-2 1 0,6-78-16,1 0 15,-1 26-15,2 18 16,3 18-16,4 21 16,-4-17-16,2-6 15,1 23-15,4 17 16,-4-27-16,3-8 15,-3 8-15,2 3 16,-4-28-16,2-16 16,-1 6-16,1-1 15,-1 20 1,1 11-16,-3-42 16,2-23-16,-2 1 15,0-1-15,0 32 16,1 32-16,-1-10 15,3 1 1,-3-35-16,0-16 16,0-17-16,0-10 15,0-2-15,0-8 16,0-3-16,0 1 16,0-15-16,0 18 15,0-18-15,0 14 16,0-14-16,0 13 15,0-13-15,0 0 16</inkml:trace>
  <inkml:trace contextRef="#ctx0" brushRef="#br0" timeOffset="195244.52">18492 15674 0,'0'0'0,"0"0"16,0 0-16,0 0 15,0 0-15,10-2 16,-10 2-16,116-15 15,-12 5 1,18 0-16,15 4 16,27-7-16,23 1 15,1 2-15,12 3 16,15-1-16,17 0 16,-1 1-16,9 5 15,3 0-15,7 2 16,-2-2-16,1 4 15,-10-2-15,-7 0 16,-16-2-16,-10 2 16,-22-2-16,-15 4 15,-5-2 1,-6 0-16,-37 0 16,-24 0-16,-9 0 15,-11 0-15,-22 0 16,-16 4-16</inkml:trace>
  <inkml:trace contextRef="#ctx0" brushRef="#br0" timeOffset="196697.62">18874 15584 0,'0'0'16,"0"0"-16,0 0 15,0 0-15,0 0 16,0 0-16,0 0 15,0 0-15,0 0 16,25 3-16,0 1 16,13-2-16,9 5 15,-47-7 1,28 4-16,-28-4 16,0 0-16,0 0 15,27 2-15,-27-2 16,0 0-16,0 0 15,0 0-15,0 0 16,0 0 0,-24 2-16,0-2 15,-27-2-15,-1 2 16,-14-2-16,-9 2 16,-12 2-16,-8 4 15,-25-4-15,-17 2 16,-16-2-16,-13 4 15,-16-1-15,-15-2 16,0 1-16,-1 1 16,-7-1-16,-1 0 15,20-1-15,16 0 16,-24-1 0,-8 2-16,10-1 15,7 1-15,2-2 16,6 2-16,15-2 15,13 1 1,3-2-16,11 1 16,-6 0-16,9 0 15,16-2-15,16 2 16,5-2-16,8 4 16,20-1-16,17 1 15,11-1-15,18-2 16,2 1-16,19-2 15,0 0-15,-26 5 16,26-5-16,0 0 16,0 0-16,0 0 15,0 0 1,-22 6-16</inkml:trace>
  <inkml:trace contextRef="#ctx0" brushRef="#br0" timeOffset="-145910.27">22526 17702 0,'0'0'0,"0"0"0,0 0 0,0 0 16,0 0-16,0 0 16,0 0-16,0 0 15,0 0-15,0 0 16,0 0-1,0 0-15,0 0 16,28-26-16,5 1 16,96-103-16,-1 2 15,-71 80-15,-1 0 16,37-33-16,27-20 16,-6 10-16,5 1 15,-1-3-15,3 0 16,-1 10-16,3 11 15,2-9-15,4 3 16,15-13-16,13-7 16,-58 37-1,-33 24-15,-3-1 16,-6 11-16,-11 5 16,-8 5-16,-10 3 15,-7 6 1,-21 6-16,30-8 15,-30 8-15,0 0 16,23-7-16,-23 7 16,0 0-16,0 0 15,0 0-15,0 0 16,0 0-16,0 0 16,0 0-16,0 0 15,0 0-15,0 0 16,0 0-16,0 0 15,-16-20-15,16 20 16,-42-25 0,14 10-16,-8-5 15,-3-3-15,1 3 16,2 1-16,5 4 16,7 5-16,3 0 15,21 10 1,-24-9-16,24 9 15,0 0-15,0 0 16,-24-8-16,24 8 16,0 0-16,0 0 15,0 0-15,0 0 16,0 0-16,0 0 16,-22-2-16,22 2 15,0 0-15,0 0 16,0 0-16,14 14 15,26 5-15,2 2 16,19 8 0,15 8-16,-9-9 15,5 2-15,-26-14 16,-12-6-16,-34-10 16,33 10-16,-33-10 15,0 0-15,0 0 16,22 3-1,-22-3-15,0 0 16,-64 25-16,18-3 16,-9 25-16,-5 16 15,7-1-15,4 6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25:12.0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23909 3438 0,'0'0'0,"0"0"0,0 0 0,0 0 16,0 0-16,0 0 15,0 0-15,0 0 16,0 0 0,0 0-16,0 0 15,-24 0-15,0 0 16,-101 2-16,-1 1 16,25-1-16,19 2 15,-33-3-15,-10 1 16,4 1-16,2-1 15,3-2-15,4 2 16,-1-2-16,4 2 16,-3-2-16,0 2 15,-1-2-15,0 1 16,22-1 0,16 3-16,8-6 15,14 3-15,-1-1 16,2-1-16,25 0 15,2 0 1,25 2-16,-28-2 16,28 2-16,0 0 15,-21-5-15,21 5 16,0 0-16,0 0 16,0 0-16,0 0 15,-1 24-15,6-2 16,13 62-16,0 4 15,0-3-15,0 1 16,2 21-16,2 15 16,-11-8-16,-4 6 15,-2-12 1,-1-2-16,-1 30 16,0 21-16,-1-34 15,1-10-15,-2 15 16,3 10-16,-3 28 15,4 22-15,-3-31 16,2-11 0,-4 24-16,1 14 15,-2-6-15,-3 2 16,-1-25-16,-2-14 16,1 47-16,1 27 15,-1-20-15,-2-4 16,4-21-16,0-15 15,-2 27-15,0 15 16,-7 34-16,1 32 16,-4-79-16,0-38 15,-2 21-15,0-3 16,-4 29 0,0 22-16,-1-9 15,2 5-15,1-52 16,6-28-16,-7 38 15,1 19-15,3-16 16,0-1 0,7-37-16,5-24 15,0 42-15,4 18 16,-2-39-16,7-21 16,-2 18-16,3 10 15,-4-11-15,3-5 16,-3-22-16,1-18 15,-1 29-15,3 15 16,-3-38-16,1-19 16,-2-3-16,1-5 15,-1 20-15,4 16 16,-4-17 0,2-4-16,-2-24 15,0-15-15,0-1 16,0-7-16,0-1 15,0 0 1,0-6-16,0 0 16,0 0-16,3 0 15,1 0-15,2-3 16,10 7-16,9 4 16,17 1-16,16 4 15,5-5-15,11-4 16,26-10-16,24-6 15,-1-8-15,6-2 16,12-5-16,11-1 16,20-5-16,20-1 15,-18 0 1,-1 2-16,2-2 16,6 3-16,-10 1 15,2 6-15,-20 5 16,-11 8-16,-26-5 15,-19 5-15,-7-1 16,-9 5 0,-28-8-16,-18 5 15,-6-7-15,-29-5 16,35 10-16,-35-10 16,20 7-16,-20-7 15,0 0-15,0 0 16,0 0-16,0 0 15</inkml:trace>
  <inkml:trace contextRef="#ctx0" brushRef="#br0" timeOffset="2343.59">23629 3434 0,'0'0'0,"0"0"16,0 0-16,0 0 15,0 0-15,0 0 16,0 0 0,0 0-16,0 0 15,0 0-15,0 0 16,0 0-16,0 0 16,0 0-16,0 0 15,0 0-15,0 0 16,0 0-16,0 0 15,0 0-15,0 0 16,0 0-16,0 0 16,0 0-16,0 0 15,0 0-15,0 0 16,18-2 0,-18 2-16,95-16 15,-15 3-15,-7 1 16,-2 3-16,18-6 15,15 3 1,-23 0-16,-6 4 16,-1 0-16,0 5 15,-7 2-15,-4 5 16,-16-3-16,-8 6 16,2-3-16,-3 2 15,-1-2-15,-2 4 16,-7-3-16,-1 0 15,-27-5-15,31 7 16,-31-7-16,0 0 16,28 6-16,-28-6 15,23 6 1,-23-6-16,0 0 16,20 10-16,-9 24 15,-2-1-15,11 54 16,1-1-16,-10-5 15,-3 0-15,0 0 16,1 2 0,0 28-16,4 21 15,-4-32-15,1-12 16,0 32-16,4 22 16,-4-2-16,-2 8 15,0 1-15,-3 7 16,-7-5-16,-4-1 15,-4-10-15,-3-5 16,-3 69-16,3 49 16,1-78-16,2-36 15,0 17-15,0-1 16,-3 49 0,-1 34-16,0-43 15,4-16-15,0-20 16,2-14-16,-3 51 15,-3 32-15,3-24 16,2 2 0,-2-49-16,4-30 15,-4 47-15,0 23 16,-6 12-16,-3 20 16,5-65-16,3-34 15,-3 35-15,0 15 16,1-3-16,0 9 15,7-40-15,4-27 16,-2 44-16,0 22 16,1-49-16,5-20 15,-1 14-15,3 5 16,-3-11 0,0-4-16,0-5 15,0 0-15,0-2 16,0 2-16,0-29 15,0-20 1,0 35-16,0 21 16,0-37-16,0-14 15,0-16-15,0-12 16,0 19-16,0 10 16,0 7-16,1 14 15,-1-22-15,4-12 16,-4-15-16,2-11 15,1 9-15,0 5 16,2-2-16,1 5 16,-1-13-16,0-1 15,-1-6 1,1 1-16,-1-7 16,2 0-16,-4-7 15,2-3-15,-4-14 16,4 20-16,-4-20 15,4 13-15,-4-13 16,0 0 0,0 0-16,0 0 15,4 12-15,-4-12 16,0 0-16,0 0 16,0 0-16,0 0 15,0 0-15,0 0 16,0 0-16,0 0 15,0 0-15,0 0 16,0 0-16,0 0 16,-16 15-16,16-15 15,-89 16-15,17 0 16,-20-5 0,-14 3-16,-5-4 15,-4-1-15,25-5 16,13-1-16</inkml:trace>
  <inkml:trace contextRef="#ctx0" brushRef="#br0" timeOffset="45828">2432 7656 0,'0'0'0,"0"0"0,0 0 0,20-16 0,-1 0 0,51-50 16,-1 3-16,-40 33 15,0 1-15,-4 1 16,-2 3 0,-6 5-16,-4 3 15,-4 0-15,-9 17 16,3-30-16,-12 9 16,-70-27-16,1 1 15,-71 13-15,-46 14 16,38 16-16,11 15 15,-30-16-15,-15-5 16,34 10-16,22 6 16,-8-4-16,8 0 15,27 2-15,24 6 16,1-2 0,13 3-16,7-3 15,11 1-15,13-4 16,12 2-16,5-3 15,22-4-15,-21 6 16,21-6 0,0 0-16,0 0 15,-15 35-15,15-10 16,3 39-16,2 2 16,3 6-16,8 7 15,-4 20-15,7 21 16,-3 7-16,4 10 15,-20 7-15,-8 9 16,0-25-16,-1-10 16,-5 20-16,-5 14 15,0-12 1,0 2-16,2-20 16,3-12-16,-3 2 15,4-3-15,8-71 16,1-1-16,0-21 15,3 1-15,-2-5 16,3 1 0,4 1-16,3 5 15,24 3-15,2 1 16,17 2-16,13 4 16,33-13-16,29-5 15,23-3-15,25 0 16,-18-4-16,1-1 15,26-1-15,21 3 16,-28-2-16,-7 1 16,-11-2-16,-8 3 15,-17-4-15,-10 3 16,-14-1 0,-14-2-16,-13 2 15,-11-2-15,-18-1 16,-12 3-16,-5-6 15,-5 2-15,-5-10 16,0-1 0,-6-8-16,-6-7 15,-6-52-15,0 0 16,-4-26-16,-2-17 16,-10 27-16,-8 14 15,1-33-15,-3-16 16,1 15-16,3 5 15,-2-4-15,3 4 16,-2-12-16,5-1 16,10 8-16,7 9 15,4-25-15,7-12 16,-5 46 0,4 26-16,0-4 15,6 10-15,-5 7 16,-3 13-16,-4 8 15,-1 14-15,-3 1 16,-1 8 0,-2 0-16,-3 14 15,8-23-15,-8 23 16,0-24-16,-5 12 16,-37-16-16,1 2 15,-28-10-15,-11-1 16,-22 10-16,-13 11 15,9-1-15,3 5 16,-8 0-16,-1 5 16,1 1-16,4 5 15,13 1 1,13 3-16,8 1 16,14 3-16,-1 5 15,7 9-15</inkml:trace>
  <inkml:trace contextRef="#ctx0" brushRef="#br0" timeOffset="47062.09">1160 8003 0,'0'0'0,"0"0"15,0 0-15,0 0 16,0 0-16,0 0 15,0 0-15,0 0 16,0 0 0,0 0-16,0 0 15,11 0-15,-11 0 16,105-6-16,-15 2 16,-4-7-16,-1-1 15,3 1-15,1 5 16,-18-1-16,-10 3 15,-8-2-15,-8 5 16,-14-1-16,-9 4 16,-22-2-16,25 1 15,-25-1-15,0 0 16,0 0 0,0 0-16</inkml:trace>
  <inkml:trace contextRef="#ctx0" brushRef="#br0" timeOffset="47343.4">1769 7875 0,'0'0'16,"0"0"-16,0 0 15,0 0-15,0 0 16,0 0-16,0 0 16,0 0-16,0 0 15,2 18-15,1 4 16,-3 64-16,1 3 15,-7-2-15,-5 0 16,-3 26-16,-3 20 16,9-80-16,2 3 15,-5-4 1,3-2-16,-6 10 16,-3 8-16,1-23 15,2-10-15,-1-7 16,2-8-16</inkml:trace>
  <inkml:trace contextRef="#ctx0" brushRef="#br0" timeOffset="47593.34">1344 9163 0,'0'0'16,"0"0"-16,0 0 15,0 0-15,0 0 16,0 0-16,0 0 15,25-3-15,-1 0 16,85-1-16,0 0 16,-39-1-16,-24 3 15,9-1-15,-2-1 16,-1-1 0,5 3-16,7-2 15,11 0-15,-19 0 16,-5 1-16</inkml:trace>
  <inkml:trace contextRef="#ctx0" brushRef="#br0" timeOffset="49592.91">3151 7177 0,'0'0'0,"0"0"15,0 0-15,0 0 16,0 0-16,0 0 15,0 0 1,0 0-16,0 0 16,0 0-16,0 0 15,0 0-15,0 0 16,0 0-16,0 0 16,0 0-16,0 0 15,0 0-15,0 0 16,26 4-16,1 1 15,84 10-15,1 2 16,-36-13-16,-19-4 16,20-2-16,9 0 15,-3-1 1,2 6-16,-19-3 16,-14 2-16,-4-2 15,-5 4-15,-13-2 16,-7 0-16,-23-2 15,27 2 1,-27-2-16,0 0 16,0 0-16,0 0 15,0 0-15,0 0 16,0 0-16,0 0 16,0 0-16,-33-6 15,14-7-15,2 1 16,3-1-16,14 13 15,-15-14-15,15 14 16,0 0-16,-12-13 16,12 13-16,0 0 15,-9-12 1,9 12-16,-12-14 16,12 14-16,-21-25 15,0 10-15,1 3 16,-4 6-16,24 6 15,-38-7 1,38 7-16,-23-3 16,23 3-16,0 0 15,0 0-15,0 0 16,27 12-16,-1-1 16,17 3-16,13 6 15,1-6-15,5 3 16,-8-6-16,-1-3 15,-16-2-15,-11-1 16,-26-5-16,32 3 16,-32-3-16,0 0 15,0 0 1,0 0-16,-18 28 16,-9-6-16,-19 16 15,-12 12-15,4-11 16,1 0-16</inkml:trace>
  <inkml:trace contextRef="#ctx0" brushRef="#br0" timeOffset="51045.92">4040 7195 0,'0'0'16,"0"0"-16,0 0 16,0 0-16,0 0 15,0 0-15,0 0 16,0 0-16,0 0 16,0 0-16,0 0 15,0 0-15,0 0 16,-3 51-16,0 4 15,-5 58-15,0 1 16,-1-42-16,1-22 16,-3 51-1,-3 32-15,3-39 16,3-9-16,-3 2 16,3 1-16,-3 31 15,-3 24-15,5-28 16,2-8-16,-3 18 15,2 7 1,1-23-16,4-9 16,0-5-16,3-2 15,0 0-15,1 1 16,1-49-16,1 0 16,-1-12-16,-1-6 15,1 0-15,0-2 16,-2-7-16,1-3 15,-1-3-15,3 1 16,-3-13-16,2 12 16,-2-12-16,0 0 15,0 0 1,0 0-16</inkml:trace>
  <inkml:trace contextRef="#ctx0" brushRef="#br0" timeOffset="51530.18">4294 9225 0,'0'0'15,"0"0"-15,0 0 16,0 0-16,0 0 16,0 0-16,0 0 15,0 0-15,0 0 16,0 0-16,0 0 15,0 0-15,0 0 16,-42-4-16,3 0 16,-84 6-1,1 0-15,75 1 16,3-2-16,1 1 16,1 0-16,9-2 15,7 3-15,3-3 16,23 0-1,-29 1-15,29-1 16,0 0-16,-24 0 16,24 0-16,0 0 15,0 0-15,0 0 16,0 0-16,0 0 16,0 0-16,27 13 15,1-9-15,8 4 16,-4-2-16,1 5 15,-5 2-15,-2 5 16,-2 7-16,3 6 16,0 2-1,2 4-15</inkml:trace>
  <inkml:trace contextRef="#ctx0" brushRef="#br0" timeOffset="52326.93">5748 9307 0,'0'0'16,"0"0"-16,0 0 16,0 0-1,0 0-15,0 0 16,0 0-16,0 0 16,0 0-16,0 0 15,0 0-15,-42 5 16,1 0-16,-124 9 15,0-1 1,43 1-16,31-2 16,-52 3-16,-27 5 15,51-3-15,25 5 16,-30 1-16,-8 4 16,33-8-16,19-1 15,3-4-15,11 1 16,11-5-16,16-1 15,15-6-15,3 2 16,21-5-16,-21 3 16,21-3-1,0 0-15,0 0 16,0 0-16,0 0 16,0 0-16,0 0 15,0 0-15</inkml:trace>
  <inkml:trace contextRef="#ctx0" brushRef="#br0" timeOffset="52670.65">4381 9242 0,'0'0'15,"0"0"-15,0 0 16,0 0-16,0 0 15,0 0-15,0 0 16,0 0-16,0 0 16,0 0-16,0 0 15,-30 25 1,0 1-16,-50 49 16,-1-1-16,57-51 15,2 0-15,5-6 16,6-1-1,0-2-15,8 1 16,1-2-16,7 6 16,26 15-16,3-1 15,28-3-15,21 4 16</inkml:trace>
  <inkml:trace contextRef="#ctx0" brushRef="#br0" timeOffset="54701.74">5165 11382 0,'0'0'0,"0"0"15,0 0-15,0 0 16,0 0-16,0 0 15,0 0 1,0 0-16,0 0 16,0 0-16,0 0 15,0 0-15,0 0 16,0 0-16,0 0 16,8 19-16,2-1 15,-12 70-15,1 3 16,-23-13-16,-17-5 15,-18 8-15,-17 8 16,-2 15-16,-4 16 16,1-34-16,-1-15 15,-15-21 1,-9-18-16,-5 3 16,-3-4-16,-23-6 15,-14-2-15,-7-10 16,-7-7-16,7-6 15,7-3 1,-19-11-16,-5-4 16,-7-34-16,-5-21 15,2-33-15,0-28 16,29 48-16,23 21 16,-24-32-16,-5-10 15,21-7-15,17-3 16,1-20-16,11-9 15,-2-16-15,3-10 16,9 11-16,9 8 16,-1-20-16,3-8 15,8 30 1,9 21-16,-22-46 16,-9-22-16,28 53 15,13 32-15,-5-36 16,3-11-1,44-43-15,35-29 16,-15 67-16,4 42 16,15-65-16,14-27 15,-4 15-15,3 3 16,-5 31-16,0 23 16,-2-7-16,0 1 15,0 19-15,-3 14 16,1-11-16,3 2 15,2 11-15,6 13 16,14 6-16,14 11 16,9-27-1,14-11-15,15 38 16,13 25-16,10 22 16,14 28-16,-6-15 15,1 3-15,-17 28 16,-9 20-16,-15 18 15,-12 21 1,1 0-16,1 9 16,-27-17-16,-12-6 15,1 13-15,-3 12 16,-5 34-16,-3 29 16,-13-61-16,-11-23 15,-3 3-15,-4-2 16,-2 14-16,-1 11 15,-2-22-15,0-7 16,0-14-16,3-9 16,-2-5-16,0-4 15,2-7 1,3-14-16,-6 19 16,6-19-16,0 0 15,-2 17-15,2-17 16,0 0-16,-3 12 15,3-12 1,0 0-16,-1 17 16,1-17-16,0 0 15,0 0-15,-4 14 16,4-14-16,0 0 16</inkml:trace>
  <inkml:trace contextRef="#ctx0" brushRef="#br0" timeOffset="55264.02">2319 6833 0,'0'0'15,"0"0"-15,0 0 16,0 0-16,0 0 16,0 0-16,0 0 15,0 0-15,0 0 16,-13 14-16,2 3 16,-31 47-16,2 0 15,6-22-15,6-11 16,-7-5-16,2-5 15,0-4-15,3-5 16,2-4-16,5-1 16,-4-4-1,4 0-15,-1-1 16,-1 2-16,1-4 16,24 0-16,-36 0 15,36 0-15,0 0 16,-27-2-16,27 2 15,0 0 1,0 0-16,0 0 16,0 0-16,0 0 15,0 0-15,0 0 16,7-13-16,-7 13 16,38-6-16,-12 11 15,2-5-15,4 4 16,-6 6-16,1 9 15,-4-1-15,1 7 16,1 3-16,5 4 16</inkml:trace>
  <inkml:trace contextRef="#ctx0" brushRef="#br0" timeOffset="56201.44">1704 6618 0,'0'0'16,"0"0"-16,0 0 15,0 0-15,0 0 16,0 0-16,0 0 16,0 0-16,0 0 15,0 0 1,0 0-16,18 31 16,2 2-16,53 94 15,-1 0-15,-39-81 16,1 1-1,1-5-15,3-3 16,-10-6-16,-5-2 16,-7-10-16,-2-7 15,-4-1-15,-10-13 16,14 16-16,-14-16 16,0 0-16,14 13 15</inkml:trace>
  <inkml:trace contextRef="#ctx0" brushRef="#br0" timeOffset="56513.95">2465 6761 0,'0'0'0,"0"0"15,0 0-15,0 0 16,0 0-1,0 0-15,0 0 16,0 0-16,0 0 16,0 0-16,0 0 15,-30 23-15,2-1 16,-32 42-16,0 1 16,21-18-16,14-11 15,-8 0-15,0-2 16,0-1-16,0 5 15,2-8-15,2 3 16,1-2-16,2 4 16</inkml:trace>
  <inkml:trace contextRef="#ctx0" brushRef="#br0" timeOffset="57138.71">5352 12473 0,'0'0'16,"0"0"-16,0 0 15</inkml:trace>
  <inkml:trace contextRef="#ctx0" brushRef="#br0" timeOffset="59591.72">9601 5967 0,'0'0'0,"0"0"15,0 0-15,0 0 16,0 0-16,-24-25 16,1 0-16,-70-64 15,1 3-15,11 25 16,9 22-1,-55-6-15,-33 6 16,13-4-16,-1-1 16,-14 0-16,-9 1 15,3-1-15,3 6 16,-28-6-16,-21 0 16,1 9-16,-2 6 15,-13 15-15,-10 15 16,-10 11-16,-10 12 15,-2 2-15,-1 7 16,9 9-16,9 12 16,7-2-1,8 5-15,13 2 16,15 3-16,32 12 16,32 11-16,-13 16 15,3 15-15,30-17 16,25-6-1,1 31-15,8 19 16,36-19-16,26-6 16,22 12-16,25 11 15,25-26-15,29-7 16,65 24-16,52 15 16,-14-30-16,7-13 15,23-22-15,18-12 16,2 14-16,12 9 15,18-36-15,15-16 16,13-32-16,13-23 16,-7 12-1,0 2-15,-8-18 16,-1-12-16,-16-3 16,-5-6-16,-20-16 15,-10-15-15,-22 6 16,-15 1-1,-37-51-15,-27-28 16,-2 11-16,-10 0 16,-14-3-16,-11-2 15,-22-15-15,-12-9 16,-20 38-16,-17 24 16,-19-47-16,-18-18 15,-27 22-15,-20 10 16,-27 3-16,-19 8 15,-25-4-15,-22 2 16,-23 17-16,-19 14 16,-2 52-1,-4 43-15,-10-10 16,-2 8-16,1 35 16,4 27-16,11 22 15,10 28-15,52-47 16,40-22-1</inkml:trace>
  <inkml:trace contextRef="#ctx0" brushRef="#br0" timeOffset="61903.95">16797 5204 0,'0'0'0,"0"0"0,0 0 16,-31-23-16,-2 3 16,-133-55-1,1 3-15,39 28 16,29 26-16,-69-42 16,-35-15-16,43 25 15,22 13-15,-46-1 16,-19 4-1,24 43-15,14 31 16,-35 6-16,-16 18 16,32-10-16,18 5 15,7 45-15,13 35 16,28-32-16,26-5 16,2 46-16,10 34 15,10-23-15,12-2 16,-2 6-16,3-1 15,3 50-15,1 33 16,9-21 0,7-2-16,6 0 15,5 6-15,11-13 16,11-7-16,-1 22 16,6 15-16,-1-18 15,7-7-15,-2 12 16,1 10-1,0 11-15,5 11 16,-2-39-16,3-18 16,20-24-16,15-23 15,15 15-15,20 2 16,-5 0-16,5 1 16,-1-43-16,2-27 15,6 26-15,5 8 16,6-5-16,7 1 15,12-28-15,11-17 16,9 9-16,13-2 16,0-15-1,7-10-15,-8-24 16,-3-18-16,-24-5 16,-17-8-16,18-3 15,5-3-15,-1-6 16,3-4-1,10-8-15,9-6 16,0-11-16,2-4 16,-24-20-16,-12-11 15,11-56-15,6-36 16,-13 48-16,-6 25 16,12-40-16,6-15 15,-15-12-15,-9-12 16,-11 13-16,-7 7 15,-25-73-15,-17-40 16,6 78 0,-4 40-16,7-64 15,3-23-15,-5 10 16,1 5-16,-9-35 16,-5-17-16,-16 30 15,-10 17 1,3-41-16,5-15 15,-12 20-15,-7 12 16,-6-24-16,-7-13 16,-4 44-16,-4 24 15,-9-8-15,-8 6 16,-18-7-16,-13-3 16,-10 38-16,-9 28 15,-3-23-15,-4-1 16,-10 5-16,-5 10 15,-11 9-15,-5 12 16,2 11 0,3 16-16,-25-10 15,-17 0-15,15 22 16,10 18-16,-18 22 16,-5 22-16,2-6 15,0 7 1,7 10-16,1 11 15,-3 14-15,3 14 16,2 2-16,5 6 16,17 3-16,16 4 15</inkml:trace>
  <inkml:trace contextRef="#ctx0" brushRef="#br0" timeOffset="103283.71">21597 5002 0,'0'0'0,"0"0"0,0 0 0,0 0 0,0 0 0,0 0 16,0 0-1,0 0-15,0 0 16,0 0-16,0 0 0,0 0 16,0 0-16,37 0 15,1 1-15,99 1 16,2 1 0,-41-9-16,-24-3 15,57 5-15,32 1 16,-20-2-16,-1-2 15,11 1-15,9 5 16,-6-6-16,2 2 16,3 4-16,8 1 15,-14 1-15,-2 4 16,5-3-16,5 4 16,-22-1-16,-14 1 15,-14-3 1,-17 1-16,-10-1 15,-12-1-15,-11 0 16,-7 0-16,-8 0 16,-6 0-16,-3 1 15,2 0 1,-13 0-16,-5-2 16,-23-1-16,33 2 15,-33-2-15,23 3 16,-23-3-16,0 0 15,0 0-15,26 4 16,-26-4-16,0 0 16</inkml:trace>
  <inkml:trace contextRef="#ctx0" brushRef="#br0" timeOffset="104207.98">21543 7149 0,'0'0'16,"0"0"-16,0 0 15,0 0 1,0 0-16,0 0 0,0 0 15,0 0-15,0 0 16,0 0-16,0 0 16,0 0-16,0 0 15,26-6-15,2-1 16,49-11-16,-2 0 16,-18 6-16,-12 5 15,24-6-15,17 1 16,-5-3-16,5 3 15,5-2 1,6 0-16,4-3 16,8 0-16,9 1 15,11 1-15,-8 5 16,1 4-16,0 4 16,2 8-16,16 2 15,14 4 1,-26 0-16,-14-1 15,24 2-15,12 2 16,-11-3-16,-2 2 16,-15-3-16,-11-2 15,-8 1-15,-6 0 16,-18-5-16,-7 4 16,-11-6-16,-5 3 15,0-5-15,1 2 16,-4-3-16,-1 0 15,-8-3-15,-4 2 16,-11-2 0,-5 0-16,-24 3 15,24-3-15,-24 3 16,0 0-16,0 0 16,0 0-16,0 0 15,0 0 1</inkml:trace>
  <inkml:trace contextRef="#ctx0" brushRef="#br0" timeOffset="105739">21545 8175 0,'0'0'15,"0"0"-15,0 0 16,0 0-16,0 0 15,0 0-15,0 0 16,0 0-16,0 0 16,0 0-16,0 0 15,0 0-15,0 0 16,0 0-16,0 0 16,0 0-16,0 0 15,0 0-15,0 0 16,0 0-16,0 0 15,0 0 1,0 0-16,28 0 16,0 0-16,45 0 15,-1 0-15,-11 0 16,-4 2-16,13-2 16,13 0-16,-13 0 15,-3 0 1,18 0-16,12 0 15,2 0-15,6 0 16,9 0-16,12 0 16,12 0-16,15 0 15,-20 0-15,-9 0 16,18 0-16,13 0 16,-19 0-16,-7 0 15,-7 0-15,-4 0 16,-5 0-16,1 0 15,-9 0-15,-3 0 16,-7 0 0,-4 0-16,-6 0 15,-7 0-15,-7 0 16,-4 0-16,-12 0 16,-10 0-16,-12 0 15,-8 0 1,-25 0-16,24 0 15,-24 0-15,0 0 16</inkml:trace>
  <inkml:trace contextRef="#ctx0" brushRef="#br0" timeOffset="106879.36">21543 9732 0,'0'0'0,"0"0"0,0 0 16,0 0 0,0 0-16,0 0 15,0 0-15,0 0 16,0 0-16,0 0 16,0 0-16,0 0 15,0 0 1,0 0-16,0 0 15,0 0-15,0 0 16,30-2-16,0 2 16,57-2-16,0 0 15,-8 2-15,-7 2 16,17-4-16,12 0 16,9-1-16,12 6 15,-1-6-15,3 3 16,-2-2-16,1 0 15,21 0 1,19 0-16,-39 0 16,-18 2-16,22-1 15,12 1-15,-14-3 16,-6 3-16,3-2 16,1 2-1,-16-2-15,-5 2 16,-10-2-16,-5 2 15,-11 0-15,-5 2 16,-5-2-16,-4 0 16,-3 0-16,-5 0 15,-10 0-15,-5 0 16,-14 0-16,-26 0 16,27 0-16,-27 0 15,0 0-15,23 0 16,-23 0-16,0 0 15,0 0 1,0 0-16</inkml:trace>
  <inkml:trace contextRef="#ctx0" brushRef="#br0" timeOffset="108051.03">21525 10703 0,'0'0'15,"0"0"-15,0 0 16,0 0-16,0 0 16,0 0-16,0 0 15,0 0-15,0 0 16,0 0-16,0 0 16,0 0-16,0 0 15,0 0-15,0 0 16,0 0-16,0 0 15,0 0 1,0 0-16,17 7 16,-17-7-16,75 22 15,-15-3-15,-1-9 16,4-3-16,25-7 16,19-5-1,-7 5-15,2 3 16,10-8-16,13 1 15,-7 1-15,3 3 16,-2-5-16,4 3 16,2-2-16,4 4 15,-10-2-15,-4 0 16,12-1-16,9 2 16,-11-2-16,-8 1 15,-10 1-15,-7 1 16,-9-3-16,-5 3 15,-4-2 1,-5 2-16,-6 0 16,-5 2-16,-18-2 15,-13 4-15,-4-4 16,-6 2-16,3-2 16,5 3-1,-3-3-15,6 1 16,-7-1-16,-4 3 15,1-3-15,1 2 16,-5-2-16,0 0 16,-22 0-16,0 0 15,27-5-15,-27 5 16</inkml:trace>
  <inkml:trace contextRef="#ctx0" brushRef="#br0" timeOffset="109050.89">21159 11886 0,'0'0'15,"0"0"-15,0 0 16,0 0-16,0 0 16,0 0-16,0 0 15,0 0-15,0 0 16,0 0-16,0 0 15,0 0 1,0 0-16,0 0 16,0 0-16,17 0 15,-17 0-15,79 0 16,-16 3-16,-2-2 16,3 5-1,11-1-15,11-1 16,-8-4-16,-2 2 15,15 0-15,11 3 16,2-4-16,9 1 16,3 0-16,5 0 15,6 0-15,8 1 16,-4-3-16,3 4 16,3-2-16,6-1 15,-16 2-15,-6-1 16,11 0-1,7 0-15,-4 0 16,0 0-16,-27-2 16,-17 2-16,8-2 15,2 2-15,-8-4 16,-4 2-16,-12-2 16,-7 0-1,7 0-15,4 0 16,-15 0-16,-5 0 15,-13-1-15,-9 3 16,-2-1-16,-3 1 16,-4-2-16,0 2 15,-30 0-15,36-4 16</inkml:trace>
  <inkml:trace contextRef="#ctx0" brushRef="#br0" timeOffset="109831.99">21157 12995 0,'0'0'0,"0"0"16,0 0-1,0 0-15,0 0 16,0 0-16,0 0 15,0 0-15,0 0 16,24-5-16,-1 4 16,45-5-16,1 1 15,-1 0-15,2 5 16,10-4-16,10 0 16,-7 0-16,0 2 15,17-2-15,12 0 16,12-2-1,15 1-15,-11-1 16,-3 2-16,15-2 16,8 2-16,2-2 15,6 1-15,-23 0 16,-11 2 0,16-1-16,11 0 15,-15 0-15,-4 2 16,-10-2-16,-4 1 15,1 2-15,2 1 16,-23-2-16,-13 2 16,-17 0-16,-10 2 15,-13-2-15,-5 4 16,-10-2-16,-5 0 16,-23-2-16,0 0 15</inkml:trace>
  <inkml:trace contextRef="#ctx0" brushRef="#br0" timeOffset="110549.71">21260 13883 0,'0'0'0,"0"0"15,0 0 1,0 0 0,0 0-16,0 0 0,0 0 15,0 0-15,0 0 16,0 0-16,0 0 15,59-8-15,2 2 16,167-33-16,-2 2 16,-132 21-16,0 3 15,95-18-15,-1 1 16,-44 11-16,-26 12 16,50-2-16,29 7 15,-46 2-15,-21 5 16,31 1-1,14 7-15,-26-6 16,-12 4-16,-1-3 16,-5 3-16,-14-4 15,-8 5-15,-12-7 16,-9 3 0,-19-3-16,-11 1 15,-8-4-15,-9 2 16,-18-3-16,-1 2 15,-22-3-15,0 0 16,25 2-16,-25-2 16,0 0-16,0 0 15</inkml:trace>
  <inkml:trace contextRef="#ctx0" brushRef="#br0" timeOffset="111362.15">23430 5442 0,'0'0'0,"17"18"16,2 3 0,-19-21-16,0 0 15,0 0-15,0 0 16,0 0-16,0 0 15,0 0-15,0 0 16,-2 58-16,1 2 16,-1 99-16,2 0 15,-3-108-15,0 3 16,-5 19-16,4 16 16,-3-13-16,4 3 15,-2-23-15,4-13 16,-3-13-1,4-8-15</inkml:trace>
  <inkml:trace contextRef="#ctx0" brushRef="#br0" timeOffset="112627.38">23369 8648 0,'0'0'0,"0"0"16,0 0 0,0 0-16,0 0 15,0 0-15,0 0 16,0 0-16,0 0 15,0 0-15,0 0 16,0 0-16,0 0 16,-5 44-16,2-1 15,-7 106-15,-1 2 16,8-111-16,0-2 16,0-4-16,1-4 15,-1 8 1,3 3-16,-4 4 15,2 8-15,1 3 16,1 8-16</inkml:trace>
  <inkml:trace contextRef="#ctx0" brushRef="#br0" timeOffset="113646.75">22901 11346 0,'0'0'16,"0"0"-16,0 0 15,0 0 1,0 0-16,0 0 0,0 0 16,0 0-16,0 0 15,26-12-15,0 0 16,68-31-16,3 1 16,-50 25-16,3 3 15,-4 6-15,1 6 16,-12 4-16,-5 8 15,-4-4-15,-4 3 16,-1 3-16,-4 4 16,-9 1-16,-4 4 15,-5 6 1,-2 8-16,-9 10 16,-3 13-16,-4-7 15,0 2-15,4-19 16,5-7-1,1-8-15,4-5 16,5-14-16,-8 17 16,8-17-16,16 23 15,20-4-15,2 2 16,17 1-16,11 3 16,0-18-16,5-4 15,-22-6-15,-8 0 16,-7-1-16,-4-1 15,-6 2-15,0-1 16,-24 4-16,0 0 16</inkml:trace>
  <inkml:trace contextRef="#ctx0" brushRef="#br0" timeOffset="114615.42">22953 13160 0,'0'0'15,"0"0"-15,0 0 16,22-12-16,0-1 16,73-30-16,1-1 15,-30 22-15,-16 15 16,-7-1-16,-9 8 16,-7-2-16,-27 2 15,36-2-15,-36 2 16,26 7-16,-26-7 15,19 43-15,-11-8 16,-12 16-16,-6 15 16,-9-7-1,-4 0-15,5-18 16,-2-11-16,6-8 16,5-8-16,9-14 15,-13 19-15,13-19 16,0 0-1,-8 13-15,8-13 16,0 0-16,0 0 16,43 23-16,-9-9 15,56-3-15,-1-2 16,8-14-16,7-12 16,-19-1-16,-10-4 15,-16 4-15,-9 2 16,-14 1-16,-10 4 15</inkml:trace>
  <inkml:trace contextRef="#ctx0" brushRef="#br0" timeOffset="121255.38">21462 14003 0,'0'0'0,"0"0"15,0 0-15,0 0 16,0 0-16,0 0 16,0 0-16,0 0 15,0 0 1,0 0-16,0 0 15,0 0-15,0 0 16,0 0-16,0 0 16,0 0-16,0 0 15,0 0-15,0 0 16,5 25-16,-1 2 16,10 86-16,-1-1 15,-11-56-15,1 0 16,-3 17-16,1 12 15,-4 36-15,-2 33 16,4-52 0,1-17-16,-2 0 15,1-6-15,-1 2 16,2 3-16,0-42 16,0-1-1,-2-22-15,2 1 16,-1-7-16,2-1 15,-1-12-15,0 14 16,0-14-16,0 0 16,0 13-16,0-13 15,0 0-15,0 0 16,0 0-16,-1 12 16,1-12-16,0 0 15,0 0-15,0 0 16,0 0-16,0 0 15,0 0 1,0 0-16,0 0 16,-2 12-16,2-12 15,0 0-15,0 0 16,0 0-16,0 0 16,0 0-16,-5 17 15,5-17 1,-4 13-16,4-13 15,-3 15-15,3-15 16,-2 24-16,2-7 16,-3 5-16,2 7 15,-4 7-15,2 7 16,-2 4-16,0 9 16,-1-13-16,3-1 15,0-16-15,1-8 16,1-6-16,1-12 15,-2 18-15,2-18 16,-2 12 0,2-12-16,0 0 15,-1 15-15,1-15 16,0 0-16,0 0 16,0 0-16,0 0 15,-5 12 1,5-12-16,0 0 15,0 0-15,0 0 16,0 0-16,0 0 16,0 0-16,0 0 15,0 0-15,0 0 16,0 0-16,-2 13 16,2-13-16,0 0 15,0 0-15,0 0 16,0 0-16,0 0 15,0 0-15,0 12 16,0-12 0,0 13-16,-1 5 15,-1 1-15,-2 28 16,1 1-16,-2 7 16,2 12-1,-2-13-15,3 0 16,-1-17-16,2-8 15,-1-9-15,2-3 16,0-17-16,2 16 16</inkml:trace>
  <inkml:trace contextRef="#ctx0" brushRef="#br0" timeOffset="121880.27">24775 14150 0,'0'0'16,"0"0"-16,0 0 15,0 0-15,0 0 16,0 0-16,0 0 16,0 0-16,0 0 15,0 0-15,0 0 16,0 0-16,0 0 15,-2 30-15,0 5 16,-6 64 0,-1 0-16,-4-17 15,1-6-15,-7 39 16,1 24-16,4-55 16,6-22-16,-4 25 15,-3 12 1,-1 6-16,1 14 15,4-43-15,4-18 16,-3 28-16,3 17 16,-1-3-16,0 8 15,5-58-15,-1 1 16,2-2-16,-3 4 16,2 1-16,0 2 15,1-18-15,2-4 16,-3-12-16,3-7 15,0-15-15,0 14 16</inkml:trace>
  <inkml:trace contextRef="#ctx0" brushRef="#br0" timeOffset="122598.85">23185 14663 0,'0'0'15,"0"0"-15,0 0 16,0 0 0,0 0-16,0 0 15,0 0-15,0 0 16,0 0-16,0 0 16,0 0-16,0 0 15,0 0 1,-11 37-16,0 0 15,-8 41-15,-1 4 16,20-60-16,0 3 16,0-4-16,1 0 15,-1-7-15,0-14 16,0 19-16,0-19 16,0 18-16,2-5 15,-2-1-15,0 2 16,0 5-16,0 8 15,-2 8-15,2 10 16,-1 5 0,2 10-16,-1-15 15,0-5-15,0-11 16,0-8-16,0-5 16,0-2-16,0-2 15,0-12 1,0 19-16,0-19 15,0 19-15,0-7 16,-1 1-16,1 1 16,-2 3-16,1 1 15,-3 1-15,3 4 16,-4 0-16,1 1 16,-3 4-16,3 3 15,-4 6-15,0 8 16</inkml:trace>
  <inkml:trace contextRef="#ctx0" brushRef="#br0" timeOffset="122848.84">22960 16299 0,'0'0'15,"0"0"-15,0 0 16,0 0-16,0 0 16,0 0-16,0 0 15,0 0-15,0 0 16,2 35-16,0 0 16,2 12-16,4 9 15</inkml:trace>
  <inkml:trace contextRef="#ctx0" brushRef="#br0" timeOffset="122958.24">22914 16788 0,'0'0'0,"0"0"15,0 0-15,0 0 16,0 0-16,0 0 16,0 0-16,-2 28 15,2 0 1</inkml:trace>
  <inkml:trace contextRef="#ctx0" brushRef="#br0" timeOffset="127660.66">20741 9690 0,'0'0'16,"0"0"-16,0 0 15,0 0-15,0 0 16,0 0-16,0 0 15,0 0-15,0 0 16,0 0 0,0 0-16,16-1 15,-16 1-15,115-13 16,-18 2-16,-14-1 16,-9-1-1,-8 1-15,-5 4 16,-20 0-16,-17 6 15,-24 2-15,34-6 16,-34 6-16,0 0 16,0 0-16,0 0 15,0 0-15,0 0 16,0 0-16,0 0 16,-46-4-16,12-1 15,6 0-15,3 4 16,0-3-16,5 0 15,20 4-15,-31-6 16,31 6 0,0 0-16,-27-12 15,27 12-15,0 0 16,0 0-16,0 0 16,0 0-1,0 0-15,-21 26 16,9 20-16,2-2 15,-3 50-15,2-1 16,-6 25-16,1 19 16,0-26-16,7-8 15,-7 25-15,2 16 16,0-25-16,6-5 16,-5 19-16,0 9 15,0-2-15,-1 6 16,1-11-16,2-2 15,-3 8 1,1 3-16,0-15 16,3-7-16,-1 8 15,0 6-15,0-6 16,0-1-16,2-12 16,1-3-16,-2 8 15,0 4 1,2-32-16,3-22 15,-2 11-15,0-1 16,-1 15-16,2 12 16,1-42-16,2-22 15,-1-7-15,3-9 16,-3-4-16,4-3 16,-4 4-16,3 9 15,-2-6-15,1 3 16,-1-13-16,3-5 15,0-14-15,-2 17 16,2-17 0,0 0-16,0 0 15,0 0-15</inkml:trace>
  <inkml:trace contextRef="#ctx0" brushRef="#br0" timeOffset="128129.58">21149 13683 0,'0'0'16,"0"0"-16,0 0 15,0 0-15,0 0 16,0 0-16,0 0 16,0 0-16,0 0 15,-23 25-15,1 1 16,-45 42-16,-1 3 15,12-31 1,8-20-16,-13-1 16,-3-7-16,17 1 15,12 1-15,7-9 16,28-5-16,-39 0 16,39 0-1,-30-5-15,30 5 16,-30-7-16,30 7 15,0 0-15,-23-10 16,23 10-16,0 0 16,0 0-16,0 0 15,0 0-15,0 0 16,0 0-16,0 0 16,0 0-16,33 10 15,-33-10-15,29 12 16,-29-12-16,24 7 15,-24-7 1,0 0-16</inkml:trace>
  <inkml:trace contextRef="#ctx0" brushRef="#br0" timeOffset="129098.11">21047 9403 0,'0'0'15,"0"0"-15,0 0 16,0 0-16,0 0 16,0 0-16,0 0 15,0 0-15,0 0 16,-9 29-16,1-1 16,-15 62-16,2 0 15,1-20-15,1-15 16,-14 25-16,-6 15 15,11-36 1,6-21-16,14-19 16,0 0-16,8-19 15,-7 14-15,7-14 16,0-20-16,26-67 16,1 2-16,-1 5 15,2 7 1,-1 22-16,3 15 15,0 7-15,3 11 16,-7 8-16,1 10 16,-2 12-16,5 15 15,-8-5-15,-2 7 16,-5 17-16,-3 13 16,2 14-16,6 14 15,-5-18-15,0-6 16</inkml:trace>
  <inkml:trace contextRef="#ctx0" brushRef="#br0" timeOffset="132566.35">22257 10967 0,'0'0'16,"10"7"-16,-10-7 15,0 0-15,0 0 16,0 0-16,0 0 16,0 0-16,0 0 15,0 0-15,0 0 16,0 0-16,0 0 16,0 0-16,0 0 15,6 40-15,-10-8 16,-8 41-16,3 4 15,3-49 1,3 2-16,0-8 16,1 0-16,0 6 15,4 5-15,1 6 16,4 9 0,3-11-16,3 1 15,6-10-15,7-1 16,4 0-16,5 0 15,18-17-15,18-6 16,-18-8-16,1-6 16,-6-6-16,-2-6 15,-12 3-15,-5 1 16,-6-1-16,-4 1 16</inkml:trace>
  <inkml:trace contextRef="#ctx0" brushRef="#br0" timeOffset="132863.25">22273 11376 0,'0'0'0,"0"0"16,0 0-1,0 0-15,0 0 16,0 0-16,0 0 15,0 0-15,0 0 16,0 0-16,0 0 16,42-9-16,1 1 15,67-37-15,-2-1 16,-75 21-16,0 2 16,-5-1-16,-1-1 15,-10-2-15,-4 0 16,-8 2-1,-4 5-15</inkml:trace>
  <inkml:trace contextRef="#ctx0" brushRef="#br0" timeOffset="133097.48">22158 10854 0,'0'0'16,"0"0"-16,0 0 15,0 0-15,0 0 16,12-2-16,-12 2 16,91-1-16,-12-2 15,-17 1-15,-12 2 16,-3-2-16,-6 2 16,-2-4-16,0 2 15,2 0-15,2 4 16</inkml:trace>
  <inkml:trace contextRef="#ctx0" brushRef="#br0" timeOffset="133410">22727 10907 0,'0'0'16,"0"0"-16,0 0 16,0 0-16,0 0 15,9 14-15,4 1 16,43 60-16,-1 4 16,-9-21-16,-7-12 15,-4-7-15,-4-6 16,2-3-1,0-6-15,-2-2 16,3 3-16,3-9 16,2-1-16,-1-12 15,5-10-15</inkml:trace>
  <inkml:trace contextRef="#ctx0" brushRef="#br0" timeOffset="133675.82">23431 10871 0,'0'0'16,"0"0"-16,0 0 15,0 0-15,0 0 16,-15 17-16,2 2 16,-56 88-16,1 0 15,33-53-15,2 0 16,3-17-1,4-7-15,-2-9 16,2 1-16,-1 0 16,2 5-16,3-10 15,8-3-15,14-14 16,-13 19-16</inkml:trace>
  <inkml:trace contextRef="#ctx0" brushRef="#br0" timeOffset="133988.15">23661 11019 0,'0'0'0,"0"0"16,0 0-16,0 0 16,0 0-16,-2 38 15,2-1-15,-1 15 16,2 14 0,-1-43-16,0-1 15,0-7-15,0-15 16,2 19-16,-2-19 15,7 19-15,1-7 16</inkml:trace>
  <inkml:trace contextRef="#ctx0" brushRef="#br0" timeOffset="134191.25">23861 10614 0,'0'0'0,"0"0"15,0 0-15,0 0 16,0 0-16,0 0 16,0 0-1</inkml:trace>
  <inkml:trace contextRef="#ctx0" brushRef="#br0" timeOffset="134566.14">24065 10174 0,'0'0'0,"0"0"15,0 0-15,0 0 16,0 0-16,-7 62 16,2 0-1,-8 130-15,1 1 16,10-158-16,1 2 15,-2 15-15,0 14 16,1 9-16,4 10 16,10-22-16,13-5 15,11-14-15,15-9 16,5-17-16,10-12 16</inkml:trace>
  <inkml:trace contextRef="#ctx0" brushRef="#br0" timeOffset="134831.71">23758 10561 0,'0'0'15,"0"0"-15,0 0 16,0 0-16,0 0 16,20-3-16,4 2 15,72-12-15,-1 4 16,-16-4-16,-13 4 16,-2 1-16,-4 6 15</inkml:trace>
  <inkml:trace contextRef="#ctx0" brushRef="#br0" timeOffset="136425.32">24701 10089 0,'0'0'16,"0"0"-16,0 0 16,0 0-16,0 0 15,-25 0-15,2 3 16,-86 3-16,4 2 15,2 7 1,5 8-16,-31-7 16,-21 2-16,21 1 15,10 3-15,-16 1 16,-6 2 0,18-2-16,12 4 15,-4 6-15,1 7 16,11 10-16,11 13 15,-2-5-15,3 6 16,-5-4-16,2 2 16,9-9-16,10-1 15,-4 19-15,-1 13 16,16-1-16,11 8 16,5-12-16,9-3 15,-5 38-15,3 27 16,5-36-1,5-9-15,-8 21 16,1 15-16,2-14 16,3-4-16,2-13 15,4-8-15,-9 29 16,-4 17 0,14-48-16,9-25 15,-1 21-15,4 6 16,11 12-16,11 10 15,1-27-15,6-14 16,3 14-16,6 7 16,6-4-16,7-3 15,3-26-15,4-15 16,11-3-16,11-5 16,9 15-16,10 9 15,-2-13-15,3 2 16,-9-10-1,0-7-15,15-6 16,14-2-16,7-21 16,11-12-16,-2-9 15,7-5-15,-20-5 16,-8-2-16,1-2 16,1 0-1,1-4-15,9-2 16,-6 0-16,3 4 15,7-9-15,10-1 16,-4-19-16,-1-12 16,-16-2-16,-9-5 15,-3 13-15,-3 7 16,9-10-16,7-6 16,-5-3-16,-1-5 15,-24 6-15,-12 6 16,-2-7-16,0-2 15,3-36 1,4-23-16,-16 26 16,-5 12-16,-10-30 15,-3-12-15,-19 17 16,-10 9 0,-2-4-16,-5 5 15,-13 5-15,-8 3 16,-28 3-16,-17 3 15,-1-23-15,-2-13 16,-6 45-16,-7 26 16,-22-18-16,-14 0 15,-5-16-15,-5-9 16,9 26-16,8 13 16,-18 28-16,-8 27 15,13-17-15,5-1 16,-1 11-1,2 11-15,5 8 16,10 12-16,8 0 16,11 6-16,5-3 15,7 9-15,20-5 16,16 4 0</inkml:trace>
  <inkml:trace contextRef="#ctx0" brushRef="#br0" timeOffset="140606.62">22752 15070 0,'0'0'16,"0"0"-16,0 0 31,0 0-31,0 0 16,0 0-16,0 0 0,0 0 16,0 0-16,0 0 15,0 0 1,0 0-16,0 0 15,0 0-15,0 0 16,0 0-16,0 0 16,0 0-16,0 0 15,6-20-15,1 1 16,74-41-16,2 0 16,-19 33-16,-7 24 15,0-7-15,-1 10 16,-11 4-16,-7 7 15,-11-9-15,-27-2 16,31 6 0,-31-6-16,13 13 15,-15-1-15,-27 23 16,0 2-16,-13 5 16,-8 4-16,-7-9 15,-4-3-15,17-11 16,11-6-1,33-17-15,-39 15 16,39-15-16,-21 4 16,21-4-16,0 0 15,0 0-15,0 0 16,21-2-16,4 4 16,8 2-16,8 6 15,-7 3-15,1 5 16,-4 5-16,-1 8 15,-10-5-15,-5 6 16,-3-7-16,-3 2 16,-9 2-1,-6 1-15,-13 0 16,-9 2-16,-8 6 16,-7 3-16,-18 3 15,-12 3 1,4-13-16,-1-8 15,22-9-15,17-7 16</inkml:trace>
  <inkml:trace contextRef="#ctx0" brushRef="#br0" timeOffset="141559.51">22915 16493 0,'0'0'0,"0"0"0,0 0 16,0 0-1,0 0-15,0 0 16,0 0-16,0 0 16,0 0-16,0 0 15,0 0 1,-13 8-16,13-8 15,-64 49-15,14-7 16,12-11-16,12-2 16,-3 9-16,4 4 15,9-5-15,6 3 16,3-1-16,7 3 16,0-12-16,4 0 15,5-10-15,3-3 16,25-3-16,0 3 15,29-13-15,16-4 16,-15-10 0,2-5-16,-8-9 15,-4-8-15,3-3 16,1-2-16,-13-1 16,-8 1-16</inkml:trace>
  <inkml:trace contextRef="#ctx0" brushRef="#br0" timeOffset="141809.37">23183 16670 0,'0'0'15,"0"0"-15,0 0 16,0 0-16,0 0 16,0 0-16,0 0 15,-13 54-15,0 1 16,-20 93-16,1 3 15,21-93-15,-1 1 16,-7 62 0,-1-2-16,6-42 15,6-25-15,0-11 16,5-11-16,-1-6 16,3-6-16</inkml:trace>
  <inkml:trace contextRef="#ctx0" brushRef="#br0" timeOffset="142137.41">22823 17897 0,'0'0'0,"0"0"16,0 0-16,0 0 15,0 0-15,0 0 16,0 0-16,0 0 16,0 0-16,0 0 15,0 0 1,0 0-16,0 0 15,0 0-15,0 0 16,18 37-16,0 2 16,5 23-16,7 19 15</inkml:trace>
  <inkml:trace contextRef="#ctx0" brushRef="#br0" timeOffset="144844.87">19826 3750 0,'0'0'16,"0"0"-16,0 0 15,0 0-15,0 0 16,0 0-16,0 0 0,0 0 16,0 0-1,27-14-15,0-1 16,83-32-16,1 1 16,-26 23-16,-16 22 15,19 1-15,7 8 16,-5-8-16,-1-2 15,-4 6-15,2 5 16,-23-4-16,-11 3 16,-10-2-16,-6 1 15,-37-7-15,35 6 16,-35-6-16,0 0 16,0 0-1,0 0-15,0 0 16,0 0-16</inkml:trace>
  <inkml:trace contextRef="#ctx0" brushRef="#br0" timeOffset="145907.39">20708 3542 0,'0'0'16,"0"0"-16,0 0 16,0 0-16,0 0 15,-7 49-15,0 2 16,1 34-16,1 25 16,5-48-1,7-22-15,-3 65 16,1 0-16,-2-18 15,3-9-15,-3 20 16,1 11-16,-1 30 16,2 24-1,-4-24-15,1-4 16,-2 3-16,1 7 16,-1 27-16,4 22 15,-3 6-15,1 15 16,-5-49-16,-1-26 15,-8 67-15,-5 39 16,-1-10-16,-2 5 16,0 14-16,2 12 15,-2-23-15,4-11 16,-1 19-16,4 11 16,4-2-1,6 7-15,-5-1 16,1 6-16,-2-4 15,5 1-15,-6 5 16,2 5-16,-3-8 16,2 1-1,-1-6-15,1 0 16,1-1-16,2 1 16,6-6-16,5-3 15,-2-11-15,3-8 16,0-3-16,2-2 15,-5-47-15,2-27 16,-2 16-16,2 6 16,-1 28-16,3 24 15,-4-60-15,0-32 16,-3-3-16,0-11 16,-3 18-1,-2 15-15,-6-34 16,2-16-16,-4-8 15,1-10-15,-3 10 16,2 4-16,-2-14 16,3-6-1,2-30-15,4-19 16,-2 12-16,-1 1 16,-2 17-16,-2 16 15,1-16-15,4-4 16,0-21-16,5-10 15,-3-4-15,4-6 16,-1 3-16,0 2 16,0-6-16,3 3 15,-2-4-15,4-1 16,-2-1-16,0-1 16,0-3-16,1-3 15,-1-12 1,2 15-16,-2-15 15,0 0-15,0 0 16,5 14-16,15-26 16,2 2-1,19-18-15,0 4 16</inkml:trace>
  <inkml:trace contextRef="#ctx0" brushRef="#br0" timeOffset="146407.54">20870 17404 0,'0'0'16,"0"0"-16,0 0 16,0 0-16,0 0 15,0 0-15,0 0 16,0 0-16,0 0 16,-22 26-16,2-2 15,-52 46 1,-1 3-16,15-34 15,13-16-15,-15 4 16,-2 0-16,11-4 16,7-1-1,3-6-15,7-3 16,1-5-16,6-4 16,2-4-16,25 0 15,-38-2-15,38 2 16,-37-4-16,37 4 15,-33-6-15,33 6 16,-21-6-16,21 6 16,0 0-16,0 0 15,0 0-15,0 0 16,0 0-16,0 0 16,0 0-1,0 0-15,52 27 16,-17-6-16,-6-5 15,1-2-15,-9-3 16,-21-11-16,33 16 16,-33-16-16,30 9 15,-30-9 1</inkml:trace>
  <inkml:trace contextRef="#ctx0" brushRef="#br0" timeOffset="147141.79">19603 18238 0,'0'0'15,"0"0"-15,0 0 16,0 0-16,0 0 16,0 0-16,0 0 15,0 0-15,0 0 16,0 0-16,0 0 15,37-3-15,-1 3 16,113-8-16,1 0 16,-79 4-16,0 2 15,37-5-15,26 4 16,-31-2-16,-11 3 16,-5-2-1,-2 2-15,-22-2 16,-15 4-16,-13-2 15,-12 2-15,-23 0 16,30 0-16,-30 0 16,0 0-16</inkml:trace>
  <inkml:trace contextRef="#ctx0" brushRef="#br0" timeOffset="162140.13">19388 11361 0,'0'0'0,"0"0"16,0 0-16,0 0 15,0 0-15,0 0 16,0 0-16,0 0 15,0 0 1,0 0-16,0 0 16,0 0-16,0 0 15,0 0-15,0 0 16,0 0-16,0 0 16,0 0-16,0 0 15,0 0-15,0 0 16,0 0-16,0 0 15,32 0-15,1 0 16,50-2-16,2 2 16,-52 0-16,2 0 15,-4 0 1,-1 5-16,-7-4 16,-1 1-16,-22-2 15,28 12-15,-18 3 16,-2 5-16,-10 28 15,2 2 1,-11 14-16,-4 15 16,-13-17-16,-9-3 15,-1-18-15,-1-11 16,6-6-16,6-5 16,4-6-16,23-13 15,-23 14-15,23-14 16,0 0-16,0 0 15,0 0-15,0 0 16,10 15-16,-10-15 16,58 12-16,-15-4 15,28 4 1,20 7-16,-18-9 16,-5 1-16,-21-5 15,-14-1-15,3-2 16,-3 2-16,-2-2 15,-1 6 1,-2 3-16,-2 7 16,2 2-16,2 7 15,-7 0-15,-1 0 16,-9-1-16,-3 4 16,-7-4-16,-4 2 15,-10 2-15,-2 4 16,-12 1-16,-6 1 15,0-4-15,1-2 16,-3-1-16,0 6 16,-8-5-16,-3 0 15,-14-10 1,-8-5-16,-3-3 16,-6-1-16,9-8 15,5-4-15,17-2 16,12-2-16,4-2 15,28 6 1,-39-13-16,39 13 16,-27-13-16,27 13 15,-19-16-15,19 16 16,-12-24-16,10 11 16,0-1-16,6-1 15,-3 1-15,4-1 16,1 0-16,7 1 15,-2-2-15,5-1 16,-4 3-16,-12 14 16,18-17-16,-18 17 15,0 0 1,0 0-16,21-14 16,-21 14-16,0 0 15,0 0-15,0 0 16,0 0-16,22-12 15,-22 12-15,0 0 16,0 0 0,0 0-16,0 0 15</inkml:trace>
  <inkml:trace contextRef="#ctx0" brushRef="#br0" timeOffset="163718.15">20189 11499 0,'0'0'16,"0"0"-16,0 0 16,0 0-16,0 0 15,0 0 1,0 0-16,0 0 16,0 0-16,13-10 15,-13 10-15,91-43 16,-13 11-16,-20 16 15,-9 12 1,-4-2-16,-6 4 16,-4-1-16,-5 6 15,-4 1-15,-2 4 16,-24-8-16,36 19 16,-28 39-16,2 0 15,-18 14-15,-9 11 16,2-28-16,2-9 15,-2-12-15,1-6 16,-3 3-16,1 4 16,-1-6-16,1 3 15,5-12 1,3-3-16,0-6 16,2 2-16,6-13 15,-5 13-15,5-13 16,0 0-16,62 0 15,-8-5 1,29-7-16,20-2 16,-12-8-16,0 1 15,-17 2-15,-10 4 16,-11-3-16,-9 7 16,-13-1-16,-10 3 15,-21 9-15,27-10 16,-27 10-16,0 0 15</inkml:trace>
  <inkml:trace contextRef="#ctx0" brushRef="#br0" timeOffset="182417.55">18938 16056 0,'0'0'16,"0"0"-16,0 0 15,0 0-15,0 0 16,0 0-16,0 0 16,0 0-16,0 0 15,0 0-15,0 0 16,11-45-16,2-1 15,43-54 1,-1-2-16,11 40 16,5 31-16,16-1 15,17 12-15,-29-1 16,-12 7-16,-2 6 16,-2 10-1,-14 0-15,-9 6 16,-6 1-16,-7 3 15,-7 6-15,-3 7 16,-26 37-16,4 0 16,-40 19-16,-21 14 15,-8-29-15,-9-10 16,10-19-16,9-13 16,23-4-16,16-5 15,29-15-15,-36 12 16,36-12-16,0 0 15,0 0 1,0 0-16,0 0 16,35 6-16,19 9 15,2 3-15,-8-1 16,-3 1-16,-12 17 16,-8 15-1,-16 7-15,-10 14 16,-11-26-16,-8-8 15,-10-1-15,-6-5 16,10-7-16,5-3 16,21-21-16,-36 13 15</inkml:trace>
  <inkml:trace contextRef="#ctx0" brushRef="#br0" timeOffset="182886.25">20359 15618 0,'0'0'0,"0"0"15,0 0-15,0 0 16,0 0-16,0 0 16,0 0-1,0 0-15,0 0 16,-29 0-16,1 0 15,0 2-15,1 7 16,27-9-16,0 0 16,22 16-16,3-2 15,46 20-15,2-1 16,-15 2-16,-9 4 16,-8 7-16,-8 9 15,-17-9-15,-11 0 16,-12 5-1,-10 9-15,-2 5 16,0 6-16,2-19 16,-2-7-16,6-15 15,4-9-15,1-5 16,2-1-16,6-15 16,0 0-1,83 1-15,2-5 16,134-28-16,1 4 15,-85-1-15,-52 4 16,4 7-16,-13 7 16</inkml:trace>
  <inkml:trace contextRef="#ctx0" brushRef="#br0" timeOffset="183761.17">19418 16987 0,'0'0'16,"0"0"-16,0 0 16,0 0-16,0 0 15,0 0-15,0 0 16,0 0-16,0 0 15,0 0 1,0 0-16,-14 45 16,2 1-16</inkml:trace>
  <inkml:trace contextRef="#ctx0" brushRef="#br0" timeOffset="183948.65">19318 17741 0,'0'0'15,"0"0"-15,0 0 16,0 0-16,0 0 15,0 0-15,0 0 16,-3 36-16,0 1 16,-2 52-16,0 1 15,8-46-15,1-1 16,0-10-16,3-5 16</inkml:trace>
  <inkml:trace contextRef="#ctx0" brushRef="#br0" timeOffset="184026.83">19561 18540 0,'0'0'0,"-6"-17"15,1-2-15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29:26.2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22380 11462 0,'0'0'0,"0"0"0,0 0 0,0 0 0,0 0 0,0 0 15,0 0-15,0 0 16,0 0-16,0 0 16,0 0-1,0 0-15,0 0 16,0 0-16,0 0 15,0 0-15,0 0 16,11 25-16,3 2 16,14 44-16,1 1 15,-11-29-15,-6-14 16,0-4-16,-3-5 16,-1-5-16,-8-15 15,21 21-15,-3-9 16,34-8-16,2 3 15,66-61 1,1 1-16,6-12 16,7-10-16,-23 13 15,-10 6-15,7-3 16,0 1-16,-4 3 16,-5 1-1,-12 4-15,-5 8 16,-10 6-16,-9 6 15,-17 10-15,-12 9 16,-7 0-16,-27 11 16,31-6-16,-31 6 15,0 0-15,26-1 16,-26 1-16,0 0 16,0 0-16,20 0 15,-20 0-15,0 0 16,0 0-16,0 0 15,0 0 1,0 0-16,0 0 16,0 0-16,0 0 15,0 0-15,0 0 16,0 0-16,0 0 16,0 0-1,0 0-15,20 7 16,-20-7-16,0 0 15,0 0-15,0 0 16,0 0-16,0 0 16,0 0-16,0 0 15,0 0-15,0 0 16,0 0-16,0 0 16,0 0-16,0 0 15,0 0-15,0 0 16,0 0-16,0 0 15,0 0 1,0 0-16,0 0 16,0 0-16,0 0 15,0 0-15,0 0 16,13 15-16,-13-15 16,6 17-16,-6-17 15,7 16 1,-7-16-16,5 21 15,-5-21-15,6 22 16</inkml:trace>
  <inkml:trace contextRef="#ctx0" brushRef="#br0" timeOffset="3999.35">23340 10163 0,'0'0'16,"0"0"-16,0 0 15,0 0-15,0 0 16,0 0-1,0 0-15,0 0 16,0 0-16,0 0 16,0 0-16,2 38 15,0-1-15,7 119 16,2 0-16,-6-93 16,1-1-1,-3-24-15,2-10 16,-3-6-16,2-5 15,-3-5-15,3 1 16,-4-13-16,3 14 16,-3-14-16,0 0 15,0 0-15,0 0 16,-11-27-16,5-4 16,-7-23-16,-3-9 15,4 17-15,4 11 16,-1 3-16,4 8 15,-1-1 1,1 3-16,0-1 16,3 4-16,2-2 15,0 2-15,2-19 16,8-6-16,16-37 16,2 3-1,2 3-15,3 9 16,10 13-16,9 13 15,9 12-15,11 15 16,-25 2-16,-13 11 16,0 13-16,-3 13 15,-3 15-15,-1 14 16,-2-5-16,0 3 16,-9-11-16,-5-3 15,-5 1-15,-2-1 16,-17 27-16,-9 19 15,-21 14 1,-15 19-16,5-37 16,-1-19-16,9-23 15,9-17-15,8-3 16,8-7 0,20-12-16,-25 13 15,25-13-15,0 0 16,-24 2-16,24-2 15,-5-15-15,3 3 16</inkml:trace>
  <inkml:trace contextRef="#ctx0" brushRef="#br0" timeOffset="4296.35">24345 10230 0,'0'0'0,"0"0"15,0 0-15,0 0 16,0 0-16,0 0 16,0 0-1,0 0-15,0 0 16,1 19-16,1-1 15,-1 88-15,3 1 16,-6-33-16,-1-15 16,3-30-16,1 2 15,-1-31-15,8 20 16</inkml:trace>
  <inkml:trace contextRef="#ctx0" brushRef="#br0" timeOffset="4468.2">24353 9786 0,'0'0'0,"0"0"15,0 0-15,0 0 16,0 0-16,0 0 16,0 0-1,0 0-15,0 0 16</inkml:trace>
  <inkml:trace contextRef="#ctx0" brushRef="#br0" timeOffset="4921.51">25009 9778 0,'0'0'16,"0"0"-16,0 0 15,0 0-15,0 0 16,0 0-16,0 0 15,-18 1 1,18-1-16,-75 19 16,19-4-16,13 11 15,10 5-15,5 6 16,6 11 0,9 0-16,10 4 15,5-7-15,7-1 16,3-10-16,5-5 15,3 0-15,6 2 16,-3 2-16,0 2 16,-1-1-16,1-2 15,-2 4-15,-2 6 16,-11 1-16,-7 6 16,-13-7-16,-9-1 15,-16-4-15,-12-2 16,6 0-16,-5 3 15,12-20 1,8-9-16,28-9 16,-31-26-16,31-39 15,1 0-15</inkml:trace>
  <inkml:trace contextRef="#ctx0" brushRef="#br0" timeOffset="5562.63">25320 9738 0,'0'0'16,"0"0"-16,0 0 16,0 0-16,0 0 15,0 0-15,0 0 16,0 0-16,0 0 15,0 0-15,0 0 16,0 0 0,0 0-16,-10 60 15,2 2-15,-3 91 16,3 0-16,5-126 16,2 2-16,-3 0 15,3 1 1,-2 8-16,0 7 15,-1-15-15,4-10 16,0-20-16,-2 16 16,2-16-16,0 0 15,18-14-15,-1-2 16,46-44-16,0-1 16,-17-3-16,-10 0 15,-7 15-15,-7 9 16,-7 7-16,-2 9 15,-9 7-15,2 3 16,-6 14 0,3-13-16,-3 13 15,0 0-15,-23 15 16,1 3-16,-32 36 16,1 0-16,20-12 15,14-8 1,7-13-16,2-1 15,7 5-15,8 5 16,25 17-16,-1 1 16,23-1-16,14 2 15,27-21-15,25-11 16,-34-20-16,-10-14 16</inkml:trace>
  <inkml:trace contextRef="#ctx0" brushRef="#br0" timeOffset="6343.6">23648 11614 0,'0'0'0,"0"0"0,0 0 15,0 0-15,0 0 16,0 0 0,0 0-16,0 0 15,0 0-15,35-16 16,1 3-16,151-62 16,3 1-16,-106 45 15,3-2 1,58-9-16,40-10 15,-51 15-15,-17 8 16,2-3-16,-2 3 16,-21 4-16,-16 5 15,-17 6-15,-13 5 16,-25 3-16,0 2 16,-25 2-16,0 0 15</inkml:trace>
  <inkml:trace contextRef="#ctx0" brushRef="#br0" timeOffset="6765.48">23916 12047 0,'0'0'16,"0"0"-16,0 0 16,0 0-16,0 0 15,0 0-15,0 0 16,0 0-16,0 0 15,0 0-15,0 0 16,60-23 0,-1 3-16,160-34 15,0 0-15,-158 38 16,-1 0-16,33-9 16,20-3-16,-30 3 15,-10 3 1,-6-2-16,-6-2 15,-19 4-15,-9 1 16,-16 7-16,1 0 16</inkml:trace>
  <inkml:trace contextRef="#ctx0" brushRef="#br0" timeOffset="11014.96">18553 9419 0,'0'0'16,"0"0"-16,0 0 16,0 0-16,0 0 15,0 0-15,0 0 16,0 0-1,0 0-15,0 0 16,0 0-16,0 0 16,0 0-16,-21-14 15,0 2-15,-40-19 16,2 1-16,8 10 16,6 9-1,-12-1-15,-2 4 16,-7-1-16,-5 4 15,-7-6-15,-3 1 16,-6 2-16,-4 2 16,-7-1-16,-1 6 15,1-2-15,4 7 16,-2 3-16,0 3 16,-9 6-16,-7 11 15,13 2-15,7 6 16,-9 3-16,-4 7 15,10 7 1,5 9-16,6-11 16,6 0-16,4-6 15,7-3-15,0 0 16,4 0-16,-22 22 16,-10 17-1,19-1-15,10 5 16,4-3-16,8 1 15,-9 27-15,-1 20 16,15-41-16,15-19 16,-4 12-16,2 4 15,2 35-15,5 26 16,6-46-16,8-23 16,-3 32-16,2 18 15,5-15-15,6 3 16,2-10-1,6-4-15,4 20 16,7 11-16,1-35 16,4-17-16,2 24 15,5 12-15,1-17 16,0-6 0,2-12-16,3-11 15,2 23-15,7 15 16,-4-17-16,1-5 15,-6-22-15,1-12 16,5 15-16,10 7 16,3 6-16,8 11 15,-9-23-15,-2-9 16,-3-10-16,2-7 16,11-7-16,8-7 15,4 6-15,6 0 16,-5-6-1,1 3-15,8-5 16,11 2-16,0-13 16,5-2-16,2-4 15,4-3-15,-7-5 16,-1-1-16,-5-6 16,-3-4-1,12-3-15,9-1 16,-19-2-16,-9-4 15,11-4-15,6-2 16,-4-2-16,1 1 16,-9 0-16,-2 5 15,-3-7-15,-4 3 16,-10-15-16,-7-2 16,9-19-16,10-10 15,-3 3-15,4 3 16,-15 2-16,-8 8 15,11-28 1,6-18-16,-6 10 16,-2 1-16,-6 2 15,-3 4-15,2-20 16,-1-13-16,-18 36 16,-8 21-1,-1-10-15,1 4 16,6-37-16,5-20 15,-11 23-15,-3 8 16,1-27-16,2-13 16,-4 9-16,-1 2 15,-5 11-15,0 12 16,-3-23-16,-1-9 16,-8 37-16,-5 21 15,-5-30-15,-4-11 16,-5 9-1,-3 6-15,-4 1 16,-2 9-16,-11-29 16,-9-14-16,4 39 15,-1 23-15,-6-1 16,-2 9-16,-13-23 16,-5-8-1,-6 9-15,-3 5 16,-1 17-16,2 17 15,-10 2-15,-5 9 16,-10-8-16,-6 0 16,13 11-16,9 10 15,-11-2-15,-3 4 16,1 5-16,4 5 16,1 3-16,4 6 15,-7 3-15,-1 5 16,7 2-1,5 6-15,-3 5 16,-2 6-16,7-4 16,9 4-16,9-7 15,10-1-15,-9 3 16,0 1-16,-4 8 16,-1 9-1,4 14-15,7 14 16,15-10-16,13 2 15,3-17-15,11-8 16</inkml:trace>
  <inkml:trace contextRef="#ctx0" brushRef="#br0" timeOffset="20294.36">16746 11950 0,'0'0'16,"0"0"-16,0 0 15,0 0 1,0 0-16,0 0 15,0 0-15,0 0 16,0 0-16,0 0 16,0 0-16,-37-4 15,3 0-15,-141-6 16,3-1 0,89 7-16,0 2 15,-35-4-15,-20 0 16,10 1-16,2 3 15,-34-1-15,-22-1 16,53 1-16,30 6 16,-40-3-16,-14 4 15,-1-1-15,-4 4 16,26-3-16,16 3 16,-10-4-16,1 6 15,6-5 1,7 2-16,10-2 15,13 2-15,1-2 16,5 0-16,-7 1 16,-2 0-16,10-5 15,5 5 1,19-3-16,10 0 16,3-2-16,3 2 15,8-2-15,5 3 16,6-3-16,23 0 15,-27 0-15,27 0 16,0 0-16,-22 0 16,22 0-16,0 0 15,0 0-15,0 0 16,0 0-16,0 0 16,30-11-16,-9 5 15,11-5 1,9 1-16,13-7 15,14-1-15,-7-1 16,4 3-16,-19 1 16,-7 7-16,-18 0 15,0 2 1,-21 6-16,0 0 16,24-11-16,-24 11 15,0 0-15,0 0 16,0 0-16,0 0 15,0 0-15,0 0 16,0 0-16,-37 1 16,-5 9-16,-8-1 15,5 0-15,3 4 16,0-3-16,-3 0 16,0 0-16,0 1 15,3-2 1,3 0-16,10-2 15,7-1-15,22-6 16,-29 8-16,29-8 16,0 0-16,-21 8 15,21-8 1,0 0-16,16 21 16,13 18-16,0 1 15,8 1-15,9 5 16,0-9-16,5-1 15,-14-6-15,-6-6 16,-5-5-16,-5-2 16,-21-17-16,17 20 15</inkml:trace>
  <inkml:trace contextRef="#ctx0" brushRef="#br0" timeOffset="39571.76">9759 13916 0,'0'0'0,"0"0"16,0 0-16,0 0 15,0 0-15,0 0 16,0 0-16,0 0 15,0 0 1,0 0-16,0 0 16,0 0-16,0 0 15,0 0-15,0 0 16,-5 20-16,2-1 16,-15 133-16,2-1 15,5-56-15,8-35 16,1 24-16,2 7 15,-5 15-15,-3 12 16,8-68-16,-3 1 16,3-28-1,0 2-15,0-9 16,0-4-16,0-12 16,0 19-16</inkml:trace>
  <inkml:trace contextRef="#ctx0" brushRef="#br0" timeOffset="40087.26">9750 13950 0,'0'0'15,"0"0"-15,0 0 16,0 0-16,0 0 15,0 0-15,0 0 16,12-37-16,2-1 16,9-13-16,8-8 15,-16 41 1,0-1-16,5 7 16,5 5-16,11 12 15,12 9-15,13 19 16,15 19-1,-26-13-15,-12-2 16,-20-22-16,3-1 16,-11-2-16,-2 4 15,-24 31-15,1 3 16,-33 15-16,-21 14 16,14-16-16,2-4 15,3-18-15,3-11 16,7-8-16,3-3 15,8-6-15,29-13 16,-40 12-16,40-12 16,0 0-1,-26 6-15,26-6 16,0 0-16,0 0 16,0 0-16,0 0 15,32-11-15</inkml:trace>
  <inkml:trace contextRef="#ctx0" brushRef="#br0" timeOffset="42602.31">11879 14183 0,'0'0'0,"0"0"16,0 0-16,0 0 16,0 0-16,0 0 15,0 0-15,0 0 16,0 0-1,0 0-15,0 0 16,0 0-16,0 0 16,0 0-16,0 0 15,0 0-15,0 0 16,0 0-16,0 0 16,-34-8-16,2 1 15,-19 4-15,-12 9 16,24 3-16,15 13 15,-10 3-15,2 7 16,3 4-16,7 5 16,5-4-1,5 3-15,4-16 16,4-5-16,4-19 16,-1 23-16,2-11 15,4 3-15,2 10 16,5 2-1,0 11-15,5 14 16,0-6-16,0 4 16,1-10-16,3 2 15,6-6-15,10-4 16,25-13-16,18-6 16,-16-8-16,-6 0 15,-1-22-15,1-9 16,-8 2-16,-7 2 15,-6 4-15,-3 3 16,-5 1 0,-5 1-16,-3 1 15,-21 12-15,24-12 16,-24 12-16,0 0 16,0 0-16,0 0 15,20-13-15,-20 13 16,0 0-1,0 0-15,0 0 16,0 0-16,16-13 16,-16 13-16,0 0 15,0 0-15,0 0 16,0 0-16,0 0 16,0 0-16,0 0 15,0 0-15,0 0 16,9-12-16,-9 12 15,0 0-15,0 0 16,0 0-16,0 0 16,0 0-1,0 0-15,0 0 16,0 0-16,0 0 16,0 0-16,0 0 15,0 0-15,0 0 16,0 0-1</inkml:trace>
  <inkml:trace contextRef="#ctx0" brushRef="#br0" timeOffset="46683.08">13957 14028 0,'0'0'0,"0"0"16,0 0-1,0 0-15,0 0 16,0 0-16,0 0 0,0 0 15,0 0-15,0 0 16,0 0-16,0 0 16,0 0-1,-14 34-15,4 0 16,-31 104-16,4 1 16,27-103-16,1-2 15,-6 14-15,-4 12 16,4 8-16,-1 13 15,3-27-15,5-13 16,6-22-16,-2 1 16,4-20-16,-5 17 15,5-17-15,0 12 16,0-12 0,0 0-16,0-15 15,0 1-15,5-42 16,-1 3-16,-4 8 15,5 9-15,-1-17 16,2-7 0,1-6-16,2-7 15,-2 17-15,-1 13 16,-1 8-16,0 11 16,-2 5-16,-3 19 15,6-28-15,2 16 16,1-2-16,6-1 15,19 19-15,0 1 16,12 31-16,10 26 16,-12-10-16,-5 6 15,-15-21-15,-7-8 16,-1-5 0,-5-2-16,6 9 15,2 10-15,1 10 16,4 12-16,-5-14 15,0 0-15,-10-15 16,-1-12-16,-5-8 16,2-2-1,-5-12-15,0 0 16,28-37-16,-4-1 16</inkml:trace>
  <inkml:trace contextRef="#ctx0" brushRef="#br0" timeOffset="47339.41">14616 14220 0,'0'0'16,"0"0"-16,0 0 16,0 0-16,0 0 15,0 0-15,0 0 16,0 0-16,0 0 16,0 0-1,0 0-15,0 0 16,0 0-16,-19 23 15,0 2-15,-48 66 16,0 0-16,46-69 16,2 1-1,0-2-15,5 0 16,-3 4-16,4 6 16,2-13-16,5-1 15,6-17-15,-9 19 16,9-19-16,0 0 15,0 0-15,0 0 16,0 0-16,0 0 16,5-40-16,8 7 15,19-75-15,4 1 16,-8 19-16,-4 20 16,-9 36-1,0 1-15,-1 9 16,-2 9-16,-3 1 15,-9 12-15,12-18 16,-12 18 0,0 0-16,16-12 15,-16 12-15,0 0 16,25 25-16,-13-5 16,7 51-16,0 0 15,2-3-15,2 1 16,-6-20-16,-4-13 15,-3 8-15,0 4 16,-2 3-16,0 7 16,1-12-16,0-6 15,-4-6-15,1-2 16,-2-10 0,1-1-16,4-5 15,2-2-15</inkml:trace>
  <inkml:trace contextRef="#ctx0" brushRef="#br0" timeOffset="48370.7">15853 14418 0,'0'0'0,"0"0"15,0 0-15,0 0 16,0 0-16,0 0 16,0 0-1,0 0-15,0 0 16,0 0-16,0 0 16,0 0-16,0 0 15,0 0-15,0 0 16,0 0-16,0 0 15,0 0-15,0 0 16,-7 42-16,1 4 16,-8 109-16,0-1 15,10-114-15,3 2 16,0-13-16,2-5 16,-1-8-1,0 0-15,0-16 16,0 20-16,0-20 15,0 0-15,0 0 16,0 0 0,0-87-16,1 11 15,3 7-15,0 7 16,-2 31-16,0 2 16,-2 6-16,1 7 15,-1 0-15,2 0 16,-2-2-16,0-1 15,0-3-15,0-1 16,5-6-16,6-3 16,6-8-16,11-1 15,2 2-15,11 3 16,-3 11 0,5 9-16,-8 8 15,-4 8-15,-1 4 16,0 10-16,-2 14 15,2 15-15,-7 0 16,0 11-16,-8-11 16,-2-1-1,-2 13-15,1 14 16,-1-1-16,2 6 16,-13-15-16,-8-6 15,0-12-15,-3-8 16,-4-3-16,-1-6 15,-16-1-15,-7 0 16,-11-5-16,-8 3 16,6-11-16,6-2 15,0-4-15,3-1 16,5-3-16,7 0 16,3-4-1,6 1-15,22 3 16,-28-10-16,28 10 15,-5-20-15</inkml:trace>
  <inkml:trace contextRef="#ctx0" brushRef="#br0" timeOffset="48761.38">16560 14558 0,'0'0'0,"0"0"0,0 0 16,0 0-1,0 0-15,0 0 16,0 0-16,0 0 15,0 0-15,-9 29 16,0-1-16,-18 76 16,2 2-1,11-60-15,3 4 16,2-17-16,4-8 16,0-7-16,5-3 15,0-15-15,-3 17 16,3-17-16,0 0 15</inkml:trace>
  <inkml:trace contextRef="#ctx0" brushRef="#br0" timeOffset="49354.99">16576 14508 0,'0'0'0,"0"0"16,0 0-1,0 0-15,0 0 16,0 0-16,0 0 16,0 0-16,0 0 15,0 0-15,0 0 16,38 5-16,-1-2 15,64 1-15,1 1 16,-61-2-16,0 2 16,-12-5-16,-4 1 15,-25-1-15,29 3 16,-29-3-16,0 0 16,0 0-1,0 0-15,-24 16 16,-2-4-16,-14 5 15,-8 8-15,12-2 16,7 2-16,12-3 16,9 5-1,7 5-15,8 4 16,4-2-16,11 3 16,-1-9-16,6 1 15,-6-6-15,1 0 16,-7-6-16,-4-5 15,-11-12-15,0 0 16,-3 21-16,3-21 16,-40 33-16,9-8 15,-5-7-15,-4 1 16,5-6-16,5-5 16,6-4-1,24-4-15,-25-3 16,25 3-16</inkml:trace>
  <inkml:trace contextRef="#ctx0" brushRef="#br0" timeOffset="49714.18">17490 14359 0,'0'0'15,"0"0"-15,0 0 16,0 0-16,0 0 16,0 0-16,0 0 15,0 0-15,0 0 16,0 0-16,0 0 16,-19 39-1,1 0-15,-8 86 16,-1-1-16,18-38 15,13-21-15,-4-16 16,5-12-16,-3-8 16,-1-6-1,-2-2-15,1-2 16,-2-5-16,1-2 16,1-12-16,-5 15 15</inkml:trace>
  <inkml:trace contextRef="#ctx0" brushRef="#br0" timeOffset="50089.31">17614 14534 0,'0'0'16,"0"0"-16,0 0 15,0 0-15,0 0 16,0 0-16,0 0 16,0 0-1,0 0-15,0 0 16,0 0-16,0 0 15,0 0-15,0 0 16,0 0-16,0 0 16,0 0-1,-16 9-15,16-9 16,-57 48-16,17-11 16,19-4-16,12-2 15,4 10-15,10 7 16,7-4-16,12 0 15,3-6-15,10-5 16,9-7-16,12-1 16,-5-10-16,3-5 15,-16-4-15,-9-1 16,-6-3-16,-4-2 16,-21 0-1,23-4-15</inkml:trace>
  <inkml:trace contextRef="#ctx0" brushRef="#br0" timeOffset="53475.32">13101 13098 0,'0'0'16,"0"0"-16,0 0 31,0 0-31,0 0 16,0 0-16,0 0 0,0 0 15,0 0 1,0 0-16,0 0 15,0 0-15,0 0 16,3 27-16,1 2 16,4 57-16,0 1 15,-5-46-15,-1 1 16,2 14-16,3 12 16,-2 27-16,1 24 15,-2-43-15,-1-23 16,-1-1-16,2-7 15,-1 38 1,2 23-16,-2-11 16,2 2-16,-3-25 15,1-12-15,-3 21 16,5 14-16,0-4 16,-1 6-1,-4-22-15,0-14 16,0 28-16,0 15 15,-3 3-15,3 13 16,-1-43-16,2-22 16,-1 20-16,0 11 15,0 3-15,0 15 16,0-40-16,0-19 16,0 9-16,0 0 15,-1 24-15,1 22 16,-1-21-16,1-5 15,-4-22 1,8-17-16,-4-4 16,0-6-16,0 6 15,0 2-15,0-5 16,0 3-16,0-6 16,0-2-1,-4-4-15,4 0 16,0-7-16,0-12 15,-3 17-15,3-17 16,-2 14-16,2-14 16,0 0-16,0 14 15,0-14-15,0 0 16,0 0-16,0 0 16,0 0-16,0 0 15,0 0-15,-5 12 16</inkml:trace>
  <inkml:trace contextRef="#ctx0" brushRef="#br0" timeOffset="58146.32">8135 16202 0,'0'0'16,"0"0"-16,0 0 16,0 0-16,0 0 15,0 0-15,0 0 16,25-2-1,0-1-15,66-10 16,0 1-16,-21 2 16,-14 5-16,5-1 15,2 5-15,21-8 16,14 1 0,2 0-16,8 0 15,1-3-15,4 1 16,4-2-16,7 1 15,-15 0-15,-5 3 16,10-2-16,9 0 16,-7-1-16,-1 5 15,-6-2-15,0 4 16,2-4-16,8 1 16,-11-1-16,-3 4 15,-13-2-15,-4 2 16,-11-2-1,-6 3-15,-16-1 16,-8 4-16,-1-1 16,-4-2-16,-10 2 15,-6 1 1,-26 0-16,27 0 16,-27 0-16,0 0 15,0 0-15,23 0 16,-23 0-16,0 0 15,-14 13-15,0 2 16</inkml:trace>
  <inkml:trace contextRef="#ctx0" brushRef="#br0" timeOffset="59555.94">1335 17345 0,'0'0'0,"0"0"15,0 0 1,0 0-16,0 0 16,26-3-16,1 3 0,76-10 15,-1 1-15,-23 2 16,-13 0-16,8-1 15,5 1 1,5 0-16,7-1 16,-10-1-16,-2 2 15,6 0-15,4-1 16,-3-2-16,4 3 16,-11-1-16,-1 4 15,14-4-15,11 1 16,-17 0-16,-5 5 15,0-1-15,2-1 16,1-1-16,6 3 16,-13-2-1,-5 2-15,14 0 16,9 2-16,-9-3 16,-2 3-16,6-1 15,2 2-15,3-1 16,4 0-1,-13 0-15,-6 0 16,6-1-16,5 1 16,-12-4-16,-9-1 15,-2-1-15,-2 0 16,3-4-16,0 1 16,-10-1-16,-4 4 15,-12-3-15,-7 3 16,-3 0-16,-3 2 15,-8 1-15,-22 3 16,28-7-16,-28 7 16,0 0-1,21-2-15,-21 2 16,0 0-16</inkml:trace>
  <inkml:trace contextRef="#ctx0" brushRef="#br0" timeOffset="61493.05">5404 16997 0,'0'0'15,"0"0"-15,0 0 16,0 0-16,0 0 16,0 0-16,0 0 15,0 0-15,0 0 16,22 15-16,3 2 15,41 26-15,0 2 16,-24-14-16,-17-9 16,15 14-1,4 9-15,7 3 16,9 8-16,-2-2 16,2 1-16,-4-3 15,1 2-15,6-2 16,7-1-1,10-13-15,13-11 16,7-3-16,7-5 16,3-3-16,5 1 15,-11-5-15,-1-2 16,5 1-16,3 0 16,7-3-16,6 2 15,-10-4-15,-2 0 16,12-2-16,9 3 15,-14-5-15,-4 2 16,5-4-16,5 0 16,8-4-1,2 2-15,-17-2 16,-9 1-16,16-1 16,11 2-16,-10-2 15,3 2-15,0-2 16,2 1-1,-5-3-15,-1 2 16,-4-4-16,-2 0 16,7-4-16,4-3 15,-9 0-15,-5 3 16,-3-2-16,1 1 16,12-3-16,15-1 15,-23-3-15,-5-1 16,-3-13-16,-1-8 15,8-10-15,9-4 16,-19 4-16,-10 2 16,-5 3-1,-4 5-15,-15 5 16,-9 8-16,-14 4 16,-11 7-16,12-7 15,3 2-15,-8 1 16,1 1-1,-13-4-15,-7 0 16,1-18-16,-3-11 16,-6 3-16,0 1 15,-5 9-15,-3 10 16,-3-3-16,5 8 16,-2-12-16,5 1 15,-3-3-15,3-4 16,-3 7-16,0 3 15,0 2-15,-2 6 16,0-1-16,-2 2 16,2-3-1,3-4-15,1-3 16,2 1-16,-2 6 16,1 8-16,-6 1 15,-10 19-15,19-20 16,-19 20-1,12-12-15,-12 12 16,0 0-16,14-14 16,-14 14-16,0 0 15,0 0-15,0 0 16,11-12-16,-11 12 16,0 0-16,0 0 15,0 0-15,0 0 16,0 0-16,0 0 15,0 0-15,0 0 16,0 0-16,-30 0 16,7 0-1,1 0-15,-9 0 16,-1 2-16,-2-2 16,-3 0-16,3 0 15,2 0-15,-4 0 16,-1 2-1,2-2-15,6 3 16,29-3-16,-30 0 16,30 0-16,0 0 15,0 0-15,-23 0 16,23 0-16,0 0 16,0 0-16,0 0 15,35 0-15,-7 0 16,2-3-16,4 1 15,-2 0-15,1 0 16,2 1-16,4-2 16,1 0-1,3 2-15,-9-1 16,0 2-16,-8-2 16,-2 4-16,-24-2 15,30 3-15,-30-3 16,24 16-1,-14-4-15,0 4 16,1 1-16,-1 6 16,-4 2-16,1 4 15,-7 5-15,-3 12 16,-9-3-16,-4 7 16,-7-8-16,-4-1 15,0-10-15,-2-3 16</inkml:trace>
  <inkml:trace contextRef="#ctx0" brushRef="#br0" timeOffset="63102.41">7429 14006 0,'0'0'0,"0"0"16,0 0-1,0 0-15,0 0 16,0 0-16,0 0 16,0 0-16,0 0 15,0 0-15,0 0 16,0 0-16,0 0 16,0 0-16,0 0 15,0 0-15,0 0 16,8 15-16,-1 3 15,36 85-15,0 0 16,-11-33-16,-8-17 16,1-12-1,-2-10-15,2-6 16,2-6-16,-3-3 16,4-3-16,-28-13 15,37 20-15,-37-20 16,32 4-1,-7-35-15,2 2 16,13-50-16,-4 2 16,-3 9-16,-2 11 15,-7 5-15,-6 8 16,4-9-16,1-1 16,-4-3-16,0-4 15,-8 4-15,1 0 16,-9 12-16,2 8 15,-3 10-15,-1 10 16,-1 17-16,0-17 16,0 17-1,0-16-15,0 16 16,0-12-16,0 12 16,0 0-16,0 0 15,0 0 1,4 25-16,4-1 15</inkml:trace>
  <inkml:trace contextRef="#ctx0" brushRef="#br0" timeOffset="63805.37">8323 14008 0,'0'0'16,"0"0"-16,0 0 16,0 0-16,0 0 15,0 0-15,0 0 16,0 0-16,0 0 16,9 43-16,1 2 15,9 89-15,-2 1 16,-14-106-16,1 2 15,1-13-15,-3-5 16,-2-13-16,3 19 16,-3-19-1,0 0-15,0 12 16,0-12-16</inkml:trace>
  <inkml:trace contextRef="#ctx0" brushRef="#br0" timeOffset="63977.11">8339 13736 0,'0'0'15,"0"0"-15,0 0 16,0 0-16,0 0 16,0 0-16,0 0 15,0 0-15,0 0 16</inkml:trace>
  <inkml:trace contextRef="#ctx0" brushRef="#br0" timeOffset="64492.78">8624 13937 0,'0'0'16,"-5"0"-16,5 0 15,0 0-15,0 0 16,0 0-16,0 0 16,0 0-16,0 0 15,0 0-15,0 0 16,21 10-16,3 1 15,15 9-15,10 13 16,-21-4-16,-9 5 16,-4 11-1,-4 11-15,-9-11 16,-7 1-16,-6-9 16,-3-4-16,0-10 15,3-4-15,1-7 16,10-12-1,0 0-15,0 0 16,-26-35-16,18-5 16,5-30-16,9-16 15,2 15-15,6 8 16,3-16-16,5-4 16,-9 25-16,2 17 15,-8 16-15,1 2 16,0 3-16,1 4 15</inkml:trace>
  <inkml:trace contextRef="#ctx0" brushRef="#br0" timeOffset="64930.48">9120 13193 0,'0'0'15,"0"0"-15,0 0 16,0 0 0,0 0-16,0 0 15,0 0-15,-5 46 16,0 0-16,-4 91 16,2 2-16,5-50 15,8-30-15,-3 0 16,6-8-1,-4-12-15,0-8 16,4-5-16,3-4 16,8-4-16,6 1 15,2-6-15,6-2 16</inkml:trace>
  <inkml:trace contextRef="#ctx0" brushRef="#br0" timeOffset="66274.38">9045 13690 0,'0'0'0,"0"0"16,0 0-16,0 0 16,0 0-16,0 0 15,0 0-15,0 0 16,0 0-1,0 0-15,0 0 16,25-24-16,-1 1 16,74-37-16,-3 3 15,-51 39-15,2 0 16,-4-1-16,0-2 16,-8 1-16,-7 8 15,-6-1-15,-21 13 16,29-12-16,-29 12 15,0 0-15,0 0 16,0 0-16,0 0 16,0 0-1,0 0-15,0 0 16,19 15-16,-14 7 16,0 1-16,0 2 15,3 5 1,0-6-16,0 1 15,0-7-15,4-1 16,-12-17-16,27 16 16,-27-16-16,35-3 15,-11-10-15,4-6 16,-1 3-16,2 1 16,-2-12-16,1-5 15,-1-10-15,-2-3 16,-6 10-16,-4 10 15,-8 10-15,-1 2 16,-6 13 0,0 0-16,0 0 15,0 0-15,0 0 16,10 22-16,-6-2 16,2 9-16,-3-10 15,2-3-15,3-1 16,6-3-1,7 0-15,10 3 16,1-3-16,2 1 16,-5-8-16,-3-2 15,-4-3-15,1 2 16,-23-2-16,30-2 16,-30 2-16,39-8 15,-17-1-15,9 3 16,-8-1-16,1-3 15,2-10-15,6-5 16,-7 0-16,-2 2 16,-23 23-1,16-22-15,-16 22 16,8-16-16,-8 16 16,0-11-16,0 11 15,-35-19-15,4 15 16,-7 8-1,0 11-15,3 10 16,4-9-16,6 3 16,25-19-16,-24 23 15,24-23-15,-5 16 16,5-16-16,11 16 16,15-3-16,-2 2 15,15-2-15,14 0 16,-6-17-16,4-10 15,2-23-15,3-17 16,-10-10-16,-6-8 16,-11 11-1,-10 12-15,-3-3 16,-3 7-16,-6-18 16,1-5-16,-5-1 15,-3-2 1,0 22-16,0 19 15,-3 14-15,3 1 16,0 3-16,0 12 16,0 0-16,0 0 15,-10 47-15,5 2 16,-8 57-16,4 3 16,2 10-16,5 13 15,6-48-15,4-21 16,8-3-16,5-7 15,16 18-15,11 10 16,2-14 0,8 1-16</inkml:trace>
  <inkml:trace contextRef="#ctx0" brushRef="#br0" timeOffset="67254.53">14302 15601 0,'0'0'15,"0"0"-15,0 0 32,0 0-32,0 0 15,0 0-15,0 0 16,0 0-16,0 0 16,0 0-16,0 0 15,0 0-15,0 0 16,5 11-16,-1 2 15,34 114-15,1 1 16,-21-63-16,-2-1 16,-3-11-16,0-3 15,1 22-15,-1 19 16,-1-29-16,-2-8 16,-5-25-16,0 0 15,-3-15 1,1 1-16,-3-15 15,0 0-15,-1-16 16,-1-1-16</inkml:trace>
  <inkml:trace contextRef="#ctx0" brushRef="#br0" timeOffset="67645.07">14359 15541 0,'0'0'16,"0"0"-16,0 0 15,0 0-15,0 0 16,0 0-16,0 0 16,0 0-16,0 0 15,0 0-15,0 0 16,42-18-16,-4 2 16,57-14-1,0 4-15,-58 27 16,4 2-16,-3 8 15,-1 12-15,-16-5 16,-10 2-16,-9 1 16,-3 4-16,-28 45 15,-2 0 1,-27 25-16,-14 17 16,6-42-16,4-18 15,0-13-15,5-14 16,30-14-16,0-1 15,27-10-15,0 0 16</inkml:trace>
  <inkml:trace contextRef="#ctx0" brushRef="#br0" timeOffset="69019.75">15057 15216 0,'0'0'15,"0"0"-15,0 0 16,0 0-16,0 0 16,0 0-16,0 0 15,2 18-15,-2 0 16,18 69-16,-2 0 16,1-25-1,-1-14-15,3 16 16,1 10-16,-4-2 15,1 7-15,-4-21 16,2-9-16,-5-12 16,-1-7-1,-4-16-15,3 2 16,-8-16-16,6 18 16,-6-18-16,0 0 15,0 0-15,0 0 16,-2-32-16,0 5 15,0-23-15,2-9 16,11 3-16,11-1 16,-3 17-16,6 11 15,-7 4-15,-1 10 16,-1-1-16,0 4 16,-16 12-16,21-17 15,-21 17 1,0 0-16,26-6 15,-26 6-15,25 41 16,-10-4-16,9 22 16,5 13-16,-12-12 15,-3-3 1,-4-17-16,-2-11 16,-2-8-16,-2-5 15,-2-4-15,-2-12 16,5 15-16,-5-15 15,0 0-15,0 0 16,0 0-16,0 0 16,20-89-16,-4 10 15,-6 23-15,-3 19 16,-4 16-16,2 3 16,-3 3-16,-2 15 15,3-16 1,-3 16-16,0 0 15,0 0-15,0 0 16,5 12-16,6 40 16,1 0-1,5-1-15,1 5 16,3-19-16,0-8 16,3-5-16,1-9 15,12-8-15,15-4 16,-9-13-16,1-4 15,-4-12-15,-2-9 16,-5-7-16,-3-2 16,-7-1-16,-3 1 15,-7 5-15,-1 9 16,-8 11-16,0 0 16,-2 2-1,-2 3-15,0-1 16,0 3-16,0 12 15,0-18-15,0 18 16,0 0-16,0 0 16,0 0-1,0 0-15,0 0 16,5 25-16,3 3 16,8 45-16,2-1 15,-1-4-15,0-1 16,-2-6-16,2 0 15,-1 14-15,8 17 16,-3-6-16,1 8 16,-9-35-16,-5-18 15,-2 14-15,0 0 16,-4 28-16,-4 21 16,-4-24-1,-2-5-15,-1-26 16,1-15-16,2-10 15,2-5-15,0-5 16,4-14-16,-5 13 16,5-13-16</inkml:trace>
  <inkml:trace contextRef="#ctx0" brushRef="#br0" timeOffset="69769.69">17003 15597 0,'0'0'15,"0"0"-15,0 0 16,0 0-16,0 0 16,0 0-16,0 0 15,0 0 1,0 0-16,-19-1 15,19 1-15,-93 5 16,18 2-16,26 1 16,15 7-1,6-1-15,7 3 16,6-1-16,10 3 16,2 6-16,5 5 15,7 5-15,11 9 16,5-3-16,6 7 15,1-6-15,3 1 16,-10-14-16,-3-7 16,-11-3-16,-6-3 15,-5 5-15,-5 7 16,-11-4-16,-3 3 16,-6-11-1,-3-1-15,3-5 16,3-2-16,-5-10 15,2-4-15,5-8 16,5-4-16,12-55 16,2 2-1,25-31-15,22-18 16,-11 47-16,0 27 16,11 7-16,8 14 15,-10 3-15,-3 7 16,-5 2-16,0 8 15,-5 6-15,0 14 16,6 30-16,2 29 16,-9 10-16,-4 17 15,-4-33-15,-4-13 16,-4-3-16,-5-3 16,-2-13-1,-1-3-15,-3-17 16,1-1-16,-4-15 15,0 0-15,0 0 16,-4-12-16,-5-16 16,1 0-16</inkml:trace>
  <inkml:trace contextRef="#ctx0" brushRef="#br0" timeOffset="69941.44">17031 15169 0,'0'0'16,"0"0"-16,0 0 16,0 0-16,0 0 15,0 0-15,0 0 16,0 0-16,0 0 16</inkml:trace>
  <inkml:trace contextRef="#ctx0" brushRef="#br0" timeOffset="70285.2">17676 15452 0,'0'0'16,"0"0"-16,0 0 16,0 0-16,0 0 15,0 0-15,0 0 16,0 0-16,0 0 15,0 0-15,0 0 16,-26 25-16,1 0 16,-44 73-16,-1-1 15,28-8-15,18-5 16,4-22-16,12-14 16,2-26-1,-2 1-15,8-23 16,-3 22-16,3-22 15,11 18-15,36-11 16,2-2-16,53-28 16,0 3-1,-5-17-15,-3-6 16</inkml:trace>
  <inkml:trace contextRef="#ctx0" brushRef="#br0" timeOffset="71081.95">18450 15620 0,'0'0'16,"0"0"-16,0 0 16,0 0-16,0 0 15,0 0-15,0 0 16,-13-2-16,13 2 16,-89 4-1,12 0-15,11 11 16,7 10-16,5 6 15,6 10-15,8-4 16,12 4-16,0-9 16,6-3-16,9-2 15,10-3 1,5-5-16,7-1 16,26-3-16,-1 2 15,43-36-15,0 0 16,-2-20-16,-1-11 15,-5-1-15,-2-3 16,-35 25-16,1 0 16,-22 15-16,0 2 15,-11 12-15,12-18 16,-12 18-16,0 0 16,0 0-16,0 0 15,-31 18 1,11 2-16,-4 52 15,2 1-15,15-20 16,14-11-16,9-3 16,15-2-1,10-7-15,14-8 16,-2-10-16,7-6 16,3-24-16,4-17 15,4-37-15,6-30 16,-10 17-16,-2 4 15,-14-36-15,-10-22 16,-17 35-16,-16 20 16,-3 16-16,-5 18 15,-5-6-15,-3 2 16,0 11-16,-1 10 16,1 6-1,3 12-15,5 15 16,0 0-16,0 0 15,-19 19-15,-9 114 16,3 1-16,4-2 16,7 3-16,28-5 15,24 1 1,-6-12-16,2-5 16,19-23-16,15-16 15,17 8-15,18 3 16</inkml:trace>
  <inkml:trace contextRef="#ctx0" brushRef="#br0" timeOffset="84845.09">11174 12757 0,'0'0'16,"0"0"-16,0 0 16,0 0-16,0 0 15,0 0-15,0 0 16,0 0-16,0 0 15,7 30-15,1 4 16,6 90-16,2 0 16,-11-16-1,-8-7-15,0 8 16,-2 5-16,2 15 16,3 14-16,-4-14 15,3-5-15,-3 9 16,4 6-1,-1 23-15,1 16 16,0-44-16,1-18 16,1 23-16,1 12 15,-1-19-15,3-4 16,-2 11-16,2 8 16,3-11-16,1-2 15,3-1-15,5 1 16,-2-7-16,3-3 15,-5-25-15,-1-16 16,1 24-16,5 12 16,-10-44-1,-3-26-15,-3-3 16,1-11-16,0 3 16,0-1-16,-3-8 15,3-4 1,-3-9-16,0-1 15,0-15-15,0 16 16,0-16-16,0 0 16,0 12-16,0-12 15,0 0-15,0 15 16,0-15-16,0 0 16</inkml:trace>
  <inkml:trace contextRef="#ctx0" brushRef="#br0" timeOffset="115463.86">13651 12983 0,'0'0'0,"0"0"0,0 0 16,27 0 0,2 0-16,132-5 15,1 4-15,-96-4 16,0 2-16,29-1 15,21 4-15,-29-1 16,-8-2 0,6 1-16,3 2 15,-8-2-15,0 2 16,-17-2-16,-12 0 16,1-1-16,2-2 15,-12 0-15,-8 1 16,-11 0-16,-23 4 15,26-4-15,-26 4 16,0 0-16,24-4 16,-24 4-16,0 0 15,0 0-15,0 0 16,0 0 0,0 0-16,0 0 15,0 0-15,0 0 16,0 0-16,12 48 15,-15-3-15,-3 56 16,-2-4 0,5-24-16,-1-15 15,-1 23-15,1 12 16,-2 17-16,1 19 16,-1-25-16,2-12 15,-3 41-15,2 24 16,-1-22-16,3-7 15,-5 7-15,5 5 16,-5-4-16,3 1 16,-1-1-16,3 1 15,-4 16-15,3 14 16,-3-33 0,6-16-16,0 28 15,1 13-15,2-31 16,6-13-16,-2 1 15,4-5-15,1 18 16,6 10 0,-4-46-16,3-22 15,-4 6-15,4 5 16,1 10-16,4 13 16,-12-43-16,0-21 15,-4-5-15,0-10 16,0 6-16,-1-1 15,0-4-15,1-3 16,-3-7-16,1-3 16,-3-14-16,3 21 15,-3-21-15,0 0 16,0 0 0,4 15-16,-4-15 15,0 14-15,-20 0 16,2 1-16,-42 12 15,1 1-15,-29-2 16,-14 0 0,-5-9-16,-3-2 15,16-6-15,11 0 16,-3-3-16,3-2 16,2-4-16,4 0 15,-6-4-15,-2 0 16,-5-4-16,-2-3 15,20 1-15,12 0 16,-3-3-16,4 4 16,6-4-16,5 2 15,12 1-15,9 2 16,6 0 0,21 8-16,-32-13 15,32 13-15,0 0 16,-21-8-16,21 8 15,0 0-15,0 0 16,-23-14 0,23 14-16,0 0 15,0 0-15,-11-13 16,11 13-16,0 0 16,0 0-16,-7-12 15</inkml:trace>
  <inkml:trace contextRef="#ctx0" brushRef="#br0" timeOffset="116176.21">13261 16538 0,'0'0'15,"0"0"-15,0 0 32,0 0-32,0 0 0,0 0 15,0 0 1,-13 40-16,3-1 16,-22 137-16,3 1 15,22-122-15,1 1 16,-5 21-16,1 16 15,0 7-15,-4 10 16,9-45-16,2-24 16,1 1-16,2-9 15,-1-2-15,1 0 16,0-6-16,1-4 16,-1-5-16,2-1 15,-2-15 1,3 16-16,-3-16 15,2 13-15,-2-13 16,3 12-16,-3-12 16,16 16-1,18-7-15,-2 2 16,15-8-16,11-1 16,11-6-16,8-4 15,-9-1-15,-3 2 16,-16-2-16,-10 3 15,2 0-15,-2 2 16,5-2-16,2-1 16,-3 1-16,0 2 15</inkml:trace>
  <inkml:trace contextRef="#ctx0" brushRef="#br0" timeOffset="-206523.02">14029 12953 0,'0'0'0,"0"0"0,0 0 0,0 0 15,0 0-15,0 0 16,0 0-16,0 0 16,0 0-16,-25 0 15,1 0-15,-62 4 16,0 0 0,6 4-16,4 6 15,-5 1-15,-4 10 16,16-10-16,11-5 15,-7 3-15,-1 3 16,15-8-16,9 1 16,21-7-16,21-2 15,-35 4-15,35-4 16,0 0-16,-26 4 16,26-4-16,0 0 15,0 0-15,0 0 16</inkml:trace>
  <inkml:trace contextRef="#ctx0" brushRef="#br0" timeOffset="-205147.94">22744 1576 0,'0'0'0,"0"0"15,0 0-15,0 0 16,0 0-16,0 0 16,0 0-16,-3 18 15,-2 3-15,-17 84 16,-1 1 0,-1 34-16,1 27 15,-3 43-15,1 40 16,-1-39-16,2-9 15,4 5-15,7-1 16,2 7-16,2 4 16,4 5-16,7 9 15,-4-5-15,2 4 16,0 23-16,2 20 16,1-27-16,4-8 15,0 16-15,1 9 16,-3-46-1,1-22-15,-2-26 16,1-20-16,-2 19 16,4 5-16,-3-45 15,4-26-15,1-26 16,1-22 0,-2 2-16,4-4 15,-7-28-15,1 2 16,-6-26-16,0 0 15</inkml:trace>
  <inkml:trace contextRef="#ctx0" brushRef="#br0" timeOffset="-203960.55">22464 1691 0,'0'0'0,"0"0"15,0 0-15,0 0 16,0 0-16,23-8 16,0 2-16,131-21 15,0 0-15,8 4 16,7 4 0,21-7-16,18-5 15,-49 8-15,-23 6 16,9-3-16,-1 3 15,-30 5-15,-20 4 16,-8-1-16,-9 5 16,-15 0-16,-9 4 15,-5 4-15,-5 4 16,5 17-16,5 16 16,-1 13-16,6 14 15,-17-5-15,-5 2 16,-12 43-1,-12 33-15,7-9 16,2 8-16,-9 24 16,-5 22-16,-5 6 15,2 15-15,-5-35 16,-2-15 0,1 36-16,0 19 15,-2 23-15,2 29 16,-6-10-16,1 4 15,1-3-15,1 2 16,0-17-16,1-3 16,7-30-16,5-20 15,1-8-15,7-10 16,-4 17-16,1 10 16,-2-66-16,-1-37 15,-4 3-15,3-10 16,-3 3-1,2 3-15,-3-49 16,-2 0-16,-1-14 16,1-8-16,-3 1 15,3 1-15,-2 0 16,1 2 0,-4-3-16,1 1 15,-38 10-15,1 3 16,-33 1-16,-20 6 15,-9-12-15,-12-4 16,-10-18-16,-7-11 16,-4-9-16,-2-6 15,-19-5-15,-9-8 16,14 6-16,6 3 16,-12-4-16,-4 0 15,18 9-15,8 7 16,21 5-1,19 8-15,18-4 16,22 3-16,7-3 16,12 0-16,4 0 15,8 0-15</inkml:trace>
  <inkml:trace contextRef="#ctx0" brushRef="#br0" timeOffset="-201788.93">22340 321 0,'0'0'0,"-10"-7"16,10 7-16,0 0 15,0 0-15,0 0 16,0 0-16,0 0 16,0 0-16,0 0 15,0 0-15,15 134 16,9 5 0,3 64-16,1-17 15,-23-143-15,2 3 16,-2-11-16,0-4 15,-4-10-15,3-7 16,-4-14-16,0 0 16,0 0-16,-12-21 15,-22-41-15,-2 0 16,12 12-16,9 13 16,-7-19-16,1-3 15,7-72 1,8-47-16,21 53 15,17 18-15,12 21 16,16 22-16,14-6 16,17 12-16,-12 58 15,3 0 1,-23 0-16,-13 0 16,-5 0-16,-4 22 15,1 62-15,3 37 16,-11 22-16,-7 27 15,-44-38-15,-28-10 16,8-25-16,2 2 16,-11-15-16,-4-5 15,6-31-15,5-19 16,10-6-16,8-11 16,3-6-16,22-6 15</inkml:trace>
  <inkml:trace contextRef="#ctx0" brushRef="#br0" timeOffset="-201195.1">23419 635 0,'0'0'16,"0"-17"-16,0 2 15,0 15-15,0 0 16,0 0-16,0 0 16,0 0-16,0 0 15,0 0 1,0 0-16,16 141 15,1-23-15,1 9 16,3 15-16,-19-126 16,-1 1-16,-1-17 15,2 16 1,-2-16-16,0 0 16</inkml:trace>
  <inkml:trace contextRef="#ctx0" brushRef="#br0" timeOffset="-201007.64">23357 110 0,'0'0'16,"-9"-15"-16,1 1 16,8 14-16,0 0 15,0 0-15,0 0 16,0 0-1,0 0-15</inkml:trace>
  <inkml:trace contextRef="#ctx0" brushRef="#br0" timeOffset="-200585.72">24017 159 0,'0'0'15,"-2"-12"-15,2 12 16,0 0-16,0 0 16,0 0-16,0 0 15,-58 80-15,3 14 16,-17 33-16,-11 31 16,75-136-16,2 3 15,7-2 1,9 2-16,26 18 15,3 4-15,2-19 16,6-2-16,-15-9 16,-7-3-16,-7-1 15,-18-13-15,24 21 16,-24-21 0,8 27-16,-8-7 15,-7 12-15,-3 6 16,0 0-16,0 1 15,-5-8-15,-3-2 16,18-29-16,-17 21 16</inkml:trace>
  <inkml:trace contextRef="#ctx0" brushRef="#br0" timeOffset="-200070.17">24282 66 0,'0'0'0,"24"-13"16,3 0-16,-27 13 15,0 0-15,0 0 16,0 0-16,0 0 16,0 0-16,0 0 15,0 0 1,0 0-16,0 0 16,0 0-16,0 0 15,3 127-15,0 3 16,-3 49-16,1 37 15,3-142-15,-3-11 16,-1 7-16,1 15 16,-1-29-16,2-13 15,-2-6-15,3-5 16</inkml:trace>
  <inkml:trace contextRef="#ctx0" brushRef="#br0" timeOffset="-199741.9">24758 595 0,'0'0'0,"-10"64"16,1 3-16,9-67 15,0 0-15,0 0 16,0 0 0,0 0-16,0 0 15,0 0-15,0 0 16,0 0-16,0 0 15,0 0-15,0 0 16,0 0-16,0 0 16,0 0-16,0 0 15,0 0-15,0 0 16,0 0-16,0 0 16,0 0-16,0 0 15,0 0-15,0 0 16,61 111-1,-1-15-15,33-12 16,24-4-16</inkml:trace>
  <inkml:trace contextRef="#ctx0" brushRef="#br0" timeOffset="-198226.54">22616 2719 0,'0'0'16,"0"0"-16,0 0 15,0 0-15,0 0 16,0 0-16,0 0 15,0 0-15,0 0 16,0 0-16,0 0 16,0 0-16,0 0 15,0 0-15,0 0 16,0 0-16,0 0 16,0 0-16,0 0 15,0 0-15,0 0 16,0 0-1,0 0-15,21 1 16,1 2-16,91 4 16,-1 1-16,-32-7 15,-19 2 1,35-1-16,18 2 16,-4-2-16,8 2 15,1-2-15,3 2 16,10-2-16,13 3 15,-21-3-15,-7-1 16,14-1-16,7 0 16,-29-1-16,-17 1 15,-6-2-15,-9 2 16,-8-3-16,-6 3 16,-15-2-16,-10 4 15,6-2 1,1 3-16,-10-1 15,-2 2-15,-8-2 16,-25-2-16,36 1 16,-36-1-16</inkml:trace>
  <inkml:trace contextRef="#ctx0" brushRef="#br0" timeOffset="-197164.2">22504 4055 0,'0'0'15,"0"0"-15,0 0 16,0 0-16,0 0 16,0 0-16,0 0 15,0 0-15,0 0 16,0 0-16,0 0 16,0 0-16,0 0 15,0 0 1,0 0-16,0 0 15,0 0-15,0 0 16,0 0-16,31 1 16,2 2-16,90 11 15,-1 0 1,-34-5-16,-21-1 16,26 0-16,12 3 15,2-3-15,5 0 16,-3-4-16,4 1 15,3-4-15,4 2 16,1-3-16,5 1 16,-14-1-16,-7 3 15,-5-3-15,-5 1 16,-21-1-16,-15 0 16,-7 0-16,-10 0 15,0 0 1,1 0-16,1 0 15,6 0-15,-4 0 16,4 3-16,-9-3 16,-1 0-1,-10 0-15,-4 0 16,-26 0-16,31 0 16,-31 0-16,0 0 15,22-3-15,-22 3 16</inkml:trace>
  <inkml:trace contextRef="#ctx0" brushRef="#br0" timeOffset="-196304.95">22505 5552 0,'0'0'0,"0"0"15,0 0 1,0 0-16,0 0 16,0 0-16,0 0 15,0 0-15,0 0 16,0 0-16,0 0 15,45 0-15,1 0 16,93-5-16,0 3 16,-84 0-16,0 2 15,27-2-15,18 2 16,-1-2-16,5 2 16,-1-3-16,5 3 15,-5-2 1,-1 2-16,1-2 15,1 2-15,2-2 16,5 2-16,-16-2 16,-4 2-16,5-1 15,2 1 1,-2-3-16,2 6 16,-3-3-16,4 0 15,-19 0-15,-11 1 16,-4-1-16,-6 2 15,-9-2-15,-9 0 16,-8 0-16,-8 2 16,2-2-16,0 2 15,-7-2-15,-20 0 16,34 2-16,-34-2 16</inkml:trace>
  <inkml:trace contextRef="#ctx0" brushRef="#br0" timeOffset="-195461.17">22502 6609 0,'0'0'16,"0"0"-16,0 0 15,0 0-15,0 0 16,0 0-16,0 0 16,0 0-16,0 0 15,0 0 1,0 0-16,0 0 15,0 0-15,0 0 16,0 0-16,0 0 16,0 0-16,27-1 15,-2 1 1,85-2-16,0 2 16,-27-2-16,-14 2 15,27 0-15,15 2 16,2-2-16,6 0 15,12 0-15,11 0 16,-14 0-16,-4 0 16,3 0-16,2 0 15,16 0-15,9 0 16,-35 0-16,-18 2 16,21 2-16,7 2 15,-15 0 1,-8 3-16,-17-3 15,-10 4-15,-13-2 16,-10 3-16,-9-1 16,-4 2-16,-9-2 15,-2 3-15</inkml:trace>
  <inkml:trace contextRef="#ctx0" brushRef="#br0" timeOffset="-193961.49">23671 1850 0,'0'0'16,"0"0"-16,0 0 16,0 0-16,0 0 15,0 0-15,0 0 16,0 0-1,0 0-15,0 0 16,0 0-16,0 0 16,0 0-16,0 0 15,0 0 1,15 48-16,3-1 16,9 86-16,0-1 15,-26-101-15,2 2 16,-3-4-16,0 0 15,-1-6-15,1 0 16,-2-6-16,2-5 16,0-12-16,-1 14 15,1-14-15,0 0 16,0 0-16,-22-11 16,22 11-16,-33-22 15,17-7 1,7-8-16,4-26 15,8-16-15,10 5 16,12 4-16,3 15 16,4 13-16,-6 1 15,2 8 1,-3-4-16,2 1 16,-1 3-16,3 5 15,0 5-15,0 6 16,0 7-16,0 10 15,-4 4-15,-1 6 16,-7 3-16,-1 4 16,-6-1-16,-3 6 15,-7 1-15,-4 6 16,-11 9-16,-5 11 16,-11 11-16,-9 13 15,9-26 1,3-10-16,6-12 15,7-9-15,0 0 16,15-16-16,-20 18 16,20-18-16,0 0 15,0 0-15</inkml:trace>
  <inkml:trace contextRef="#ctx0" brushRef="#br0" timeOffset="-192274.03">24398 2020 0,'0'0'0,"0"0"15,0 0-15,0 0 16,0 0-16,0 0 16,0 0-16,0 0 15,0 0 1,0 0-16,0 0 16,-22 18-16,0 1 15,-34 30-15,-1 3 16,37-22-16,-2 1 15,11-6-15,5-4 16,4-4-16,7-1 16,2-1-16,5 4 15,-1-3-15,3-5 16,-14-11-16,25 12 16,-25-12-16,27 2 15,-27-2 1,25-8-16,-25 8 15,22-17-15,-22 17 16,17-20-16,-17 20 16,0 0-16,12-18 15,-12 18-15,0 0 16,0 0 0,13-11-16,-13 11 15,0 0-15,0 0 16,0 0-16,0 0 15,17 29-15,-13-9 16,-1 10-16,3 6 16,1-6-16,1-1 15,5-4-15,3 2 16,4-11-16,7-2 16,3-14-16,7-7 15,-2-13 1,1-4-16,-11 2 15,-8 6-15,-3 1 16,-14 15-16,20-23 16,-20 23-16,13-14 15,-13 14 1,8-24-16,-5 3 16,-3-10-16,2-4 15,-2 5-15,0 2 16,-2 3-16,2 5 15,0-4-15,0 0 16,0 3-16,5 5 16,-5 16-16,0-14 15,0 14-15,0 0 16,-3 14-16,1 2 16,-3 33-16,-1-2 15,5 6 1,2 5-16,5 27 15,4 20-15,-5-17 16,1-6-16,0-20 16,2-10-16,2 20 15,5 10 1,-2 7-16,2 13 16,-8-40-16,-6-20 15,-5-7-15,-4-11 16,-13 1-16,-8 0 15,-12-2-15,-11 0 16,6-21-16,3-11 16,1-34-16,1-27 15,18 1-15,13-3 16,10 8-16,12 8 16,40-56-16,3 1 15,0-12 1,3-4-16,-4 50 15,2 33-15,-5-2 16,-1 6-16,-15 9 16,-9 12-16,-8 2 15,-18 17 1,24-18-16,-24 18 16,19-14-16,-19 14 15,0 0-15,0 0 16,0 0-16,0 0 15,0 0-15,0 0 16,0 0-16,7 26 16,-14 7-16,-3 3 15,1 1-15,1 2 16,6 4-16,5 5 16,63 25-16,0 0 15,35-23 1,24-13-16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36:02.9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10050 3461 0,'0'0'15,"0"0"-15,0 0 31,0 0-31,0 0 16,0 0-16,0 0 0,0 0 16,0 0-16,0 0 15,0 0-15,0 0 16,0 0 0,10 45-16,3 3 15,11 82-15,1 0 16,-11-48-16,-3-26 15,2 48-15,3 27 16,-5-51-16,-1-24 16,-5-11-16,2-9 15,0 3-15,1 4 16,-1-5-16,2-1 16,-4-13-16,0-7 15,-5-17-15,3 12 16,-3-12-1,0 0-15</inkml:trace>
  <inkml:trace contextRef="#ctx0" brushRef="#br0" timeOffset="562.48">10075 3567 0,'0'0'16,"0"0"-16,0 0 16,0 0-16,0 0 15,0 0-15,0 0 16,0 0-1,0 0-15,0 0 16,0 0-16,14-13 16,-14 13-16,95-46 15,-16 12-15,-10 15 16,-8 13 0,0-3-16,-1 7 15,-15 1-15,-8 2 16,-8-1-16,-7 2 15,-5 10-15,-3 10 16,-24 39-16,-1 3 16,-32 15-16,-20 14 15,20-33-15,12-12 16,-4-13-16,2-12 16,3-7-16,6-6 15,-1-2-15,3-2 16,22-6-1,-29 7-15,29-7 16,0 0-16,-21-4 16,21 4-16,0 0 15,0 0-15,22-16 16,1 9 0</inkml:trace>
  <inkml:trace contextRef="#ctx0" brushRef="#br0" timeOffset="1640.36">11725 3870 0,'0'0'16,"0"0"-16,0 0 15,0 0-15,0 0 16,0 0-1,0 0-15,0 0 16,0 0-16,-29 3 16,1 1-16,-46 15 15,0 3 1,40-14-16,-1 3 16,6 1-16,3 2 15,-1 11-15,1 12 16,7 2-16,3 11 15,8 2-15,6 6 16,-3-13-16,2-3 16,3-9-16,6-4 15,6-4-15,7-3 16,13-3-16,12-1 16,1 1-16,5 0 15,8-11-15,12-4 16,-7-14-1,0-7-15,-5-3 16,-8-5-16,-8-4 16,-7 0-16,-8 4 15,-5 7-15,-8 5 16,-14 13 0,16-16-16,-16 16 15,0 0-15,11-13 16,-11 13-16,0 0 15,0 0-15,0 0 16</inkml:trace>
  <inkml:trace contextRef="#ctx0" brushRef="#br0" timeOffset="5749.65">13863 3949 0,'0'0'16,"0"0"-16,0 0 16,0 0-16,0 0 15,0 0 1,0 0-16,0 0 15,0 0-15,0 0 16,0 0-16,0 0 16,0 0-16,0 0 15,0 0-15,0 0 16,0 0 0,0 0-16,0 0 15,0 0-15,0 0 16,-29 18-16,3 1 15,-53 87-15,1 0 16,50-62-16,0 4 16,8-17-16,8-6 15,6-13-15,1 1 16,5-13-16,-10 13 16,10-13-16,0 0 15,0 0 1,-9 14-16,9-14 15,0 0-15</inkml:trace>
  <inkml:trace contextRef="#ctx0" brushRef="#br0" timeOffset="6124.82">13921 3653 0,'0'0'16,"0"0"-16,0 0 15,0 0-15,0 0 16,0 0-16,0 0 16,0 0-16,0 0 15,0 0-15,0 0 16,-3 34-16,-1-2 16,0 41-16,-1-1 15,5-12-15,6-4 16,4 32-1,12 23-15,-8-35 16,5-10-16,-10-14 16,-2-13-16,2-2 15,-1-4-15,-2-2 16,0 3 0,2-5-16,-2 1 15,-3-7-15,2-4 16,-5-19-16,2 19 15</inkml:trace>
  <inkml:trace contextRef="#ctx0" brushRef="#br0" timeOffset="6812.23">13243 3918 0,'0'0'16,"0"0"-16,0 0 16,0 0-16,0 0 15,0 0-15,0 0 16,18 6-16,1 2 16,33 23-16,-1 1 15,-14 3-15,-10 6 16,1 13-1,2 12-15,-12-19 16,0-5-16,-5-8 16,0-2-16,-4-7 15,1-3-15,-2-7 16,-3-3 0</inkml:trace>
  <inkml:trace contextRef="#ctx0" brushRef="#br0" timeOffset="7327.96">13386 3792 0,'0'0'0,"-3"39"15,1 3-15,2-42 16,0 0 0,0 0-16,0 0 15,0 0-15,0 0 16,0 0-16,0 0 15,0 0-15,0 0 16,0 0-16,0 0 16,-25 6-16,-1 0 15,-51 33-15,4 1 16,4 28-16,6 16 16,2 7-16,3 13 15,18-44 1,12-25-16,-1 7 15,7-6-15,-4-1 16,2 3-16,1-5 16,3-2-16,6-11 15,2-3-15,2-5 16,10-12 0,-8 15-16,8-15 15</inkml:trace>
  <inkml:trace contextRef="#ctx0" brushRef="#br0" timeOffset="8202.67">15179 3484 0,'0'0'0,"0"0"0,0 0 16,0 0-1,0 0-15,0 0 16,0 0-16,0 0 16,0 0-16,2 35 15,0 2-15,-2 109 16,0 1 0,-4-41-16,-5-23 15,0 35-15,-2 20 16,6-84-16,0 2 15,-1-3-15,-2 6 16,-1 1-16,4 3 16,-3-23-16,5-12 15,3-28-15,-3 19 16,3-19-16,0 0 16</inkml:trace>
  <inkml:trace contextRef="#ctx0" brushRef="#br0" timeOffset="8655.77">14935 3701 0,'0'0'0,"0"0"16,0 0 0,0 0-16,0 0 15,0 0-15,0 0 16,0 0-16,0 0 15,26-39-15,1 1 16,107-48-16,4-2 16,-46 57-16,-28 40 15,18-19-15,6 3 16,-11 33-16,-5 23 16,-14 26-16,-8 24 15,-9-27 1,-5-8-16,-18 27 15,-9 17-15,-31 11 16,-19 17-16,-14-44 16,-13-22-16,-13 0 15,-10 0 1,20-16-16,13-4 16,-6-17-16,0-8 15,4-19-15,7-15 16,9-9-16,10-8 15,10 2-15,14 6 16</inkml:trace>
  <inkml:trace contextRef="#ctx0" brushRef="#br0" timeOffset="12436.33">12478 2905 0,'0'0'16,"0"0"-16,0 0 16,0 0-16,0 0 15,0 0-15,0 0 16,0 0-16,0 0 16,0 0-16,0 0 15,0 0-15,0 0 16,0 0-1,0 0-15,0 0 16,0 0-16,0 0 16,0 0-16,0 0 15,0 0 1,0 0-16,0 0 16,0 0-16,0 0 15,0 0-15,0 0 16,0 0-16,0 0 15,0 0-15,0 0 16,-1 20-16,1 3 16,-2 78-16,2 1 15,-1-32-15,1-18 16,0 3-16,3 2 16,-3 32-16,1 26 15,-1-20 1,2-4-16,-2-4 15,3-3-15,0 29 16,2 17-16,-5-33 16,5-15-16,-5 34 15,5 21 1,-2-9-16,0 4 16,2-4-16,-3 2 15,2 3-15,0 1 16,-3-10-16,1-5 15,-4 3-15,2 1 16,-3-29-16,1-17 16,-2 30-16,2 18 15,-3-32-15,5-15 16,-3 1-16,3-2 16,-5 22-16,5 17 15,-3-39 1,1-17-16,-1-8 15,1-6-15,-1 5 16,0 5-16,0-7 16,1-1-16,-1-5 15,2-1-15,-3-12 16,4-5 0,-1-8-16,1-5 15,0-12-15,-2 21 16,2-21-16,0 0 15,-3 14-15,3-14 16,0 0-16,-2 13 16,2-13-16,0 0 15,-3-15-15,3 0 16</inkml:trace>
  <inkml:trace contextRef="#ctx0" brushRef="#br0" timeOffset="13826.84">11116 2898 0,'0'0'0,"0"0"15,0 0 1,0 0-16,0 0 16,0 0-16,0 0 15,0 0-15,0 0 16,0 0-16,0 0 15,0 0-15,0 0 16,0 35-16,0 3 16,-2 105-16,2 1 15,0-49-15,2-29 16,0 57-16,3 27 16,-5-30-16,3-8 15,-1 19 1,5 13-16,-5 13 15,4 15-15,-1-30 16,0-10-16,3 48 16,2 37-16,-2-51 15,0-23 1,-2 8-16,1-1 16,-1 25-16,4 14 15,-5-54-15,-1-27 16,-2 29-16,0 16 15,-4-28-15,2-12 16,-3-21-16,0-18 16,-2 22-16,0 6 15,-1-19-15,1-9 16,0-24-16,3-19 16,-4-6-16,3-8 15,1-3 1,2-14-16,-6 19 15,6-19-15,-5 14 16,5-14-16,0 0 16,-2 12-16,2-12 15,0 0-15,0 0 16,0 0 0,0 0-16,0 0 15</inkml:trace>
  <inkml:trace contextRef="#ctx0" brushRef="#br0" timeOffset="16029.36">11089 6325 0,'0'0'0,"0"0"0,0 0 15,0 0 1,0 0-16,0 0 15,0 0-15,-29-10 16,3 1-16,-18-6 16,-10-2-16,54 17 15,-34-7 1,34 7-16,0 0 16,0 0-16,0 0 15,0 0-15,0 0 16,-10-13-16,10 13 15,55-16-15,-10 6 16,23-1-16,17 3 16,10 2-16,13 2 15,-5 1-15,8 7 16,-11-5-16,-2 1 16,0-3-1,1 6-15,2-3 16,4 1-16,-12-1 15,-3 0-15,-14 0 16,-7 0-16,-3 0 16,-3 3-16,-18-3 15,-7 1 1,-7-1-16,-5 5 16,-26-5-16,37 2 15,-37-2-15,0 0 16,25 0-16,-25 0 15,0 0-15,0 0 16,0 0-16,0 0 16,-25-2-16,-7 2 15,-16-3-15,-10 1 16,3 1-16,0-2 16,2-1-1,0 2-15,6-4 16,5 2-16,2-2 15,6 0-15,2-3 16,6 3-16,6-1 16,20 7-16</inkml:trace>
  <inkml:trace contextRef="#ctx0" brushRef="#br0" timeOffset="16498.27">12394 5909 0,'0'0'16,"0"0"-16,0 0 15,0 0-15,0 0 16,0 0-16,0 0 16,0 0-16,0 0 15,0 0 1,0 0-16,0 0 15,0 0-15,0 0 16,0 0-16,0 0 16,0 0-16,0 0 15,0 0 1,20 21-16,2 2 16,31 14-16,1 0 15,-18-17-15,-9-7 16,0 1-16,0 3 15,-6-5-15,-6 1 16,-15-13-16,16 18 16,-20-3-16,-1 4 15,-39 31-15,0 3 16,-35 14-16,-21 11 16,17-31-1,7-14-15,18-4 16,19-4-16,-6-9 15,8-5-15</inkml:trace>
  <inkml:trace contextRef="#ctx0" brushRef="#br0" timeOffset="17045">11852 6002 0,'0'0'16,"0"0"-16,0 0 16,0 0-16,0 0 15,0 0 1,0 0-16,0 0 15,0 0-15,0 0 16,0 0-16,0 0 16,0 0-16,0 0 15,0 0 1,0 0-16,0 0 16,-42 19-16,0-1 15,-78 32-15,-1 1 16,67-25-16,1-1 15,10-5-15,9-2 16,34-18-16,-26 14 16,26-14-16,-22 11 15,22-11-15,0 0 16,0 0-16,-24 13 16,24-13-1,0 0-15,46 22 16,-4-1-16,29 12 15,23 9-15,-19-11 16,-6-1-16,1 2 16,0-1-1,-21-11-15,-10-2 16</inkml:trace>
  <inkml:trace contextRef="#ctx0" brushRef="#br0" timeOffset="18044.78">12253 6609 0,'0'0'15,"0"0"-15,0 0 16,0 0-16,0 0 15,0 0-15,0 0 16,0 0-16,0 0 16,0 0-16,0 0 15,0 0-15,0 0 16,0 0-16,0 0 16,-2 30-1,-1-1-15,-5 68 16,-3 0-16,4-35 15,4-23-15,0-1 16,3-10-16,1 2 16,4-4-1,7 7-15,10 8 16,15-3-16,15-1 16,22-10-16,24-6 15,8-17-15,15-8 16,6-4-16,13-5 15,4-3-15,7-5 16,-5 3-16,-1-2 16,-6 2-16,-3-1 15,-21 1-15,-7-1 16,2-15 0,2-6-16,-32 1 15,-23-1-15,-24 17 16,0 3-16,-33 20 15,26-21-15,-26 21 16,17-18-16,-17 18 16,5-21-1,-14 0-15,0 0 16,-5-3-16,3-3 16,-2 6-16,3 9 15,10 12-15,-7-13 16,7 13-16,0 0 15,0 0-15,0 0 16,63-18-16,-19 5 16,4 2-16,7 8 15,-3 5-15,2 8 16,-15-1-16,-10 1 16,-29-10-1,31 15-15,-27 16 16,-5 14-16,-38 38 15,4 1-15,-3-21 16,-1-12-16,8-18 16,12-14-1,19-19-15,-22 18 16</inkml:trace>
  <inkml:trace contextRef="#ctx0" brushRef="#br0" timeOffset="18529.07">14460 6036 0,'0'0'16,"27"5"-16,0 1 15,-27-6-15,0 0 16,0 0-16,0 0 15,0 0-15,19-20 16,86-58-16,2 0 16,-7 19-16,-2 13 15,-17-2-15,-9 9 16,-6 12 0,-4 15-16,-19 4 15,-13 8-15,-7-2 16,-23 2-16,0 0 15,21 14-15,-52 34 16,-1 2-16,-7-1 16,-4 5-1</inkml:trace>
  <inkml:trace contextRef="#ctx0" brushRef="#br0" timeOffset="19247.74">14940 5752 0,'0'0'16,"0"0"-16,0 0 15,0 0-15,0 0 16,0 0-16,0 0 16,0 0-16,0 0 15,10 30-15,-2 4 16,10 86-16,2 2 16,-14-8-1,-5-5-15,1-16 16,2-8-16,-2-42 15,-1 2-15,1-3 16,0 2-16,1-14 16,2-3-1,1-14-15,1-1 16,-7-12-16,42-9 16,-4-17-16,3 3 15,-11 5-15,-2 3 16,-8-12-16,2-5 15,-10-15-15,-2-4 16,-1 18-16,-4 15 16,0-17-16,1-7 15,-4 6-15,1 4 16,-2 4-16,3 8 16,-3 0-1,0 1-15,7 2 16,2 3-16,8-3 15,9 1-15,-1-1 16,7 5 0,-2 9-16,3 8 15,-1 20-15,1 20 16,-11-2-16,-4 7 16,-8-13-16,-5-2 15,-6-7-15,-6-6 16,-1-7-16,7-15 15,-20 7-15,20-7 16,-44-30-16,19 5 16,7-17-16,6-5 15,14-13-15,11-10 16,14-9 0,13-6-16,5 7 15,12 6-15,-17 22 16,-6 19-16,-5 6 15,-6 11-15</inkml:trace>
  <inkml:trace contextRef="#ctx0" brushRef="#br0" timeOffset="20404.24">16254 5802 0,'0'0'15,"0"0"-15,0 0 16,0 0-16,0 0 16,0 0-16,0 0 15,0 0-15,0 0 16,-31-5-16,0 1 16,-52 35-1,5 0-15,30 4 16,21 5-16,-1-3 15,9 0-15,4-8 16,8-4-16,4-5 16,4-3-1,4-3-15,7-2 16,-12-12-16,50 7 16,-13-17-16,12-9 15,-7-12-15,4-9 16,-12-7-16,-4-6 15,-19 24-15,3 0 16,-8 8-16,1 10 16,-4-3-16,-3 14 15,0 0-15,0 0 16,8 17-16,-4 6 16,-1 24-1,1 3-15,0-21 16,4-9-16,3-2 15,3 0-15,1-6 16,3 0-16,3-5 16,1-3-1,0-8-15,1-7 16,2-16-16,5-13 16,0-17-16,1-15 15,-10 18-15,-2 9 16,-11 20-16,2 2 15,-10 23-15,7-21 16,-7 21-16,0 0 16,0 0-16,17 16 15,-1 20-15,-2-1 16,-2-2 0,1 0-16,-7-12 15,-2-7-15,-4-14 16,7 19-16,-7-19 15,0 0-15,0 0 16,0 0-16,18-38 16,-6 6-1,2-14-15,5-4 16,-8 13-16,-1 8 16,-1 4-16,-1 7 15,0-1-15,4 7 16,-1-1-16,-11 13 15,30-6-15,-30 6 16,41 62-16,-15-10 16,-4-7-16,-3 1 15,-8-15-15,-8-6 16,-1-13-16,1 2 16,-3-14-1,0 0-15,0 0 16,0 0-16,0 0 15,6-18-15,15-40 16,0 2-16,-3 9 16,-1 5-1,-3 13-15,3 13 16,-4 0-16,-13 16 16,24-19-16,-24 19 15,20-15-15,-20 15 16,22-3-16,-22 3 15,20 30-15,-8-3 16,3 31-16,1 0 16</inkml:trace>
  <inkml:trace contextRef="#ctx0" brushRef="#br0" timeOffset="20872.97">17670 5289 0,'0'0'15,"0"0"-15,0 0 16,0 0-16,0 0 15,0 0-15,0 0 16,-20 6-16,20-6 16,-63 45-16,20-8 15,28-12-15,1 0 16,12-13-16,2 1 16,0-13-1,11 22-15,-11-22 16,22 25-16,-12-8 15,-1 6-15,-3 4 16,-1 7-16,-10 4 16,-4 5-1,-7-3-15,-6 4 16,0-12-16,3-1 16,1-6-16,5 0 15,-9-3-15,-3 3 16</inkml:trace>
  <inkml:trace contextRef="#ctx0" brushRef="#br0" timeOffset="22201.08">17101 5656 0,'0'0'16,"0"0"-16,0 0 15,0 0-15,0 0 16,0 0-16,0 0 16,0 0-1,0 0-15,0 0 16,0 0-16,0 0 15,0 0-15,0 0 16,0 0-16,0 0 16,0 0-1,0 0-15,0 0 16,0 0-16,0 0 16,0 0-16,0 0 15,0 0-15,0 0 16,0 0-16,0 0 15,0 0-15,0 0 16,0 0-16,0 0 16,0 0-16,0 0 15,0 0-15,0 0 16,15 32-16,-1 1 16</inkml:trace>
  <inkml:trace contextRef="#ctx0" brushRef="#br0" timeOffset="27262.57">15393 6670 0,'0'0'0,"0"0"16,0 0 0,0 0-16,0 0 15,0 0-15,0 0 16,0 0-16,0 0 16,0 0-16,0 0 15,1 18-15,3 0 16,11 86-16,1 2 15,2-32-15,2-18 16,6 31-16,7 18 16,0 7-16,6 14 15,-15-45-15,-5-24 16,-2 1 0,-1-4-16,-2-12 15,-2-7-15,3-10 16,5-9-16,11-16 15,10-12-15,6-11 16,6-8-16</inkml:trace>
  <inkml:trace contextRef="#ctx0" brushRef="#br0" timeOffset="27825.12">16410 7052 0,'0'0'16,"-5"9"-16,5-9 16,0 0-16,0 0 15,0 0-15,0 0 16,-25 10-16,3-6 16,-52 9-1,2 1-15,38-6 16,2 3-16,5 9 15,4 13-15,-2 29 16,1 26-16,15-17 16,12 2-1,0-42-15,2 2 16,14-12-16,12-5 16,10-28-16,15-21 15,-2-42-15,1-33 16,-19 46-16,-16 23 15,1-8-15,-6 6 16,-4 5-16,-3 8 16,-5 11-16,2 2 15,-5 15-15,0 0 16,0 0-16,0 0 16,-5 50-1,2 0-15,-3 32 16,-1 26-16,7-64 15,2-1-15,6-24 16,0 1 0,-8-20-16,45 14 15,-4-39-15,0 3 16,1-26-16,-1-12 16,-11 11-16,-5 3 15</inkml:trace>
  <inkml:trace contextRef="#ctx0" brushRef="#br0" timeOffset="28122">16818 6271 0,'0'0'16,"0"0"-16,0 0 15,0 0-15,0 0 16,0 0 0,0 0-16,0 0 15,0 0-15,0 0 16,0 0-16,0 8 15,0-8-15,6 130 16,3-8 0,1 17-16,1 12 15,3-42-15,2-21 16,-2-22-16,0-25 16,11 6-16,8-1 15,-17-34-15,0 3 16</inkml:trace>
  <inkml:trace contextRef="#ctx0" brushRef="#br0" timeOffset="28418.71">16766 6833 0,'0'0'0,"0"0"0,0 0 16,0 0-1,0 0-15,0 0 16,0 0-16,24-15 15,1 3-15,89-54 16,2 1-16,-75 50 16,0 0-1,-3 5-15,1 3 16,-9-1-16,-4 2 16,-2 0-16,3 4 15,-27 2-15,30 8 16,-18 17-16,1 16 15,1 0-15,3 9 16,-9-15-16,-2-3 16,-3-16-16,0 0 15</inkml:trace>
  <inkml:trace contextRef="#ctx0" brushRef="#br0" timeOffset="28575.02">17323 6240 0,'0'0'0,"0"0"16,0 0 0,0 0-16,0 0 15,0 0-15,0 0 16,0 0-16,0 0 16,0 0-16,0 0 15</inkml:trace>
  <inkml:trace contextRef="#ctx0" brushRef="#br0" timeOffset="29246.76">17703 6453 0,'0'0'15,"0"0"-15,0 0 16,0 0 0,0 0-16,0 0 15,0 0-15,0 0 16,0 0-16,23 18 15,0 3-15,12 10 16,8 12-16,-23-16 16,-10-4-1,-5 0-15,-5-1 16,-8-5-16,-5-5 16,-18-2-16,1 1 15,-8-11-15,-1-2 16,12-4-16,27 6 15,-31-13-15,31 13 16,0 0-16,0 0 16,-16-18-16,16 18 15,61-52-15,-7 13 16,19-17 0,14-6-16,-27 15 15,-10 12-15,-11 6 16,-9 10-16,-30 19 15,35-18-15,-35 18 16,21 0 0,-7 13-16,1 12 15,6 5-15,8 5 16,-12-4-16,-1-1 16,-10-17-16,2 2 15,-8-15-15,8 18 16,-8-18-16,6 13 15,-6-13-15,0 0 16,16-31-16,-2-1 16,20-46-16,1-1 15,-12 23-15,-5 17 16,-3 7 0,0 13-16,5-4 15,3 2-15,7 9 16,8 7-16,1 24 15,8 23-15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39:15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8229 5479 0,'0'0'0,"0"0"0,0 0 0,0 0 0,0 0 0,0 0 16,0 0-16,0 0 16,0 0-1,0 0-15,0 0 16,0 0-16,0 0 15,0 0-15,0 0 16,0 0-16,0 0 16,0 0-16,0 0 15,0 0-15,0 0 16,0 0-16,0 0 16,0 0-16,0 0 15,0 0-15,0 0 16,0 0-16,0 0 15,0 0 1,0 0-16,0 0 16,0 0-16,0 0 15,0 0-15,0 0 16,0 0-16,0 0 16,0 0-16,0 0 15,0 0 1,0 0-16,0 0 15,-6 42-15,-1 1 16,-1 72-16,-1 1 16,9-58-16,0 0 15,0-16-15,0-11 16,-3 16-16,6 13 16,-6 52-16,3 1 15,-1-34-15,2-18 16,-1-8-16,0-9 15,0 5-15,0-1 16,0-18 0,0-10-16,0-20 15,0 17-15,0-17 16,0 0-16</inkml:trace>
  <inkml:trace contextRef="#ctx0" brushRef="#br0" timeOffset="453.01">8279 5558 0,'0'0'0,"0"0"16,0 0-16,0 0 15,0 0-15,5 19 16,0-1-1,26 73-15,1 1 16,-4-25-16,-2-16 16,3-4-16,2-4 15,-1-11-15,3-3 16,-7 2-16,-2 0 16,0 0-16,5 1 15,-7-1-15,3 2 16,-9-9-16,-5 0 15,-5-6-15,-1 1 16</inkml:trace>
  <inkml:trace contextRef="#ctx0" brushRef="#br0" timeOffset="1187.92">9073 5521 0,'0'0'16,"0"0"-16,0 0 15,0 0-15,0 0 16,0 0-16,0 0 15,-31 38-15,1 2 16,-44 108 0,1 1-16,54-99 15,3 2-15,-7 12 16,-2 10-16,2-10 16,3 1-16,12-41 15,-1 3-15,4-15 16,2 3-1,3-15-15,0 0 16,5-16-16,0-3 16,14-46-16,0 2 15,2-15-15,6-9 16,3-11-16,7-5 16,-12 32-16,-1 26 15,-4 6-15,-2 14 16,-5 2-16,1 9 15,-4 1-15,-10 13 16,16-17-16,-16 17 16,0 0-1,0 0-15,23-8 16,-23 8-16,36 48 16,-12-3-16,10 28 15,5 22-15,-15-22 16,-6-7-1,-1 18-15,0 16 16,-3 16-16,1 15 16,-6-53-16,-3-28 15,-1 4-15,2-4 16,-5-11-16,4-3 16,-3-18-16,-3 1 15,0-19-15,3 12 16,-3-12-16,0 0 15</inkml:trace>
  <inkml:trace contextRef="#ctx0" brushRef="#br0" timeOffset="2125.67">10007 5999 0,'0'0'15,"0"0"-15,0 0 16,0 0-16,0 0 15,0 0-15,0 0 16,0 0-16,0 0 16,-15 6-1,15-6-15,-89 31 16,16-5-16,10 7 16,11 10-16,4 11 15,7 10-15,11-14 16,13-3-1,2-14-15,4-8 16,6-2-16,8-1 16,6-3-16,8-1 15,8-7-15,13-2 16,10-24-16,10-15 16,-18-8-16,-6-9 15,-7 3-15,-4 1 16,-7 12-16,-6 9 15,-3 8-15,0 2 16,-7 12-16,7-14 16,-7 14-16,0 0 15,0 0 1,0 0-16,0 33 16,-2 8-16,0 44 15,1 2-15,1-48 16,0 0-16,3-8 15,5-4 1,1-8-16,3-3 16,-12-16-16,29 11 15,3-18-15,0 3 16,7-8-16,8-6 16,-2-43-16,1-30 15,-10 31-15,-2 15 16,-12 5-16,-10 14 15,-6 11-15,2 1 16,-5 1-16,-3 13 16,0 0-1,7-14-15,-7 14 16,0 0-16,9 63 16,1 1-16,3 7 15,2 10-15,-5-19 16,0-8-1,4-4-15,3-3 16,2-14-16,7-8 16,-8-11-16,-18-14 15,44 2-15,-19-18 16,4-11-16,2-8 16</inkml:trace>
  <inkml:trace contextRef="#ctx0" brushRef="#br0" timeOffset="2313.13">10321 5893 0,'0'0'0,"0"0"16,0 0-16,0 0 16,0 0-16,0 0 15,0 0-15,0 0 16,0 0-16,0 0 15,0 0 1</inkml:trace>
  <inkml:trace contextRef="#ctx0" brushRef="#br0" timeOffset="2781.77">10862 5954 0,'0'0'15,"0"0"-15,0 0 16,0 0-16,0 0 16,0 0-16,0 0 15,6 25 1,-1 1-16,8 173 16,1 0-16,-12-139 15,1 0-15,1-37 16,-1-1-16,-3-22 15,7 21 1,-7-21-16,0 0 16,22-1-16,-22 1 15,49-70-15,-13 11 16,12-23-16,10-16 16,-37 53-16,5 2 15,-12 13-15,-2 14 16,-1-5-16,3 4 15,3 1-15,5 6 16,5 18-16,7 17 16,5 60-1,1 0-15,-11-11 16,-5-2-16,-11-12 16,-11-4-16,-25 36 15,-17 24-15</inkml:trace>
  <inkml:trace contextRef="#ctx0" brushRef="#br0" timeOffset="3360.3">10209 7290 0,'0'0'0,"-12"3"16,12-3-16,0 0 15,0 0-15,0 0 16,0 0-16,0 0 15,0 0 1,0 0-16,0 0 16,-8 31-16,16-3 15,-39 81-15,4 4 16,-17-35-16,-7-21 16,-25 37-16,-18 19 15,3-14-15,1 1 16,-34-33-16,-21-23 15,24 14-15,10 5 16,-19-10-16,-7-3 16,8-5-16,6 0 15,7-9 1,12-2-16,-9-8 16,5-2-16,14-9 15,14-2-15,19-7 16,20-4-1,19-6-15,-2 2 16,24 2-16,-28-8 16,28 8-16,-22-12 15,22 12-15,-9-14 16</inkml:trace>
  <inkml:trace contextRef="#ctx0" brushRef="#br0" timeOffset="3845.03">8405 8075 0,'0'0'16,"0"0"-16,0 0 16,0 0-16,0 0 15,-20 17-15,2 2 16,-35 39-16,0 1 16,5 1-16,3 5 15,-15 7-15,-4 10 16,21-27-16,14-14 15,4-12-15,12-8 16,-4-3-16,6-1 16,11-17-1,-19 20-15,19-20 16,-12 17-16,12-17 16,0 0-16,-9 14 15,9-14-15,27 17 16,-2-4-16,13 5 15,14 7 1,-8-6-16,0-3 16,-12-3-16,-6-1 15</inkml:trace>
  <inkml:trace contextRef="#ctx0" brushRef="#br0" timeOffset="7329.35">12462 6620 0,'0'0'15,"0"0"-15,0 0 16,0 0-16,0 0 16,0 0-16,0 0 15,0 0-15,0 0 16,0 0-16,0 0 16,-2-14-16,1 1 15,2-88-15,3-1 16,-1 33-16,4 19 15,-3 10-15,6 20 16,-4 0-16,-1 7 16,3 1-1,-8 12-15,0 0 16,23-7-16,1 34 16,-3 0-16,16 41 15,-3 0-15,-15-18 16,-6-8-16,-5-15 15,-5-7 1,-3-20-16,5 23 16,-5-23-16,2 12 15,-2-12-15,0 0 16,0 0-16,0 0 16,29-16-16,-10-10 15,12-39-15,2 1 16,-10 15-16,-4 18 15,-8 11-15,-1-1 16,-2 7-16,-8 14 16,26-2-16,-5 16 15,4 29 1,-2 3-16,-2-6 16,2-3-16,-12-14 15,-3 0-15,-8-23 16,8 22-1,-8-22-15,6 16 16,-6-16-16,0 0 16,0 0-16,0 0 15,0 0-15,0 0 16,10-12-16,-3-2 16,9-23-16,-2-1 15,-1 7-15,-2 9 16,-4 3-16,-7 19 15,16-13-15,-16 13 16,37 38-16,-8-3 16,8 5-1,5 4-15,-18-13 16,-1-5-16,4 2 16,2 3-16,8-7 15,9 2-15,0-14 16,3-5-1,-8-14-15,-4-5 16,1-16-16,-4-13 16,-7 3-16,-5-3 15,-6 11-15,-8 8 16,-5 6-16,5 5 16,-8 11-16,6-15 15,-6 15-15,0 0 16,-16 29-16,7 0 15,-2 0-15,4 3 16,6-16-16,-1 0 16,5-3-1,-3-13-15,24 18 16,-1-8-16,15 1 16,1 1-16,22-30 15,16-18-15,-25-1 16,-5-5-16,-9 4 15,-6 13 1,-9 2-16,-4 9 16,-6-1-16,-13 15 15,29-13-15,-29 13 16,40 49-16,-14-8 16,2-6-16,5-2 15,-12-8-15,-3-2 16,3-7-16,1-1 15,-22-15-15,38 13 16,-38-13-16,37-6 16,-13-10-16,4-6 15,2-8 1,3-6-16,-7 6 16,-3 1-16,-9 9 15,-2 8-15,-12 12 16,14-18-1,-14 18-15,0 0 16,32 27-16,-12 0 16,-1-4-16,3 2 15,-12-8-15,1-3 16,-11-14-16,12 17 16,-12-17-16,11 16 15,-11-16-15,12 13 16,-12-13-16,0 0 15,36-27-15,-12 2 16,-1-5-16,6 2 16,-12 6-1,-4 6-15,-1 3 16,-12 13-16,14-15 16,-14 15-16,0 0 15,24 19-15,-7 7 16,4 1-1,-4-2-15,-3 0 16,-3-7-16,1-2 16</inkml:trace>
  <inkml:trace contextRef="#ctx0" brushRef="#br0" timeOffset="8641.79">15655 6432 0,'0'0'0,"0"0"15,0 0-15,0 0 16,0 0-16,0 0 16,0 0-16,0 0 15,0 0-15,0 0 16,0 0-1,0 0-15,0 0 16,19-19-16,-1 1 16,9 1-16,8 5 15,-35 12-15,24 11 16,-17 1-16,-4 8 16,-9 5-16,-8 8 15,-13-4-15,-9 4 16,-3-12-16,-2-5 15,13-5-15,7-5 16,21-6-16,-29 6 16,29-6-1,-25-6-15,25 6 16,-15-23-16,18-16 16,2-1-16,20-16 15,15-7-15,2 4 16,11 8-16,-13 12 15,-3 14 1,-11 9-16,-5 10 16,1 1-16,-22 5 15,40 11-15,-14 5 16,1 14-16,7 19 16,3 11-16,8 19 15,-14-32-15,-5-10 16,-9-20-16,0 1 15,-17-18-15,16 19 16,-16-19-16,9 12 16,-9-12-16,0 0 15,0 0 1,13 12-16,-13-12 16,0 0-16,9-15 15,-2 3-15,19-41 16,1 1-1,-3-3-15,3-1 16,-14 27-16,0 1 16,-2 6-16,-2 7 15,-1 2-15,-8 13 16,0 0-16,25 0 16</inkml:trace>
  <inkml:trace contextRef="#ctx0" brushRef="#br0" timeOffset="9141.68">16433 6102 0,'0'0'0,"0"0"16,0 0-16,0 0 15,0 0-15,0 0 16,0 0-1,0 0-15,0 0 16,18 19-16,0 3 16,60 78-16,-1 2 15,-40-69-15,1 2 16,9-6-16,7-3 16,-5-4-16,3-1 15,0-19-15,0-11 16,-21 3-16,-9 1 15,-22 5-15,31-12 16,-31 12-16,24-10 16,-24 10-1,0 0-15,0 0 16,0 0-16,-28 47 16,-5 0-16,-55 74 15,0 2-15,25-33 16,19-15-16,5-13 15,15-13 1,-2 13-16,2 6 16,11 0-16,11 3 15,-3-19-15,3-9 16</inkml:trace>
  <inkml:trace contextRef="#ctx0" brushRef="#br0" timeOffset="13438.11">5359 6272 0,'0'0'15,"0"0"-15,0 0 16,0 0-16,0 0 16,0 0-16,0 0 15,0 0 1,0 0-16,0 0 16,0 0-16,0 0 15,0 0-15,0 0 16,0 0-16,0 0 15,0 0 1,0 0-16,0 0 16,0 0-16,0 0 15,0 0-15,0 0 16,0 0-16,0 0 16,23 5-16,0-1 15,55 6-15,0 2 16,-42-5-16,0 1 15,0-4-15,2 2 16,15-6-16,13-1 16,-1 1-16,5 1 15,-15-2 1,-1-1-16,2-1 16,4 3-16,2-1 15,4-2-15,-6 1 16,0 4-1,4-2-15,7 3 16,-6-3-16,0 1 16,-7-1-16,-3 3 15,1-3-15,4 2 16,0-2-16,2 1 16,-4-1-16,2 3 15,-13-3-15,-5 0 16,-5 0-16,-4 2 15,3-1-15,3 4 16,3-3-16,2 4 16,-2-1-1,1-1-15,-7-2 16,0 2-16,-11-2 16,-25-2-16,35 2 15,-35-2-15,23 2 16,-23-2-16,0 0 15,0 0 1,23 2-16,-23-2 16,0 0-16,0 0 15,0 0-15,0 0 16,0 0-16,0 0 16,10-17-16,-10 17 15,0-28-15,0 6 16,-3-2-16,1-3 15,-2 6-15,3 5 16,-3-3-16,4 3 16,-2-7-16,1 0 15,-5-9 1,3-8-16,-4-17 16,3-8-16,-3 7 15,2 3-15,1 9 16,1 11-16,1 1 15,2 8 1,-3 3-16,3 9 16,-1 1-16,1 13 15,-2-18-15,2 18 16,-2-21-16,2 21 16,-1-20-16,1 20 15,-2-19-15,2 19 16,-1-13-16,1 13 15,0 0-15,0 0 16,0 0-16,0 0 16,0 0-1,0 0-15,0-13 16,0 13-16,0 0 16,0 0-16,0 0 15,0 0-15,-22-11 16,22 11-1,-42-10-15,10 7 16,0-3-16,-1 0 16,-9-2-16,-3 1 15,-18-3-15,-10-1 16,3 1-16,1 3 16,-6 1-16,1 1 15,-7 0-15,-1 3 16,10-2-16,11 1 15,-1 0-15,5 3 16,-16-2-16,-4 0 16,3 0-1,5 2-15,6-3 16,9 6-16,-8-1 16,0 2-16,4-2 15,5 4-15,7-4 16,6 0-16,-2 0 15,4 0 1,2-1-16,3 3 16,-3-3-16,1 1 15,-3 1-15,0-2 16,3 3-16,5-3 16,4 1-16,5 0 15,21-2-15,-36 2 16,36-2-16,-24 1 15,24-1-15,0 0 16,-25 4-16,25-4 16,0 0-16,0 0 15,0 0 1,0 0-16,0 0 16,-21 1-16,21-1 15,0 0-15,0 0 16,0 0-1,0 0-15,0 0 16,-8 24-16,8-12 16,-2 26-16,2 2 15,0 26-15,2 19 16,-2-17-16,3-2 16,-2-23-16,1-11 15,-2-7-15,2-9 16,-2 11-16,3 4 15,-2 13-15,3 9 16,-3-2-16,3 8 16,-2-10-1,0 0-15,-2-10 16,1-7-16,-1-7 16,2-3-16,-2-7 15,0-2-15,0-13 16,1 23-1,-1-23-15,2 16 16,-2-16-16,0 12 16,0-12-16,0 0 15,0 0-15,0 15 16,0-15-16,0 0 16,0 0-16,2 13 15,-2-13-15,0 0 16,31 14-16,-6-8 15,8-4-15,10 1 16,-6-13-16,4-2 16,-3-1-1,1 1-15,0 0 16,0 1-16,14-5 16,10-2-16,0-1 15,3 4-15,-19 6 16,-6 2-16,5 1 15,4 1 1,6 0-16,8 0 16,-16 1-16,-9 4 15,-6-2-15,-8 2 16,-3-1-16,-22 1 16,33 1-16,-33-1 15,22 2-15,-22-2 16,22 4-16,-22-4 15</inkml:trace>
  <inkml:trace contextRef="#ctx0" brushRef="#br0" timeOffset="58717.94">622 5644 0,'0'0'0,"0"0"0,0 0 0,0 0 15,0 0-15,0 0 16,0 0-16,0 0 16,0 0-16,-9 38 15,-1 3-15,-20 97 16,2 3-16,13-27 16,11-13-16,-12 25 15,-4 15 1,4 8-16,3 9 15,6 8-15,5 10 16,4-21-16,4-10 16,1 65-16,5 44 15,-1-22-15,2 2 16,-2-12-16,0-6 16,-2-9-16,2-8 15,-1 26-15,-1 19 16,-3-10-16,-1 2 15,-10 1-15,-4 3 16,-2 4 0,-2 4-16,-6 13 15,1 14-15,2-30 16,0-9-16,2-21 16,2-14-16,1-7 15,4-4 1,6 1-16,7-2 15,4 25-15,7 18 16,-6-38-16,1-16 16,-4-25-16,2-25 15,0 38-15,1 21 16,-6-54-16,0-30 16,-5-2-16,-3-10 15,-2 4-15,2 1 16,-4-55-16,0 0 15,1-17-15,1-6 16,0-3 0,2-4-16,3-11 15,0 0-15,0 0 16,0 0-16,0-22 16,5-7-16,4-46 15,3 1-15,-2 18 16,3 15-1,-1 2-15,1 10 16,-3 2-16,2 5 16,-4 2-16,2 7 15,-3-3-15,-7 16 16,12-16-16,-12 16 16,0 0-16,0 0 15,0 0-15,0 0 16,0 0-16,-14 12 15,-21 13-15,0 2 16,-8 4-16,-3 4 16,-2-3-1,1 6-15,6-9 16,5-2-16,6-8 16,10-5-16,20-14 15,-24 12 1,24-12-16,0 0 15,0 0-15,-22 8 16,22-8-16,0 0 16,16-16-16,-16 16 15,55-14-15,-16 10 16,12 4-16,10 8 16,-5 18-16,2 18 15,-12-13-15,-6 0 16,0 0-16,-3 1 15,6 6-15,7 8 16,-14-13 0,-4-6-16</inkml:trace>
  <inkml:trace contextRef="#ctx0" brushRef="#br0" timeOffset="59670.89">688 5522 0,'0'0'15,"0"0"-15,0 0 16,0 0-16,0 0 16,0 0-16,0 0 15,0 0-15,0 0 16,-8 44-16,2 1 16,-44 104-16,1 2 15,16-113-15,0 1 16,-9-11-16,-1-3 15,13-4-15,9 0 16,21-21 0,-29 19-16,29-19 15,0 0-15,0 0 16,0 0-16,0 0 16,-9-24-16,27-39 15,0 1 1,10 9-16,7 12 15,-10 14-15,-2 15 16,1 4-16,-2 12 16,5 21-16,3 22 15,-2-7-15,-2 5 16,-4 23-16,-3 19 16,-3 16-16,-4 19 15,-2-68-15,1 0 16</inkml:trace>
  <inkml:trace contextRef="#ctx0" brushRef="#br0" timeOffset="67626.6">20352 14436 0,'0'0'0,"0"0"16,0 0 0,20-2-16,0 2 15,99-11-15,2 1 0,-18-1 16,-7 1-16,34-2 15,24 0-15,9-6 16,16 4 0,5-7-16,10 1 15,4-17-15,6-9 16,-17 2-16,-8 1 16,8 0-16,6 1 15,-18-1-15,-10-1 16,-13-13-16,-15-7 15,-37 5-15,-26 7 16,-16 10-16,-17 11 16,-19 10-16,3 2 15,-25 19-15,19-16 16,-19 4 0,-3 0-16,-62-80 15,2 3-15,-28-39 16,-15-23-16,-4 75 15,-8 45 1,-26-19-16,-19 4 16,6-7-16,1-5 15,-38 10-15,-24 11 16,13 54-16,2 42 16,-8-28-16,0-4 15,-4 23-15,-2 18 16,16 13-16,12 16 15,20-3-15,19 3 16,19-13-16,20-8 16,1 32-16,8 21 15,31-41 1,27-17-16,14 17 16,22 7-16,26 29 15,29 24-15,22-48 16,27-20-16,58 18 15,51 4 1,-7-11-16,15-3 16,37-31-16,29-20 15,1 17-15,13 5 16</inkml:trace>
  <inkml:trace contextRef="#ctx0" brushRef="#br0" timeOffset="80062.61">363 6879 0,'0'0'0,"0"0"15,0 0-15,0 0 16,0 0-16,8 47 16,0 3-16,17 164 15,0 4 1,-15-82-16,-7-51 15,9 62-15,2 24 16,-5 38-16,-1 33 16,-6-58-16,-4-22 15,2-2-15,0-4 16,0 59-16,0 41 16,2-47-16,3-14 15,3-4-15,7-2 16,3 15-16,5 12 15,-1-8-15,3 6 16,0 12 0,1 17-16,-6-47 15,0-20-15,-6-34 16,-1-23-16,-9 4 16,-2-1-16,-4-12 15,-2-7-15,-1-51 16,4 0-1,-1-32-15,1 3 16,-1-10-16,2-13 16,-3 18-16,3-18 15,0 0-15,-2 13 16,-3-28-16,2 1 16,-39-103-16,3 5 15,17-32-15,13-15 16,0 13-16,3 5 15,3-49-15,3-32 16,1-15 0,4-20-16,0 79 15,1 48-15,-2-25 16,0 2-16,0-4 16,1 2-16,-1 14 15,-1 14 1,0-37-16,2-20 15,-4 58-15,1 35 16,-2 5-16,2 19 16,-4-33-16,0-9 15,1 38-15,-1 24 16,1 23-16,1-2 16,-2 7-16,2 19 15,-2-20-15,2 20 16,0 0-16,0 0 15,-13 70-15,5 7 16,-12 131 0,0 3-16,17-20 15,11-14-15,-8 33 16,2 19-16,1-8 16,2 3-16,-4 30 15,3 25 1,-2-16-16,3-3 15,-2 15-15,0 11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40:47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5049 3939 0,'0'0'0,"0"0"0,0 0 15,0 0 1,0 0-16,0 0 16,0 0-16,0 0 15,0 0-15,0 0 16,0 0-16,0 0 16,0 0-1,0 0-15,0 0 16,0 0-16,0 0 15,0 0-15,0 0 16,0 0-16,0 0 16,0 0-16,0 0 15,0 0-15,0 0 16,0 0-16,0 0 16,0 0-16,0 0 15,0 0-15,0 0 16,0 0-16,0 0 15,0 0 1,0 0-16,-39-10 16,1 1-16,-63 1 15,0-1-15,37 7 16,26 8 0,-17-1-16,0 1 15,-1-2-15,-1 0 16,-7 0-16,-4 3 15,2-3-15,2 0 16,4 0-16,6 0 16,-12 0-16,-4 1 15,0-3-15,-2 3 16,12-3-16,11 3 16,-9-4-16,2 4 15,-5-3-15,-2 2 16,8-3-1,8 2-15,-5-3 16,4 0-16,-3 0 16,-1 0-16,2 0 15,3 0-15,0 0 16,3 0-16,5 0 16,4 0-1,-7-3-15,1 3 16,0-1-16,-1 1 15,7-2-15,9 2 16,-7-2-16,1 2 16,1-2-16,3 2 15,3-2-15,25 2 16,-40-3-16,40 3 16,-34-1-16,34 1 15,-27-2-15,27 2 16,0 0-16,-26 2 15,26-2 1,0 0-16,-20 0 16,20 0-16,0 0 15,0 0-15,-21 0 16,21 0-16,0 0 16,0 0-1,-21 0-15,21 0 16,0 0-16,0 0 15,0 0-15,0 0 16,0 0-16,0 0 16,0 0-16,0 0 15,0 0-15,0 0 16,0 0-16,0 0 16,-20 4-16,20-4 15,-6 27-15,4-9 16,1 12-16,1 8 15,-4 8 1,3 10-16,-1-10 16,2-3-16,-1-8 15,2-2-15,-1-1 16,2 0-16,-2 13 16,3 11-1,-1 9-15,2 9 16,1-6-16,1 5 15,-3-20-15,2-5 16,-2-1-16,0 3 16,2 22-16,3 22 15,-4-12-15,3 3 16,-4-21-16,2-13 16,-2 17-16,4 11 15,-2 17-15,3 18 16,-5-38-16,2-18 15,-2 12 1,3 7-16,-1 33 16,3 24-16,-5-48 15,2-19-15,-2 2 16,0 2-16,3 28 16,1 22-1,-3-37-15,3-16 16,-2-2-16,2-1 15,3 40-15,6 27 16,-6-45-16,0-17 16,-2 5-16,2-3 15,3 36-15,4 22 16,-7-44-16,-1-15 16,2 12-16,0 5 15,2 22-15,4 17 16,-7-45-16,-4-22 15,3 15 1,-1 1-16,0 29 16,4 24-16,-5-40 15,-3-19-15,0 19 16,0 10-16,-2 13 16,1 16-1,0-35-15,-2-15 16,1 32-16,1 16 15,-1-31-15,1-14 16,-1 10-16,2 2 16,1 24-16,4 22 15,-4-54-15,0-25 16,0 29-16,3 14 16,-1 9-16,1 10 15,-3-35-15,0-19 16,-1 25-16,3 12 15,-1-12 1,0 0-16,-3-19 16,2-12-16,-2 28 15,4 15-15,-6-14 16,2 0-16,-6-18 16,2-11-1,-4 6-15,2 4 16,-4 5-16,-1 3 15,-1-14-15,1-4 16,2-10-16,1-9 16,-1 5-16,0 2 15,-2 10-15,1 8 16,-1-10-16,3 0 16,0-15-16,2-8 15,-1-5-15,4-4 16,-1-7-16,2-3 15,-1-16 1,2 19-16,-2-19 16,2 12-16,-2-12 15,3 15-15,-3-15 16,3 13-16,-3-13 16,7 11-16,-7-11 15,12 15 1,-12-15-16,23 17 15,-2-12-15,7 5 16,5-7-16,9 4 16,1-5-16,5 1 15,4-3-15,6-1 16,14-3-16,10 0 16,4-5-16,7 2 15,-2-2-15,1-4 16,-1-2-16,0 4 15,-8-2-15,-2 3 16,-6-3 0,-3 4-16,-1 0 15,2 2-15,1 1 16,3 3-16,0 2 16,5 5-16,-13-2 15,-5 2 1,-9-2-16,-5 5 15,-6-4-15,-3 4 16,-8-3-16,-3 0 16,-8 0-16,-22-4 15,33 7-15,-33-7 16,25 6-16,-25-6 16,0 0-16,28 8 15,-28-8-15,0 0 16,0 0-16,0 0 15,0 0-15,22 6 16,-22-6 0,0 0-16,9-42 15,-1 5-15,11-55 16,-1-2-16,-9 20 16,-8 12-16,-4-34 15,-3-19 1,-3-1-16,-4-3 15,-4-1-15,-1 0 16,0-7-16,-1-3 16,-2-23-16,-2-14 15,3-7-15,4-6 16,5 19-16,8 10 16,4-40-16,8-22 15,-4 67-15,3 40 16,0-63-16,4-25 15,-2 20-15,0 11 16,-1 14 0,0 15-16,2-55 15,5-28-15,-7 58 16,-1 28-16,1-23 16,-1-5-16,-3-22 15,0-10 1,-7 40-16,-1 24 15,-2-45-15,-1-19 16,-3 17-16,1 10 16,0 26-16,3 20 15,-4-35-15,3-17 16,3 30-16,4 18 16,1-17-16,4-1 15,-2 12-15,1 12 16,-2 0-16,2 5 15,-2-14 1,2-5-16,-3 35 16,1 22-16,-3-34 15,0-13-15,-5 20 16,-1 5-16,-1 31 16,1 26-16,-5-43 15,3-14-15,-3 5 16,1 3-1,2 28-15,4 20 16,0 3-16,2 11 16,-1 5-16,1 8 15,-2-3-15,2 2 16,-1 1-16,3 12 16,-5-20-16,5 20 15,-4-13-15,4 13 16,0 0-16,-5-11 15,5 11-15,0 0 16,0 0-16,0 0 16,-8-13-1,8 13-15,0 0 16,0 0-16,0 0 16,0 0-16,0 0 15,0 0 1,-49 0-16,16 2 15,-87 9-15,-1 0 16,14-7-16,8-2 16,-8 5-16,-4 1 15</inkml:trace>
  <inkml:trace contextRef="#ctx0" brushRef="#br0" timeOffset="6873.41">8403 11426 0,'0'0'0,"44"-7"0,0 2 15,-44 5 1,0 0-16,0 0 16,0 0-16,-28-7 15,2 1-15</inkml:trace>
  <inkml:trace contextRef="#ctx0" brushRef="#br0" timeOffset="7889.12">5266 9961 0,'0'0'15,"0"0"-15,0 0 16,0 0-16,0 0 16,0 0-16,0 0 15,0 0-15,0 0 16,0 0-16,0 0 15,0 0 1,0 0-16,0 0 16,0 0-16,0 0 15,0 0-15,0 0 16,0 0 0,0 0-16,0 0 15,0 0-15,0 0 16,0 0-16,0 0 15,0 0-15,0 0 16,0 0-16,0 0 16,0 0-16,0 0 15,0 0-15,0 0 16,0 0-16,0 0 16,33-10-16,2 2 15,114-23-15,0 2 16,-33 10-1,-19 13-15,54-19 16,31-3-16,-38 6 16,-7 10-16,49-4 15,34 3-15,-46 5 16,-18 8-16,34-2 16,20 4-1,-39 0-15,-17 4 16,-8-4-16,-11 0 15,-13 1-15,-7-2 16,-32-1-16,-19 3 16,-37-3-16,4 0 15,-31 0-15,29 0 16,-29 0-16,0 0 16,19 0-16,-19 0 15,0 0-15,0 0 16,-38-32-16,6 9 15,-32-20 1,0 2-16,0 8 16,1 6-16,6 2 15,5 9-15,2-1 16,3 7-16,15 2 16,32 8-1,-31-7-15,31 7 16,0 0-16,0 0 15,0 0-15,0 0 16,26-4-16,13 4 16,65 0-16,1 0 15,-12 0-15,-4 2 16,-13 3-16,-2 0 16,-15 6-16,-14 4 15,-9-1-15,-10 2 16,-26-16-16,25 23 15,-21-11 1,-4 5-16,-15 8 16,1 2-16,-12 6 15,-8 6-15,2-12 16,4-2 0</inkml:trace>
  <inkml:trace contextRef="#ctx0" brushRef="#br0" timeOffset="11841.79">9759 9219 0,'0'0'0,"0"0"0,0 0 16,0 0-16,0 0 15,0 0 1,0 0-16</inkml:trace>
  <inkml:trace contextRef="#ctx0" brushRef="#br0" timeOffset="12747.82">9536 9118 0,'0'0'16,"0"0"-16,0 0 15,0 0-15,0 0 16,0 0-16,0 0 16,0 0-16,0 0 15,0 0-15,0 0 16,2 61-1,1 4-15,4 173 16,0-1-16,-4-173 16,0 3-16,0 44 15,0 36-15,-6-92 16,3 1 0,0-15-16,0-13 15,-3-4-15,3-3 16,0-21-16,0 13 15,0-13-15,0 0 16,3-13-16,-3 1 16</inkml:trace>
  <inkml:trace contextRef="#ctx0" brushRef="#br0" timeOffset="13122.64">9516 9238 0,'0'0'0,"0"0"16,0 0-16,0 0 16,0 0-16,0 0 15,0 0-15,0 0 16,0 0 0,0 0-16,0 0 15,32-6-15,0-1 16,109 3-16,0 2 15,-83 15-15,0 1 16,0 11-16,3 10 16,-11 10-16,-5 15 15,-18 23-15,-9 20 16,-13-40-16,-10-20 16,-43 46-16,-2 2 15,-24 14-15,-17 11 16,-15-34-1,-18-15-15,23-24 16,16-16-16,15-8 16,18-11-16,5-8 15,11-6 1</inkml:trace>
  <inkml:trace contextRef="#ctx0" brushRef="#br0" timeOffset="13934.95">10572 9271 0,'0'0'15,"0"0"-15,0 0 16,0 0-1,0 0-15,0 0 16,0 0-16,0 0 16,0 0-16,0 0 15,0 0-15,0 47 16,0 3 0,6 152-16,1 3 15,-2-145-15,1 2 16,-1 21-16,1 15 15,-1-64-15,0 4 16,-2-22-16,-1 3 16,-2-19-16,5 16 15,-5-16-15,0 0 16,-34-93-16,2 13 16,-2-32-16,0-18 15,18 7 1,16 2-16,2 30 15,7 21-15,6 1 16,10 9-16,8-4 16,9 1-16,-10 17 15,-2 12-15,1 6 16,6 11 0,11 19-16,17 16 15,-14 9-15,2 13 16,-22-7-16,-10 4 15,-19 25-15,-12 23 16,-32 12-16,-23 21 16,6-36-16,-4-13 15,18-26-15,15-18 16,15-13-16,-3 1 16,18-13-16,0 0 15,0 0-15,0 0 16,0 0-1,0 12-15,50 2 16,-1 2-16,28 10 16,18 13-16,-21 1 15,-5 3 1,-8 4-16,-9 5 16,-6-11-16,-7-3 15,-20-19-15,1-1 16</inkml:trace>
  <inkml:trace contextRef="#ctx0" brushRef="#br0" timeOffset="14481.93">11672 9219 0,'0'0'0,"0"0"15,0 0-15,0 0 16,0 0-16,0 0 16,0 0-16,0 0 15,0 0-15,-10 37 16,-1 2 0,-31 119-16,0-1 15,31-128-15,3 2 16,-1-12-16,3-5 15,6-14-15,-11 18 16,11-18-16,-7 13 16,7-13-16,0 0 15,0 0-15,0 0 16,-8-48-16,10-3 16,33-63-16,1 3 15,-2 40 1,-2 33-16,2-8 15,4 6-15,-13 13 16,-1 11-16,-24 16 16,37-7-16,-37 7 15,35 23-15,-16 60 16,2 2 0,-19 38-16,-7 29 15,3-66-15,2-32 16,0 20-16,2 7 15,3-29-15,3-15 16</inkml:trace>
  <inkml:trace contextRef="#ctx0" brushRef="#br0" timeOffset="14669.43">11683 9465 0,'0'0'0,"0"0"15,0 0-15,0 0 16,0 0-16,0 0 16,0 0-16,0 0 15,0 0-15,35 21 16,-1 0 0,124 39-16,-2 1 15,-80-65-15,1 0 16</inkml:trace>
  <inkml:trace contextRef="#ctx0" brushRef="#br0" timeOffset="15153.77">12797 9149 0,'0'0'0,"8"23"16,2 5-16,-10-28 15,0 0-15,0 0 16,0 0-16,-37 27 16,1 2-16,-78 137 15,3-1 1,83-115-16,-1 2 16,7-20-16,9-7 15,13-25-15,-13 21 16,13-21-16,0 0 15,26-77-15,0 5 16,6-35-16,8-22 16,-22 69-16,2 2 15,-3 4-15,-1 4 16,-8 29-16,0 0 16,-8 21-16,23-6 15,4 29 1,3 2-16,-5 32 15,2 26-15,4 24 16,1 28-16,-13-59 16,-4-27-16,-1 1 15,-4-6-15,8-10 16,1-1 0,5-19-16,4-11 15</inkml:trace>
  <inkml:trace contextRef="#ctx0" brushRef="#br0" timeOffset="15606.78">13414 9106 0,'0'0'16,"0"0"-16,0 0 16,0 0-16,0 0 15,0 0-15,0 0 16,-23 31-1,2 1-15,-80 113 16,1 1-16,64-98 16,0 2-16,11-18 15,9-6 1,5-14-16,2 3 16,9-15-16,-12 17 15,12-17-15,0 0 16,24-42-16,0 2 15,59-104-15,0 3 16,-22 51-16,-11 36 16,13 2-16,5 15 15,-25 19-15,-9 18 16,-3 9-16,-1 19 16,-5 21-16,0 21 15,-15 83 1,-1 1-16,-1 27 15,1 23-15,-6-77 16,-1-42-16,-1-5 16,3-13-16</inkml:trace>
  <inkml:trace contextRef="#ctx0" brushRef="#br0" timeOffset="19075.14">7452 10821 0,'0'0'0,"0"0"15,0 0 1,0 0-16,0 0 16,0 0-16,0 0 15,0 0-15,0 0 16,0 36-16,3-1 15,-3 163-15,0 3 16,-4-48-16,0-31 16,3 12-16,1 1 15,-2-76-15,2 4 16,-1-10-16,2-3 16,-1-17-16,0-9 15,0-24 1,0 17-16,0-17 15,0 0-15,-5-57 16,4 6-16,-6-64 16,2 0-16,1-6 15,6 4 1,-4 34-16,1 29 16,-1-33-16,2-8 15,-1 23-15,1 13 16,0 37-16,0 1 15,0 21-15,0-18 16,0 18-16,0-12 16,0 12-16,0-16 15,3-2-15,0 2 16,55-23-16,0 1 16,30-1-16,20 3 15,18 18 1,18 14-16,12-2 15,14 4-15,17 6 16,11 8-16,18 5 16,17 8-16,10 2 15,13 8-15,11-7 16,12 1 0,18 1-16,21 1 15,3-11-15,14-2 16,4-3-16,11-1 15,2-1-15,6-1 16,1-1-16,0 2 16,-5-3-16,3 2 15,-25-4-15,-14 3 16,-27-5-16,-16 2 16,-28-2-16,-23 0 15,-69-4 1,-53 2-16,1-1 15,-17-1-15,-20 0 16,-15 0-16,-5 1 16,-4 2-16,-4 2 15,-3 3 1,-4-2-16,-1 5 16,-30-13-16,34 23 15,-20 5-15,-3 15 16,1 36-16,0 2 15,-1 1-15,4 5 16,-3-9-16,-1 0 16,3 15-16,3 10 15,3-6-15,7 0 16,-2-19-16,2-14 16,0 11-16,7 6 15,-1 0 1,1 3-16,-11-26 15,-3-12-15,-5-13 16,-3-12-16,-4-5 16,-2-3-16,-6-13 15,7 12 1,-7-12-16,-12 12 16,-96 13-16,0 2 15,-48-2-15,-31 3 16,9-28-16,-4-14 15,-41 4-15,-25-1 16,-5-7-16,-11-5 16,-8 0-16,-11 3 15,-19-5-15,-16 2 16,1-2-16,-7 0 16,-5 3-16,-7 1 15,-2-1 1,-5 3-16,5-1 15,1 6-15,-3 2 16,-1 4-16,8 0 16,8 4-16,9-3 15,9 3 1,17-1-16,17-2 16,27-12-16,24-4 15,27-1-15,30-3 16,34 4-16,28 5 15,10-1-15,18 2 16,6-3-16,9 0 16,7-4-16,8-1 15,12 1-15,12 3 16,1 3-16,6 2 16,-1 2-16,15 14 15,-16-20 1,16 20-16,-5-23 15,12 7-15</inkml:trace>
  <inkml:trace contextRef="#ctx0" brushRef="#br0" timeOffset="19809.34">11021 10828 0,'0'0'16,"0"0"-16,0 0 15,0 0-15,0 0 16,0 0-16,0 0 15,0 0-15,0 0 16,0 0-16,0 0 16,26 0-16,-2 1 15,6-1-15,6 4 16,-36-4-16,25 3 16,-25-3-16,0 0 15,22 4 1,-22-4-16,11 27 15,-5-2-15,1 68 16,1 1-16,-5-13 16,-1-4-16,1 9 15,2 8 1,-2 19-16,2 21 16,-2-38-16,-1-14 15,3 35-15,-2 18 16,3-35-16,-3-17 15,-3-21-15,2-14 16,1 18-16,-1 8 16,-1-8-16,3 0 15,-4-16-15,1-6 16,-4-10-16,0-2 16,-7-5-16,-6-2 15,-8-3 1,-5 1-16</inkml:trace>
  <inkml:trace contextRef="#ctx0" brushRef="#br0" timeOffset="20660.91">9569 11544 0,'0'0'16,"0"0"-16,0 0 15,0 0-15,0 0 16,0 0-16,0 0 0,0 0 15,0 0-15,0 0 16,0 0-16,-11 17 16,1 2-1,-102 84-15,0 0 16,4-42-16,9-28 16,-3 25-16,0 13 15,5-20-15,10-3 16,17-3-16,16-2 15,10-7-15,10-7 16,34-29-16,-13 22 16,13-22-16,29 8 15,101-10-15,2 0 16,-11-26-16,-7-16 16,-7-20-1,-7-16-15,-2 25 16,0 14-16,-6-1 15,-2 10-15,-22 11 16,-11 12-16,-35 8 16,2-2-16,-24 3 15,0 0 1,0 0-16,0 0 16,-50 54-16,-11-4 15,-42 26-15,-23 21 16,28-26-16,11-11 15,-3-3-15,5-7 16,7-15-16,12-8 16,5-4-16,11-5 15,10-3-15,9-4 16,31-11-16,-29 10 16</inkml:trace>
  <inkml:trace contextRef="#ctx0" brushRef="#br0" timeOffset="26753.34">952 11573 0,'0'0'15,"0"0"-15,0 0 16,0 0-16,0 0 16,0 0-16,0 0 15,0 0-15,0 0 16,0 0-16,0 0 15,0 0-15,0 0 16,26-7-16,1-1 16,110-15-16,0 2 15,-42 12 1,-28 11-16,24-10 16,10-2-16,-20 4 15,-7 6-15,-9-4 16,-9 4-16,-12-3 15,-10 3-15,-34 0 16,38 0-16,-38 0 16,0 0-1,0 0-15,0 0 16</inkml:trace>
  <inkml:trace contextRef="#ctx0" brushRef="#br0" timeOffset="27628.03">820 11909 0,'0'0'0,"0"0"15,0 0-15,0 0 16,0 0-16,33 2 15,1 2-15,106 7 16,1-1 0,-42-6-16,-25-2 15,34 2-15,19 4 16,-34-5-16,-13-1 16,-16 0-16,-11 1 15,0-3-15,-3 0 16,-9 0-16,-6 0 15,-11 0-15,-24 0 16,30 0-16,-30 0 16,0 0-16,0 0 15,0 0-15,0 0 16,22-3 0,-22 3-16,0 0 15,0 0-15,0 0 16,0 0-16,0 0 15,0 0-15,0 0 16,0 0 0,0 0-16,0 0 15,0 0-15,22-2 16,-22 2-16,0 0 16,0 0-16,0 0 15,0 0-15,0 0 16,0 0-16,0 0 15,0 0-15,0 0 16,0 0-16,0 0 16,0 0-16,0 0 15,0 0-15,20-5 16,-20 5 0,0 0-16,0 0 15,0 0-15,0 0 16,0 0-16,0 0 15,0 0-15,0 0 16,0 0-16,0 0 16,0 0-1,0 0-15,0 0 16,0 0-16,0 0 16,0 0-16,0 0 15,0 0-15,0 0 16,0 0-16,0 0 15,0 0-15,0 0 16,0 0-16,0 0 16,0 0-16,0 0 15</inkml:trace>
  <inkml:trace contextRef="#ctx0" brushRef="#br0" timeOffset="41750.69">9864 11659 0,'0'0'0,"0"0"15,0 0-15,-10-8 16,10 8-1,-76-71-15,9 12 16,21 14-16,13 17 16,-3-11-16,4-3 15,-5-32-15,5-23 16,12 8-16,14 1 16,22-12-16,23-11 15,11-8-15,14-9 16,16 30-16,19 22 15,23 1-15,23 10 16,24-28 0,23-15-16,-17 46 15,-7 27-15,25 10 16,15 18-16,-14 7 16,-4 11-16,-3 10 15,0 10 1,-7 23-16,-6 18 15,-20-12-15,-11 3 16,-19 8-16,-14 12 16,2 35-16,-3 28 15,-20-50-15,-15-25 16,0 22-16,-5 7 16,-16-13-16,-11-5 15,-18-41-15,-3-3 16,-5-13-16,-6-7 15,-2-2-15,-2-4 16,-6-12 0,8 16-16,-8-16 15,0 0-15,7 12 16,-7-12-16,0 0 16,0 0-16,26 3 15,-26-3-15,53-29 16,-15 9-1,-7-9-15,1-3 16,-9-1-16,-1 2 16,-7 5-16,-4 2 15,-5 12-15,-1-1 16,-5 13-16,5-16 16,-7 3-16,2 13 15,-37-26-15,8 11 16,-17 6-16,-4 6 15,-12 12-15,-6 9 16,12 3-16,8 6 16,6-2-1,12 3-15,4-7 16,10-4-16,3-3 16,5 0-16,0-1 15,5 0-15,3-13 16,9 22-1,38 1-15,1 0 16,37 2-16,27 1 16,-38-20-16,-12-8 15</inkml:trace>
  <inkml:trace contextRef="#ctx0" brushRef="#br0" timeOffset="42729.57">13225 11903 0,'0'0'15,"0"0"-15,0 0 16,0 0-16,0 0 16,0 0-16,0 0 0,0 0 15,0 0-15,0 0 16,0 0-16,0 0 15,0 0-15,7 20 16,-1 1 0,15 138-16,2 0 15,-21-103-15,0 3 16,-2-10-16,2-4 16,-2-13-16,2-12 15,-2-20-15,1 18 16,-1-18-16,0 0 15,-7-43-15,2 0 16,-13-107-16,0 4 16,8 47-16,9 32 15,1-3-15,6 8 16,13-14 0,8-7-16,16 13 15,13 8-15,-6 21 16,0 16-16,-13 8 15,-8 13-15,-7-4 16,-22 8 0,28 8-16,-20 14 15,-18 45-15,-2-1 16,-19-2-16,-14 1 16,5-21-16,1-8 15,4-3-15,4-4 16,4-8-16,4-3 15,23-18-15,0 0 16</inkml:trace>
  <inkml:trace contextRef="#ctx0" brushRef="#br0" timeOffset="44213.85">14312 11903 0,'0'0'16,"0"0"-16,0 0 15,0 0-15,0 0 16,0 0-16,0 0 16,0 0-16,0 0 15,-19-9-15,19 9 16,-76-14-16,20 10 15,4 10-15,5 10 16,-6 12-16,-1 19 16,13 6-16,8 15 15,24-35 1,-2-3-16,11-30 16,-5 19-16,5-19 15,16 14-15,30-22 16,0 2-16,6-13 15,6-6-15,-18-2 16,-9 1 0,-9 5-16,-8 6 15,-14 15-15,15-19 16,-15 19-16,12-14 16,-12 14-16,0 0 15,0 0-15,0 0 16,11 39-16,-6 3 15,6 13-15,7 11 16,-2-19-16,5-13 16,0-6-16,6-8 15,3-6-15,8-5 16,3-15 0,4-11-16,7-33 15,4-20-15,-7-7 16,-6-6-16,-17 51 15,1-1-15,-10 6 16,-3 8 0,-6-8-16,-2 0 15,-4 1-15,-2 0 16,-3 4-16,-2 4 16,-3-1-16,-2 5 15,10 14-15,-26-9 16,-1 23-16,1 2 15,-9 8-15,-1 11 16,11-12-16,9-1 16,14-9-16,1-1 15,12 0-15,10 1 16,45-7 0,1 1-16,3-14 15,4-3-15,-20 6 16,-13 4-16,-3-5 15,-6 2 1,-10-1-16,-22 4 16,24-5-16,-24 5 15,0 0-15,0 0 16,25 48-16,-20 1 16,13 67-16,-2-1 15,-2 2-15,-3-1 16,-1 7-16,2 7 15,-9-49-15,-5-26 16,-4 17-16,-6 8 16,-6-7-16,-5 1 15,-5-26 1,-2-15-16,-20-14 16,-11-16-16,4-19 15,-1-14-15,11-8 16,12-8-16,1-8 15,10-7-15,13-35 16,14-24 0,10 17-16,15 6 15,16-4-15,19 1 16,1-13-16,9-9 16,6 29-16,5 20 15,-26 24-15,-13 21 16,-27 16-16,-1 0 15,-17 12-15,0 0 16,0 0-16,0 0 16,0 0-16,0 0 15,-29 74-15,-5-8 16,15-7 0,10-2-16,9-10 15,12-3-15,18 2 16,19-1-16,7 1 15,12 1-15,6-9 16,12-7 0,-6-22-16,-1-10 15,-1-5-15,-4-2 16,-12-10-16,-5-5 16,-15-9-16,-6-8 15,-10-7-15,-8-7 16,-13 9-16,-8 6 15</inkml:trace>
  <inkml:trace contextRef="#ctx0" brushRef="#br0" timeOffset="44661.79">16061 11923 0,'0'0'16,"0"0"-16,0 0 31,0 0-31,0 0 15,0 0-15,0 0 0,0 0 16,0 0-16,0 0 16,0 0-16,-18 36 15,-1-2-15,4 31 16,6 21 0,22-32-16,18-12 15,16 5-15,16 5 16,-17-21-16,-1-12 15,-15-5-15,-30-14 16,29 12-16,-29-12 16,0 0-16,0 0 15,8 13-15,-8-13 16,-36 20-16,5-3 16</inkml:trace>
  <inkml:trace contextRef="#ctx0" brushRef="#br0" timeOffset="46208.39">8205 12850 0,'0'0'15,"10"12"-15,-1 1 16,-9-13-16,0 0 15,2 16-15,1 2 16,20 101-16,-1-2 16,-6-29-16,1-23 15,-6-13-15,-6-17 16,1-4-16,-3-6 16,-1-7-16,1-3 15,-3-15 1,2 16-16,-2-16 15,0 0-15,0 0 16,-30 5-16,-36-59 16,2 0-16,-5-25 15,1-15 1,49 50-16,1 1 16,18-4-16,15 0 15,29-31-15,0 0 16,6 1-16,5 7 15,-2 24-15,0 19 16,-13 10-16,-7 17 16,-5 13-16,-5 14 15,-13 15-15,-16 15 16,-17 10-16,-20 14 16,9-7-16,1 2 15,0-16 1,1-8-16,9-11 15,9-6-15</inkml:trace>
  <inkml:trace contextRef="#ctx0" brushRef="#br0" timeOffset="46520.82">8683 12879 0,'0'0'16,"0"0"-16,0 0 15,0 0-15,0 0 16,0 0-16,0 0 16,29-13-16,3 3 15,117-50 1,0-1-16,-91 37 15,-1-1-15,7-2 16,3 3-16,-21 7 16,-9 7-1,-6 2-15,-6 4 16,-25 4-16,33 15 16</inkml:trace>
  <inkml:trace contextRef="#ctx0" brushRef="#br0" timeOffset="46801.93">9222 12800 0,'0'0'16,"0"0"-1,0 0-15,0 0 16,0 0-16,0 0 15,0 0-15,12 39 16,1 2-16,8 179 16,3-1-16,-23-74 15,-11-50 1,14 25-16,4-1 16,-6-74-16,-1-2 15,1-16-15,3-7 16</inkml:trace>
  <inkml:trace contextRef="#ctx0" brushRef="#br0" timeOffset="48208.05">9602 13833 0,'0'0'0,"0"0"16,0 0-16,0 0 15,0 0-15,0 0 16,0 0-16,0 0 16,0 0-16,20-6 15,-20 6 1,124-74-16,-18 8 16,-33 6-16,-20 8 15,27-30-15,12-18 16,-4 2-16,4-4 15,-24 13-15,-12 11 16,-7-26-16,-3-10 16,-17 15-16,-9 10 15,-8 25-15,-8 23 16,-6-13-16,-3 0 16,-8-9-16,-1-2 15,-2 9 1,3 6-16,0 13 15,5 13-15,3 9 16,0 3-16,5 12 16,-6-18-16,6 18 15,-8-12 1,8 12-16,0 0 16,0 0-16,0 0 15,0 0-15,0 0 16,0 0-16,24-3 15,-24 3-15,0 0 16,0 0-16,0 0 16,22 2-16,-22-2 15,0 0-15,0 0 16,0 0-16,0 0 16,0 0-16,0 0 15,0 0 1,0 0-16,2 17 15,-15-1-15,-25 40 16,-3 2-16,9-13 16,3-4-1,15-20-15,-2 0 16,7-9-16,9-12 16,-11 14-16,11-14 15,0 0-15,0 0 16,19-23-16,2-5 15,25-32-15,2-1 16,-11 14-16,-3 8 16,-12 9-16,-4 15 15,-2-2-15,-16 17 16,20-20-16,-20 20 16,0 0-1,25 9-15,-2 68 16,-1 2-16,-4 6 15,4 5-15</inkml:trace>
  <inkml:trace contextRef="#ctx0" brushRef="#br0" timeOffset="87838.24">11801 6544 0,'0'0'0,"0"0"0,0 0 0,0 0 0,0 0 0,0 0 16,0 0-16,0 0 15,0 0 1,0 0-16,0 0 16,-4 24-16,3 1 15,-9 150-15,2 4 16,0-52-16,5-33 16,-4 28-16,2 12 15,2-45-15,1-23 16,-1-2-16,-1-5 15,2-14-15,2-6 16,-3-18-16,3 0 16,0-21-16,0 0 15,-2-29 1,-1-2-16,-21-131 16,4 3-16,1 30 15,4 26-15,-1-2 16,5 8-16,-3-5 15,7 1 1,9 21-16,12 18 16,11-28-16,16-7 15,17-3-15,16-4 16,1 31-16,8 24 16,-13 12-16,-3 16 15,-6 1-15,3 5 16,-23 18-16,-11 15 15,-4 42-15,-2 37 16,-33-6-16,-22 10 16,-19-24-16,-22-11 15,-4 2 1,-11 0-16,14-11 16,9 0-16,29-32 15,0 2-15,9-11 16,26-16-16,-26 17 15,26-17 1</inkml:trace>
  <inkml:trace contextRef="#ctx0" brushRef="#br0" timeOffset="89369.41">13013 6645 0,'0'0'0,"0"0"16,0 0-16,0 0 15,0 0-15,0 0 16,0 0-16,0 0 15,0 0 1,0 0-16,0 0 16,0 0-16,0 0 15,-21-14-15,-1 1 16,-49 3-16,-1 2 16,8 20-16,8 17 15,3 23-15,5 23 16,12 7-16,15 11 15,7-58-15,2 2 16,7-8-16,9-5 16,4 1-16,7 0 15,5-7 1,11 2-16,9-14 16,10-9-16,11-40 15,19-29-15,-23-23 16,1-23-16,-32 77 15,1 0 1,-17 17-16,3 5 16,-7 3-16,-6 16 15,8-16-15,-8 16 16,8-13-16,-8 13 16,0 0-16,0 0 15,-6 25-15,-2 2 16,-18 87-16,0-1 15,18-65-15,0 2 16,8-10-16,8 0 16,10 1-1,7 6-15,9-15 16,10-5-16,6-13 16,7-5-16,21-32 15,20-18-15,-7-5 16,5-3-1,-20-17-15,-12-13 16,-11 19-16,-9 8 16,-10 7-16,-7 9 15,-8 8-15,-4 7 16,-5 0-16,-1 6 16,-6-5-16,-3-3 15,-6-7-15,-7-6 16,1 10-16,-2 2 15,-7 12-15,-5 12 16,-17 6-16,-5 11 16,-2-3-1,3 4-15,11 10 16,8 7-16,10-6 16,16 2-16,1-4 15,4-2-15,19 4 16,12 2-16,10 4 15,16 4 1,-1-2-16,9 3 16,7 1-16,6 7 15,-4-5-15,-3 1 16,-3 5-16,-3 6 16,-20 35-16,-7 28 15,-25-36-15,-18-11 16,-26 42-16,-19 31 15,-4-48-15,-3-15 16,-11-23-16,-4-19 16,7-5-16,1-10 15,12-8 1,10-5-16,17-13 16,22 2-16,-36-35 15,24-19-15,37-73 16,2 4-1,45-18-15,35-6 16,-24 8-16,-1 9 16,-4 17-16,4 18 15,-2-15-15,1 0 16,-15 19-16,-6 13 16,-36 46-16,1 0 15,-10 8-15,-2 13 16,-13 11-16,14-19 15,-14 19-15,0 0 16,0 0-16,-34 8 16,-12 7-1,-1-1-15,5 35 16,7 29-16,10-21 16,10-1-16,11-10 15,11-5-15,25 3 16,21 2-1,12-6-15,17 5 16,-11-18-16,2-4 16,7-25-16,8-16 15</inkml:trace>
  <inkml:trace contextRef="#ctx0" brushRef="#br0" timeOffset="89884.91">16168 6194 0,'0'0'15,"0"0"-15,0 0 16,0 0-16,0 0 16,27-39-16,1 2 15,19-82-15,3 4 16,-53 69-16,0-1 15,-24-1-15,-14 3 16,-12 17-16,-12 10 16,3 37-16,-2 31 15,-16 57 1,-10 51-16,28 6 16,16 29-16,10 10 15,14 18-15,0-81 16,8-46-1,6 30-15,10 8 16,-5-22-16,0-12 16,1-12-16,2-9 15,-5-3-15,2-4 16</inkml:trace>
  <inkml:trace contextRef="#ctx0" brushRef="#br0" timeOffset="91713">15489 7147 0,'0'0'0,"0"0"16,0 0-16,0 0 16,0 0-16,34-2 15,1 0-15,101 2 16,1 2-1,-51 0-15,-30 4 16,43-6-16,21 0 16,-18-14-16,-3-7 15,-2-32-15,-2-22 16,-27 20-16,-15 5 16,-13 6-16,-11 7 15,-7 8-15,-9 11 16,-8 3-16,1 3 15,-9-5-15,-3 3 16,-19-5-16,1 0 16,-15 1-1,-10-1-15,-18 38 16,-10 26-16,14 35 16,6 37-16,22-53 15,20-18-15,6-7 16,9-7-16,11 2 15,11 1 1,3-8-16,6-3 16,4-9-16,6-7 15,7-16-15,7-10 16,9-49-16,10-31 16,-17 10-16,-7-4 15,-31 51-15,1 5 16,-17 17-16,2 2 15,-8 3-15,3 14 16,0 0-16,0 0 16,-52 54-16,21 8 15,-2 22 1,0 18-16,21-19 16,16-5-16,15 13 15,14 8-15,-13-35 16,1-20-1,7-9-15,5-10 16,17-17-16,13-14 16,4-38-16,12-28 15,-12-19-15,-4-21 16,-9 7-16,-6 2 16,-17 14-16,-10 10 15,-13 49-15,1-2 16,-4 8-16,1 7 15,-6 17-15,5-21 16,-5 21-16,0 0 16,-16 36-1,3 1-15,-26 66 16,-1 1-16,15-36 16,13-23-16,14 25 15,17 13-15,0-29 16,9-13-1,3-12-15,6-12 16,6-17-16,9-16 16,3-22-16,12-17 15,-13-10-15,-1-10 16,-15-27-16,-10-25 16,-9 50-16,-11 30 15,-7 20-15,3 0 16,-4 9-16,0 5 15,0 1-15,0 12 16,0 0-16,0 0 16,0 0-1,-2 12-15,-6 82 16,0-1-16,1-15 16,2-7-16,0 7 15,3 4-15,14 18 16,13 16-16,-12-69 15,0 3 1,-2-21-16,3-8 16,1-4-16,3 2 15,6-5-15,4-7 16,39-55-16,1 3 16,0-48-16,2-27 15,-20 31-15,-10 12 16,-5-11-16,-7-5 15,-10 29-15,-8 22 16,-1-2-16,-1 10 16,-5 5-16,-1 10 15,-4 1 1,-1 3-16,-4 2 16,7 13-16,0 0 15,-31 0-15,0 61 16,1 0-1,2 3-15,1 7 16,10 4-16,9 5 16,6 22-16,9 19 15,3-35-15,5-17 16,3-19-16,5-15 16,20-8-16,15-8 15,0-5-15,7-3 16,-1-48-16,5-34 15,5-40-15,9-38 16,-15 18-16,-4 5 16,-26 16-1,-19 13-15,-5 32 16,-8 22-16,0-20 16,1-5-16,-6 4 15,-1 2-15,-4 6 16,-3 8-1,-1 9-15,1 7 16,0 10-16,3 10 16,-1 0-16,5 12 15,0 0-15,0 0 16,0 0-16,0 0 16,-28 40-16,13 0 15,-3 5-15,-1 8 16</inkml:trace>
  <inkml:trace contextRef="#ctx0" brushRef="#br0" timeOffset="92337.95">19109 6081 0,'0'0'16,"0"0"-16,0 0 15,0 0-15,0 0 16,0 0-16,0 0 16,-6 40-16,1 2 15,2 113-15,2 2 16,7-82-16,1-1 15,6 46-15,7 33 16,-10-58-16,-2-26 16,4 34-1,3 15-15,-6-15 16,0 0-16,-6-34 16,-3-22-16,2 3 15,3-2-15,-2-15 16,0-9-1,-3-24-15,24 11 16</inkml:trace>
  <inkml:trace contextRef="#ctx0" brushRef="#br0" timeOffset="92572.32">19148 6759 0,'0'0'16,"0"0"-16,0 0 16,0 0-1,0 0-15,18-2 16,-18 2-16,106-15 16,-19 3-16,-7-1 15,1 2-15,-7-5 16,0 1-16</inkml:trace>
  <inkml:trace contextRef="#ctx0" brushRef="#br0" timeOffset="93384.64">18425 6166 0,'0'0'15,"0"0"-15,0 0 16,0 0-16,0 0 15,0 0-15,0 0 16,0 0-16,0 0 16,0 40-16,2 4 15,0 58 1,2 2-16,-1-64 16,0 3-16,2 22 15,4 13-15,-7 17 16,-4 19-16,2-27 15,4-11 1,-9 13-16,-2 8 16,-1-8-16,-2 0 15,5-48-15,2 1 16</inkml:trace>
  <inkml:trace contextRef="#ctx0" brushRef="#br0" timeOffset="95056.46">15188 8644 0,'0'0'16,"0"0"-16,0 0 16,0 0-16,0 0 15,0 0-15,0 0 16,0 0-16,0 0 16,0 0-16,0 0 15,0 0-15,0 0 16,61-2-16,0 0 15,171-23-15,2 3 16,-73 5-16,-47 9 16,97-21-1,53-9-15,-18-3 16,9-2-16,14 0 16,17 0-16,-13-1 15,-3 4-15,-12 14 16,-9 11-16,-12 13 15,-12 12 1,-29 7-16,-20 8 16,-46-5-16,-33 3 15,-1-2-15,-11 2 16,-20-7-16,-16-1 16,-25-8-16,1 4 15,-25-11-15,20 11 16,-20-11-16,0 0 15,0 0-15,22 14 16,-22-14-16,0 0 16,0 0-16,0 0 15,0 0 1,0 0-16,-56-19 16,8 0-16,-72-23 15,0-2-15,-2 4 16,0 6-16,-35 11 15,-24 13 1,4-1-16,-2 5 16,-24 6-16,-13 8 15,-1-3-15,-1-1 16,-11 2-16,-2 2 16,-2-4-16,0 1 15,-5 0-15,-2 2 16,-4-3-16,1 2 15,-10-2-15,-4 3 16,4-2-16,-2 5 16,5-2-16,4 5 15,7-3 1,9 3-16,-6-1 16,0 3-16,-16 1 15,-9 7-15</inkml:trace>
  <inkml:trace contextRef="#ctx0" brushRef="#br0" timeOffset="100461.8">18824 9663 0,'0'0'16,"0"0"-16,0 0 16,0 0-16,0 0 15,0 0-15,0 0 16,0 0-16,0 0 16,0 0-16,0 0 15,0 0-15,0 0 16,-3 56-16,-1 3 15,-2 155-15,1 1 16,8-165 0,1 1-16,-4 61 15,1-1-15,1-60 16,-1 0-16,-1-33 16,0 4-16,0-10 15,0-12 1,0 0-16,0 0 15,-8-41-15,2-7 16,-14-75-16,1-2 16,-2 3-16,-2 4 15,-2 20-15,0 12 16,17 57-16,2 2 16,-2-4-16,2 2 15,29-41-15,1-1 16,20-6-16,17-2 15,6 16-15,9 14 16,-2 12 0,4 12-16,-11 13 15,-1 13-15,-4 17 16,-1 20-16,-11 22 16,-6 23-16,-19-19 15,-15-4 1,-18 40-16,-14 24 15,6-15-15,0 2 16,-6-44-16,-5-26 16,-26 7-16,-16-5 15,-2-4-15,-4 1 16,3-22-16,-2-11 16,16-6-16,8-4 15,6-2-15,11 3 16,33 2-16,-24-18 15</inkml:trace>
  <inkml:trace contextRef="#ctx0" brushRef="#br0" timeOffset="100774.36">19966 9554 0,'0'0'16,"0"0"-16,0 0 16,0 0-16,0 0 15,0 0-15,0 0 16,8 35-16,-2 0 16,2 69-16,2 1 15,-6-25-15,-1-13 16,0-10-16,2-5 15,-3-16-15,1-14 16,-3-22 0,5 21-16,-5-21 15,10-12-15,11-73 16,1 2-16</inkml:trace>
  <inkml:trace contextRef="#ctx0" brushRef="#br0" timeOffset="101289.77">20293 9203 0,'0'0'15,"-45"21"-15,0 1 16,45-22-16,0 0 16,0 0-16,0 0 15,30-4-15,0 2 16,53-2-16,0 1 16,-17 6-16,-14 7 15,29-4-15,17 5 16,-12-7-16,-1 1 15,-33-5-15,-18-1 16,-34 1 0,34-2-16,-34 2 15,0 0-15,0 0 16,0 0-16,-21-5 16,-11 5-16,-60 5 15,-1-2 1,22 35-16,16 24 15,10 14-15,15 20 16,24-59-16,0 2 16,12-8-16,13 0 15,26 4-15,2 3 16,-1 1-16,1 4 16,-16-16-16,-7-8 15,-8-5-15,-4-1 16,-9 12-16,-10 12 15,-34 23-15,1 1 16,6-23 0,5-15-16,-2-17 15,1-15-15,8-17 16,7-14-16,12-11 16,13-14-16</inkml:trace>
  <inkml:trace contextRef="#ctx0" brushRef="#br0" timeOffset="101883.51">21325 8795 0,'0'0'15,"0"0"-15,0 0 16,0 0-16,0 0 16,0 0-16,0 0 15,-7 21-15,0 0 16,-23 109-16,2 2 15,12-16-15,9-6 16,0 12 0,4 10-16,0-44 15,3-23-15,0 24 16,3 10-16,-1-20 16,-1-11-16,1-33 15,1 0 1,-3-21-16,2 1 15,-2-15-15,0 0 16,2-26-16,2 3 16,20-102-16,1 3 15,8 7-15,7 7 16,1 9-16,7 11 16,-8 25-16,-1 26 15,-11 3-15,-6 15 16,-22 19-16,19-18 15,-19 18-15,0 0 16,0 0 0,0 0-16,-50 48 15,9-9-15,2 11 16,1 8-16,15-14 16,12-5-16,0-9 15,6-3 1,7-2-16,8-2 15,60 15-15,0 1 16,40-9-16,25-1 16,-42-12-16,-20-7 15,-10-6-15,-12-4 16</inkml:trace>
  <inkml:trace contextRef="#ctx0" brushRef="#br0" timeOffset="103524.14">21641 12151 0,'0'0'15,"0"0"-15,0 0 16,0 0-16,0 0 16,0 0-16,0 0 15,0 0-15,0 0 16,26-5-16,2 2 15,4-8-15,2 1 16,-18-7 0,-7-3-16,-4-4 15,-3 0-15,-7-3 16,-6-1-16,-26-33 16,0 4-16,-33-31 15,-23-15 1,10 19-16,0 9 15,-10-3-15,-2 3 16,-39-6-16,-25-1 16,12-9-16,0-5 15,-1 16-15,2 7 16,-25 29-16,-16 18 16,2-27-16,-3-13 15,6 11-15,4 6 16,-2-15-16,0-7 15,-7 8-15,-3 1 16,0-5 0,0-1-16,8 2 15,6 4-15,-9-4 16,-2 0-16,5 1 16,5 7-16,2 26 15,3 19 1,15 9-16,14 12 15,-10-5-15,-1-2 16,-5 6-16,1 5 16,13 6-16,13 7 15,0 25-15,5 23 16,-5-1-16,6 10 16,23-24-16,20-8 15,10-9-15,14-4 16,-8 5-16,-2 5 15,6 14-15,2 13 16,7-10 0,9 2-16,4-12 15,7-5-15,-4 5 16,-1 2-16,-8 9 16,-4 4-16,7-9 15,7-4-15,7-17 16,10-10-1,-2-2-15,9-4 16,-3-4-16,6-2 16,10-17-16,-10 15 15,10-15-15,0 0 16,-12 13-16,12-13 16,0 0-16,0 0 15,0 0-15,0 0 16,9-45-16,4-5 15,3-18-15,4-8 16,-14 45 0,2 0-16,-2 7 15,-4 11-15,-2 13 16,4-17-16,-4 17 16,0 0-16,1-15 15,-1 15 1,0 0-16,0 0 15,0-12-15,0 12 16,0 0-16,0 0 16,-15 12-16,4 1 15,-10 25-15,0 4 16,4 2-16,1 5 16,3-16-16,8-6 15,0-6-15,4-3 16,0-6-16,1-12 15,2 19-15,-2-19 16,52 10 0,-6-5-16,19-14 15,19-5-15,-27-12 16,-10-8-16</inkml:trace>
  <inkml:trace contextRef="#ctx0" brushRef="#br0" timeOffset="107461.08">11544 12453 0,'0'0'16,"0"0"-16,0 0 16,0 0-16,0 0 15,0 0-15,0 0 16,0 0-16,0 0 16,12 50-16,-1 1 15,8 92-15,4-1 16,-22-31-16,-9-23 15,3 40-15,2 21 16,-21-34 0,-15-10-16,-9 18 15,-11 9-15,12-36 16,4-20-16,-12 5 16,-5-1-16,-4-1 15,-4 2 1,0-18-16,1-7 15,-15-8-15,-7-7 16,15-16-16,8-10 16,3-9-16,5-6 15,-17-23-15,-12-12 16,-2-33-16,-4-25 16,29 28-16,17 14 15,9 8-15,13 14 16,4 1-16,6 10 15,-2-3-15,7 3 16,-6-6 0,1 1-16,-2-3 15,0-3-15,-3-6 16,-1-4-16,8-9 16,3-1-16,7-5 15,6 1-15,4-6 16,4 3-1,5-22-15,4-11 16,-6 18-16,-1 14 16,-4 10-16,-1 13 15,-1 1-15,-1 6 16,-2 5-16,2 5 16,-5 3-16,-1 14 15,4-29-15,-1 8 16,2-35-16,0 2 15,-2-8-15,2-4 16,-1 15 0,0 9-16,-1 1 15,0 3-15,-1 10 16,-1 7-16,-1 4 16,0 17-16,2-20 15,-2 20 1,0 0-16,2-15 15,-2 15-15,0 0 16,0-12-16,0 12 16,0 0-16,0 0 15,0 0-15,0 0 16,0 0-16,0 0 16,-34 35-16,8 2 15,-6 8-15,-7 11 16,22-31-16,2 1 15,7-12-15,0-2 16,8-12 0,-8 15-16,8-15 15,0 0-15,0 0 16,0 0-16,0 0 16,0 0-16,0 0 15,3-19 1,20-12-16,2 2 15,3-8-15,4-4 16,-9 9-16,-2 12 16,-10 6-16,-11 14 15,17-15-15,-17 15 16,0 0-16,0 0 16,7 64-16,-9 0 15,1 5-15,-1 10 16,0-20-16,2-12 15</inkml:trace>
  <inkml:trace contextRef="#ctx0" brushRef="#br0" timeOffset="118724.32">19136 13511 0,'0'0'16,"0"0"-16,0 0 16,0 0-16,0 0 15,0 0-15,0 0 16,11 19-16,0 1 16,33 117-16,-2 1 15,-23-22 1,-14-14-16,-2 20 15,-2 10-15,3-72 16,-1 2-16,-3-38 16,1 4-16,-1-12 15,2-1-15,-2-15 16,2 18 0,-2-18-16,0 13 15,0-13-15,0 0 16,0 0-16,0-13 15,0-94-15,0 1 16,-2 2-16,2 8 16,-2 9-16,4 13 15,-2-24-15,3-7 16,-3 58-16,2-1 16,-2 27-16,1 0 15,-1 7-15,0 14 16,0-17-1,0 17-15,0 0 16,0-12-16,0 12 16,16-13-16,56 9 15,2 0-15,37-6 16,32 0 0,6 3-16,18 7 15,13-4-15,15 4 16,2 0-16,6 7 15,-6-5-15,-2 4 16,2-5-16,2 4 16,-14-3-16,-5 2 15,-37-2-15,-23 0 16,-17-2-16,-20 3 16,-20-3-16,-19 1 15,-21-1 1,1 0-16,-24 0 15,0 0-15,27 0 16,-27 0-16,0 0 16,0 0-16,6 17 15,-6 0-15,3 75 16,0 4 0,-3-14-16,-2-5 15,1-1-15,1-2 16,-3 5-16,3 4 15,4-17-15,4-6 16,7-4-16,7 0 16,3 6-16,8 4 15,-8-10-15,-3-2 16,-5-15-16,-4-10 16,-3-6-16,-3-7 15,-7-16-15,1 17 16,-35 1-1,1 0-15,-88 22 16,2-1-16,-68-24 16,-41-15-16,37-21 15,17-18-15,-35-1 16,-14-4 0,13-3-16,4 2 15,18 4-15,12 6 16,0 2-16,4 3 15,18 18-15,17 12 16,9 6-16,16 13 16,59-8-16,1 1 15,52-12-15,-39 13 16,39-13-16,0 0 16,-30 7-16,30-7 15,0 0 1,0 0-16,0 0 15,0 0-15,0 0 16,27-16-16</inkml:trace>
  <inkml:trace contextRef="#ctx0" brushRef="#br0" timeOffset="120927.06">19596 14003 0,'0'0'15,"0"0"-15,0 0 16,0 0-16,0 0 16,0 0-16,0 0 15,0 0-15,0 0 16,11 12-16,0 3 16,44 97-16,-1-1 15,-27-61 1,-1 2-16,-3-23 15,0-11-15,-2-7 16,-21-11-16,36 5 16,-36-5-16,41-26 15,-15-1 1,-5-6-16,-2-6 16,-4-4-16,0-4 15,-3 3-15,1 0 16,-2-3-16,1-1 15,-2 6-15,-1 10 16,-6 15-16,3 1 16,-4 3-16,-2 13 15,3-14-15,-3 14 16,0 0-16,0 0 16,0 0-16,0 0 15</inkml:trace>
  <inkml:trace contextRef="#ctx0" brushRef="#br0" timeOffset="121473.94">20365 13848 0,'0'0'15,"0"0"-15,0 0 16,0 0-16,0 0 15,0 0-15,0 0 16,0 0-16,0 0 16,0 0-16,0 0 15,-31 54-15,-1-1 16,-35 122-16,-1-2 16,62-144-1,-1 0-15,3-15 16,1 1-16,3-15 15,0 0-15,0 0 16,0 0-16,5-71 16,2-1-16,-2-14 15,1-7 1,-1 26-16,1 18 16,0 10-16,-1 12 15,0 2-15,3 10 16,0-1-16,4 4 15,-12 12-15,35-9 16,2 33-16,1 1 16,3 23-16,3 17 15,-10 15-15,-2 17 16,-12-6-16,-6 4 16,-5-56-16,-1 3 15,-3-16 1,-2-7-16,-1-4 15,1-3-15,-3-12 16,-1 13-16</inkml:trace>
  <inkml:trace contextRef="#ctx0" brushRef="#br0" timeOffset="121661.33">20228 14266 0,'0'0'16,"0"0"-16,0 0 15,0 0-15,0 0 16,0 0-16,0 0 15,11-4-15,-11 4 16,98-29-16,-14 4 16,-9 7-16,-7 3 15,20 1-15,12 1 16,-21-1-16,-10 3 16</inkml:trace>
  <inkml:trace contextRef="#ctx0" brushRef="#br0" timeOffset="122052.25">21103 13453 0,'0'0'16,"0"0"-16,0 0 15,0 0-15,0 0 16,0 0-16,0 0 16,0 0-16,0 0 15,0 0-15,0 0 16,9 33-16,0 3 16,21 139-1,0 1-15,-21-56 16,-9-36-16,8 42 15,6 21-15,-14-92 16,2 0-16,-2-1 16,3 3-16,-1 6 15,-1 7 1,1-15-16,3 0 16,-2-10-16,3 0 15,-3-18-15,3-8 16</inkml:trace>
  <inkml:trace contextRef="#ctx0" brushRef="#br0" timeOffset="122911.39">21749 13989 0,'0'0'16,"0"0"-16,0 0 16,0 0-16,0 0 15,0 0 1,0 0-16,0 0 15,0 0-15,0 0 16,0 0-16,0 0 16,0 0-16,2 9 15,2 4 1,15 135-16,1 0 16,-8-42-16,-6-28 15,1-4-15,1-7 16,-3-13-16,0-7 15,-3-26-15,1 0 16,-3-9-16,0-12 16,0 0-16,0 0 15,-16-46-15,0-8 16,-15-57-16,1 1 16,9-3-1,8-3-15,8 38 16,11 24-16,3-8 15,7 6-15,4-1 16,5 7-16,10 3 16,9 9-16,8 2 15,9 10-15,-20 11 16,-6 13 0,-4 10-16,-1 14 15,-4 8-15,-1 15 16,-7-9-16,-4-4 15,-11 6-15,-8 3 16,-48 28-16,1-1 16,-15-10-16,-7-6 15,8-11-15,5-8 16,3-8-16,4-7 16</inkml:trace>
  <inkml:trace contextRef="#ctx0" brushRef="#br0" timeOffset="123505.14">22298 14025 0,'0'0'15,"0"0"-15,0 0 16,0 0-16,0 0 16,0 0-16,0 0 15,0 0-15,0 0 16,0 0-16,0 0 16,-4 20-16,0 0 15,-32 137 1,2 3-16,25-131 15,1 0-15,3-16 16,2 3-16,3-16 16,-4 12-16,4-12 15,0 0 1,0 0-16,0 0 16,-9-84-16,8 5 15,7 2-15,3 4 16,1 41-16,-1 3 15,5 6-15,5 8 16,0-2-16,4 5 16,-1 0-16,2 5 15,-24 7-15,42-3 16,-42 3-16,38 29 16,-13 60-1,0 2-15,-14 20 16,-8 17-16,1-49 15,-1-28-15,-2 0 16,3-12-16,-4-27 16,2 3-16,-2-15 15,0 0-15</inkml:trace>
  <inkml:trace contextRef="#ctx0" brushRef="#br0" timeOffset="123645.73">22323 14332 0,'0'0'16,"0"0"-16,0 0 15,0 0-15,0 0 16,0 0-16,0 0 16,35-1-16,0 1 15,223 3-15,0 4 16</inkml:trace>
  <inkml:trace contextRef="#ctx0" brushRef="#br0" timeOffset="127739.31">20550 14913 0,'0'0'16,"0"0"-16,0 0 15,0 0-15,0 0 16,0 0-16,0 0 16,0 0-16,0 0 15,0 0-15,0 0 16,0 0-16,0 0 16,28-9-16,2-2 15,6 22-15,6 16 16,-29 1-1,-16 7-15,-16 43 16,-1 4-16,-30 39 16,-18 34-16,-15-37 15,-13-12 1,-17 34-16,-15 23 16,-14-59-16,-12-31 15,-36 18-15,-25-3 16,-10 18-16,-13 11 15,-32-41-15,-24-18 16,-25-16-16,-22-17 16,-10 23-16,-9 11 15,-15-15-15,-14-5 16,389-39-16,0 0 16,-865-43-16,2-1 15,292 15 1,197 12-16,-119-8 15,-9 3-15,-15-3 16,-6 0-16,-4 0 16,0 1-16,19-24 15,14-10 1,12-59-16,15-43 16,1 54-16,10 24 15,25-32-15,20-12 16,34-27-16,30-20 15,26 17-15,29 8 16,9-63-16,20-35 16,5 10-16,10 0 15,41-12-15,33-5 16,19 2-16,23 1 16,24 9-16,27 14 15,30 70 1,29 54-16,-13-63 15,4-18-15,8 52 16,8 30-16,-1-15 16,1 3-16,3 13 15,8 13-15,-4 24 16,7 26 0,-3-10-16,4 7 15,0 5-15,2 10 16,0 9-16,-1 3 15,-1 1-15,0 13 16,2-14-16,-2 14 16,1-13-16,-1 13 15,0 0-15,5-12 16,-5 12-16,0 0 16,0 0-16,0 0 15,6-12-15,-6 12 16,0 0-1,0 0-15,0 0 16,-9 22-16,-18 39 16,-1 1-16,-19 36 15,-11 29 1,18-41-16,9-15 16,18-45-16,1 4 15,12-30-15,-10 22 16,10-22-16,-6 15 15,6-15-15,0 0 16,2-36-16,2 2 16,4-53-16,2 1 15,4 30-15,3 18 16,-3 9-16,-3 15 16,0-3-16,-3 5 15,0-1 1,-8 13-16,23-4 15,-7 16-15,30 73 16,-2 1-16,9 10 16,7 9-16</inkml:trace>
  <inkml:trace contextRef="#ctx0" brushRef="#br0" timeOffset="-123755.27">7807 7240 0,'0'0'0,"0"0"0,0 0 0,0 0 0,0 0 0,0 0 16,0 0-16,0 0 16,0 0-1,0 0-15,0 0 16,0 0-16,0 0 15,36 25-15,1 3 16,87 51-16,0 5 16,-84-54-16,4 4 15,10 2-15,11 2 16,-19-8-16,-7-4 16,-2-5-16,-2-1 15,-4-3-15,-4-1 16,-5-4-16,-2 1 15,-20-13 1,26 14-16,-26-14 16,0 0-16</inkml:trace>
  <inkml:trace contextRef="#ctx0" brushRef="#br0" timeOffset="-123427.21">8683 7162 0,'0'0'16,"0"0"-16,0 0 15,0 0-15,0 0 16,0 0-16,0 0 16,0 0-16,0 0 15,-43 47-15,1 3 16,-68 100-16,-1 4 15,81-115-15,1 2 16,-32 40 0,3-1-16,6-5 15,2-2-15,14-22 16,9-11-16,4-8 16,7-6-1,5-12-15,2 0 16,9-14-16,0 0 15</inkml:trace>
  <inkml:trace contextRef="#ctx0" brushRef="#br0" timeOffset="-121318.3">8926 7669 0,'0'0'0,"0"0"16,0 0-16,0 0 16,0 0-16,0 0 15,0 0 1,0 0-16,0 0 15,0 0-15,0 0 16,0 0-16,0 0 16,0 0-16,0 0 15,0 0-15,0 0 16,-20 24-16,0 3 16,-13 68-16,2 0 15,18-28-15,15-20 16,-2-10-16,5-12 15,1 4-15,2 0 16,5 17 0,6 14-16,-1 3 15,3 10-15,4-7 16,6 2-16,13-12 16,13-7-1,24-14-15,20-13 16,-12-1-16,3-3 15,14-8-15,17-6 16,-14-1-16,2-3 16,-7-9-16,3-5 15,-6-7-15,-1-2 16,-24 5-16,-15 1 16,-6 3-16,-9 5 15,-2-1-15,-7 2 16,-3-2-16,1 1 15,-9-1 1,-2 4-16,-2-3 16,-1 1-16,1-3 15,0 4-15,-22 7 16,27-18-16,-27 18 16,21-18-1,-14 6-15,-1 0 16,-4-3-16,-2 0 15,-4-10-15,-4-1 16,-4-1-16,0 1 16,-2 2-16,3 5 15,-3 3-15,4 3 16,10 13-16,-20-16 16,20 16-16,-16-12 15,16 12-15,0 0 16,0 0-16,0 0 15,0 0 1,0 0-16,0 0 16,0 0-16,0 0 15,43 11-15,-9-2 16,10 9-16,-5-6 16,2 4-16,-10-4 15,-4 3 1,-6-4-16,-3 1 15,-8 0-15,2 3 16,-10 5-16,-2 8 16,-6 4-16,-7 6 15,-5-4-15,-5 3 16,-9-1-16,-6 1 16,-6-8-16,0-4 15</inkml:trace>
  <inkml:trace contextRef="#ctx0" brushRef="#br0" timeOffset="-116740.83">11606 8163 0,'0'0'16,"0"0"-16,0 0 15,0 0-15,0 0 16,0 0-1,0 0-15,0 0 16,0 0-16,0 0 16,0 0-16,0 0 15,0 0-15,0 0 16,0 0 0,4 39-16,3 1 15,4 90-15,-1 1 16,-10-102-16,0 2 15,-2-9-15,2-7 16,-3 0-16,3-2 16,0-13-16,0 12 15,0-12-15,0 0 16,-5-37-16,0 2 16,-4-67-16,4 3 15,2 56 1,1 1-16,-1 7 15,3 7-15,3-1 16,3 2-16,7-11 16,8-4-16,5 4 15,6 0-15,-1 16 16,4 9 0,7 16-16,2 15 15,-4 9-15,3 12 16,-12-1-16,-10 3 15,-10 11-15,-11 9 16,-18 20-16,-14 20 16,-15-18-16,-16-4 15,10-34-15,4-18 16,20-17-16,3 1 16,5-7-16,21-4 15,-39 2-15,39-2 16,-38-22-1,23 3-15,12-47 16,1 1-16,25-10 16,20-5-16,9 26 15,12 22-15</inkml:trace>
  <inkml:trace contextRef="#ctx0" brushRef="#br0" timeOffset="-116522.14">12293 8031 0,'0'0'16,"0"0"-16,0 0 16,0 0-16,0 0 15,0 0-15,0 0 16,0 0-16,0 0 16,0 34-16,2 2 15,-9 67-15,1 2 16,4-64-1,1 1-15,1-30 16,0 1-16</inkml:trace>
  <inkml:trace contextRef="#ctx0" brushRef="#br0" timeOffset="-116350.29">12390 7709 0,'0'0'16,"0"0"-16,0 0 15,0 0-15,0 0 16,0 0-16,0 0 16,0 0-16,0 0 15,0 0-15,0 0 16</inkml:trace>
  <inkml:trace contextRef="#ctx0" brushRef="#br0" timeOffset="-115975.39">12802 7793 0,'0'0'0,"0"0"15,0 0-15,0 0 16,0 0-16,0 0 16,0 0-16,0 0 15,0 0-15,-13 10 16,2 2 0,-49 47-16,2 0 15,31-28-15,1 2 16,10-10-16,6-3 15,3-1-15,7 0 16,7 0-16,8 3 16,22 3-16,3 0 15,-1-4-15,1-3 16,-13-4-16,-6 2 16,-8 2-16,1 7 15,-10 6-15,-3 10 16,-13 6-1,-6 9-15,0-17 16,2-6-16,-5-21 16,21-12-16,-40-40 15,19 0-15,21-24 16,13-14 0</inkml:trace>
  <inkml:trace contextRef="#ctx0" brushRef="#br0" timeOffset="-115459.72">12937 7669 0,'0'0'16,"0"0"-16,0 0 15,0 0-15,0 0 16,0 0-16,0 0 16,0 0-16,0 0 15,0 0-15,0 0 16,2 47-16,1 0 16,3 94-16,1 1 15,-7-110-15,1 1 16,-1 0-1,2 2-15,0-1 16,1 3-16,-3-12 16,2-5-16,-2-3 15,1-1-15,-1-16 16,2 12 0,-2-12-16,0 0 15,22-28-15,-3 3 16,38-56-16,1 2 15,-7 3-15,-1 6 16,-29 38-16,0 2 16,-11 14-16,3 1 15,-7 2-15,-6 13 16,0 0-16,10-15 16,-10 15-16,0 0 15,0 0-15,-7 21 16,-8 23-1,0 1-15,5-1 16,2 1-16,8-14 16,10-4-16,-5 9 15,3 3-15,16-3 16,13 6 0,23-31-16,23-20 15</inkml:trace>
  <inkml:trace contextRef="#ctx0" brushRef="#br0" timeOffset="-113430.52">7813 7435 0,'0'0'16,"0"0"-16,0 0 31,0 0-31,0 0 16,0 0-16,0 0 0,0 0 15,0 0-15,0 0 16,0 0-16,0 0 16,0 0-16,0 0 15,0 0 1,0 0-16,0 0 16,-33 0-16,2 0 15,-60 8-15,0 2 16,29 2-16,20 3 15,-25 11-15,-10 6 16,-5-5-16,-1 2 16,-6 1-16,-7 0 15,-3-3-15,-3-2 16,-3-1-16,0 2 16,-10 0-16,-4 3 15,-8 4 1,-5 8-16,9 7 15,9 9-15,-7-7 16,1 0-16,6-2 16,6-1-1,4-6-15,7-3 16,-6-3-16,0 3 16,17-10-16,14-3 15,-2 0-15,2 0 16,17-7-16,14-4 15,18-7-15,0 2 16,23-9-16,-28 7 16,28-7-16,-22 6 15,22-6-15,0 0 16,-21 5-16,21-5 16,0 0-1,0 0-15,0 0 16,0 0-16,0 0 15,0 0-15,0 0 16,-10-13-16,15-5 16,0-1-1,-2 3-15,1 1 16,-4 15-16,5-16 16,-5 16-16,3-15 15,-3 15-15,2-15 16,-2 15-16,0 0 15,1-16-15,-1 16 16,0 0-16,0 0 16,0 0-16,0 0 15,0 0-15,0 0 16,-20 21-16,7 4 16,-9 12-1,-3 9-15,8-16 16,3-5-16,0 0 15,1 0-15,4-11 16,4-1-16,5-13 16,0 0-16,-3 12 15,3-12 1,46 11-16,-6-4 16,12-1-16,11 4 15,-7-8-15,2 3 16</inkml:trace>
  <inkml:trace contextRef="#ctx0" brushRef="#br0" timeOffset="-111977.64">3144 8247 0,'0'0'0,"0"0"15,0 0 1,0 0-16,0 0 16,0 0-16,0 0 15,0 0-15,0 0 16,0 0-16,0 0 15,0 0-15,0 0 16,0 0-16,0 0 16,0 0-16,0 0 15,2 23-15,-1 2 16,1 68-16,1 2 16,1-52-16,0 3 15,-1-11 1,0-2-16,-3 4 15,0 7-15,-2-7 16,2 0-16,2-20 16,0 2-1,-2-19-15,1 16 16,-1-16-16,-1 13 16,1-13-16,0 0 15,0 0-15,0 0 16,-7-18-16,6 4 15,-3-8-15,3-3 16,4-25-16,0 1 16,0-5-16,4 2 15,-4 4-15,2 5 16,-2 5-16,3 12 16,-5 1-1,3 6-15,-3 1 16,2 3-16,2-1 15,3 0-15,8-1 16,5 0-16,11 3 16,9 1-1,0 5-15,4 4 16,-9 7-16,-1 5 16,-10 1-16,-3 10 15,2 16-15,2 17 16,-2 12-16,1 17 15,-9-34-15,-3-16 16,-5 0-16,-3-2 16,-6 7-16,-4 5 15,-17 9-15,-9 7 16,-14-9-16,-8-6 16,-3-14-1,-5-11-15,12-5 16,7-6-16,7-6 15,8-6-15,1-2 16,5 0-16,-1-2 16,22 10-16,-31-26 15,24 10 1,6-6-16,7-4 16</inkml:trace>
  <inkml:trace contextRef="#ctx0" brushRef="#br0" timeOffset="-110306.37">3971 8281 0,'0'0'0,"0"0"0,0 0 31,0 0-31,0 0 16,0 0-16,0 0 0,0 0 15,0 0-15,0 0 16,0 0 0,0 0-16,0 0 15,-6 22-15,-1 3 16,-2 89-16,3 1 16,6-79-16,0 0 15,0 6-15,0 3 16,-3 21-16,0 17 15,1-27-15,2-10 16,-2-23-16,2 0 16,0-23-16,0 22 15,0-22-15,0 0 16,-3-18 0,0-4-16,-11-39 15,3 1-15,-1 18 16,2 16-16,-3-17 15,0-4-15,-5-15 16,-2-10 0,13 6-16,12 4 15,6 8-15,10 11 16,-7 6-16,5 10 16,2-2-16,4 4 15,3 5-15,6 5 16,0 1-16,4 3 15,-10 4-15,-4 6 16,-24 1-16,19 12 16,-22 38-16,-1-1 15,-29 46-15,2 0 16,-4-22 0,2-14-16,4-19 15,4-14-15,6-6 16,8-3-16</inkml:trace>
  <inkml:trace contextRef="#ctx0" brushRef="#br0" timeOffset="-108978.36">4357 8186 0,'0'0'15,"0"0"-15,0 0 16,0 0-16,0 0 16,0 0-16,0 0 15,0 0-15,0 0 16,0 0 0,0 0-16,0 0 15,0 0-15,0 0 16,0 0-16,0 0 15,0 0-15,0 0 16,0 0-16,2 22 16,-1 1-1,-4 99-15,-1 0 16,-1-77-16,2 3 16,-2-19-16,2-9 15,3-20-15,-5 23 16,5-23-16,0 0 15,0 0-15,-3-15 16,1-91-16,2-3 16,0 58-16,2 1 15,1 16-15,3 10 16,1-6 0,5-1-16,-7 4 15,0 6-15,-4 3 16,2 5-16,-1 1 15,-2 12-15,0 0 16,0 0 0,0 0-16,0 0 15,19 12-15,-10 2 16,7 5-16,1 8 16,0-2-16,1 4 15,-1-9-15,0-3 16,0-3-16,1 3 15,-1-3-15,3 3 16,-20-17-16,33 20 16,-33-20-16,21 6 15,-21-6-15,23-10 16,-10-5 0,-1-3-16,-2-7 15,1-1-15,-3-14 16,0-7-16,-4-9 15,4-4-15,-7 2 16,1 5 0,-5-1-16,-5 6 15,0 12-15,2 14 16,3 8-16,0-1 16</inkml:trace>
  <inkml:trace contextRef="#ctx0" brushRef="#br0" timeOffset="-108040.8">5301 7825 0,'0'0'15,"0"0"-15,0 0 16,0 0-16,0 0 16,0 0-16,0 0 15,0 0-15,0 0 16,-29-24-16,3 1 15,-58-29-15,0 3 16,26 18-16,18 14 16,-23-3-16,-8 2 15,-8 1-15,-9 0 16,-9 17 0,-7 17-16,-11-8 15,-4 6-15,-11 6 16,-10 7-16,10 22 15,4 16-15,-7 11 16,-3 12 0,29-25-16,19-8 15,-3 2-15,8 0 16,-3 12-16,4 11 16,24 3-16,21 11 15,8-33-15,10-19 16,5 22-16,6 9 15,14 29-15,12 20 16,-9-49-16,3-21 16,23-5-16,18-6 15,15 0-15,16 1 16,2-6 0,8-1-16,11-18 15,12-14-15,0-4 16,7-4-16,9-5 15,10-1-15,-5-12 16,2-10 0,10-48-16,9-33 15,-34 31-15,-18 14 16,-6 0-16,-7 8 16,-14 6-16,-10 10 15,-2-18-15,-3-4 16,-22-21-16,-12-10 15,-10 36-15,-12 21 16,-14-42-16,-13-18 16,-4-14-16,-4-12 15,1 54-15,0 33 16,-23-5 0,-12 9-16,2-6 15,-3 1-15,-10 21 16,-1 16-16,-13 5 15,-7 10-15</inkml:trace>
  <inkml:trace contextRef="#ctx0" brushRef="#br0" timeOffset="-101510.58">4494 8727 0,'0'0'0,"0"0"16,0 0 0,0 0-16,0 0 15,0 0-15,0 0 16,0 0-16,0 0 16,0 0-16,0 0 15,0 0-15,0 0 16,0 0-16,0 0 15,0 0-15,0 0 16,0 0-16,0 0 16,0 0-16,0 0 15,0 0-15,0 0 16,0 0 0,0 0-16,0 0 15,0 0-15,0 0 16,0 0-16,0 0 15,0 0 1,0 0-16,0 0 16,0 0-16,0 0 15,0 0-15,0 0 16,0 0-16,0 0 16,0 0-16,0 0 15,0 0-15,0 0 16,0 0-16,0 0 15,18 0-15,2 0 16,41-2-16,2-1 16,-13 2-16,-9 1 15,7-2 1,1 4-16,20-1 16,14 6-16,3-5 15,10 2-15,3-1 16,8 3-16,0-3 15,4 3-15,11 5 16,10 4 0,1 1-16,6 8 15,-12-6-15,-3 2 16,33 5-16,23 4 16,-23-6-16,-5 1 15,1 0-15,0 2 16,12 1-16,8 2 15,2 0-15,7 3 16,-18-4-16,-10-2 16,31 5-16,19 5 15,-17-10-15,-6-3 16,6-4 0,5-2-16,-10-1 15,-5 3-15,-9-4 16,-4 1-16,3-2 15,1 3-15,-22-3 16,-15 4 0,-2 0-16,-5 2 15,-18-3-15,-10-1 16,-21-3-16,-11-1 16,-17-6-16,-17 0 15,-4-2-15,-26-4 16,27 7-16,-27-7 15,0 0-15,24 3 16,-24-3-16,0 0 16,0 0-16,0 0 15,2-15-15,-8 2 16,-19-12 0,0 1-16,-6-12 15,-3-1-15,5 6 16,0 6-16,5 3 15,2 5 1,0 0-16,2 3 16,-1 0-16,21 14 15,-35-21-15,35 21 16,-28-13-16,28 13 16,-24-6-16,24 6 15,0 0-15,0 0 16,0 0-16,0 0 15,0 0-15,0 0 16,37 12-16,2-1 16,17 6-16,15 3 15,-12-1 1,1-1-16,-15-3 16,-5 2-16,-8 1 15,-3 5-15,-11 8 16,-2 8-16,-16 8 15,-12 9-15,-24-4 16,-17 2 0,-68 10-16,0 0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47:19.9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10657 6390 0,'0'0'0,"0"0"0,0 0 0,0 0 0,0 0 0,0 0 15,0 0-15,0 0 16,0 0-16,0 0 16,0 0-16,0 0 15,0 0 1,0 0-16,0 0 15,0 0-15,0 0 16,0 0-16,0 0 16,0 0-16,0 0 15,42 16-15,0-4 16,92 16-16,2 1 16,-73-26-16,3 0 15,34 6-15,22 5 16,-22-14-16,-3-4 15,14-4-15,10-5 16,-1-1 0,8-2-16,-8-1 15,1 1-15,15-3 16,13 3-16,-33 3 16,-11 4-1,21 3-15,12 6 16,-11-1-16,-3 1 15,3 0-15,-1 1 16,11-1-16,12 0 16,-20 0-16,-8 0 15,19 0-15,13 0 16,-10-1-16,-3 1 16,0-3-16,-3 1 15,7-2-15,5 0 16,-8-2-16,0 0 15,-10-5 1,-6 3-16,21-4 16,13 0-16,-15-1 15,-6 2-15,-6 1 16,-8 2-16,7-3 16,7 1-1,-21 2-15,-10 1 16,1 0-16,2 2 15,-10-1-15,-1 2 16,-4 0-16,-1 2 16,-10-3-16,-5 5 15,-9-1-15,-4-3 16,-8 3-16,-4 1 16,-12-1-16,-4 1 15,-1-3-15,-2 3 16,-5-2-16,-5 2 15,-3-4 1,-22 4-16,33-7 16,-33 7-16,30-12 15,-30 12-15,33-27 16,-15-1-16,4-40 16,-1-1-1,-4-3-15,-1 1 16,-5 7-16,-5 6 15,4-16-15,3-5 16,-3-24-16,0-15 16,-6 38-16,2 21 15,-3-2-15,2 7 16,0-25-16,1-13 16,-1 12-16,3 1 15,-5 24-15,0 24 16,0-8-16,0 5 15,1-14-15,2-8 16,-3 6 0,3 4-16,-3 5 15,0 4-15,-1-3 16,0 4-16,-9-4 16,-5 5-1,-19-1-15,-14 4 16,0 1-16,-1 3 15,-16 4-15,-9 3 16,-17 1-16,-14 1 16,-11 2-16,-13 3 15,-8 2-15,-8 1 16,-4 3-16,-3 6 16,-4-4-16,-3 1 15,15-1-15,6 4 16,-19-4-16,-6 0 15,3-6 1,2-5-16,-6-6 16,-1-1-16,3-2 15,4 4-15,-4-3 16,0 0-16,-8 0 16,-3 0-16,11 4 15,10 1 1,-6-1-16,0 3 15,-4 1-15,-2 5 16,-5 4-16,0 4 16,11-3-16,7 5 15,5-2-15,11 4 16,-16-2-16,-8 2 16,11 0-16,8 2 15,10 1-15,14 0 16,-14 2-16,-2 1 15,10-1 1,3 0-16,-13 2 16,-3 2-16,13 0 15,10 2-15,10-3 16,9 4-16,2-2 16,9 4-16,-5-3 15,4 1 1,4-1-16,2 0 15,11-6-15,10 3 16,-8-2-16,6 3 16,2-5-16,6 3 15,7-5-15,8 2 16,7-3-16,25-1 16,-33 3-16,33-3 15,-25 2-15,25-2 16,-25 4-16,25-4 15,-24 31-15,11-6 16,-7 14 0,3 11-16,4 18 15,3 17-15,3 32 16,7 31-16,-1-47 16,2-19-1,6 36-15,0 19 16,4-19-16,5-3 15,-1-3-15,4 0 16,2 10-16,0 7 16,-2-20-16,-1-12 15,4 21-15,6 14 16,-11-45-16,0-25 16,0 11-16,1-2 15,3 14-15,3 10 16,-11-30-16,-2-18 15,-6-19 1,0-3-16,-4-8 16,3-4-16,-4-13 15,1 20-15,-1-20 16,2 15-16,-2-15 16,0 0-16,0 14 15,0-14 1,0 0-16,2 15 15,-2-15-15,32 10 16,34 2-16,1 3 16,16-11-16,12-6 15,-15 0-15,-4 2 16,6-3-16,3 3 16,-4-1-16,-1 1 15,-7-2-15,2 2 16,-7-2-16,-4 2 15</inkml:trace>
  <inkml:trace contextRef="#ctx0" brushRef="#br0" timeOffset="1374.7">17471 2989 0,'0'0'0,"0"0"0,-5 6 15,5-6 1,0 0-16,0 0 16,0 0-16,0 0 15,0 0-15,0 0 16,0 0-16,0 0 16,0 0-16,0 0 15,0 0 1,0 0-16,0 0 15,0 0-15,0 0 16,0 0-16,0 0 16,0 0-16,0 0 15,0 0-15,0 0 16,-3 50-16,0 1 16,-10 60-16,-1-2 15,9-80-15,1 0 16,-1-4-16,2-1 15,1-7 1,2-2-16,0-15 16,0 0-16,0 0 15,0 0-15,-19-50 16,7-6-16,-12-80 16,1 0-1,15 86-15,1 0 16,5 0-16,6 1 15,10-9-15,11-5 16,7 4-16,10 3 16,-5 13-16,3 10 15,6 5-15,9 10 16,4 10-16,10 12 16,-14 0-16,-6 4 15,-5 15-15,-3 12 16,-11 1-16,-9 2 15,-11 0 1,-8-1-16,-23 4 16,-20 7-16,-54 12 15,0 0-15,13 0 16,9 0-16,13-19 16,15-12-1,8-4-15,12-7 16,25-18-16,-25 18 15,25-18-15,0 0 16</inkml:trace>
  <inkml:trace contextRef="#ctx0" brushRef="#br0" timeOffset="1859.03">18237 2751 0,'0'0'0,"0"0"16,0 0-16,0 0 15,0 0-15,0 0 16,0 0-16,0 0 16,0 0-1,0 0-15,0 0 16,22 38-16,1 1 15,20 43-15,2 3 16,-34-57-16,2-2 16,-4-7-16,-1-2 15,-3-6-15,-5-11 16,6 18-16,-6-18 16,0 0-16,0 0 15,0 0-15,0 0 16,22-31-16,-13-1 15,8-11 1,7-4-16,9-26 16,9-14-16,-2 16 15,3 5-15,-11 24 16,-7 19-16,-8 0 16,-3 9-1,-14 14-15,28-5 16,-15 24-16,3 18 15</inkml:trace>
  <inkml:trace contextRef="#ctx0" brushRef="#br0" timeOffset="2296.46">18871 2876 0,'0'0'16,"0"0"-16,0 0 15,0 0-15,0 0 16,0 0-16,0 0 15,0 0 1,0 0-16,0 0 16,0 0-16,0 0 15,0 0-15,34-9 16,1 2-16,21 11 16,15 5-1,-49 4-15,1-1 16,-12 6-16,-3 1 15,-9 10-15,-6 11 16,-14-7-16,-9 4 16,-11-15-16,-9-4 15,6-18-15,3-11 16,6-3-16,8-2 16,7-3-16,11 0 15,5-2-15,11 2 16,27-22-16,3 0 15,30-6 1,24-6-16,-23 15 16,-7 8-16,-8 4 15,-4 7-15</inkml:trace>
  <inkml:trace contextRef="#ctx0" brushRef="#br0" timeOffset="2812.01">19616 2543 0,'0'0'16,"0"0"-16,0 0 15,0 0-15,0 0 16,0 0-16,0 0 16,0 0-16,0 0 15,0 0-15,0 0 16,-23 24-16,0 2 16,-44 59-16,3 4 15,43-58-15,-1-1 16,10-8-1,4-2-15,7 2 16,7 7-16,11 2 16,13 5-16,20-10 15,17-3-15,4-23 16,11-14-16,-10-8 16,2-6-1,-14 3-15,-7 2 16,-17 5-16,-13 3 15,-23 15-15,25-14 16,-25 14-16,10-18 16,-10 18-16,0-19 15,0 19-15,-10-13 16,-13 15-16,1 3 16,-2 3-16,-1 9 15,7 7-15,5 13 16,14 0-16,12 9 15,17-7 1,17 3-16,-3-13 16,9-7-16,15-12 15,15-8-15,-14-20 16,0-16-16</inkml:trace>
  <inkml:trace contextRef="#ctx0" brushRef="#br0" timeOffset="4280.51">20872 2488 0,'0'0'16,"9"-11"-16,-9 11 15,0 0-15,0 0 16,0 0-16,0 0 16,0 0-16,-46 12 15,-16 22-15,-1-2 16,43-17-1,1 1-15,9-3 16,9 1-16,2 9 16,6 5-16,24 22 15,1 0-15,14-4 16,12 1 0,-7 3-16,4 1 15,-19-1-15,-8 4 16,-12-31-16,0-1 15,-13-9-15,2-1 16,-5-12-16,-28 19 16,-26-17-16,-1 0 15,15-6-15,14-1 16,7-13-16,11-9 16,15-12-16,16-10 15,41-18-15,2 3 16,14-11-1,11-2-15,-12 18 16,1 14-16,-19 5 16,-9 14-16,-15 3 15,-7 11-15,-30 12 16,28-13-16,-28 13 16,0 0-1,0 0-15,0 0 16,-15 23-16,-8 2 15,-14 13-15,-5 9 16,9-15-16,8-3 16,14-10-16,0 0 15,11 1-15,11 7 16,25 23-16,0 0 16,10 9-16,7 11 15,-6-17-15,0-10 16,-15-13-16,-11-6 15,-8-12 1,1 1-16,-14-13 16,0 0-16,-23 5 15,-2 2-15,-33 5 16,1 3 0,13-11-16,13-3 15,31-1-15,-35-7 16,30-11-16,10-3 15,41-48-15,1 0 16,14 8-16,11 6 16,-7 7-16,-3 5 15,5-6-15,4 6 16,-11 3-16,-4 7 16,-7 1-16,-2 4 15,-8 4-15,-2 5 16,-8 6-1,0 8-15,-4 5 16,-2 10-16,5 16 16,5 12-16,-9 1 15,-2 6-15,-11-11 16,-8-6 0,-11 2-16,-4 1 15,-12 2-15,-6 7 16,4-14-16,0-4 15,-2-6-15,0-7 16,1-4-16,4-5 16,23 0-16,-36-11 15,22-1-15,6-5 16,14-45-16,2 2 16,11-12-16,12-6 15,19 13-15,16 11 16,7 16-1,13 14-15,-11 1 16,-4 8-16,4 18 16,7 19-16,-12 16 15,-4 22-15,-19-16 16,-14-3-16,-6-8 16,-9-4-1,-5-8-15,-5-5 16,-8-16-16,7 12 15,-7-12-15,0 0 16,-5-43-16,3 5 16,2-11-16,2-9 15,29-6-15,24-6 16,9 0-16,18 0 16,-16 6-16,-2 3 15,-4 32-15,-2 23 16,-7 10-16,-5 15 15,-16-4 1,-10 1-16,-17 1 16,1 0-16</inkml:trace>
  <inkml:trace contextRef="#ctx0" brushRef="#br0" timeOffset="4999.21">23658 2733 0,'0'0'0,"0"0"15,0 0-15,0 0 16,0 0-16,0 0 16,0 0-16,0 0 15,0 0-15,28 31 16,0 0 0,60 97-16,1 0 15,-43-36-15,-24-27 16,11-3-16,1-9 15,-5 0-15,-3 3 16,-6 26-16,-2 20 16,-34-7-16,-20 3 15,-22-12-15,-19-4 16,-35 26-16,-29 18 16,-6-23-16,-13-5 15,-44-46-15,-30-30 16,11 34-1,-1 16-15,-19-22 16,-13-8-16,8 5 16,3 7-16,0-6 15,5-3-15,7 0 16,10 1-16,24-13 16,21-5-1,6-13-15,14-4 16,13-1-16,17 0 15,26-4-15,26-1 16,7-3-16,14 1 16,16 0-16,16 0 15,23-3-15,-30 1 16,30-1-16,0 0 16,0 0-16,-24 0 15,24 0-15,0 0 16,24-17-1,-1 5-15</inkml:trace>
  <inkml:trace contextRef="#ctx0" brushRef="#br0" timeOffset="5436.88">20090 4584 0,'0'0'15,"0"0"-15,0 0 16,0 0-16,0 0 16,-17 6-16,17-6 15,-113 66-15,19-4 16,23-3-16,18-4 16,-16-1-16,-6-1 15,7-3-15,5-3 16,0-4-1,4 2-15,-4-2 16,0 4-16,13-12 16,6-2-16,22-18 15,3 2-15,19-17 16,-22 15 0,22-15-16,0 0 15,-9 18-15,9-18 16,41 35-16,-2-11 15,50 7-15,1 3 16,13-16-16,9-5 16,-12-5-16,-1-3 15</inkml:trace>
  <inkml:trace contextRef="#ctx0" brushRef="#br0" timeOffset="18449.66">1881 356 0,'0'0'0,"3"4"16,-3-4-16,0 0 15,0 0 1,0 0-16,0 0 16,0 0-16,0 0 15,0 0-15,0 0 16,0 0-16,0 0 15,0 0-15,0 0 16,-82-31-16,-3-2 16,-31 2-16,-16 6 15,71 20-15,2 5 16,-14-8-16,-5-2 16,7 3-1,4 7-15,1-1 16,9-2-16,7 0 15,12 6-15,2-3 16,8 3-16,5-3 16,23 0-1,-29 1-15,29-1 16,0 0-16,0 0 16,-25 7-16,25-7 15,0 0-15,-11 14 16,5 18-16,-2 1 15,0 49-15,0 0 16,15 8-16,13 7 16,-12 7-16,-3-10 15,6 3-15,4 16 16,-8-35-16,-2-14 16,-2 27-1,1 15-15,-8 7 16,-3 15-16,3-71 15,0 2-15,0-5 16,0 0-16,0-1 16,-2 5-16,3-30 15,1 0 1,0-9-16,2-7 16,-1 0-16,-1 1 15,2-13-15,0 0 16,-3 12-16,3-12 15,3 12-15,-3-12 16,30 32-16,-3-10 16,18-2-16,17 0 15,17-10-15,20-6 16,4-4-16,11-1 16,2-6-1,8 1-15,-11-6 16,-5 0-16,12-12 15,7-1-15,-19 1 16,-11 1-16,-12-2 16,-11 2-1,15-2-15,7 0 16,-13 3-16,-6 1 16,-12 2-16,-9 7 15,-6 0-15,-4 3 16,-3-1-16,-2 2 15,-9-1-15,-7 6 16,-25 3-16,31-7 16,-31 7-16,0 0 15,28-9-15,-28 9 16,15-76-16,-9 11 16,3-4-1,1 3-15,-9 13 16,-2 10-16,-4-14 15,0 2-15,-5-37 16,-3-21-16,2 26 16,-2 11-1,5 17-15,4 20 16,-3-5-16,1 5 16,0-9-16,1 0 15,-1-5-15,1 4 16,-1 5-16,3 12 15,0 4-15,1 7 16,-1 3-16,3 1 16,-2 1-16,1 4 15,1 12-15,-2-13 16,2 13-16,-1-15 16,-3-7-1,1 6-15,-9-18 16,2 3-16,-11-10 15,-4 0-15,-7-1 16,-4 3-16,-5 5 16,-4 2-1,-18 3-15,-11 9 16,-4 7-16,-3 13 16,-2 0-16,-1 0 15,-17 0-15,-9 0 16,8 0-16,7 0 15,8 0-15,10 13 16,11-5-16,11 4 16,14-4-16,16 1 15,2-3-15,23-6 16,-31 10-16,31-10 16</inkml:trace>
  <inkml:trace contextRef="#ctx0" brushRef="#br0" timeOffset="19668.13">1206 66 0,'0'0'0,"0"0"15,5 0-15,-5 0 16,0 0-16,0 0 15,0 0-15,0 0 16,0 0-16,86-2 16,0 2-1,40 2-15,26 8 16,-117-8-16,1 1 16,6-3-16,4 3 15,-1-3-15,1 3 16,-3-3-16,0 2 15,-17-2-15,-26 0 16,29 0-16,-29 0 16,0 0-16,0 0 15</inkml:trace>
  <inkml:trace contextRef="#ctx0" brushRef="#br0" timeOffset="20886.68">779 881 0,'0'0'16,"0"0"-16,0 0 15,0 0-15,0 0 16,0 0-16,0 0 16,30 0-16,1 1 15,43 2-15,-2 1 16,-6-6-16,-3 0 15,26-7-15,19 2 16,-21 0-16,-10 3 16,22-4-16,12 2 15,11-3-15,12 1 16,-4 0 0,3-1-16,9 1 15,10 0-15,-36-2 16,-18 3-16,-6-1 15,-6 4-15,-16-2 16,-11 4-16,-10-4 16,-12 6-1,-2-4-15,-2 4 16,-11-3-16,-22 3 16,28-2-16,-28 2 15,0 0-15,22 2 16,-22-2-16,0 0 15</inkml:trace>
  <inkml:trace contextRef="#ctx0" brushRef="#br0" timeOffset="21824.15">672 1323 0,'0'0'0,"0"0"16,0 0 0,0 0-16,0 0 15,0 0-15,0 0 16,0 0-16,0 0 16,0 0-16,0 0 15,33 0-15,0 0 16,74-2-16,0 0 15,-33 0-15,-18 2 16,37-2-16,19 4 16,-16-2-16,-3 0 15,11 0-15,7 0 16,-11 0 0,-2 0-16,-1 0 15,-2 0-15,0 0 16,-1 0-16,-3 0 15,1 0-15,-14 0 16,-7 0-16,-6 0 16,-7 0-1,-1 0-15,-1 0 16,-11-2-16,-5 2 16,-9-2-16,-4 2 15,-5-3-15,-22 3 16,28-3-16,-28 3 15,0 0-15,21-2 16,-21 2-16,0 0 16,0 0-16,0 0 15,23-7-15,-23 7 16,0 0-16,0 0 16,0 0-1,0 0-15,0 0 16,0 0-16,0 0 15,22-10-15,-22 10 16,0 0 0,0 0-16,0 0 15,0 0-15,0 0 16,0 0-16,0 0 16,0 0-16,0 0 15</inkml:trace>
  <inkml:trace contextRef="#ctx0" brushRef="#br0" timeOffset="22980.36">3888 200 0,'0'0'15,"0"0"-15,9-6 16,-9 6-16,0 0 15,0 0-15,0 0 16,0 0-16,0 0 16,0 0-16,0 0 15,0 0-15,0 0 16,0 0 0,0 0-16,0 0 15,0 0-15,0 0 16,0 0-16,0 0 15,0 0-15,0 0 16,0 0 0,0 0-16,0 0 15,0 0-15,0 0 16,-7 200-16,2-3 16,3 15-16,4-37 15,-2-146-15,0 0 16,-2 2-16,2 2 15,-1-2-15,1 2 16,-2-10-16,2-2 16,-1-9-16,1-12 15,-2 19-15,2-19 16,-2 12 0,2-12-16,0 0 15,-1 16-15,1-16 16,0 0-16</inkml:trace>
  <inkml:trace contextRef="#ctx0" brushRef="#br0" timeOffset="23511.43">4210 845 0,'0'0'15,"0"0"-15,0 0 16,0 0-16,0 0 15,0 0-15,0 0 16,0 0-16,0 0 16,-16 21-16,3 2 15,-29 47-15,0 1 16,14-24-16,10-14 16,-7 2-1,2-2-15,-4-8 16,-1-4-16,1-6 15,3-3-15,2-4 16,22-8 0,-29 8-16,29-8 15,-25-4-15,25 4 16,-25-12-16,25 12 16,-26-15-16,26 15 15,0 0-15,-25-12 16,25 12-16,0 0 15,0 0-15,0 0 16,0 0-16,0 0 16,0 0-16,0 0 15,14 22-15,2-9 16,-16-13 0,39 19-16,-39-19 15,41 16-15,-41-16 16,36 16-16,-36-16 15,34 14-15,-34-14 16,33 18 0</inkml:trace>
  <inkml:trace contextRef="#ctx0" brushRef="#br0" timeOffset="29385.29">3110 957 0,'0'0'0,"0"0"16,0 0-16,0 0 15,0 0 1,0 0-16,0 0 16,0 0-16,0 0 15,0 0-15,0 0 16,-25 0-16,2 0 16,-68 5-16,0 0 15,33-1-15,24 5 16,-23 1-16,-4 4 15,-7-1-15,-3 4 16,3-5-16,5 2 16,-8-1-1,-4 4-15,8-5 16,4 0-16,13-3 16,12-1-16,-1-2 15,6 2-15,0-4 16,5 3-16,1-3 15,5 0 1,22-4-16,-34 6 16,34-6-16,-20 4 15,20-4-15,0 0 16,-23 2-16,23-2 16,0 0-16,0 0 15,0 0-15,0 0 16,0 0-16,0 0 15,0 0-15,0 0 16</inkml:trace>
  <inkml:trace contextRef="#ctx0" brushRef="#br0" timeOffset="29807.3">2005 878 0,'0'0'0,"0"0"16,0 0 0,0 0-16,0 0 15,0 0-15,0 0 16,0 0-16,0 0 16,0 0-16,0 0 15,-25 25-15,2 0 16,-33 32-16,1 2 15,29-34-15,-1 0 16,8-11-16,5-2 16,14-12-16,-18 15 15,18-15 1,0 0-16,-9 14 16,9-14-16,11 15 15,-11-15-15,16 21 16,-2-9-16,-14-12 15,30 18 1,-30-18-16,39 15 16,-12-6-16,4 0 15,-6 2-15,-1 3 16</inkml:trace>
  <inkml:trace contextRef="#ctx0" brushRef="#br0" timeOffset="31088.16">2041 1324 0,'0'0'0,"0"0"16,0 0-16,0 0 15,0 0 1,0 0-16,0 0 16,0 0-16,0 0 15,0 0-15,0 0 16,6 33-16,-1-3 16,6 71-16,3 3 15,-11-55-15,0 2 16,-3-12-16,2-11 15,-4 7-15,2 5 16,-2-5-16,1 2 16,-1-13-1,2-6-15,0-18 16,0 21-16,0-21 16,0 0-16,-4 12 15,4-12-15,0 0 16,0 0-16,0 0 15,0 0 1,-21-11-16,21 11 16,-15-17-16,15 17 15,-3-22-15,6 5 16,2-8-16,4-1 16,2-6-16,6 2 15,0-1-15,8 2 16,-1 7-16,4 4 15,-1 5-15,2 6 16,-6 3-16,-1 8 16,-22-4-16,31 19 15,-17-7 1,3 4-16,-7-3 16,-1-1-16,-9-12 15,6 23-15,-7-9 16,-4 5-1,-22 14-15,2 0 16,-17 4-16,-10 8 16,13-21-16,7-6 15,32-18-15,-34 13 16,34-13-16,-25-5 16,25 5-16,-3-16 15</inkml:trace>
  <inkml:trace contextRef="#ctx0" brushRef="#br0" timeOffset="32135.33">4475 583 0,'0'0'16,"0"27"-16,3 0 15,-3-27-15,0 0 16,0 0-16,0 0 15,0 0-15,0 0 16,0 0-16,0 0 16,0 0-16,0 0 15,0 0 1,0 0-16,0 0 16,0 0-16,0 0 15,0 0-15,0 0 16,0 0-16,0 0 15,0 0 1,0 0-16,0 0 16,9 165-16,1-37 15,-5-35-15,0-22 16,-5-55-16,2 0 16,-2-16-16,-2 16 15,2-16-15,0 0 16,0 0-16,0 0 15,4-11-15,-1-1 16,7-13-16,-1 0 16,11 0-1,7 0-15,6 4 16,10 7-16,-10 3 16,-2 9-16,-4 1 15,-2 4-15,-25-3 16,37 16-16,-23-4 15,-3 6 1,-6 5-16,-5 8 16,-8 2-16,-6 8 15,-2-8-15,-1 0 16,-10-4-16,-8-2 16,11-8-16,3-6 15,21-13-15,-29 16 16,29-16-16,0 0 15,0 0-15,-21 2 16</inkml:trace>
  <inkml:trace contextRef="#ctx0" brushRef="#br0" timeOffset="32932.44">5051 223 0,'0'0'15,"14"-4"-15,-14 4 16,0 0-16,0 0 16,0 0-16,0 0 15,0 0-15,0 0 16,0 0-16,0 0 15,3 170-15,-14 3 16,-5 65-16,-2-23 16,13-161-16,2 0 15,0-15 1,1-6-16,2-19 16,2 1-16,-2-15 15,4 21-15,-4-21 16,12 20-16,-12-20 15,23 13 1,2-26-16,2 1 16,2-17-16,8-8 15,-17 10-15,-9 8 16,-1-2-16,-1 3 16,-1-7-16,1 0 15,3-8-15,1-4 16,-2 2-16,3 0 15,-4 5-15,-1 8 16,4-3-16,-1 5 16,9-4-16,4-2 15,3 3 1,5 7-16,-9 5 16,-1 11-16,5 27 15,7 25-15,-5-19 16,0 3-16,-13 8 15,-6 6 1,-13-4-16,-9 3 16,-9-7-16,-8-1 15,-10-6-15,-7-2 16,8-10-16,8-7 16,4-12-16,25-4 15,-40-20-15,18-9 16,3-15-16,2-9 15,3 8-15,2 0 16,5 11-16,9 5 16,-2 0-16,1 2 15,13 2 1,10 3-16</inkml:trace>
  <inkml:trace contextRef="#ctx0" brushRef="#br0" timeOffset="33291.68">6073 751 0,'0'0'16,"3"-9"-16,-3 9 15,0 0-15,0 0 16,0 0-16,0 0 16,0 0-16,0 0 15,0 0 1,0 0-16,0 0 16,0 0-16,0 0 15,0 0-15,0 0 16,0 0-16,0 0 15,0 0 1,0 0-16,0 0 16,0 0-16,0 0 15,0 0-15,0 0 16</inkml:trace>
  <inkml:trace contextRef="#ctx0" brushRef="#br0" timeOffset="33697.9">6391 76 0,'0'0'0,"0"-10"16,0 10-16,0 0 15,0 0 1,0 0-16,0 0 16,0 0-16,0 0 15,3 134-15,0 11 16,-3 31-16,0 26 16,-6-137-16,0-16 15,0 17-15,1 16 16,-1-29-16,2-11 15,1-12-15,2-5 16,-4-4-16,5-3 16,-1-5-16,1-13 15,-2 16 1,2-16-16,0 0 16,0 0-16</inkml:trace>
  <inkml:trace contextRef="#ctx0" brushRef="#br0" timeOffset="34228.93">6955 263 0,'0'0'0,"-12"2"15,12-2 1,0 0-16,0 0 16,0 0-16,0 0 15,0 0-15,0 0 16,-75 107-16,11-1 16,-13 3-16,-6 7 15,61-91-15,3-1 16,-1 12-16,1-7 15,3-2-15,4-1 16,5 10-16,9 7 16,3-8-1,7 2-15,51 2 16,0 3-16,40-14 16,29-9-16,-41-2 15,-16-3-15,-5-9 16,-9-5-16</inkml:trace>
  <inkml:trace contextRef="#ctx0" brushRef="#br0" timeOffset="34838.26">6148 798 0,'0'0'16,"0"0"-16,0 0 15,0 0-15,0 0 16,0 0-16,0 0 15,0 0-15,0 0 16,0 0-16,0 0 16,0 0-16,0 0 15,0 0 1,0 0-16,-38 19 16,1-1-16,-45 48 15,0 3-15,56-30 16,-1 0-1,13-2-15,11 2 16,7-5-16,11-1 16,11-4-16,16 2 15,4-9-15,12-1 16,-10-8-16,0-5 16,7-4-16,4-4 15</inkml:trace>
  <inkml:trace contextRef="#ctx0" brushRef="#br0" timeOffset="48866.6">1002 2801 0,'0'0'16,"0"0"-16,0 0 15,0 0-15,0 0 16,0 0-16,0 0 16,0 0-16,0 0 15,0 0-15,0 0 16,0 0-16,0 0 15,0 0 1,0 0-16,0 0 16,0 0-16,0 40 15,1-1-15,4 138 16,1 4-16,-4-144 16,0 0-1,-1-6-15,1-2 16,-1-8-16,1-7 15,-2-14-15,0 12 16,0-12-16,0 0 16,0 0-16,-33-14 15,6-54-15,2 1 16,-2-14-16,2-3 16,10 14-16,10 12 15,8-74-15,0 0 16,3 29-16,4 25 15,-4 44 1,2 0-16,-2 9 16,-1 9-16,-5 16 15,6-19-15,-6 19 16,17-19-16,13 7 16,-1 2-1,8 2-15,6 1 16,-17 7-16,-26 0 15,35 32-15,-24 7 16,-19 40-16,2 1 16,-19 1-16,-8 4 15,1-30-15,2-13 16,7-11-16,5-11 16,18-20-16,-20 24 15,20-24-15,0 0 16,0 0-16,0 0 15</inkml:trace>
  <inkml:trace contextRef="#ctx0" brushRef="#br0" timeOffset="50335.17">1713 2367 0,'0'0'15,"0"0"-15,0 0 16,0 0-16,0 0 16,0 0-16,0 0 15,0 0-15,0 0 16,0 0-16,0 0 15,-30 0 1,0 0-16,-14 6 16,-5 4-16,20 5 15,13 6-15,-5 5 16,3 11-16,5-3 16,6 3-1,3-8-15,9-2 16,1-8-16,4-7 15,-10-12-15,34 11 16,-7-22-16,6-6 16,-2-8-16,2-11 15,-6 4-15,-2 6 16,-9 4-16,-2 10 16,-5-2-16,-9 14 15,16-17-15,-16 17 16,8-12-16,-8 12 15,0 0 1,0 0-16,11-13 16,-11 13-16,0 0 15,0 0-15,20 37 16,-7-3-16,4 36 16,0 3-1,2-23-15,1-8 16,-1-11-16,5-6 15,-1-8-15,4-6 16,9-14-16,8-5 16,0-10-16,3-9 15,-2-20-15,0-9 16,-8 5-16,1 8 16,-18 10-16,-7 10 15,-5 1-15,-2 5 16,-3-6-16,0-2 15,-3-2 1,-1 1-16,-2 5 16,-1 9-16,0 0 15,4 12-15,-13-15 16,13 15-16,-28 3 16,28-3-1,-39 12-15,39-12 16,-27 18-16,26-3 15,2 5-15,8 7 16,-4-7-16,0 2 16,4-10-16,-9-12 15,32 14-15,-9-14 16,4-2-16,4-2 16,1-3-16,1 1 15,-4-1-15,0 1 16,-4-1-16,0 2 15,-3 4 1,1 2-16,9 63 16,1 1-16,-11 12 15,-5 11-15,-3-7 16,-4 2-16,-10 3 16,-7 5-1,-1-23-15,-4-9 16,-2-14-16,-2-8 15,-5-10-15,-2-8 16,-4-11-16,-1-6 16,-3-22-16,-2-16 15,5-26-15,6-18 16,11 13-16,11 7 16,23-38-16,23-24 15,-16 13-15,-1 4 16,3 20-16,2 17 15,-1-6 1,3 2-16,-1-4 16,2 1-16,-15 27 15,-7 19-15,-9 14 16,1 3-16,-7 12 16,0 0-1,0 0-15,0 0 16,-5 14-16,-2 3 15,1 8-15,1 10 16,8 0-16,10 7 16,12-1-16,11 6 15,27-1-15,23 2 16,7-14-16,13-5 16,0-8-16,8-4 15</inkml:trace>
  <inkml:trace contextRef="#ctx0" brushRef="#br0" timeOffset="51834.82">2791 2063 0,'0'0'16,"0"0"-16,0 0 16,0 0-16,0 0 15,0 0-15,0 0 16,0 0-16,0 0 16,0 0-16,0 0 15,9-21-15,3 2 16,17-23-1,3 0-15,-14 23 16,1 3-16,-1 1 16,-18 15-16,43-18 15,-13 10-15,6 0 16,8 3-16,-6 1 16,3 2-1,-12-1-15,-2 3 16,-27 0-16,35 1 15,-35-1-15,0 0 16,0 0-16,3 15 16,-10-3-16,0 0 15,-6 7-15,-2 8 16,-11 21-16,0 0 16,-7 7-16,-2 9 15</inkml:trace>
  <inkml:trace contextRef="#ctx0" brushRef="#br0" timeOffset="70013.45">13430 3378 0,'0'0'15,"0"0"-15,0 0 31,0 0-31,0 0 16,0 0-16,0 0 0,0 0 16,0 0-16,-5 62 15,5 3 1,-15 118-16,0 3 16,11-119-16,1-1 15,-7 66-15,2 3 16,2-47-16,4-23 15,-3 13-15,0 2 16,-1 2-16,5 3 16,-1-23-16,2-9 15,-1-8-15,1-8 16,-2 7-16,2 4 16,-2-1-16,2 2 15,-1-15 1,1-7-16,-2-7 15,2-3-15,0-17 16,-2 14-16</inkml:trace>
  <inkml:trace contextRef="#ctx0" brushRef="#br0" timeOffset="70513.42">13819 4610 0,'0'0'16,"5"-14"-16,2 0 15,-7 14-15,-20 24 16,-20 37-16,3-2 16,7-18-16,10-11 15,-10 3 1,-4 1-16,4-6 15,-3-2-15,4-5 16,3-3-16,2-5 16,2-1-16,22-12 15,-34 20 1,10-19-16,1-1 16,-14-18-16,-7-13 15,-7 0-15,-5-3 16,19 9-16,9 7 15,28 18-15,-27-19 16,27 19-16,0 0 16,-16-13-16,16 13 15,0 0-15,16 13 16,42 27-16,0-1 16,15 3-16,13 3 15,-23-16 1,-5-9-16,-7 2 15,-7 2-15,-7 38 16,-3 27-16</inkml:trace>
  <inkml:trace contextRef="#ctx0" brushRef="#br0" timeOffset="95024.25">12849 5886 0,'0'0'16,"0"0"-16,0 0 16,0 0-16,0 0 15,0 0-15,0 0 16,0 0-16,0 0 15,0 0-15,0 0 16,0 0-16,0 0 16,0 0-1,0 0-15,-5 42 16,2-2-16,-11 145 16,0 0-16,11-123 15,-2 3 1,0 26-16,-1 23 15,-2 10-15,1 17 16,4-38-16,5-19 16,-1 34-16,6 17 15,-2-34-15,1-14 16,2 16-16,0 9 16,3 2-16,1 3 15,-4-38-15,-2-25 16,4 30-16,-2 14 15,0-13-15,0-1 16,-3-42 0,0 1-16,-4-17 15,3-5-15,-3-4 16,1-5-16,-2-12 16,1 17-16,-1-17 15,2 14-15,-2-14 16,2 12-1,-2-12-15,1 16 16,-1-16-16,4 22 16,-1-10-16,3 4 15,7-3-15,9 4 16,22 2-16,1 0 16,-3-6-16,4 4 15,-13-9-15,-4 1 16,-6-3-16,-1 0 15,-22-6-15,34 8 16,-34-8 0,35 6-16,-35-6 15,40 6-15,-40-6 16,34 1-16,-34-1 16,23 2-16,-23-2 15,0 0-15,0 0 16,0 0-1,0 0-15,0 0 16,0 0-16,0 0 16,0-16-16,0 16 15,-23-17-15,10 5 16,0 0-16,13 12 16,-22-19-16,22 19 15,0 0-15,0 0 16,-21-13-16,21 13 15,0 0-15,0 0 16,0 0-16,0 0 16,48-10-1,-19 8-15,13-3 16,11 4-16,-19 1 16,-7 6-16,-27-6 15,31 10 1,-31-10-16,13 25 15,-16 12-15,0 1 16,-7 12-16,-2 10 16,-12-4-16,-5 5 15</inkml:trace>
  <inkml:trace contextRef="#ctx0" brushRef="#br0" timeOffset="101397.97">17883 8995 0,'0'0'16,"0"0"-16,0 0 15,0 0-15,0 0 16,0 0-16,0 0 16,0 0-16,0 0 15,0 0-15,0 0 16,-29-24-16,0-1 15,-22-14-15,-14-7 16,36 27 0,-1-1-16,0 2 15,0 3-15,-8 1 16,-1 6-16,-17-3 16,-9 2-16,9 0 15,4 0 1,2 5-16,0 4 15,-7 0-15,-2 6 16,8 1-16,6 5 16,-1 2-16,4 9 15,4-3-15,7 5 16,-2 4-16,5 7 16,-9 5-16,1 9 15,6-7-15,5 1 16,2-6-16,5 0 15,-3 3 1,-1 5-16,1 8 16,2 8-16,8 3 15,5 8-15,5-11 16,4 0-16,1-21 16,1-12-16,3 2 15,5 2 1,10 12-16,9 11 15,-1-4-15,5 3 16,8 0-16,9 3 16,8-11-16,12-3 15,-11-9-15,1-2 16,2-6-16,4 0 16,7-11-16,9-1 15,-14-9-15,-5-4 16,-3-4-16,-1-4 15,-2-4 1,-2-1-16,-11-5 16,-3-1-16,-3-4 15,1 0-15,-4-5 16,0-1-16,-7-6 16,-1 0-1,-5-11-15,-2-2 16,0-3-16,0 4 15,0-13-15,4-5 16,-3-27-16,4-22 16,-12 32-16,-7 14 15,-6 34-15,1 2 16,-4 1-16,-2 2 16,-4-9-16,-4-1 15,-4-4-15,0-2 16,-5-4-16,2 3 15,-2 1 1,3 5-16,-3 1 16,1 3-16,-3 2 15,-1 3-15,-4-2 16,-4 4-16,-2-1 16,3 9-1,-3 0-15,4 6 16,-2 1-16,4 6 15,-3 0-15,5 2 16,-2-3-16,-1 5 16,1 0-16,2 2 15,0 0-15,2 2 16,1-2-16,21 0 16,-33 6-16,33-6 15,-30 4-15,30-4 16,-35 4-16,35-4 15,-39 8 1,39-8-16,-42 17 16,21 0-16</inkml:trace>
  <inkml:trace contextRef="#ctx0" brushRef="#br0" timeOffset="108708.66">13323 9757 0,'0'0'15,"0"0"-15,0 0 16,0 0-16,0 0 16,0 0-16,0 0 15,0 0 1,0 0-16,0 0 15,0 0-15,0 0 16,0 0-16,0 0 16,0 0-16,0 0 15,0 0-15,0 0 16,0 0 0,0 0-16,0 0 15,0 0-15,0 0 16,0 0-16,0 0 15,33-7-15,1 3 16,47-8-16,0 2 16,-21-3-16,-14 5 15,10-2-15,3 1 16,6 1-16,7 2 16,-10-3-16,0 1 15,-15 2-15,-6 6 16,-2-2-1,-4 4-15,-3-2 16,-1 4-16,-5-4 16,-4 2-16,1 0 15,6 3 1,-3-4-16,-2 1 16,-24-2-16,0 0 15,26 7-15,-26-7 16</inkml:trace>
  <inkml:trace contextRef="#ctx0" brushRef="#br0" timeOffset="109146.29">13418 10098 0,'0'0'0,"0"0"15,0 0 1,0 0-16,0 0 16,0 0-16,0 0 15,0 0-15,0 0 16,17-9-16,-17 9 15,128-57-15,-21 7 16,-38 15-16,-16 14 16,21-5-16,10 2 15,-23 2-15,-9 5 16,-12 3-16,-9 8 16,-1-5-16,-1 5 15,-5 0 1,-3 1-16,-21 5 15,31-6-15,-31 6 16,27-4-16,-27 4 16,23-1-16</inkml:trace>
  <inkml:trace contextRef="#ctx0" brushRef="#br0" timeOffset="129470.33">14703 9980 0,'0'0'15,"0"0"-15,0 0 16,0 0-16,0 0 16,0 0-16,0 0 15,0 0-15,0 0 16,0 0-16,0 0 15,0 0-15,0 0 16,25-6-16,1 0 16,87-19-1,0 2-15,-21 4 16,-11 5-16,12 0 16,9 1-16,2-4 15,4 2-15,-9 0 16,-6 8-1,-16-1-15,-11 4 16,0-3-16,1 6 16,-19-2-16,-11 6 15,-8-3-15,-29 0 16,29 3-16,-29-3 16,0 0-16,0 0 15</inkml:trace>
  <inkml:trace contextRef="#ctx0" brushRef="#br0" timeOffset="129829.62">14988 10226 0,'0'0'0,"55"-4"15,-2 1-15,-53 3 16,0 0-16,0 0 15,0 0 1,-27-1-16,4-2 16,-9 1-16,1 4 15,31-2-15,0 0 16,0 0-16,0 0 16,66-33-16,0 13 15,38-11-15,29-2 16,-28 4-16,-6 6 15,3-4-15,0 2 16,-11 0-16,-4 5 16,-12-1-1,-11 6-15,-13 3 16,-11 4-16,0-2 16,-3 3-16</inkml:trace>
  <inkml:trace contextRef="#ctx0" brushRef="#br0" timeOffset="213503.93">17964 12912 0,'0'0'0,"0"0"0,0 0 0,0 0 16,0 0-16,50 5 15,0 2-15,118 5 16,1 2-16,-88-14 16,2 1-1,50 3-15,38 6 16,-36-8-16,-9 0 16,46-4-16,28 2 15,-33-3-15,-10-2 16,22-1-16,14 0 15,-45-2-15,-24 1 16,25-1-16,9 1 16,-14-1-16,-5 3 15,-35-2-15,-23 5 16,-16-2 0,-15 2-16,-14 0 15,-10 2-15,-6-2 16,-20 2-16,25-2 15,-25 2-15,0 0 16,0 0-16,23 2 16,-23-2-1,0 0-15,0 0 16,0 0-16,0 0 16,0 0-16,0 0 15,8-12-15,-8 12 16</inkml:trace>
  <inkml:trace contextRef="#ctx0" brushRef="#br0" timeOffset="214128.78">22724 13255 0,'0'0'0,"0"0"15,0 0-15,0 0 16,0 0-16,0 0 16,0 0-1,29 2-15,1 2 16,170 0-16,2 1 16,-68-7-16,-42-5 15,73 5-15,34 4 16,-63-4-16,-28 0 15,16 4-15,1 4 16,-31-1-16,-20 3 16,-17-2-16,-14 2 15,-21-4-15,1 0 16,-23-4 0,20 7-16,-20-7 15,0 0-15,0 0 16,25 5-16,-25-5 15,0 0-15</inkml:trace>
  <inkml:trace contextRef="#ctx0" brushRef="#br0" timeOffset="-212165.18">17159 5921 0,'0'0'16,"0"0"-16,0 0 16,0 0-16,0 0 15,0 0-15,0 0 16,0 0-16,0 0 15,0 0-15,0 0 16,0 0-16,0 0 16,0 0-16,0 0 15,0 0-15,0 0 16,0 0-16,0 0 16,0 0-1,0 0-15,17 19 16,0 2-16,27 23 15,0 3-15,-6-18 16,-1-8 0,7-9-16,6-5 15,24-8-15,22-8 16,18-11-16,23-9 16,9-68-16,16-44 15,-24 56-15,-11 27 16,3-20-16,3-4 15,-1 26-15,3 18 16,-36 10-16,-19 15 16,-19 2-16,-18 10 15,-3-2-15,-8 6 16,4 5 0,2 6-16</inkml:trace>
  <inkml:trace contextRef="#ctx0" brushRef="#br0" timeOffset="-211102.9">23890 11364 0,'0'0'16,"0"0"-16,0 0 15,0 0-15,0 0 16,0 0-16,0 0 16,0 0-16,0 0 15,0 0-15,0 0 16,0 0 0,0 0-16,9 55 15,1 1-15,15 58 16,2-1-16,-20-96 15,4 1-15,10-3 16,10 0 0,39-28-16,1 1 15,19-47-15,17-27 16,-12 24-16,1 7 16,-9-6-16,-3-1 15,4-6-15,4-3 16,-9 1-16,-2 4 15,-28 20-15,-17 17 16,-16 14-16,1-3 16,-21 18-16,20-16 15,-20 16-15,0 0 16,14-12 0,-14 12-16,0 0 15,0 0-15,0 0 16,0 0-16,0 0 15,0 0-15,0 0 16,-6 12 0</inkml:trace>
  <inkml:trace contextRef="#ctx0" brushRef="#br0" timeOffset="-209243.96">21495 13458 0,'0'0'0,"0"0"15,0 0 1,0 0-16,0 0 16,0 0-16,0 0 15,0 0-15,0 0 16,0 0-16,0 0 16,0 0-16,0 0 15,0 0-15,0 0 16</inkml:trace>
  <inkml:trace contextRef="#ctx0" brushRef="#br0" timeOffset="-156612.71">10632 6130 0,'0'0'0,"0"0"0,0 0 0,0 0 0,0 0 0,0 0 16,0 0-16,0 0 16,0 0-16,-2 23 15,-1 2-15,-10 100 16,-2 2-16,7-76 15,2 3 1,-5 23-16,3 17 16,-2-3-16,3 14 15,1-58-15,1 0 16,2-15-16,1-11 16,-1-5-16,3-4 15,0-12-15,-2 16 16,2-16-16,0 0 15,0 0-15,-1 15 16</inkml:trace>
  <inkml:trace contextRef="#ctx0" brushRef="#br0" timeOffset="-155081.59">10485 6773 0,'0'0'16,"0"0"-16,0 0 16,0 0-16,0 0 15,0 0-15,0 0 16,0 0-16,0 0 15,0 0-15,0 0 16,0 0-16,0 0 16,42 4-16,3 0 15,108 3 1,0 1-16,-52-8 16,-37 0-16,50 0 15,25 4-15,6-7 16,15 0-1,1-3-15,9 2 16,-5-3-16,2 5 16,19-5-16,13 4 15,-30-1-15,-16 2 16,32-3-16,21 2 16,-11-2-16,1 3 15,6-2-15,9 4 16,-12-2-16,-1 2 15,-1-2-15,6 2 16,-7-2-16,2 2 16,-4-3-1,1 3-15,-5-1 16,-4 2-16,3-1 16,0 0-16,-28 0 15,-18 0-15,4 0 16,-1 0-16,-8-1 15,-7-1 1,-3-5-16,1 1 16,-18-3-16,-8 2 15,-8-4-15,-2 1 16,0 0-16,-1-1 16,-14 1-16,-10 4 15,-2-2-15,-3 2 16,-15-1-16,-8 3 15,-12 0-15,-6 4 16,-22 0-16,29-3 16,-29 3-16,0 0 15,21-3 1,-21 3-16,0 0 16,0 0-16,0 0 15,0 0-15,0 0 16,4-17-1,-32 5-15,2 1 16,-4-3-16,0 1 16,30 13-16,-30-12 15,30 12-15,-25-12 16,25 12-16,-23-17 16,23 17-16,-16-12 15,16 12-15,0 0 16,-16-15-16,16 15 15,0 0-15,0 0 16,13-18-16,-13 18 16,41-17-1,-8 6-15,8 8 16,9 3-16,-5 0 16,-1 3-16,-9 2 15,-4 1-15,-31-6 16,33 8-1,-33-8-15,0 0 16,22 6-16,-22-6 16,0 0-16,0 0 15,0 0-15,0 0 16,23 13-16,-23-13 16,0 0-16,0 0 15,0 0-15,0 0 16,0 0-16,27-2 15,-13-17-15,3 0 16,-2-5-16,2-1 16,-6 3-1,-2 4-15,-9 18 16,8-19-16,-8 19 16,8-15-16,-8 15 15,5-12-15,-5 12 16,0 0-16,-5-14 15,5 14 1,0 0-16,-33 19 16,1 44-16,3-1 15,-3 12-15,2 6 16,17 9-16,11 11 16,-1-22-16,3-7 15,0-22-15,5-12 16,-4-9-16,2-8 15,-1 1-15,2 2 16,-2-7-16,-1-2 16,-1-14-16,2 21 15</inkml:trace>
  <inkml:trace contextRef="#ctx0" brushRef="#br0" timeOffset="-153738.02">14088 6645 0,'0'0'0,"0"0"16,0 0-16,0 0 15,0 0 1,0 0-16,0 0 16,0 0-16,0 0 15,-17 5-15,17-5 16,-124 84-16,15-8 16,-1 5-16,-3 4 15,-16 2-15,-15 3 16,-4-1-16,-9 0 15,-25 21-15,-22 18 16,-1-6-16,-4 5 16,-18 8-16,-10 11 15,-12 5 1,-11 8-16,9-6 16,8 1-16,6-5 15,12 0-15,4 4 16,9 6-1,10-16-15,14-4 16,10-9-16,18-6 16,11-12-16,20-11 15,10-13-15,14-7 16,27-27-16,27-19 16,1-5-16,13-12 15,6-3-15,31-15 16,-32 18-16,32-18 15,-22 11-15,22-11 16,0 0-16,0 0 16,0 0-1,0 0-15,0-24 16,11 8-16,19-32 16,-1 1-16,0-1 15,0 5-15,-15 20 16,0 3-1,-7 3-15,-7 17 16,12-25-16,-7 13 16,-5 12-16,5-19 15,-5 19-15,3-12 16,-3 12-16,0 0 16,0 0-16,2-13 15,-2 13-15,0 0 16,0 0-16,0 0 15,-5 15-15,3 1 16,-9 24-16,0-1 16,-3 6-1,-1 9-15,-5-2 16,-3 7-16,4-19 16,7-7-16,12-33 15,-10 23-15,26-11 16,3 3-16,51 1 15,1 2 1,-20-6-16,-16-2 16</inkml:trace>
  <inkml:trace contextRef="#ctx0" brushRef="#br0" timeOffset="-152425.58">6878 11388 0,'0'0'16,"0"0"-16,0 0 16,0 0-16,0 0 15,0 0-15,0 0 16,0 0-16,0 0 15,0 0-15,0 0 16,0 0-16,0 0 16,0 0-1,0 0-15,0 0 16,0 0-16,36-9 16,-2 3-16,97-13 15,2 4-15,-100 17 16,4-1-1,-11 3-15,-4 4 16,-22-8-16,26 28 16,-24 29-16,1 3 15,-45 50-15,-2 0 16,-2-36-16,1-20 16,-1 4-16,4-4 15,6-11-15,8-8 16,15-20-16,2 0 15,11-15-15,0 0 16,0 0-16,0 0 16,67-13-1,-6 0-15,-2-2 16,3 4-16,-24 1 16,-11 10-16,-5-1 15,-22 1-15,25 11 16,-16 0-16,-18 50 15,3 1 1,-19 8-16,-11 9 16,4-30-16,1-14 15,-2-2-15,0-1 16,6-10-16,5-6 16,22-16-16,-24 11 15,24-11-15,-10-14 16,22-61-16,1 1 15,42-63-15,1 2 16,-12 43-16,-1 32 16,13-33-16,14-11 15,-10 16 1,0 5-16,-21 27 16,-12 25-16,-5 0 15,-5 10-15,-7 7 16,1 2-1,-11 12-15,9-15 16,-9 15-16,0 0 16,9-15-16,-9 15 15,22-20-15,-3 4 16,12-9-16,12-5 16,-4 12-16,5 5 15,-11 12-15,-2 8 16,-31-7-16,32 27 15,-32 30-15,0-2 16,-29 55-16,1 2 16,8-34-1,7-21-15,-2-7 16,3-12-16,1-8 16,4-3-16,4-12 15,0 0-15,3-15 16,15 18-1,47-11-15,0 0 16,13-8-16,9-5 16,-10-30-16,-1-24 15,-10 3-15,-7-5 16,-12 15-16,-8 9 16</inkml:trace>
  <inkml:trace contextRef="#ctx0" brushRef="#br0" timeOffset="-151535.25">8500 10824 0,'0'0'15,"0"0"-15,0 0 16,0 0-16,0 0 15,0 0-15,0 0 16,0 0-16,0 0 16,0 0-1,0 0-15,29 49 16,3 1-16,26 116 16,0 0-16,-52-128 15,1-1-15,-2 0 16,4 5-1,-4-25-15,-3 5 16,-2-22-16,3 19 16,-3-19-16,0 0 15,0 0-15,0 0 16,-8-17-16,8 17 16,-5-27-16,5 9 15,8-22-15,0 3 16,14-8-16,9-3 15,4 12-15,6 12 16,-5 9-16,-2 12 16,-11-4-1,-23 7-15,31 4 16,-22 13-16,-21 20 16,2 1-16,-41 12 15,3 0-15,15-17 16,12-3-1,0-13-15,10-4 16,11-13-16,0 0 16,0 0-16,0 0 15,0 0-15,19-25 16,26-38-16,2 3 16,-5 4-16,-2 8 15,-9 13-15,-7 14 16,5 16-16,0 19 15,3 13-15,5 16 16,-13-20-16,-3-5 16,-8-1-1,0 0-15,-1-4 16,-2 3-16,-10-16 16,14 18-16,-14-18 15,0 0-15</inkml:trace>
  <inkml:trace contextRef="#ctx0" brushRef="#br0" timeOffset="-151363.42">9234 10780 0,'0'0'16,"0"0"-16,0 0 16,0 0-16,0 0 15,0 0-15,0 0 16,0 0-16,0 0 15,0 0-15,0 0 16</inkml:trace>
  <inkml:trace contextRef="#ctx0" brushRef="#br0" timeOffset="-151050.75">9492 10298 0,'0'0'16,"0"0"-16,0 0 16,0 0-16,0 0 15,0 0-15,0 0 16,0 0-16,0 0 16,0 0-16,0 0 15,6 62-15,-2 3 16,13 106-16,4 1 15,-10-125-15,2 2 16,14 26-16,12 22 16,-12-29-1,-5-12-15,0-15 16,-2-9-16,-3-14 16,-17-18-16</inkml:trace>
  <inkml:trace contextRef="#ctx0" brushRef="#br0" timeOffset="-150519.5">9535 10826 0,'0'0'15,"0"0"-15,0 0 16,0 0-16,0 0 16,0 0-16,0 0 15,0 0-15,0 0 16,42-35-16,3 1 15,114-106-15,4-1 16,-123 105-16,3 2 16,8-5-1,10-3-15,-16 17 16,-11 15-16,-7-2 16,-27 12-16,27-6 15,-27 6-15,0 0 16,0 0-1,0 0-15,0 0 16,0 0-16,0 0 16,-6 24-16,-2-8 15,0 9-15,0 11 16,6-3-16,4 1 16,1 0-16,-1 2 15,9 1-15,6 2 16,1 0-16,5 2 15,4-2-15,7 0 16,-12-10-16,1-11 16,-23-18-1,23 23-15,-23-23 16,0 0-16,0 0 16,3 14-16,-64 41 15,-2 1-15,-30 24 16,-20 22-1</inkml:trace>
  <inkml:trace contextRef="#ctx0" brushRef="#br0" timeOffset="-149410.27">7325 13346 0,'0'0'16,"0"0"-16,0 0 15,0 0-15,0 0 16,0 0-16,0 0 16,0 0-16,0 0 15,0 0-15,0 0 16,0 0-16,0 0 15,25-38-15,0 1 16,163-97 0,2 0-16,-39 39 15,-25 30-15,86-61 16,51-27-16,-20 27 16,2 10-16,11 3 15,9 7-15,-15 5 16,-4 8-1,-27 7-15,-16 15 16,-49 11-16,-31 12 16,-3-4-16,-8 7 15,-66 22-15,0 3 16,-46 20-16,41-19 16,-41 19-16,0 0 15</inkml:trace>
  <inkml:trace contextRef="#ctx0" brushRef="#br0" timeOffset="-120010.33">21277 5022 0,'0'0'16,"0"0"-16,0 0 16,0 0-16,0 0 15,0 0-15,0 0 16,0 0-16,0 0 16,-2 27-16,0 2 15,4 97-15,0-1 16,-1-39-16,4-28 15,-2 47-15,2 26 16,-1-22-16,-1-4 16,-1 8-16,0 8 15,-2 7 1,1 9-16,-1-18 16,2-7-16,-2 14 15,1 9-15,-1 10 16,2 11-16,-2-17 15,2-9 1,-2 17-16,1 8 16,-2-16-16,1-5 15,-2-7-15,4-1 16,-2-1-16,0 1 16,0-4-16,0 0 15,0-2-15,0 0 16,-2-16-16,2-7 15,-2 23-15,2 15 16,-1-48-16,1-20 16,-2 10-16,2 1 15,-1 26 1,1 17-16,-2-44 16,2-21-16,-2-7 15,4-8-15,-2 30 16,0 21-16,0-2 15,0 11-15,0-57 16,0 1 0,0-13-16,0-7 15,0 0-15,0 1 16,0-4-16,0-1 16,0-21-16,0 19 15,0-19-15,0 0 16</inkml:trace>
  <inkml:trace contextRef="#ctx0" brushRef="#br0" timeOffset="-117823.27">21294 5253 0,'0'0'0,"0"0"15,0 0-15,0 0 16,0 0 0,0 0-16,0 0 15,17-12-15,-17 12 16,83-43-16,-18 12 16,-1 3-16,4 10 15,10-1-15,8 1 16,4-7-16,10 0 15,9 2-15,13 3 16,-4 3-16,4 10 16,-8-5-16,-2 9 15,4-4 1,2 5-16,-7-2 16,-4 2-16,-8-3 15,-6 5-15,-14-1 16,-9 0-16,-4-2 15,-4 3 1,-10-2-16,-6 4 16,-15-2-16,-9 3 15,-22-3-15,38 2 16,-38-2-16,40 7 16,-40-7-16,35 13 15,-35-13-15,30 21 16,-16-1-16,3 9 15,1 28-15,2 3 16,-3 13-16,-3 12 16,-4-17-16,0-6 15,3 26 1,-2 17-16,3 10 16,1 18-16,-5-34 15,-2-16-15,2 42 16,4 28-16,-8-31 15,-1-7 1,0 14-16,3 15 16,-4-8-16,2 0 15,-1-1-15,0-1 16,0 11-16,4 8 16,-5-21-16,3-6 15,-1 21-15,5 16 16,-5-31-16,2-12 15,-1 7-15,-1 2 16,1 2-16,0 2 16,-2-13-16,1-5 15,-1 9 1,2 5-16,-4-28 16,1-17-16,0 5 15,-2 2-15,1 7 16,0 7-16,-1-38 15,1-18 1,-1 11-16,4 6 16,-2 8-16,5 13 15,-3-13-15,3-3 16,-4-17-16,1-12 16,-1-12-16,1-4 15,-3 4-15,5 5 16,0 3-16,2 7 15,-3-8-15,4 2 16,-5-10-16,1-2 16,-2-6-16,0-3 15,-1-6 1,-1 1-16,-3-13 16,5 16-16,-5-16 15,0 0-15,3 13 16,-3-13-16,0 0 15,0 0 1,0 0-16,-16 12 16,-19-12-16,1 0 15,-15 0-15,-7 2 16,-5-8-16,-5-2 16,-8-5-16,-1 1 15,-8-5-15,-5-1 16,19 4-16,11 2 15,-8-2-15,-2-2 16,-15-3-16,-10 1 16,23 1-16,13 8 15,-12-7 1,-3 2-16,-10-2 16,-6-1-16,16 5 15,8 3-15,-13 1 16,0 2-16,8 2 15,10 3 1,-1-2-16,5 3 16,-8-3-16,-4 3 15,-1 0-15,1 3 16,-1-3-16,0 4 16,7-2-16,8 0 15,-8 0-15,-2 0 16,5 0-16,3-1 15,9-1-15,9 3 16,-9-3-16,4 2 16,-2-2-16,5 2 15,-4-2 1,0 2-16,-3-2 16,-1 3-16,12-3 15,10 1-15,5-1 16,20 0-16,-27 0 15,27 0 1,0 0-16,-23 0 16,23 0-16,0 0 15,0 0-15,0 0 16</inkml:trace>
  <inkml:trace contextRef="#ctx0" brushRef="#br0" timeOffset="-114167.8">22282 4137 0,'0'0'15,"0"0"-15,0 0 16,0 0-16,0 0 16,0 0-16,0 0 15,0 0-15,0 0 16,0 0-16,0 0 16,0 0-16,0 0 15,2 42-15,1 1 16,8 56-16,2 0 15,-7-28-15,-1-20 16,0 9 0,-1 5-16,-2-39 15,1 1-15,-3-15 16,2 3-16,-2-15 16,0 0-16,-2-29 15,1 3-15,-3-35 16,1 1-1,-2-12-15,2-7 16,0-4-16,1-4 16,7 22-16,8 14 15,10 2-15,10 12 16,7 3-16,10 12 16,0 1-16,4 7 15,2 16-15,5 15 16,-3 18-16,0 21 15,-12 6-15,-6 12 16,-19-16-16,-10-2 16,-22 0-1,-11 3-15,-20 14 16,-15 14-16,4-11 16,-2 1-16,0-30 15,3-16-15,10-12 16,10-11-1,1-3-15,6-8 16,-2-22-16,7-13 16,9-15-16,15-10 15,12 15-15,14 11 16,9-7-16,13 3 16,-13 4-16,2 6 15,3 8-15,4 13 16,3 1-16,5 9 15,-10 0-15,-7 5 16,-4 1-16,-6 4 16,0 5-1,-1 4-15,0 21 16,3 19-16,-1 3 16,0 10-16,-9-21 15,-4-5 1,-6-15-16,-5-10 15,0-5-15,-1-2 16,-5-14-16,0 0 16,-12-39-16,1 0 15,-11-48-15,1 2 16,6 11-16,5 12 16,2-35-16,5-17 15,6 36-15,3 20 16,-2 27-16,0 2 15,-2 14-15,1 3 16,-3 12 0,3-15-16,-3 15 15,4-12-15,-4 12 16,0 0-16,0 0 16,0 0-16</inkml:trace>
  <inkml:trace contextRef="#ctx0" brushRef="#br0" timeOffset="-113308.36">23689 4064 0,'0'0'0,"0"0"16,0 0-16,0 0 16,0 0-16,0 0 15,0 0-15,0 0 16,0 0-1,0 0-15,0 0 16,0 0-16,0 0 16,0 0-16,0 0 15,11 25-15,0 2 16,36 64-16,0 4 16,-19-55-16,0 2 15,-6-14-15,-4-5 16,-5-6-16,-4-3 15,-5 0-15,0 3 16,-11-1-16,-2 5 16,-30 2-1,1 2-15,-14-5 16,-3-1-16,16-9 16,15-4-16,24-6 15,-28 2 1,28-2-16,-9-12 15,20-9-15,-2 3 16,43-38-16,-2 3 16,12-33-16,8-15 15,-24 22-15,-11 14 16,-8 16-16,-6 21 16,-10 9-16,2 3 15,-13 16-15,10-19 16,-10 19-16,7-14 15,-7 14-15,0 0 16,6-17 0,-6 17-16,0 0 15,0 0-15,0 0 16,0 0-16,14 19 16,-8 3-16,-4 59 15,1 0-15,-6-9 16,0-1-1,1-41-15,2 1 16,-2-12-16,4-4 16,1 0-16,6-2 15,-9-13-15,26 21 16</inkml:trace>
  <inkml:trace contextRef="#ctx0" brushRef="#br0" timeOffset="-112870.7">24336 3971 0,'0'0'16,"0"0"-16,0 0 15,0 0-15,0 0 16,0 0-16,0 0 16,0 0-16,0 0 15,-13 29-15,-1 1 16,-38 74-16,0-2 15,36-63-15,-1 0 16,8-9-16,8-6 16,2-11-1,3 1-15,4-1 16,11 2-16,1-3 16,6 2-16,-26-14 15,41 17 1,-41-17-16,28 10 15,-28-10-15,36 6 16</inkml:trace>
  <inkml:trace contextRef="#ctx0" brushRef="#br0" timeOffset="-111433.4">21369 5859 0,'0'0'0,"0"0"16,0 0-1,0 0-15,0 0 16,0 0-16,0 0 16,0 0-16,0 0 15,0 0-15,0 0 16,0 0-16,0 0 16,0 0-16,0 0 15,0 0-15,0 0 16,35-21-16,1-1 15,66-23-15,-2 1 16,-51 34-16,3 2 16,29-4-1,21-3-15,-7 3 16,2-3-16,3 0 16,4 1-16,3 2 15,6 1-15,-4 3 16,0 3-1,-3-1-15,1 3 16,-3 0-16,2 3 16,-8 0-16,-6 3 15,3-3-15,-1 1 16,-3-1-16,0 2 16,-25-2-16,-16 2 15,5-2-15,-3 3 16,-10-3-16,-6 0 15,-8 0-15,-4 0 16,-4 0-16,1 0 16,-21 0-1,29 1-15,-29-1 16,0 0-16</inkml:trace>
  <inkml:trace contextRef="#ctx0" brushRef="#br0" timeOffset="-110527.24">21371 6493 0,'0'0'0,"0"0"16,0 0-16,0 0 16,0 0-16,0 0 15,0 0-15,0 0 16,0 0-1,0 0-15,0 0 16,0 0-16,0 0 16,42-1-16,4-1 15,76 0-15,0 0 16,-43 0-16,-26-1 16,38 1-16,21 1 15,-12-2-15,2 1 16,10-3-16,7 2 15,-11-1-15,2-1 16,-6-1-16,1 2 16,-8-1-1,-3 0-15,0-3 16,2 2-16,-5-5 16,0 3-16,-3-2 15,0 0 1,-9-3-16,-4 2 15,-14 1-15,-11 2 16,-4 0-16,-9 3 16,-10-1-16,-27 6 15,26-4-15,-26 4 16,0 0-16,0 0 16</inkml:trace>
  <inkml:trace contextRef="#ctx0" brushRef="#br0" timeOffset="-109870.97">21389 7127 0,'0'0'16,"0"0"-16,0 0 15,0 0-15,0 0 16,0 0-16,0 0 16,0 0-1,0 0-15,0 0 16,0 0-16,0 0 16,0 0-16,40-13 15,1 1-15,72-13 16,-1 0-1,-41 9-15,-27 9 16,35-4-16,13 4 16,-9-3-16,1 1 15,10 3-15,11 2 16,-1 0-16,4 4 16,-8 0-16,1 4 15,12 0-15,11 2 16,-8-3-16,-1 1 15,1-2-15,1 4 16,-4-6-16,-3 2 16,-14-4-1,-10-1-15,-12 0 16,-8-2-16,-17 1 16,-13 2-16,-10-2 15,-26 4 1,29-2-16,-29 2 15,0 0-15,0 0 16</inkml:trace>
  <inkml:trace contextRef="#ctx0" brushRef="#br0" timeOffset="-109230.6">22628 7393 0,'0'0'15,"0"0"-15,0 0 16,0 0-16,0 0 16,0 0-16,0 0 15,0 0-15,0 0 16,0 0-16,0 0 15,0 0-15,0 0 16,0 0-16,0 0 16,0 0-1,0 0-15,1 34 16,1 0-16,-2 4 16,0 6-16,-2-18 15,1-7-15,-2 6 16,1 5-1,-3 1-15,-2 3 16,-1 5-16,-2 7 16,-2 1-16,-1 5 15,-1-4-15,3-2 16,2-10-16,2-7 16,0-6-16,4-7 15,-4 5-15,2 2 16,-3 1-16,1 3 15,4-15-15,0 0 16</inkml:trace>
  <inkml:trace contextRef="#ctx0" brushRef="#br0" timeOffset="-109058.77">22419 8547 0,'0'0'0,"0"0"16,0 0-16,0 0 15,0 0 1,0 0-16,0 0 15,0 0-15,0 0 16,0 0-16,0 0 16,0 0-16,0 0 15,0 0-15,0 0 16</inkml:trace>
  <inkml:trace contextRef="#ctx0" brushRef="#br0" timeOffset="-108590.12">22457 9110 0,'0'0'16,"0"0"0,0 0-16,0 0 15,0 0-15,0 0 16,0 0-16,0 0 16,0 0-16,0 0 15,0 0-15,2 27 16,1 1-1,3 28-15,0 2 16,-4-20-16,-1-12 16,1 7-16,-1 2 15,-1-2-15,0 5 16,-1-5-16,-1 0 16,1-2-16,1 2 15,-2-8-15,2-5 16,-2-1-16,4-2 15,-4 1-15,2 3 16,-1 0-16,-1 1 16,2-8-1,3-2-15,-3-12 16,7 18-16,-9-2 16,2 0-16,-8 8 15,-4 6-15,2-9 16,1 0-1,0-3-15,2 3 16,3-4-16,2-1 16,-1-3-16,1 1 15</inkml:trace>
  <inkml:trace contextRef="#ctx0" brushRef="#br0" timeOffset="-108371.33">22485 10166 0,'0'0'16,"0"0"-16,0 0 15,0 0-15,0 0 16</inkml:trace>
  <inkml:trace contextRef="#ctx0" brushRef="#br0" timeOffset="-107215.35">19011 6738 0,'0'0'16,"0"0"-16,0 0 16,0 0-16,0 0 15,0 0-15,0 0 16,-5 23-16,2 0 16,-9 61-16,2 1 15,0-27-15,2-15 16,-7 38-16,-3 20 15,1 9-15,3 12 16,0-32 0,3-15-16,-6 39 15,-1 20-15,1-15 16,3-4-16,-2-2 16,5 2-16,2-8 15,1-1 1,2-2-16,4 0 15,1 18-15,1 14 16,0-42-16,1-24 16,-1 19-16,2 8 15,-1-6-15,3 2 16,-3-48-16,3 1 16,-2-23-16,0 0 15,-1-6-15,1-6 16,-2-11-16,3 21 15,-3-21-15,3 13 16,-3-13 0,0 0-16</inkml:trace>
  <inkml:trace contextRef="#ctx0" brushRef="#br0" timeOffset="-106012.47">18846 7093 0,'0'0'0,"0"0"16,0 0-16,0 0 15,0 0-15,0 0 16,0 0-1,0 0-15,0 0 16,20-22-16,-1 2 16,81-49-16,1 3 15,-26 27-15,-14 22 16,37-15-16,19 1 16,-18 1-16,-2 1 15,-1 4-15,0 9 16,-7 1-16,-3 8 15,-15 4-15,-10 3 16,-6-2 0,-7 4-16,-14-2 15,-9 3-15,-25-3 16,36 11-16,-36-11 16,30 20-16,-14 5 15,0 11 1,-4 10-16,-1 9 15,-6-5-15,-2-1 16,-3 12-16,0 8 16,-3 24-16,1 24 15,-3-27-15,1-7 16,-3 6-16,0 4 16,-1 26-16,0 19 15,0-31-15,2-9 16,0 23-16,-1 18 15,2-22-15,2-5 16,2 2 0,1 3-16,1-7 15,6-2-15,-3-23 16,3-15-16,0 23 16,3 14-16,-5-24 15,1-11 1,-3-20-16,0-15 15,-1-16-15,1 0 16,-3-7-16,1-1 16,-2 1-16,-2 3 15,-5 4-15,-3 3 16,-13-1-16,-5 2 16,-9-9-16,-6 1 15,-8-14-15,-9-6 16,-16-1-16,-8 0 15,8-5-15,5 1 16,-1 0 0,3-1-16,-7-1 15,-4 0-15,6-2 16,7 7-16,7-3 16,7 2-16,-7-2 15,0 1 1,0-1-16,3 2 15,8-1-15,9 6 16,6-3-16,10 4 16,2-3-16,23 3 15,-33-1-15,33 1 16,0 0-16,0 0 16,0 0-16,0 0 15</inkml:trace>
  <inkml:trace contextRef="#ctx0" brushRef="#br0" timeOffset="-103575.54">18899 7540 0,'0'0'15,"5"13"-15,1-1 16,-6-12-16,0 0 15,0 0-15,0 0 16,0 0-16,0 0 16,0 0-16,0 0 15,0 0-15,35-19 16,32-9-16,3-2 16,-7 6-16,-2 3 15,18-6-15,12 2 16,-9-2-16,-4 2 15,-3 3 1,-1 6-16,6-2 16,3 6-16,-12 2 15,-3 5-15,-9-2 16,-6 3-16,-10-1 16,-5 3-1,-12 0-15,-5 2 16,-21 0-16,25 0 15,-25 0-15,0 0 16,31 2-16,-31-2 16,28 8-16,-28-8 15</inkml:trace>
  <inkml:trace contextRef="#ctx0" brushRef="#br0" timeOffset="-102903.6">19156 8049 0,'0'0'0,"0"0"0,0 0 16,0 0 0,0 0-16,0 0 15,0 0-15,0 0 16,0 0-16,0 0 16,0 0-1,0 0-15,0 0 16,0 0-16,0 0 15,0 0-15,0 0 16,40-13-16,0 1 16,83-22-16,1 3 15,-66 21-15,-1 1 16,19-6-16,14 2 16,-3-3-16,8 1 15,-20 3-15,-7 2 16,-13 2-16,-10 1 15,-7 3 1,-5 2-16,-5 0 16,-3 2-16,-4 0 15,-21 0-15,38 6 16,-38-6-16,33 10 16,-33-10-1,27 11-15,-27-11 16</inkml:trace>
  <inkml:trace contextRef="#ctx0" brushRef="#br0" timeOffset="-102237.05">18583 8638 0,'0'0'16,"0"0"-16,0 0 31,0 0-31,0 0 16,0 0-16,0 0 0,32-9 15,-1 2-15,54-12 16,1 3 0,-15 1-16,-5 3 15,11-3-15,7 5 16,-3-5-16,3 1 16,1 0-16,3 1 15,-17 3-15,-10 1 16,17-1-16,7 2 15,-3-2-15,1 3 16,-17 1-16,-8 2 16,-5-2-16,-1 3 15,-4 0 1,-2 3-16,-10-3 16,-4 1-16,-9 0 15,-23 2-15,35-2 16,-35 2-16,0 0 15,22 4 1,-22-4-16,11 15 16</inkml:trace>
  <inkml:trace contextRef="#ctx0" brushRef="#br0" timeOffset="-101627.78">18763 9203 0,'0'0'16,"0"0"-16,0 0 15,0 0-15,0 0 16,0 0-16,0 0 16,20-7-16,-20 7 15,117-31 1,-19 5-16,-23 0 16,-12 7-16,12-3 15,4 0-15,7-6 16,8 0-16,-4-1 15,-1 4-15,-6 0 16,-2 4 0,-2 5-16,0 3 15,-17 1-15,-6 6 16,-9-3-16,-6 6 16,-8-1-16,-4 1 15,-7 1-15,-22 2 16,32 0-16,-32 0 15</inkml:trace>
  <inkml:trace contextRef="#ctx0" brushRef="#br0" timeOffset="-94847.7">20748 6456 0,'0'0'16,"0"0"-16,0 0 15,0 0-15,0 0 16,0 0-16,0 0 15,0 0-15,0 0 16,0 0-16,0 0 16,0 0-1,0 0-15,0 0 16,0 0-16,0 0 16,0 0-16,-30 0 15,2 0-15,-19 7 16,-10 3-16,18-5 15,12 1 1,-17-2-16,-6 0 16,0 0-16,-4 4 15,4-5-15,3-1 16,2 0-16,7 2 16,-6-2-16,0-1 15,-15 2-15,-9 1 16,10-2-16,7 0 15,-8 0-15,-1 1 16,-18-2-16,-8 3 16,20-2-16,14 1 15,5-3 1,12 2-16,-3-2 16,4 1-16,-8-1 15,1 3-15,-3-3 16,3 2-1,0-2-15,2 1 16,3-1-16,6 3 16,6-3-16,24 0 15,-33 0-15,33 0 16,0 0-16,-26 4 16,26-4-16,0 0 15,0 0-15,-24 3 16,24-3-16,0 0 15,-25 12-15,16 2 16,-3 35-16,2-1 16,-1 20-1,-1 17-15,7-18 16,6-6-16,-1 0 16,2 0-16,0 61 15,1 2-15,-1-18 16,0-9-1,-4 8-15,2 5 16,-4 6-16,-1 10 16,-3-24-16,-1-14 15,-8 36-15,-5 23 16,3-35-16,-1-15 16,-2 10-16,1 3 15,-1-7-15,2 0 16,4-28-16,6-19 15,-7 25-15,-1 9 16,2-5-16,0 3 16,5-25-1,5-17-15,-2 3 16,0 1-16,0 10 16,0 10-16,0-10 15,3 1-15,0-14 16,3-6-16,1-5 15,2-8 1,1-5-16,1-7 16,2 0-16,2-3 15,0 2-15,2 3 16,3 1-16,3 2 16,3-3-16,6 3 15,15-6-15,12-1 16,4-3-16,7-1 15,1-6-15,3-2 16,11-4-16,9 0 16,-4-3-16,6 1 15,4-3 1,9 2-16,-3-5 16,3 2-16,3-5 15,4 3-15,-8-3 16,-2 5-1,-4-3-15,-1 4 16,-7-2-16,-5 3 16,-16 2-16,-11 2 15,-8-1-15,-6 6 16,-7-3-16,-4 0 16,-29 0-16,32 0 15,-32 0-15,0 0 16,0 0-16,25 0 15,-25 0-15,0 0 16,0 0-16,0 0 16,0 0-1,0 0-15,23 0 16,-23 0-16,20-29 16,-4 3-16,28-66 15,0 3-15,-9 4 16,-4 5-1,-3-20-15,1-7 16,-8-1-16,-3 3 16,-3 18-16,-3 17 15,3-44-15,1-22 16,-4 33-16,-2 13 16,3-22-16,2-7 15,-1-12-15,3-7 16,-4 17-16,3 10 15,-4-14-15,5-6 16,-5 26-16,-3 16 16,5-31-1,0-14-15,-3 32 16,-1 22-16,-2-22 16,1-3-16,0-5 15,-1-2-15,-3 26 16,1 19-16,0-28 15,2-10 1,-5 20-16,2 15 16,-3 18-16,-2 21 15,-2 0-15,-1 9 16,0 3-16,0 6 16,-1 1-16,4 12 15,-4-19-15,4 19 16,-6-12-16,6 12 15,0 0-15,0 0 16,-7-14-16,7 14 16,0 0-16,0 0 15,0 0 1,-9-13-16,9 13 16,-22-8-16,-3 4 15,3 1-15,-16 10 16,-4 8-1,-16 10-15,-10 9 16,-28 11-16,-18 14 16,13-10-16,4 1 15,-3-3-15,4 3 16,4-8-16,5-2 16,17-11-16,13-4 15,-4-4-15,1-2 16,16-9-16,13-5 15,4-4-15,27-1 16,-33 3-16,33-3 16</inkml:trace>
  <inkml:trace contextRef="#ctx0" brushRef="#br0" timeOffset="-83146.62">23924 5022 0,'0'0'16,"0"0"-16,0 0 15,0 0-15,0 0 16,0 0 0,0 0-16,0 0 15,0 0-15,0 0 16,0 0-16,0 0 16,0 0-16,0 0 15,0 0 1,0 0-16,0 0 15,-29-4-15,0 2 16,-42-6-16,2 2 16,24 1-16,17 3 15,-13-2-15,-3 2 16,-8-2-16,-4 1 16,-14 0-16,-8-2 15,7 1-15,5 4 16,-1-2-16,6 2 15,-10 0-15,-3 2 16,7-2 0,4 4-16,-6-4 15,2 2-15,-1-2 16,1 3-16,2-3 16,6 2-1,2-2-15,7 1 16,0-1-16,3 0 15,1 0-15,2 0 16,3 0-16,5 3 16,-1-3-16,4 1 15,0-1-15,3 5 16,-1-3-16,1 0 16,0 0-16,3 0 15,0-2-15,4 3 16,0-3-16,1 1 15,22-1 1,-38 2-16,38-2 16,-35 3-16,35-3 15,-28 1-15,28-1 16,-23 2-16,23-2 16,-21 3-16,21-3 15,0 0 1,-25 2-16,25-2 15,0 0-15,-23 16 16,23-16-16,-15 27 16,5 4-16,0 3 15,-1 10-15,-1 15 16,0-8-16,4 0 16,1-9-16,5-4 15,-1 0-15,3-1 16,-1 13-16,-1 16 15,0 9-15,1 12 16,-1-15 0,1-4-16,-1-17 15,2-12-15,-2 19 16,1 12-16,-2 13 16,-1 16-16,0-31 15,3-10 1,-4-5-16,2-3 15,-4 14-15,1 11 16,-5 9-16,0 16 16,3-32-16,2-12 15,0-16-15,3-7 16,-2 9-16,0 8 16,-1 6-16,-2 10 15,2-6-15,1 0 16,0-6-16,4-3 15,-1-16 1,2-7-16,0-4 16,2 1-16,-1 8 15,2 6-15,-1-4 16,3 3-16,-2-4 16,3 0-1,-3 5-15,3 4 16,-2-7-16,0-3 15,0-6-15,-1 0 16,-2-7-16,4 1 16,-4-4-16,1-3 15,-2-2-15,0-12 16,1 20-16,-1-20 16,2 11-16,-2-11 15,2 15-15,-2-15 16,4 19-16,-4-19 15,12 23 1,-2-9-16,6-1 16,9 3-16,8-1 15,12 4-15,6-7 16,10 0-16,8-6 16,11-4-1,3-4-15,8 0 16,0-7-16,3-1 15,1 1-15,0-1 16,-2 1-16,1 1 16,-1-3-16,-1 2 15,3 1-15,2 2 16,5-2-16,6 2 16,-9-2-16,-1 7 15,-6-1-15,-1 2 16,-5 0-16,-1 2 15,-11-2 1,-2 1-16,-10-1 16,-8 4-16,-5-4 15,-7 0-15,-6 0 16,-7 0-16,-6 0 16,-23 0-16,33 0 15,-33 0 1,22 0-16,-22 0 15,0 0-15,0 0 16,0 0-16,23 0 16,-23 0-16,0 0 15,21-18-15,-9 4 16,1-23-16,2-1 16,-5-18-16,0-8 15,-4 4-15,-3 1 16,-3 14-16,-2 9 15,-5-24 1,0-8-16,-4-21 16,-1-16-16,3 27 15,2 14-15,-1-11 16,-1 0-16,-1-22 16,-2-15-1,1 30-15,5 15 16,-1 6-16,2 11 15,-5-35-15,0-17 16,1 6-16,-2-1 16,5 25-16,3 19 15,-6-23-15,3-7 16,-3-10-16,1-3 16,2 29-16,4 24 15,-3-3-15,4 9 16,-5-16-16,3-6 15,-2-9 1,0-6-16,0 8 16,0 5-16,0 13 15,3 14-15,-1 5 16,1 8-16,-1-2 16,0 7-1,-2-2-15,3 3 16,-3 0-16,0 3 15,5 12-15,-8-19 16,8 19-16,-6-12 16,6 12-16,0 0 15,-9-12-15,9 12 16,0 0-16,0 0 16,-10-12-16,10 12 15,-26-12-15,3 9 16</inkml:trace>
  <inkml:trace contextRef="#ctx0" brushRef="#br0" timeOffset="108323.45">14492 8733 0,'0'0'0,"0"0"0,0 0 0,-33-4 16,-3 0-16,-91 12 16,0 3-16,15 37 15,10 28-15,-19 21 16,-6 25-1,38-37-15,23-13 16,-6 35-16,2 21 16,27-37-16,21-16 15,12 4-15,15 2 16,22 14-16,23 10 16,16-27-16,22-10 15,14-29-15,19-19 16,-10-23-16,0-19 15,12-34-15,10-27 16,-32 19-16,-10 8 16,-14-23-1,-11-10-15,-16-22 16,-17-15-16,-22 72 16,3 0-16,-19-10 15,-9-2-15,-8-35 16,-8-24-1,-17 26-15,-12 10 16,-19 30-16,-14 25 16,7 3-16,3 13 15,-13 1-15,-6 7 16,12 23-16,6 19 16,0 42-16,6 29 15</inkml:trace>
  <inkml:trace contextRef="#ctx0" brushRef="#br0" timeOffset="-95214.72">2697 4906 0,'0'0'0,"0"0"16,0 0-16,0 0 15,0 0-15,0 0 16,0 0 0,0 0-16,0 0 15,0 0-15,0 0 16,0 0-16,0 0 15,0 0-15,0 0 16,0 0-16,0 0 16,0 0-16,0 0 15,0 0-15,0 0 16,0 0-16,0 0 16,0 0-16,0 0 15,0 0-15,0 0 16,0 0-1,0 0-15,0 0 16,0 0-16,0 0 16,0 0-16,0 0 15,0 0-15,14-25 16,1 1 0,9-10-16,12-3 15,-15 17-15,-21 20 16,31-14-16,-31 14 15,25-9-15,-25 9 16,0 0-16,0 0 16,25 6-16,-25-6 15,11 12-15,-11-12 16,8 19-16,-8-19 16,5 19-16,-4-4 15,-2 3-15,-1 5 16,-1-7-1,0 0-15,-2-3 16,5-13-16,-12 20 16,12-20-16,-22 22 15,22-22-15,-24 18 16,24-18-16,-20 13 16,20-13-1,0 0-15,-19 12 16,19-12-16,0 0 15,0 0-15,0 0 16,0 0-16,0 0 16,0 0-16,-13 12 15,13-12-15,0 0 16,30 12-16,-30-12 16,44 13-16,-9-5 15,-4-4-15,2 3 16,-6-3-1,-2 0-15,-3-1 16,-22-3-16,34 7 16,-34-7-16,27 12 15,-27-12-15,17 21 16,-6-9-16,-8 4 16,0 0-1,-6 2-15,-2 7 16,-5-5-16,0 5 15,-1-6-15,0-1 16,-3-2-16,-3-1 16,17-15-16,-35 22 15,35-22-15,-34 12 16,34-12-16,-38 6 16,38-6-16,-28 2 15,28-2-15,0 0 16,-22 0-1,22 0-15,0 0 16,0 0-16,0 0 16,0 0-16</inkml:trace>
  <inkml:trace contextRef="#ctx0" brushRef="#br0" timeOffset="-93652.46">3176 4823 0,'0'0'15,"0"0"-15,0 0 16,0 0-16,0 0 15,0 0-15,0 0 16,0 0-16,0 0 16,0 0-16,0 0 15,0 0-15,0 0 16,0 0-16,0 0 16,0 0-16,0 0 15,0 0-15,0 0 16,23-3-1,0-3-15,39 3 16,0-1-16,-37 8 16,1-1-16,-26-3 15,28 16-15,-28-16 16,16 20 0,-15-7-16,-1 3 15,-15 11-15,0-1 16,-11 4-16,-7 1 15,5-4-15,1 2 16,9-11-16,6-1 16,12-17-16,-13 18 15,13-18-15,0 0 16,-6 15-16,6-15 16,0 0-16,0 0 15,13 14-15,-13-14 16,47 5-1,-11-5-15,14-11 16,15-1-16,-10-3 16,-2-1-16,-11 4 15,-3 6-15,-6-5 16,-1 5 0,-4-2-16,-3 3 15,0 1-15,-1 2 16</inkml:trace>
  <inkml:trace contextRef="#ctx0" brushRef="#br0" timeOffset="-84029.03">17033 9978 0,'0'0'0,"0"0"16,0 0-1,0 0-15,0 0 16,0 0-16,0 0 16,0 0-16,0 0 15,17-9-15,-17 9 16,129-34-16,-18 4 15,-32 14-15,-18 12 16,2-5-16,-5 8 16,0-6-16,-2 1 15,-7 2-15,-2 2 16,-16 0-16,-7 2 16,-24 0-1,21 0-15,-21 0 16,0 0-16,0 0 15,-30 10-15,-22 19 16,0 0-16,4 2 16,7 4-16,-9-1 15,1-1 1,5-7-16,6 1 16,10-12-16,28-15 15,-33 16-15,33-16 16,0 0-16,-21 11 15,21-11-15,0 0 16,27-4-16,3 2 16,81-11-16,1 3 15,-21 1-15,-13 5 16,-18 0-16,-13 4 16,-13 4-16,-11 5 15</inkml:trace>
  <inkml:trace contextRef="#ctx0" brushRef="#br0" timeOffset="-81357.88">646 3734 0,'0'0'0,"0"0"0,0 0 15,0 0 1,0 0-16,0 0 15,0 0-15,0 0 16,0 0-16,0 0 16,0 0-1,0 0-15,0 0 16,0 0-16,0 0 16,-4 32-16,1 0 15,8 54-15,0-1 16,9-46-16,-2 1 15,5-20-15,4-7 16,7-13-16,10-10 16,4-13-16,6-11 15,-17 8-15,-8 2 16,-6-3-16,-5-4 16,-4 4-1,-1 6-15,-7 21 16,8-19-16,-8 19 15,0 0-15,0 0 16,0 0-16,11 19 16,-8 2-1,-4 30-15,-1 1 16,-7 55-16,-1 2 16,3-29-16,3-14 15,0-8-15,0-6 16,1 26-16,2 17 15,5-16-15,6-5 16</inkml:trace>
  <inkml:trace contextRef="#ctx0" brushRef="#br0" timeOffset="-80511.25">1402 3682 0,'0'0'0,"0"0"16,0 0-1,0 0-15,0 0 16,0 0-16,0 0 0,0 0 16,0 0-1,0 19-15,1-1 16,6 51-16,-1-2 15,2-10-15,3-7 16,-2 15-16,3 12 16,-3-9-16,-3-2 15,-3-24-15,0-16 16,-1-11-16,0-1 16,-2-14-16,0 0 15,0 0-15,0 0 16,-10-45-16,7 5 15,6-3 1,5-2-16,4 10 16,4 7-16,4 2 15,5 5-15,-4 5 16,4 7-16,-1 5 16,-1 6-1,-23-2-15,38 19 16,-24-4-16,0 3 15,-8 1-15,-1 5 16,-27 26-16,2 2 16,-24 6-16,-11 6 15,19-27-15,8-14 16,4-4-16,5-7 16,19-12-16,0 0 15,0 0-15,0 0 16</inkml:trace>
  <inkml:trace contextRef="#ctx0" brushRef="#br0" timeOffset="-80026.96">1840 3955 0,'0'0'0,"0"0"16,0 0-16,0 0 16,0 0-16,0 0 15,0 0 1,0 0-16,0 0 15,0 0-15,0 0 16,0 0-16,0 0 16,16 25-16,2 2 15,15 12-15,13 11 16,-32-35-16,3-1 16,-17-14-16,35 16 15,-13-18-15,6-6 16,-3-11-16,3-6 15,-7 1 1,-4-1-16,-5 6 16,-12 19-16,15-16 15,-15 16-15,0 0 16,0 0-16,0 0 16,0 0-1,0 0-15,1 22 16,-24 84-16,2-1 15,-4-14-15,0-8 16,-1-7-16,-1-3 16,1 3-16,3 5 15,4-27-15,7-13 16,4-18-16,0 2 16</inkml:trace>
  <inkml:trace contextRef="#ctx0" brushRef="#br0" timeOffset="-79495.65">2463 3738 0,'0'0'16,"0"0"-16,0 0 15,0 0-15,0 0 16,0 0-16,0 0 16,0 0-16,0 0 15,0 0-15,0 0 16,-13 50-16,-1 1 16,-9 109-16,2-2 15,20-96-15,-1 3 16,5-22-16,5-10 15,-1-8 1,3-6-16,16-3 16,14-1-16,8-26 15,11-11-15,-10-24 16,-4-18-16,-13 18 16,-9 7-1,-6 8-15,-6 11 16,-3 1-16,-3 7 15,-5 12-15,0 0 16,0 0-16,-8 14 16,-20 38-16,1-1 15,8-6-15,5 0 16,10-23-16,-1 3 16,6-6-16,7-3 15,31 1-15,-1 1 16,23-13-16,18-7 15</inkml:trace>
  <inkml:trace contextRef="#ctx0" brushRef="#br0" timeOffset="-79198.84">3336 3989 0,'0'0'0,"0"0"16,0 0-16,0 0 16,0 0-1,0 0-15,0 0 16,-19 16-16,-2-2 15,-45 46-15,2 0 16,42-35-16,3 2 16,7-8-16,9-3 15,1-1-15,7 1 16,10 11-16,0 0 16,10 4-16,8 6 15,-10-14-15,0-7 16,-8 1-16,-4 2 15,-9 1 1,-7 3-16,-27 12 16,3 0-16,-53-14 15,-1 0-15</inkml:trace>
  <inkml:trace contextRef="#ctx0" brushRef="#br0" timeOffset="-79027.01">2361 3946 0,'0'0'16,"0"0"-16,0 0 15,16-1-15,-16 1 16,171-21-16,-18 3 16,-47 11-16,-30 11 15</inkml:trace>
  <inkml:trace contextRef="#ctx0" brushRef="#br0" timeOffset="-77402.3">1433 5224 0,'0'0'16,"0"0"-16,0 0 15,21-10-15,2 1 16,98-35-16,0-3 16,-41 28-16,-28 14 15,21-9-15,8 2 16,-18 0-1,-9 2-15,-13 2 16,-11 4-16,-30 4 16,35-6-16,-35 6 15,0 0-15,25-4 16,-25 4 0,0 0-16,0 0 15,0 0-15,0 0 16,0 0-16,0 0 15,0 0-15,0 0 16,0 0-16,-23-4 16,23 4-16,-23-2 15,23 2-15,0 0 16,-25-5-16,25 5 16,0 0-16,0 0 15,0 0-15,0 0 16,0 0-1,0 0-15,0 0 16,0 0-16,0 0 16,23 2-16,-23-2 15,27 9-15,-27-9 16,18 16 0,-12 0-16,0 6 15,-9 29-15,3 3 16</inkml:trace>
  <inkml:trace contextRef="#ctx0" brushRef="#br0" timeOffset="-76277.66">1780 5518 0,'0'0'16,"0"0"-16,0 0 15,0 0-15,0 0 16,-15 46-1,2 1-15,-25 123 16,2-1-16,27-92 16,1-1-16,-14 49 15,-6 33-15,9-37 16,5-16-16,-7 21 16,-1 10-1,4-28-15,5-13 16,0 2-16,1-1 15,4-8-15,3-3 16,7-42-16,-1 2 16,1-15-16,1-3 15,-1-9-15,1-5 16,-3-13-16,6 16 16,-6-16-16,21 12 15</inkml:trace>
  <inkml:trace contextRef="#ctx0" brushRef="#br0" timeOffset="-75918.27">1953 7085 0,'0'0'16,"0"0"-16,0 0 15,0 0-15,0 0 16,0 0-16,0 0 15,-42 23-15,2 2 16,-76 64-16,2 2 16,87-66-16,0 0 15,-4-7-15,-2-2 16,1-1-16,4-3 16,0-12-16,3-3 15,25 3-15,-35-7 16,35 7-1,0 0-15,-23-8 16,23 8-16,0 0 16,0 0-16,0 0 15,0 0-15,31 33 16,-11-11 0,-2 3-16,4 2 15</inkml:trace>
  <inkml:trace contextRef="#ctx0" brushRef="#br0" timeOffset="-75525.37">470 6602 0,'0'0'0,"0"0"16,0 0 0,0 0-16,0 0 15,0 0-15,0 0 0,0 0 16,0 0-1,0 0-15,0 0 16,0 0-16,0 0 16,12 37-16,-1-1 15,13 70-15,-1-1 16,-16-73-16,1 1 16</inkml:trace>
  <inkml:trace contextRef="#ctx0" brushRef="#br0" timeOffset="-75025.49">816 6531 0,'0'0'15,"0"0"-15,0 0 16,0 0-16,0 0 16,0 0-16,0 0 15,-1 22-15,-1 3 16,-7 50-16,3 2 16,-1-42-16,3 0 15,-1-13-15,2-6 16,3-16-16,-1 12 15,1-12-15,0 0 16,-5-34 0,3 8-16,-1-7 15,1-3-15,-1 12 16,3 5-16,-1 2 16,2 5-16,-1 1 15,0 11-15,5-14 16,-5 14-1,0 0-15,22-10 16,-1 10-16,0 2 16,3 2-16,2 3 15,-5-1-15,1 4 16,-22-10-16,39 22 16,-39-22-16,39 9 15</inkml:trace>
  <inkml:trace contextRef="#ctx0" brushRef="#br0" timeOffset="-74587.81">1113 6124 0,'0'0'0,"0"0"16,0 0-16,0 0 16,0 0-16,0 0 15,0 0-15,-4 31 16,0 0-1,-8 71-15,-2-1 16,4-62-16,1 1 16,-4-8-16,2-5 15,-3-2-15,3 1 16,-2-2-16,0-4 16,1-4-16,12-16 15,-10 12-15,10-12 16,0 0-16,0 0 15,0 0-15,15-11 16,5-24-16,1-1 16,3-17-1,1-9-15,-13 22 16,-1 17-16,-6 10 16,1 0-16,-6 13 15,7-17 1,-7 17-16,0 0 15,21 36-15,-3-1 16,-1 8-16,3 5 16,-9-4-16,-1 7 15</inkml:trace>
  <inkml:trace contextRef="#ctx0" brushRef="#br0" timeOffset="-74119.11">591 7598 0,'0'0'0,"0"0"16,0 0-16,0 0 16,0 0-16,0 0 15,0 0-15,0 0 16,0 0-1,73-74-15,1-1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5:57:40.4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857 2696 0,'0'0'16,"0"0"-16,0 0 16,0 0-16,0 0 15,19-21-15,0 1 16,33-15-16,1 0 15,-27 28-15,0 1 16,-2 14-16,1 13 16,-4 18-16,-1 19 15,-19-5 1,-9 9-16,-18 20 16,-14 15-16,-10 6 15,-8 13-15,19-52 16,12-27-1,14-14-15,1-1 16,12-22-16,-8 13 16,8-13-16,0 0 15,119 25-15,-16-7 16,13-5-16,9-2 16,-14-20-16,-7-12 15,-16 5-15,-12-1 16,-38 7-16,0 1 15,-38 9-15,32-7 16,-32 7-16,0 0 16</inkml:trace>
  <inkml:trace contextRef="#ctx0" brushRef="#br0" timeOffset="999.76">1016 1906 0,'0'0'16,"0"0"-16,0 0 16,0 0-16,0 0 15,0 0-15,0 0 16,0 0-16,0 0 16,0 0-16,0 0 15,0 0-15,0 0 16,0 0-16,0 0 15,0 0-15,0 0 16,22-8-16,0-1 16,5 1-1,7 4-15,-34 4 16,0 0-16,16 12 16,-13 5-16,-11 27 15,2 1-15,-5 8 16,0 4-16,6-18 15,7-10 1,-1-4-16,4-3 16,3-1-16,4 0 15,7-5-15,10 4 16,25-11-16,1 4 16,27-23-16,21-13 15,-15 4-15,-3 0 16,-25-3-16,-15-3 15,-21 11-15,0 2 16,-24 12-16,25-19 16</inkml:trace>
  <inkml:trace contextRef="#ctx0" brushRef="#br0" timeOffset="1499.64">1914 1731 0,'0'0'16,"0"0"-16,0 0 15,0 0-15,0 0 16,0 0-16,0 0 15,0 0-15,0 0 16,0 0-16,0 0 16,30-17-16,-1 3 15,53-8 1,1 2-16,-45 28 16,-1 1-16,-8 7 15,-4 8-15,-9-1 16,-4 2-1,-11 2-15,-5 6 16,-40 29-16,3 1 16,-23-12-16,-15-2 15,23-25-15,13-14 16,4-6-16,6-8 16,3-9-16,7-7 15,3-6-15,8-5 16,8 8-16,7-1 15,22-21-15,-1 0 16,23-22-16,17-11 16</inkml:trace>
  <inkml:trace contextRef="#ctx0" brushRef="#br0" timeOffset="38574.1">1246 3773 0,'0'0'0,"0"0"0,0 0 0,0 0 0,0 0 0,0 0 16,0 0-16,0 38 16,0-1-16,5 129 15,0 2-15,-5-63 16,-2-40 0,-2 59-16,-4 29 15,3-27-15,2-7 16,-3-12-16,-2-6 15,-4 15-15,-1 7 16,3-70-16,1-2 16,1-16-16,2-10 15,-1-5-15,2-1 16,5-19-16,0 0 16,0 0-16,0 0 15,31-81-15,0 5 16,3-11-1,4-6-15,-13 31 16,-6 19-16,2 0 16,0 6-16,-6 8 15,-4 10-15,-11 19 16,12-22 0,-12 22-16,0 0 15,0 0-15,0 0 16,-1 20-16,-12 4 15,-48 90-15,0 1 16,-33 1-16,-20 5 16,33-53-16,17-33 15,15-3-15,18-12 16,31-20-16,-28 14 16,28-14-16,0 0 15,-21 10-15,21-10 16,0 0-1,0 0-15,0 0 16,0 0-16,17-14 16,0 2-16,13-2 15,10-1-15,-3 13 16,7 8 0,-1 27-16,5 20 15,-9 3-15,-1 13 16,-8-9-16,-3 1 15</inkml:trace>
  <inkml:trace contextRef="#ctx0" brushRef="#br0" timeOffset="39620.78">836 6441 0,'0'0'15,"0"0"-15,0 0 16,0 0-16,0 0 16,0 0-16,0 0 15,0 0-15,0 0 16,0 0-1,0 0-15,-2 52 16,0 5-16,-4 172 16,1 1-16,5-195 15,0 2-15,-1 21 16,-1 17 0,0 4-16,4 11 15,-2-28-15,3-14 16,-1-13-16,3-7 15,-2-9-15,0-4 16,-3-15-16,8 16 16</inkml:trace>
  <inkml:trace contextRef="#ctx0" brushRef="#br0" timeOffset="40651.96">1476 6356 0,'0'0'15,"0"0"-15,0 0 16,0 0-16,0 0 16,0 0-16,0 0 15,0 0-15,0 0 16,1 29-16,3 2 16,4 82-16,2 1 15,-3 2-15,-3 4 16,0-38-1,0-18-15,-2-5 16,2-8-16,-2 4 16,1 4-16,-1-22 15,-1-8-15,-1-15 16,2 3 0,-2-17-16,0 0 15,-10-21-15,1 2 16,-19-47-16,1 4 15,-3-12-15,0-5 16,12-10-16,10-8 16,4 31-16,11 18 15,-1-7-15,4 3 16,4-6-16,3-2 16,2-6-16,4 0 15,7-2-15,9 2 16,13 23-1,14 15-15,-22 3 16,-6 11-16,-4 8 16,-7 12-16,0 29 15,-2 24-15,-20 20 16,-12 21 0,-21-34-16,-16-14 15,-3 4-15,-6 0 16,4 5-16,0 8 15,13-26-15,11-12 16,11-12-16,0-1 16,14-18-16,0 0 15</inkml:trace>
  <inkml:trace contextRef="#ctx0" brushRef="#br0" timeOffset="41214.4">2225 6498 0,'0'0'0,"0"0"16,0 0 0,0 0-16,0 0 15,0 0-15,0 0 16,0 0-16,0 0 15,0 0-15,0 0 16,0 0-16,0 0 16,0 0-16,0 0 15,0 0-15,0 0 16,0 0-16,0 0 16,0 0-16,0 0 15,0 0-15,0 0 16,0 0-1,0 0-15,23 15 16,2-1-16,3 6 16,7 5-16,-17-8 15,-8-2-15,-2 1 16,0 3 0,-6-8-16,-2-11 15,-2 15-15,2-15 16,0 0-16,0 0 15,0 0-15,0 0 16,-6-27-16,7 1 16,13-48-16,0 1 15,7-7-15,5-5 16,-5 28-16,2 23 16,-2 3-16,-1 14 15,1 2 1,-21 15-16,36-13 15,-36 13-15</inkml:trace>
  <inkml:trace contextRef="#ctx0" brushRef="#br0" timeOffset="41651.8">2788 6411 0,'0'0'15,"0"0"-15,0 0 16,0 0-16,0 0 15,0 0-15,0 0 16,0 0-16,0 0 16,0 0-16,0 0 15,28-4-15,2 0 16,36 8-16,0 2 16,-41 3-16,-1 1 15,-9 2 1,-4 3-16,-3-1 15,-5 5-15,-9-2 16,-5-1-16,-25 5 16,-1 1-16,-9-5 15,-5 0-15,11-11 16,8-5 0,4-1-16,28 0 15,-36-12-15,26 0 16,7-35-16,0-1 15,20-12-15,18-8 16,13 6-16,18 2 16,-1 11-16,7 7 15</inkml:trace>
  <inkml:trace contextRef="#ctx0" brushRef="#br0" timeOffset="42151.72">3530 6050 0,'0'0'0,"0"0"16,0 0-16,0 0 16,0 0-16,0 0 15,0 0-15,0 0 16,0 0 0,-30 20-16,2 3 15,-41 76-15,0 0 16,50-47-16,0 2 15,10-13-15,6-4 16,3-12-16,4-7 16,11 2-16,8-5 15,32 3-15,1 0 16,4-17-16,4-6 16,2-22-16,5-13 15,-10-11-15,-4-13 16,-23 14-1,-12 7-15,-12 22 16,-1 0-16,-9 21 16,6-16-16,-6 16 15,0 0-15,0 0 16,0 0 0,-39 51-16,17-5 15,-5 11-15,2 5 16,19-38-16,0 1 15,12-3-15,12 5 16,35 2-16,2 3 16,22-12-16,21-6 15,-11-7-15,1-5 16</inkml:trace>
  <inkml:trace contextRef="#ctx0" brushRef="#br0" timeOffset="42870.52">4652 6081 0,'0'0'0,"0"0"16,0 0-16,0 0 15,0 0-15,-29 0 16,-1 2 0,-33 4-16,0 0 15,35 2-15,1 0 16,5 7-16,5 4 15,7-3-15,10 4 16,18 16-16,1 1 16,60 25-16,0 0 15,6-12-15,4-10 16,-32-10-16,-18-11 16,-9-2-16,-8-4 15,-22-13-15,17 18 16,-17-18-1,0 0-15,0 0 16,0 0-16,0 0 16,0 0-16,0 0 15,20-21 1,38-79-16,0 3 16,-1 21-16,1 14 15,-19 14-15,-13 15 16,-1 4-16,-5 11 15,-10 5-15,2 0 16,-12 13-16,0 0 16,0 0-16,0 0 15,0 0-15,-36 0 16,5 19-16,-7 10 16,13-6-16,7 4 15,17 16 1,15 17-16,22-1 15,21 4-15,19-5 16,22-1-16,-27-11 16,-10-7-16,-18-15 15,-11-14-15,-32-10 16,34 16 0,-34-16-16,0 0 15,-34 65-15,-8-7 16,-29 13-16,-18 17 15,21-42-15,10-24 16,10-5-16,13-9 16</inkml:trace>
  <inkml:trace contextRef="#ctx0" brushRef="#br0" timeOffset="43323.54">6015 6496 0,'0'0'16,"0"0"-16,0 0 15,0 0-15,0 0 16,0 0-16,0 0 15,61-10-15,0-1 16,116-20-16,2 3 16,-155 23-16,1 1 15,-25 4-15,37-8 16,-37 8-16,0 0 16,0 0-16,0 0 15,-40 37-15,2-5 16,-6 4-1,-3 6-15,28-28 16,-1 3-16,20-17 16,0 0-16,0 0 15,0 0 1,0 0-16,41 6 16,27-11-16,0 4 15,6-4-15,7 1 16,-23 1-16,-10 1 15</inkml:trace>
  <inkml:trace contextRef="#ctx0" brushRef="#br0" timeOffset="44135.85">7810 5949 0,'0'0'16,"0"0"-16,0 0 16,0 0-16,0 0 15,0 0 1,0 0-16,0 0 15,0 0-15,0 0 16,0 0-16,0 0 16,0 0-16,0 0 15,0 0-15,0 0 16,0 0 0,-9 32-16,2 3 15,4 104-15,0-1 16,13-84-16,2 2 15,7-15-15,8-4 16,16-9-16,14-10 16,4-14-16,10-12 15,-18-17-15,-4-10 16,-7-12-16,0-11 16,-11 16-16,-11 10 15,-5 4-15,-7 12 16,-3 4-1,-5 12-15,8-19 16,-8 19-16,0 0 16,0 0-16,-24 37 15,10 6 1,-8 17-16,-3 13 16,10-11-16,8 1 15,0 6-15,3 8 16,-1-7-16,4 2 15,-1-21-15,4-7 16,-1-15-16,3-8 16</inkml:trace>
  <inkml:trace contextRef="#ctx0" brushRef="#br0" timeOffset="53524.66">8993 6102 0,'0'0'16,"0"0"-16,0 0 15,0 0-15,0 0 16,0 0-16,0 0 16,-1 41-1,0 0-15,-11 90 16,1-2-16,3-100 15,2 2-15,-8-1 16,-1-1 0,-1-4-16,3-1 15,3-8-15,6-3 16,4-13-16,-9 12 16,9-12-16,0 0 15,1-25-15,5 1 16,20-80-16,2 3 15,-5 30-15,-4 27 16,-3 6-16,-1 17 16,3-4-16,2 6 15,3 4-15,0 2 16,2 9 0,6 10-16,4 23 15,8 21-15,-3 24 16,0 27-16,-16-35 15,-13-14-15,12 6 16,1 2-16,-4-2 16,2 2-1,-14-38-15,0 2 16,-8-24-16,0 0 16</inkml:trace>
  <inkml:trace contextRef="#ctx0" brushRef="#br0" timeOffset="54008.93">9862 6103 0,'0'0'16,"0"0"-16,0 0 16,0 0-16,0 0 15,0 0-15,0 0 16,0 0-16,0 0 16,-40 35-1,1 2-15,-84 104 16,1-1-16,95-110 15,-2-1-15,5-6 16,6-1-16,18-22 16,-23 21-1,23-21-15,-17 14 16,17-14-16,0 0 16,0 0-16,0 0 15,34-51-15,-5-1 16,35-57-16,3 0 15,-36 58-15,-1 0 16,-7 15-16,-3 16 16,-1 3-16,-19 17 15,37-15-15,-16 15 16,7 36-16,4 1 16,-7 71-1,1-2-15,-7-28 16,-4-23-16,-3 12 15,-3 0-15,-1 1 16,-5 1 0,2-23-16,-5-15 15,3-15-15,-2 1 16</inkml:trace>
  <inkml:trace contextRef="#ctx0" brushRef="#br0" timeOffset="54977.72">10437 6256 0,'0'0'16,"0"0"-16,0 0 15,0 0-15,0 0 16,0 0 0,0 0-16,0 0 15,0 0-15,0 0 16,0 0-16,0 0 15,0 0-15,0 0 16,0 0-16,0 32 16,0 1-16,-2 68 15,-1 0 1,1-34-16,-1-16 16,1 5-16,2 0 15,2-30-15,1 4 16,-3-30-16,2 22 15,-2-22-15,0 0 16,3-21-16,-1 1 16,1-64-16,-1 5 15,-4-21-15,-3-9 16,0 38-16,0 26 16,-1-1-1,1 13-15,2 6 16,1 9-16,2 1 15,0 17-15,21-31 16,-6 10-16,48-14 16,1 0-1,11 12-15,14 12 16,-25 8-16,-11 11 16,-9-3-16,-8 4 15,-36-9-15,37 7 16,-37-7-16,9 21 15,-26 32-15,2 1 16,-11 12-16,-8 9 16,-9-13-16,-6-2 15,0-15-15,2-5 16,5-12-16,10-7 16,5-9-1,27-12-15,0 0 16,0 0-16,0 0 15,20 0-15,106-12 16,0 2-16,-14 8 16,-8 5-1,-14 0-15,-14 0 16,-6 2-16,-9 2 16,-20-4-16,-16 6 15,-25-9-15,28 16 16,-27 0-16,-4 10 15,-37 33-15,1 1 16,-15 7-16,-9 5 16,-11-25-16,-8-11 15,1-9-15,1-9 16,5-7 0,5-9-16,12-7 15,11-3-15,13 0 16,12 2-16,22 6 15,-12-21-15,29-21 16,0 1-16</inkml:trace>
  <inkml:trace contextRef="#ctx0" brushRef="#br0" timeOffset="55868.31">12168 6074 0,'0'0'15,"0"0"-15,0 0 16,0 0-16,0 0 16,-28-28-1,1-2-15,-91-98 16,2 0-16,31 54 15,24 37-15,-55-23 16,-26-2-16,-11 24 16,-16 20-1,18-11-15,6 4 16,-36 10-16,-20 9 16,-2 10-16,-9 14 15,4 0-15,-1 6 16,3-3-16,1 2 15,-7-3-15,-3 3 16,19-3-16,14 2 16,3 15-16,8 14 15,3 21-15,4 22 16,47-37-16,32-14 16,2 13-1,9 7-15,13 34 16,11 28-16,17-50 15,15-16-15,17 36 16,15 20-16,24 18 16,23 22-1,14-50-15,19-22 16,45 16-16,36 5 16,-8 3-16,9 7 15,33-56-15,23-34 16,-8 18-16,4 2 15,18-29-15,17-12 16,-7 1-16,2-2 16,-6-8-16,-4-6 15,-14-7-15,-1-4 16,-17-24 0,-11-15-16,-33-13 15,-23-10-15,-36 25 16,-32 17-16,-22 1 15,-23 11-15,-4-18 16,-11-7-16,-13-43 16,-11-31-16,-15 33 15,-16 13 1,-32-33-16,-29-17 16,16 7-16,0 1 15,-29 39-15,-22 31 16,-24-29-16,-19-7 15,-26 11-15,-20 7 16,-23 55-16,-17 42 16</inkml:trace>
  <inkml:trace contextRef="#ctx0" brushRef="#br0" timeOffset="129552.32">1152 11301 0,'0'0'0,"0"0"0,0 0 0,0 0 15,0 0-15,0 0 16,0 0-16,19 13 16,2 1-16,37 41 15,1 4-15,-16 4 16,-7 8-1,-5-7-15,-4 3 16,-7-20-16,-5-8 16,-3-9-16,-1-6 15,-3-1-15,3 0 16,-5-7-16,0-2 16,-6-14-16,0 0 15</inkml:trace>
  <inkml:trace contextRef="#ctx0" brushRef="#br0" timeOffset="129833.51">1552 11365 0,'0'0'0,"0"0"16,0 0-16,0 0 15,0 0-15,0 0 16,0 0-1,0 0-15,0 0 16,0 0-16,0 0 16,-17 27-16,0 0 15,-40 78-15,1 1 16,16-40-16,16-22 16,-8-4-16,4-6 15,3-7-15,5-3 16,1 0-16,2-2 15</inkml:trace>
  <inkml:trace contextRef="#ctx0" brushRef="#br0" timeOffset="130896.12">15464 14111 0,'0'0'15,"0"0"-15,0 0 16,0 0-16,0 0 16,0 0-16,0 0 15,0 0-15,0 0 16,36 23-16,3 2 16,68 57-16,1 1 15,-41-29-15,-27-17 16,22 10-16,6 5 15,-12-19-15,-2-6 16,-9-7-16,1-3 16,-13-9-1,-6-6-15,-27-2 16,37-10-16</inkml:trace>
  <inkml:trace contextRef="#ctx0" brushRef="#br0" timeOffset="131083.6">16328 14152 0,'0'0'16,"0"0"-16,0 0 16,0 0-16,0 0 15,0 0-15,0 0 16,-28 27-16,3-1 16,-82 72-16,3 1 15,56-67-15,2 0 16,-18 4-16,-10 2 15</inkml:trace>
  <inkml:trace contextRef="#ctx0" brushRef="#br0" timeOffset="132661.46">11876 7770 0,'0'0'16,"0"0"-16,0 0 15,0 0-15,0 0 16,0 0-16,0 0 16,0 34-16,0 4 15,3 62-15,-3-2 16,0-48-16,2 0 15,-4 35-15,2 25 16,-3-3 0,-2 8-16,-1 5 15,1 10-15,-3 11 16,0 14-16,-3-8 16,4 2-16,-4 2 15,4 2 1,-4 4-16,1 7 15,4 2-15,3 8 16,-2-31-16,7-19 16,-2 66-16,3 40 15,-3-63-15,3-26 16,-3 5-16,1-3 16,-1-24-16,2-15 15,-2 4-15,2 0 16,-2-19-16,1-13 15,-1-20-15,0-14 16,0-2 0,0 0-16,0-15 15,0-9-15,0-16 16,0 0-16,0 0 16,31-14-16</inkml:trace>
  <inkml:trace contextRef="#ctx0" brushRef="#br0" timeOffset="133967.12">11840 7739 0,'0'0'16,"0"0"-16,0 0 15,0 0-15,0 0 16,0 0-16,0 0 15,15 6-15,-15-6 16,99 36-16,-16-8 16,4-9-16,3-3 15,8-6-15,6-4 16,2 5-16,3 3 16,2-7-16,3-3 15,-10-3-15,-3 5 16,-11-6-16,-6 0 15,-18-3-15,-8 3 16,-7-3-16,-7 6 16,-20-3-1,-3 0-15,-21 0 16,28 8-16,-14 11 16,2 10-16,-2 4 15,-2 5-15,-5 6 16,-2 6-1,-1 29-15,-1 22 16,-3 1-16,0 7 16,-3-28-16,1-18 15,-4 37-15,3 18 16,-2-10-16,2 3 16,-2 13-16,1 15 15,0-3-15,5 5 16,-2 4-16,1 8 15,-1-6-15,1 1 16,-3-10 0,-3-5-16,3-5 15,-2-2-15,-2-1 16,1 6-16,-5 4 16,1 6-16,0-23 15,1-14-15,-4 6 16,5 0-1,-1-31-15,2-22 16,-1 14-16,1 1 16,-2-5-16,4-4 15,0-14-15,3-9 16,-1-9-16,1-5 16,-1-4-16,2-3 15,-4-3-15,-1-2 16,-7 3-16,-2 2 15,-14 1-15,-8 6 16,-5-8-16,-4-2 16,-9-8-1,-7-1-15,-16-1 16,-11 2-16,-1-4 16,-2-1-16,2-3 15,3 0-15,-3-5 16,-2 1-1,10-2-15,5 0 16,4-1-16,6 1 16,-3-2-16,1 2 15,7-5-15,6 3 16,12 0-16,11 4 16,6-3-16,6 1 15,0 0-15,21 6 16,-37-18-16,23 5 15</inkml:trace>
  <inkml:trace contextRef="#ctx0" brushRef="#br0" timeOffset="206435.11">1947 12002 0,'0'0'0,"0"0"0,0 0 0,0 0 0,0 0 0,0 0 15,0 0 1,0 0-16,0 0 16,0 0-16,0 0 0,0 0 15,0 0 1,0 0-16,0 0 15,0 0-15,0 0 16,0 0-16,0 0 16,0 0-16,0 0 15,20-3-15,2 3 16,61 0-16,4 3 16,-31-6-16,-18 3 15,28-3-15,14-2 16,11 1-16,14 0 15,-12 0 1,-1 0-16,13 0 16,8 0-16,5-2 15,8 2-15,-4-3 16,4 3-16,3 0 16,3 4-16,5-2 15,9 0 1,-17 0-16,-7 2 15,34-3-15,19 6 16,-15-1-16,-1 2 16,-16 0-16,-10 2 15,7 1-15,1 3 16,-3 3-16,0 3 16,-14-2-16,-6 0 15,4 1-15,2-1 16,-11-2-16,-4 1 15,-3-2-15,0 1 16,-6-3 0,-3-4-16,-9-2 15,-5-3-15,-5-3 16,-10 1-16,-5-1 16,-3-1-1,1-3-15,2 3 16,-5-2-16,0 0 15,-14 0-15,-4 2 16,-10 0-16,-8 0 16,-22 4-16,35-3 15,-35 3-15,27-3 16,-27 3-16,21-1 16,-21 1-16,0 0 15,24-5-15,-24 5 16,0 0-16,0 0 15,0 0-15,0 0 16,0 0 0,0 0-16,0 0 15,22 0-15,-22 0 16,0 0-16,0 0 16,0 0-16,0 0 15,0 0 1,0 0-16,0 0 15,3-14-15,-3 14 16,0 0-16,-14-18 16,14 18-16,-20-21 15,7 9-15,13 12 16,-25-19-16,25 19 16,-27-14-16,27 14 15,-26-15-15,26 15 16,-21-10-16,21 10 15,-27-11-15,27 11 16,-33-6 0,33 6-16,-21-6 15,21 6-15,0 0 16,0 0-16,0 0 16,0 0-16,0 0 15,0 0 1,24 5-16,-24-5 15,35 3-15,-35-3 16,33 13-16,-33-13 16,22 16-16,-14-3 15,-5 6-15,-1 5 16,-17 23-16,0 3 16,-21 10-16,-12 13 15,-12-20-15,-14-6 16</inkml:trace>
  <inkml:trace contextRef="#ctx0" brushRef="#br0" timeOffset="207153.92">2223 11930 0,'0'0'0,"0"0"16,0 0-1,0 0-15,0 0 16,0 0-16,0 0 16,-31 12-16,1 3 15,-39 21-15,1 1 16,40-13-16,1-1 16</inkml:trace>
  <inkml:trace contextRef="#ctx0" brushRef="#br0" timeOffset="207685.08">2188 11903 0,'0'0'0,"0"0"16,0 0-1,0 0-15,0 0 16,0 0-16,0 0 16,0 0-16,0 0 15,0 0-15,0 0 16,-11 8-16,11-8 16,-84 91-16,13-8 15,21-24-15,15-11 16,-7 0-16,1-5 15,8-14-15,7-9 16,26-20 0,-26 22-16,26-22 15,0 0-15,-19 12 16,19-12-16,0 0 16,0 0-16,0 0 15,0 0 1,0 0-16,0 0 15,0 0-15,33 4 16,4-10-16,-1 2 16,7-5-16,6 2 15,-10 4-15,-3 3 16,-7 2-16,-4 6 16,-25-8-16,34 13 15,-34-13-15,36 16 16</inkml:trace>
  <inkml:trace contextRef="#ctx0" brushRef="#br0" timeOffset="208466.29">3609 12389 0,'0'0'0,"0"0"15,0 0 1,0 0-16,0 0 15,0 0-15,0 0 16,0 0-16,0 0 16,0 0-16,0 0 15,0 0-15,0 0 16,22 25-16,1-1 16,57 117-16,2 2 15,-60-92-15,0 3 16,-2-2-16,0 3 15,0 0-15,3-2 16,-9-18 0,-5-10-16,-4-13 15,2 3-15,-7-15 16,0 0-16,26 1 16,-9-13-16,1-10 15,5-9 1,5-19-16,9-14 15,-9-12-15,-2-12 16,-10 24-16,-2 15 16,-6 10-16,-1 15 15,-4 6-15,1 4 16,-4 1-16,0 13 16,2-16-16,-2 16 15,1-15-15,-1 15 16,0 0-16,-3-12 15</inkml:trace>
  <inkml:trace contextRef="#ctx0" brushRef="#br0" timeOffset="-210422.94">4287 11439 0,'0'0'15,"0"0"-15,0 0 16,0 0-16,0 0 15,0 0-15,0 0 16,0 0-16,0 0 16,7 40-16,1-1 15,14 69-15,0-1 16,-6-35-16,-5-22 16,4 47-16,3 30 15,-1-26-15,-1-4 16,-1 3-1,1-2-15,3 23 16,4 15-16,-5-39 16,-1-17-16,34 26 15,27 14-15,-9-12 16,8-3 0,10-31-16,14-16 15,0 7-15,5 1 16,20 7-16,14 8 15,9-8-15,11-3 16,-13-26-16,-1-16 16,29-10-16,20-8 15,8-4-15,14-2 16,-1-11-16,7-6 16,0-5-16,3-4 15,3-18-15,2-7 16,-1-13-1,-2-5-15,1-1 16,5 5-16,1-4 16,5 1-16,-2-4 15,2 1-15,-2-24 16,1-11-16,-9 15 16,-6 7-1,-20-10-15,-14 0 16,-42-13-16,-29-4 15,-9 19-15,-15 11 16,-11-26-16,-13-13 16,-22 31-16,-15 20 15,11-15-15,4 3 16,12-40-16,14-19 16,-21 35-16,-6 16 15,11-25-15,9-6 16,3-2-16,6-2 15,-13 35 1,-6 24-16,20-19 16,17-4-16,-5-9 15,8-5-15,-21 23 16,-9 19 0,0 8-16,2 17 15,-4-3-15,-4 2 16,-4 1-16,-1 6 15,-8-2-15,2 2 16,4-3-16,6 1 16,-15 4-16,-6 9 15,-11 2-15,-7 7 16,-22 5-16,32-6 16,-32 6-16,25-1 15,-25 1-15,0 0 16,25 5-1,-25-5-15,0 0 16,0 0-16,22 7 16,-22-7-16,0 0 15,0 0-15,0 0 16,0 0 0,0 0-16,0 0 15,-22-9-15,22 9 16,-14-13-16,14 13 15,-15-20-15,3 3 16,0-2-16,2-1 16,-6 1-16,0 3 15,0 0-15,3 1 16,13 15-16,-14-15 16,14 15-16,0 0 15,0 0-15,0 0 16,0 0-1,29-8-15,13 20 16,3 1-16,2 0 16,6 3-16,-7 2 15,-5 7-15,-13 1 16,-11 6-16,-6 6 16,-8 5-1,-22 7-15,-13 5 16,-31 3-16,-16 4 15</inkml:trace>
  <inkml:trace contextRef="#ctx0" brushRef="#br0" timeOffset="-208266.78">15932 8697 0,'0'0'0,"0"0"16,0 0-16,0 0 16,0 0-16,0 0 15,0 0-15,0 0 16,0 0 0,-12-44-16,1 1 15,-39-64-15,-1 2 16,1 47-16,-1 36 15,-25-8-15,-15 14 16,2-6-16,-2-2 16,-18 17-16,-7 9 15,-8 10-15,-6 12 16,11 14-16,9 11 16,-4 5-16,2 8 15,1-3-15,4-2 16,-1 5-1,0 7-15,16 6 16,13 12-16,15 7 16,17 9-16,-6 0 15,1 7-15,6 22 16,10 20-16,12 17 16,14 19-1,2-30-15,8-14 16,13 21-16,15 13 15,7-2-15,15 4 16,-8-37-16,1-21 16,20 43-16,16 25 15,-5-48-15,2-20 16,-1 5-16,3-1 16,10-2-16,7-1 15,2-28-15,7-20 16,5 6-1,6-2-15,1-16 16,0-7-16,-1-25 16,-1-16-16,-9-17 15,-3-14-15,-8-9 16,-4-6 0,-3-13-16,3-8 15,-8 7-15,-2 4 16,19-38-16,17-20 15,-8-42-15,7-30 16,4-9-16,5-14 16,-28-16-16,-18-13 15,-40 124-15,-1-1 16,0-46-16,2-30 16,-20 54-16,-13 28 15,-4 9-15,-7 17 16,-2-5-1,1 7-15,-5 8 16,0 8-16,-20-20 16,-11-7-16,-67-44 15,0-2-15,-23-33 16,-13-18 0,20 27-16,10 15 15,35 30-15,30 28 16,-1 8-16,9 14 15,-17-26-15,-9-13 16,7 12-16,3 4 16,14 17-16,9 17 15,-10-10-15,-2 1 16,-5 10-16,-3 9 16,-9 15-16,-5 14 15,-5 14-15,-3 17 16,-12 48-1,-7 38-15,10-36 16,7-8-16</inkml:trace>
  <inkml:trace contextRef="#ctx0" brushRef="#br0" timeOffset="-201768.3">4065 13434 0,'0'0'0,"0"0"16,0 0-16</inkml:trace>
  <inkml:trace contextRef="#ctx0" brushRef="#br0" timeOffset="-192473.17">15515 9786 0,'0'0'16,"0"0"-16,0 0 16,0 0-16,0 0 15,0 0-15,0 0 16,0 0-16,0 0 16,0 0-1,0 0-15,0 0 16,0 0-16,0 0 15,0 0-15,0 0 16,0 0 0,0 0-16,0 0 15,0 0-15,0 0 16,0 0-16,0 0 16,0 0-16,0 0 15,13-31-15,1 0 16,52-71-16,3 1 15,-19 37-15,-12 26 16,17-13-16,7 3 16,23-26-16,19-17 15,13-10-15,19-11 16,-22 19 0,-9 13-16,23-14 15,14-3-15,-11 0 16,-3 2-16,-7 8 15,-5 9-15,11 7 16,10 11 0,-17-4-16,-3 4 15,-19 9-15,-12 10 16,-18 5-16,-14 9 16,-2 0-16,-4 5 15,-12 3-15,-8 4 16,-8 5-16,-20 10 15,26-12-15,-26 12 16,0 0-16,25-10 16,-25 10-16,0 0 15,0 0-15,0 0 16,0 0 0,0 0-16,0 0 15,0 0-15,0 0 16,22-7-16,-22 7 15,0 0-15,0 0 16,0 0-16,0 0 16,0 0-1,0 0-15,0 0 16,0 0-16,0 0 16,0 0-16,0 0 15,0 0-15,0 0 16,0 0-16,0 0 15,0 0-15,0 0 16,0 0-16,0 0 16,0 0-16,0 0 15,0 0-15,0 0 16,0 0-16,0 0 16,0 0-1,0 0-15,0 0 16,0 0-16,0 0 15,0 0-15,0 0 16,0 0 0,0 0-16,0 0 15,0 0-15,0 0 16,0 0-16,0 0 16,0 0-16,0 0 15,-2-12-15,2 12 16,0 0-16,0 0 15,0 0-15,0 0 16,0 0-16,0 0 16,0 0-16,20-3 15,-20 3-15,31 3 16,-31-3 0,36 4-16,-36-4 15,36 5-15,-36-5 16,22 7-16,-22-7 15,0 0-15,14 21 16,-14-3 0,-14 12-16,3-2 15,-19 29-15,0 0 16,-20 7-16,-12 6 16</inkml:trace>
  <inkml:trace contextRef="#ctx0" brushRef="#br0" timeOffset="-180100.4">15522 9786 0,'0'0'15,"0"0"-15,0 0 16,0 0-16,0 0 16,0 0-16,0 0 15,0 0 1,0 0-16,0 0 16,0 0-16,0 0 15,0 0-15,0 0 16,0 0-16,0 0 15,0 0 1,0 0-16,0 0 16,0 0-16,0 0 15,0 0-15,0 0 16,13-25-16,0 0 16,57-105-16,2-1 15,-33 78-15,0-1 16,9-16-16,10-11 15,16-24-15,16-19 16,-26 33-16,-11 18 16,15-18-16,8-2 15,27-40 1,22-24-16,-21 28 16,-5 11-16,9-13 15,5-3-15,-11 12 16,-4 10-1,1-6-15,2 3 16,-20 22-16,-12 16 16,9-3-16,2 3 15,7-14-15,11-4 16,-21 18-16,-8 14 16,3 5-16,1 4 15,-9 0-15,-3 2 16,2-2-16,1 5 15,-12 4-15,-8 8 16,-11 6-16,-6 7 16,-5 2-1,-4 5-15,-3 0 16,-3 5-16,-12 12 16,14-14-16,-14 14 15,0 0-15,11-12 16,-11 12-16,0 0 15,0 0 1,11-13-16,-11 13 16,0 0-16,0 0 15,0 0-15,0 0 16,0 0-16,0 0 16,8-13-16,-8 13 15,0 0-15,0 0 16,0 0-16,0 0 15,0 0-15,0 0 16,0 0-16,0 0 16,0 0-1,0 0-15,0 0 16,0 0-16,0 0 16,-27-4-16,27 4 15,-33 17-15,33-17 16,-34 19-1,34-19-15,0 0 16,-24 9-16,24-9 16,0 0-16,0 0 15,-21 7-15,21-7 16,0 0-16,0 0 16,0 0-16,0 0 15,0 0-15,0 0 16,0 0-16,-20 3 15,20-3-15,0 0 16,0 0-16,0 0 16,0 0-1,0 0-15,0 0 16,0 0-16,0 0 16,0 0-16,0 0 15,0 0-15,0 0 16,0 0-1,0 0-15,0 0 16,0 0-16,0 0 16,0 0-16,0 0 15,24-3-15,9 1 16,9-3-16,13 4 16,-17-1-16,-3 2 15,-9-3-15,-4 3 16,-22 0-16,30 0 15,-30 0-15,0 0 16,21 0-16,-21 0 16,0 0-1,0 0-15,-81 11 16,11 2-16,-29 16 16,-20 15-16,31-16 15,16-3-15,10-7 16,17-2-1,21-9-15,1 1 16,23-8-16,-27 9 16,27-9-16,0 0 15,0 0-15,-16 12 16,39 18-16,0 1 16,13 9-16,11 5 15,6-14-15,10-3 16,6-10-16,13-5 15,-21-5-15,-7 0 16,-14-5-16,-9 0 16,-8 0-1,-23-3-15,0 0 16,0 0-16</inkml:trace>
  <inkml:trace contextRef="#ctx0" brushRef="#br0" timeOffset="-178788.21">18723 6289 0,'0'0'16,"0"0"-16,0 0 16,0 0-16,0 0 15,0 0-15,0 0 16,0 0-16,0 0 16,0 0-16,0 0 15,0 0-15,0 0 16,0 0-16,0 0 15,0 0-15,0 0 16,0 0-16,0 0 16,-5 19-1,2 1-15,-11 49 16,2 1-16,4-24 16,4-13-16,-5 27 15,0 16-15,-8 1 16,-1 5-1,-7-20-15,-1-8 16</inkml:trace>
  <inkml:trace contextRef="#ctx0" brushRef="#br0" timeOffset="-175899.64">6761 11835 0,'0'0'0,"0"0"15,0 0-15,0 0 16,0 0-16,0 0 0,0 0 16,0 0-16,0 0 15,0 0-15,0 0 16,0 0-16,0 0 15,0 0-15,0 0 16,0 13-16,2 4 16,6 109-16,0 0 15,-3-38-15,-1-27 16,6 12-16,4-1 16,16 40-16,12 29 15,-14-36-15,-2-12 16,19 25-1,13 13-15,8-6 16,13 3-16,-5-14 16,-1-6-16,25 24 15,17 18-15,-20-56 16,-6-26 0,30 23-16,22 8 15,7 5-15,19 8 16,-25-51-16,-4-27 15,21-6-15,15-11 16,9 1-16,16-1 16,4-17-16,11-7 15,-16-4-15,-6-5 16,14-14-16,13-11 16,-2-22-16,4-11 15,2-2-15,4-2 16,-8-1-1,-1 5-15,1-16 16,6-7-16,-6-27 16,-2-21-16,-6 7 15,-1 0 1,-3-5-16,-1 2 16,-4-5-16,4-3 15,-4-6-15,-1-1 16,-2-1-16,1 1 15,-1-27-15,2-12 16,-12 14-16,-4 5 16,-18 2-16,-11 9 15,-7-7-15,-8 3 16,-20 30-16,-17 23 16,3-10-16,-2 5 15,15-20 1,15-11-16,-20 17 15,-4 4-15,-5 2 16,-3 10-16,-3-5 16,1 0-16,-5 0 15,-2 3-15,-19 25 16,-14 21 0,8-16-16,4 0 15,0-3-15,3 0 16,-13 18-16,-5 14 15,-5 6-15,-2 12 16,9-12-16,4 1 16,1 3-16,2 5 15,-21 14-15,-9 12 16,-8 2-16,-9 9 16,-20 10-16,27-14 15,-27 14-15,0 0 16,22-13-1,-22 13-15,0 0 16,0 0-16,21-8 16,-21 8-16,0 0 15,0 0-15,0 0 16,0 0 0,0 0-16,0 0 15,0 0-15,0 0 16,0 0-16,0 0 15,-20-4-15,-1 4 16,-9-3-16,-5 2 16,4-1-16,3 2 15,3-3-15,25 3 16,-33-2-16,33 2 16,-20 2-16,20-2 15,0 0-15,0 0 16,0 0-1,-21 0-15,21 0 16,0 0-16,0 0 16,0 0-16,0 0 15,0 0 1,0 0-16,0 0 16,0 0-16,23-8 15,3 7-15,8-2 16,-12 3-16,0 3 15,-22-3-15,28 3 16,-28-3-16,0 0 16,25 2-16,-25-2 15,0 0-15,0 0 16,0 0-16,0 0 16,11 15-16,-11-15 15,-42 59 1,3-9-16,-9 6 15,-5 9-15</inkml:trace>
  <inkml:trace contextRef="#ctx0" brushRef="#br0" timeOffset="-167245.16">19995 7732 0,'0'0'16,"0"0"-16,0 0 16,0 0-16,0 0 15,0 0-15,0 0 16,0 0-16,0 0 15,0 0-15,0 0 16,0 0-16,0 0 16,0 0-16,0 0 15,-23-6-15,1 2 16,-36 0-16,0 0 16,16-1-1,10 4-15,-11-5 16,-3 0-16,-12 1 15,-5 5-15,4 0 16,2 5-16,7-5 16,3 0-16,-18 0 15,-7 1 1,-6-1-16,-4 5 16,8-1-16,7 4 15,-2 4-15,2 7 16,-1-1-16,4 3 15,-1 2-15,4 6 16,8-2-16,9 3 16,-5 2-16,3 2 15,4-4-15,6 1 16,10-11-16,10-1 16,-1-4-16,7-3 15,0 1 1,6 1-16,4 4 15,6 7-15,7 5 16,9 10-16,4 4 16,9 8-1,4-9-15,8 2 16,8-9-16,14-7 16,7-1-16,13 4 15,-9-10-15,0-1 16,18-14-16,14-11 15,-9-5-15,0-3 16,-7-3-16,-4-2 16,6-1-16,2 0 15,-4-5-15,2 1 16,-2-4-16,2-3 16,-20 2-1,-6 5-15,-3-3 16,1 4-16,-11 0 15,-4 4-15,-16 3 16,-7 7-16,-9-3 16,-23 10-1,27-7-15,-27 7 16,0 0-16,0 0 16,25-12-16,-25 12 15,0 0-15,13-17 16,-17-8-16,3 0 15,-18-25-15,3 1 16,-22-8-16,-12 2 16,-4 5-16,-6 7 15,8 6-15,2 6 16,-10-4-16,-3 3 16,-11 10-1,-5 10-15,9 3 16,8 11-16,-3-6 15,6 2-15,-21 4 16,-8 5-16,16 5 16,7 7-16,9-6 15,9 4 1,1 0-16,4 2 16,3 1-16,9 2 15,3-1-15,10 1 16,-2-2-16,6 1 15,-4 7-15,5 8 16</inkml:trace>
  <inkml:trace contextRef="#ctx0" brushRef="#br0" timeOffset="-165385.65">19530 8179 0,'0'0'0,"0"0"16,0 0-16,0 0 15,0 0 1,0 0-16,0 0 16,0 0-16,0 0 15,0 0-15,0 0 16,0 0-16,0 0 15,0 0-15,0 0 16,0 0-16,0 0 16,0 0-16,0 0 15,14 49-15,0 4 16,26 69-16,0 0 16,-22-87-16,0 2 15,6-10 1,4-3-16,8 0 15,8 4-15,0 3 16,0 7-16,1-7 16,1 1-1,-5-1-15,1 0 16,-1-3-16,2 4 16,3 2-16,8 3 15,-2-11-15,4-1 16,-4-19-16,-1-7 15,11-16-15,8-12 16,9-1-16,11-4 16,-9-5-16,-1-3 15,-1 1-15,0 4 16,-3-6-16,1-1 16,-5-21-1,-1-17-15,-1 5 16,-2-2-16,-9 14 15,-5 9-15,7-12 16,8-2-16,-3-3 16,1 3-1,-2-1-15,-1 3 16,-9 8-16,-7 11 16,-2 3-16,1 11 15,19-9-15,13-1 16,-12 6-16,2 4 15,-20 10-15,-10 12 16,2-1-16,0 6 16,4 1-16,4 7 15,1 3-15,5 5 16,-14-2-16,-3 2 16,-12-1-1,-26-7-15,35 19 16,-18-7-16,-17-12 15,22 19-15,-22-19 16,12 14-16,-12-14 16,7 12-16,-7-12 15,0 0 1,6 14-16,-6-14 16,0 0-16,3 15 15,-3-15-15,0 0 16,0 0-16,0 0 15,0 0-15,-3 12 16,3-12-16,0 0 16,-26 7-16,26-7 15,-32-19-15,13 0 16,-14-16-16,-9-8 16,14 10-16,9 6 15,0 4 1,6 7-16,-1-3 15,6 4-15,0 1 16,8 14-16,-12-21 16,12 21-1,-11-18-15,11 18 16,-8-16-16,8 16 16,0 0-16,-5-13 15,5 13-15,0 0 16,0 0-16,40-12 15,1 3-15,2 1 16,0 8-16,4 6 16,-10 2-16,0 4 15,-8 1-15,0 6 16,-6-3-16,-4 3 16,-7-1-1,-7 5-15,-23 21 16,2-1-16,-34 7 15,-18 8-15,-9 14 16,-9 13-16</inkml:trace>
  <inkml:trace contextRef="#ctx0" brushRef="#br0" timeOffset="-134157.58">15476 9742 0,'0'0'16,"0"0"-1,0 0-15,0 0 16,0 0-16,0 0 16,0 0-1,0 0-15,0 0 16,0 0-16,0 0 15,0 0-15,0 0 16,0 0-16,0 0 16,0 0-16,0 0 15,0 0-15,0 0 16,0 0-16,0 0 16,0 0-16,0 0 15,0 0-15,0 0 16,0 0-16,0 0 15,0 0 1,0 0-16,0 0 16,0 0-16,0 0 15,0 0-15,0 0 16,0 0 0,0 0-16,0 0 15,0 0-15,0 0 16,0 0-16,0 0 15,0 0-15,0 0 16</inkml:trace>
  <inkml:trace contextRef="#ctx0" brushRef="#br0" timeOffset="-130751.79">19409 6609 0,'0'0'0,"0"0"16,0 0-1,0 0-15,0 0 16,0 0-16,0 0 15,0 0-15,0 0 16,0 0-16,0 0 16,0 0-16,0 0 15,0 0-15,0 0 16,0 0-16,0 0 16,0 0-16,0 0 15,0 0-15,0 0 16,0 0-16,0 0 15,0 0 1,0 0-16,0 0 16,0 0-16</inkml:trace>
  <inkml:trace contextRef="#ctx0" brushRef="#br0" timeOffset="-130423.79">19674 6609 0,'0'0'16,"0"0"-16,0 0 15,0 0-15,0 0 16,0 0-16,0 0 15</inkml:trace>
  <inkml:trace contextRef="#ctx0" brushRef="#br0" timeOffset="-129986.45">20177 6525 0,'0'0'0,"0"0"0,0 0 16,0 0-1,0 0-15,0 0 16,0 0-16,0 0 16,0 0-16,0 0 15,0 0-15</inkml:trace>
  <inkml:trace contextRef="#ctx0" brushRef="#br0" timeOffset="-128314.7">20263 6463 0,'0'0'16,"0"0"-16,0 0 15,0 0-15,0 0 16,0 0-16,0 0 16,0 0-16,0 0 15,0 0-15,0 0 16,0 0-1,0 0-15,0 0 16,0 0-16,-24-17 16,2 3-16,-59-18 15,1 2-15,3 13 16,2 13 0,10 2-16,11 8 15,-14-3-15,-1-1 16,-26 2-16,-12 4 15,12 0-15,7 3 16,-15 3-16,-4 8 16,12-3-16,11 4 15,-4-2-15,5 2 16,7-5-16,7 0 16,11-5-16,13-1 15,6-3-15,9-1 16,0-2-1,5 1-15,1-3 16,1-1-16,2 0 16,21-3-16,-28 4 15,28-4-15,0 0 16,-23 4 0,23-4-16,0 0 15,0 0-15,-13 19 16,16 51-16,2 2 15,-2 7-15,5 5 16,1 0-16,8 0 16,1 38-16,5 27 15,-5-31-15,0-9 16,-2 11-16,0 6 16,-18 0-16,-7 7 15,0 5-15,-1 7 16,-3-24-1,-2-15-15,-3 0 16,-2-5-16,-3 11 16,-2 8-16,9-66 15,0 0-15,0-11 16,2-3 0,0-2-16,0 1 15,-2 1-15,1 3 16,-1-1-16,2-1 15,1-6-15,4-1 16,0-8-16,4 1 16,3-2-16,5 2 15,5-2-15,5 2 16,12 6-16,11 8 16,8 12-16,14 13 15,-5-3-15,5 3 16,-5-6-1,1-3-15,6-7 16,4-3-16,27-26 16,22-10-16,-8 2 15,7 1-15,10-14 16,12-8 0,-14-5-16,-2-1 15,0-1-15,-1 6 16,-5-4-16,-2 0 15,-15 3-15,-5 1 16,-15 1-16,-6 2 16,-14 1-16,-5-1 15,-17 2-15,-11 3 16,-22 1-16,32-3 16,-32 3-16,0 0 15,0 0-15,26-9 16,-15-56-1,1 1-15,3-33 16,4-19-16,-15-14 16,-5-15-16,1 18 15,1 10-15,-2-18 16,-1-4 0,1 12-16,2 13 15,-1-23-15,0-4 16,3-3-16,5 0 15,2 14-15,5 11 16,0-3-16,2 2 16,0-26-16,5-15 15,3-39-15,7-30 16,-21 138-16,1 2 16,-6 13-16,1 11 15,-10-3-15,-5 4 16,-1 13-1,-1 10-15,4 20 16,1 0-16,-2 5 16,7 17-16,-9-21 15,9 21-15,-8-16 16,8 16 0,-4-13-16,4 13 15,0 0-15,-7-12 16,7 12-16,0 0 15,0 0-15,0 0 16,-9-12-16,9 12 16,0 0-16,0 0 15,-124 6-15,19 12 16,-145 21-16,1 1 16,25 20-16,21 14 15</inkml:trace>
  <inkml:trace contextRef="#ctx0" brushRef="#br0" timeOffset="-125221.43">21116 5479 0,'0'0'15,"0"0"-15,0 0 16,0 0-16,0 0 16,0 0-16,0 0 15,0 0-15,0 0 16,0 0-16,0 0 16,-1 19-16,1-1 15,5 110 1,-1 0-16,-2-41 15,0-23-15,-2-6 16,1-11-16,1 18 16,1 8-16,-1 1 15,2 4 1,4-25-16,5-8 16</inkml:trace>
  <inkml:trace contextRef="#ctx0" brushRef="#br0" timeOffset="-124502.85">21732 5241 0,'0'0'0,"0"0"16,0 0-16,0 0 15,0 0-15,0 0 16,0 0-16,-17 19 16,2-1-1,-28 52-15,2 0 16,14-9-16,14-4 16,-10 47-16,-1 33 15,7-50-15,1-21 16,10-29-16,1 0 15,2-10-15,1-5 16,1-9-16,1-1 16,0-12-16,0 0 15,0 0-15,21 0 16,62-103-16,1-1 16,-10 7-1,-5 9-15,-36 46 16,0 1-16,6-4 15,5-2-15,-15 21 16,-9 12-16,-20 14 16,17-16-16,-17 16 15,0 0 1,0 0-16,0 0 16,0 0-16,0 0 15,-17 13-15,-7 3 16,-1-2-16,0 4 15,6-2-15,2 5 16,3 0-16,3 2 16,2 1-16,2 4 15,2 5-15,5 14 16,2-2-16,6 9 16,-3-14-16,3-3 15,32 1 1,23 7-16,1-9 15,12 2-15,-12-12 16,-1-11-16,-19-4 16,-14-7-16</inkml:trace>
  <inkml:trace contextRef="#ctx0" brushRef="#br0" timeOffset="-120893.9">15382 9618 0,'0'0'16,"0"0"-16,0 0 15,0 0-15,0 0 16,0 0-16,0 0 15,0 0-15,0 0 16,0 0-16,0 0 16,0 0-16,0 0 15,0 0-15,0 0 16,0 0-16,0 0 16,0 0-16,0 0 15,0 0 1,0 0-16,0 0 15,0 0-15,0 0 16,0 0-16,0 0 16,0 0-16,0 0 15,0 0 1,-17 58-16,5 2 16,-30 136-16,3 3 15,29-157-15,1 0 16,-5 27-16,-3 18 15,-4 15-15,-2 15 16,4-32-16,6-17 16,-6 27-16,2 13 15,0 6-15,3 7 16,-3-11-16,4-5 16,-4 13-16,2 8 15,5-47 1,5-31-16,-1 1 15,3-10-15,-2 0 16,2-1-16,-2-13 16,5-9-16,-3-3 15,3-13 1,-1 18-16,1-18 16,0 0-16,0 12 15,0-12-15,0 0 16,0 0-16,9-14 15</inkml:trace>
  <inkml:trace contextRef="#ctx0" brushRef="#br0" timeOffset="-120440.95">15454 11373 0,'0'0'0,"0"0"16,0 0-16,-10 13 15,0-1-15,-42 65 16,-2 2-16,9-18 16,8-7-16,5-12 15,4-7 1,1-10-16,8-7 16,-4-2-16,-1-1 15,-1-2-15,1-4 16,-1-10-16,3-7 15,-7-24-15,-4-14 16,-4 8-16,-2 1 16,24 21-16,2-2 15,2 5-15,11 13 16,-13-14-16,13 14 16,0 0-1,0 0-15,0 0 16,0 0-16,0 0 15,25 21-15,7 12 16,1 1-16,-3-5 16,-1 2-16,1-2 15,0 1 1,5-1-16,7 0 16,6-4-16,9-2 15,-6 4-15,-1 5 16</inkml:trace>
  <inkml:trace contextRef="#ctx0" brushRef="#br0" timeOffset="-117457.14">22732 3567 0,'0'0'16,"0"0"-16,0 0 15,0 0-15,0 0 16,0 0-16,0 0 16,0 0-16,0 0 15,0 0-15,0 0 16,0 0-16,0 0 16,0 0-1,0 0-15,9 43 16,-1 2-16,15 61 15,-1-1-15,-8-28 16,-4-17 0,3 39-16,5 25 15,-8-54-15,-3-22 16,-2-21-16,1 1 16,4-9-16,4-2 15</inkml:trace>
  <inkml:trace contextRef="#ctx0" brushRef="#br0" timeOffset="-116879.14">23464 3467 0,'0'0'0,"0"0"15,0 0-15,0 0 16,0 0-16,0 0 15,0 0-15,0 0 16,0 0 0,0 0-16,0 0 15,-12 60-15,-1 0 16,-27 130-16,-2 0 16,24-138-16,-1 2 15,6-11-15,5-2 16,1-26-16,4 0 15,3-15-15,0 0 16,0 0-16,0 0 16,10-35-16,2-3 15,6-28-15,6-15 16,-7 26 0,-4 11-16,-6 19 15,0 3-15,-4 10 16,0-1-16,-3 13 15,3-12-15,-3 12 16,0 0-16,0 0 16,0 0-1,33 16-15,-6 7 16,12 9-16,15 14 16,-13-8-16,-3-1 15,-9-10-15,-9-3 16,-3-5-16,-3-2 15,-14-17-15,15 16 16,-15-16-16,0 0 16</inkml:trace>
  <inkml:trace contextRef="#ctx0" brushRef="#br0" timeOffset="-116379.17">24076 3285 0,'0'0'0,"0"0"15,0 0-15,0 0 16,0 0-16,0 0 16,0 0-1,0 0-15,0 0 16,-13 39-16,1 1 16,-66 176-16,-2 2 15,58-179-15,3 3 16,3-11-16,8-2 15,2-16-15,0-2 16,6-11-16,-6 14 16,6-14-16,0 0 15,0 0-15,0 0 16,5-31 0,5-5-16,17-76 15,1 2-15,-10 38 16,-2 29-16,-4 8 15,2 16-15,3-2 16,2 9 0,2 3-16,4 7 15,12 40-15,2 1 16,-7 39-16,-3 31 16,-6-27-16,-5-7 15,2 18-15,-2 11 16,-1-15-16,-2-4 15,-11-50-15,3 2 16</inkml:trace>
  <inkml:trace contextRef="#ctx0" brushRef="#br0" timeOffset="-115488.52">24463 2925 0,'0'0'0,"0"0"15,0 0-15,0 0 16,0 0-16,-27-20 15,-2 1-15,-105-57 16,2 1 0,31 41-16,25 33 15,-60-3-15,-30 12 16,6 21-16,-6 20 16,15-8-16,10 0 15,-10 34-15,2 27 16,5 8-16,8 14 15,41-42-15,32-18 16,6 35-16,14 22 16,8-32-16,12-10 15,16 8-15,15 12 16,27 29 0,25 24-16,-1-46 15,11-23-15,21 20 16,18 7-16,-15-7 15,0-1-15,4-35 16,5-23 0,32-34-16,27-24 15,2-32-15,8-26 16,13-28-16,12-25 16,-27-39-16,-13-32 15,3 35-15,3 16 16,-17-8-16,-11 2 15,-13-11-15,-16-3 16,-41 46-16,-33 30 16,-15 31-16,2 2 15,-22 2-15,-14 6 16,-57-47 0,0 0-16,-28 12 15,-15 9-15,-19 37 16,-16 28-16,-27 28 15,-20 29-15,22 10 16,7 18-16,10 3 16,11 7-1,14 22-15,13 18 16</inkml:trace>
  <inkml:trace contextRef="#ctx0" brushRef="#br0" timeOffset="-110933.67">21851 1374 0,'0'0'16,"0"0"-16,0 0 15,0 0-15,0 0 16,0 0-16,0 0 0,0 0 15,0 0-15,0 0 16,0 0 0,0 0-16,0 0 15,0 0-15,0 0 16,0 0-16,0 0 16,5 21-16,-1 0 15,29 101-15,2 0 16,-8-34-16,-6-26 15,11 15-15,4 5 16,-1-23-16,2-11 16,26-32-16,20-22 15,-14-17-15,2-14 16,-18 12 0,-7 6-16,-12-3 15,-6 3-15,-8-2 16,-7 5-16,-1-3 15,-2 1-15,-3 1 16,-1 5 0,-3 0-16,-3 12 15,0 0-15,8-16 16,-8 16-16,0 0 16,0 0-16,0 0 15,0 0-15,11 20 16,5 52-16,1 2 15,-3 32-15,2 22 16,-7-37-16,-1-16 16,1 19-16,2 10 15,-4-27-15,-1-15 16,-4-33 0,2 2-16,-1-17 15,2 0-15</inkml:trace>
  <inkml:trace contextRef="#ctx0" brushRef="#br0" timeOffset="-110293.17">23205 1441 0,'0'0'16,"0"0"-16,0 0 15,0 0-15,0 0 16,0 0 0,0 0-16,0 0 15,0 0-15,0 0 16,0 0-16,0 17 15,0 0-15,10 67 16,2 2 0,-2-21-16,2-16 15,-2 2-15,1-1 16,-5-16-16,2-9 16,-8-25-16,5 19 15,-5-19-15,0 0 16,6-28-16,-2 3 15,-4-64-15,4 3 16,-8 13-16,1 14 16,-1 33-16,2 2 15,1 11-15,1 13 16,-2-19 0,2 19-16,-1-12 15,1 12-15,0 0 16,0 0-16,0 0 15,20 23-15,22 43 16,2 0 0,-8-16-16,-1-6 15,-1-10-15,3-5 16,3-3-16,4-4 16,-1 3-16,2 2 15,-15-19-15,-7-10 16</inkml:trace>
  <inkml:trace contextRef="#ctx0" brushRef="#br0" timeOffset="-109761.91">23992 1254 0,'0'0'15,"0"0"-15,0 0 16,0 0 0,0 0-16,0 0 15,0 0-15,0 0 16,0 0-16,0 0 15,0 0-15,0 0 16,0 0 0,-28 44-16,1 0 15,-37 84-15,-1 0 16,54-91-16,-1 1 16,5-10-16,4-3 15,2-9-15,4-3 16,-3-13-16,0 0 15,48-21-15,-16-5 16,9-61-16,0 0 16,-18 28-16,-8 17 15,-5 19-15,0 0 16,-6 10 0,-4 13-16,8-15 15,-8 15-15,3-13 16,-3 13-16,0 0 15,0 0-15,0 0 16,28-2 0,2 52-16,0-2 15,11 46-15,12 30 16,-18-36-16,-7-14 16,6 12-16,1 5 15,-7-12-15,-3-5 16,-9-26-16,-1-16 15</inkml:trace>
  <inkml:trace contextRef="#ctx0" brushRef="#br0" timeOffset="-108605.83">21435 2433 0,'0'0'15,"0"0"-15,0 0 16,0 0-16,0 0 15,0 0-15,0 0 16,0 0-16,0 0 16,0 0-16,0 0 15,16 31-15,0 0 16,46 114 0,3 0-16,-40-77 15,1 0-15,9 31 16,6 24-16,-14-47 15,-7-20-15,-6-15 16,0-14-16,-9-15 16,1 3-1,-6-15-15,0 0 16</inkml:trace>
  <inkml:trace contextRef="#ctx0" brushRef="#br0" timeOffset="-108371.52">21380 3011 0,'0'0'15,"0"0"-15,0 0 16,0 0-16,0 0 15,0 0-15,0 0 16,0 0-16,0 0 16,0 0-16,0 0 15,24-16-15,1 2 16,124-64-16,0-1 16,-103 44-1,0 0-15,0 4 16,4 4-16,-18 4 15,-10 7-15,-22 16 16,25-17 0,-25 17-16,0 0 15</inkml:trace>
  <inkml:trace contextRef="#ctx0" brushRef="#br0" timeOffset="-107293.64">18861 2200 0,'0'0'15,"0"0"-15,0 0 16,0 0-16,0 0 15,0 0-15,0 0 16,0 0-16,0 0 16,0 0-16,0 0 15,-7 27-15,2 2 16,-3 96-16,0 4 16,11-29-1,11-14-15,3-12 16,4-12-16,-5-12 15,-2-9-15,17-6 16,15-5 0,-4-18-16,7-12 15,-10-5-15,0-5 16,2-25-16,1-14 16,-10-28-16,-6-17 15,-4 27-15,-4 17 16,-12 22-16,3 0 15,-9 28-15,5-20 16,-5 20-16,2-12 16,-2 12-16,0 0 15,0 0-15,0 0 16,6 35 0,2 4-16,7 40 15,1 5-15,0-3 16,2-1-16,3 29 15,6 25-15,-10-52 16,-4-19 0,-4-14-16,2-10 15,-5-6-15,2-4 16,-3-16-16,1-1 16,-6-12-16,0 0 15</inkml:trace>
  <inkml:trace contextRef="#ctx0" brushRef="#br0" timeOffset="-106621.92">19757 2069 0,'0'0'0,"0"0"16,0 0-16,0 0 15,0 0-15,0 0 16,0 0-16,0 0 16,0 0-1,0 29-15,2-4 16,11 47-16,2 3 16,1 8-16,3 9 15,-3 23-15,2 19 16,-5-47-16,-1-25 15,-2 11-15,-2 0 16,-5-21-16,-1-15 16,-2-19-16,0 3 15,0-21-15,0 0 16,0 0 0,0 0-16,4-103 15,1 5-15,6-33 16,9-18-16,-6 83 15,2 2-15,-2 9 16,2 5 0,-2-3-16,1 3 15,-8 25-15,1 1 16,-5 12-16,-3 12 16,6-17-16,-6 17 15,0 0-15,0 0 16,0 33-16,-3 2 15,-11 48-15,-2 0 16,0 6-16,1 4 16,9-56-16,-1 3 15,2-15-15,4-9 16,-1 0 0,5 3-16,12-1 15,10 3-15,33-4 16,1 2-16,11-5 15,9 0-15,-13-20 16,-1-13 0,-21-3-16,-13-7 15</inkml:trace>
  <inkml:trace contextRef="#ctx0" brushRef="#br0" timeOffset="-105918.93">20547 2194 0,'0'0'0,"0"0"15,0 0-15,0 0 16,0 0-16,0 0 15,0 0-15,0 0 16,0 0 0,0 0-16,0 0 15,-2 25-15,2 0 16,9 98-16,-1 2 16,7-29-16,8-13 15,-4-23-15,0-18 16,-7-10-16,-5-9 15,-3-10-15,1 1 16,-5-14-16,5 12 16,-5-12-16,0 0 15,0 0-15,0 0 16,0 0 0,0 0-16,0 0 15,0 0-15,7-44 16,-7 10-16,0-41 15,0 1-15,-4 16 16,3 14 0,-1 24-16,2 2 15,-2 3-15,2 15 16,-1-21-16,1 21 16,15-20-16,-2 8 15,20-6-15,2 2 16,-7 6-16,0 5 15,-6 7-15,-5 11 16,0 17-16,0 23 16,-10 3-16,-4 12 15,-8-10-15,-4-1 16,-5-8 0,-5-6-16,-5 5 15,-6 8-15,-13 11 16,-10 16-16</inkml:trace>
  <inkml:trace contextRef="#ctx0" brushRef="#br0" timeOffset="-104653.47">20451 3251 0,'0'0'16,"0"0"-16,0 0 15,0 0-15,0 0 16,-25 18-16,1 0 16,-60 50-16,-1 0 15,14 3-15,10 3 16,-33 36 0,-16 24-16,-23 18 15,-20 27-15,-7 1 16,-9 14-16,-27 5 15,-23 8-15,-19 28 16,-20 25 0,0-5-16,-5 3 15,12-11-15,8-3 16,6-13-16,9-3 16,9-12-16,12-2 15,18-28-15,20-17 16,18-20-16,23-17 15,21-26-15,23-21 16,7-10-16,17-12 16,14-19-16,18-14 15,13-15-15,0-1 16,15-14 0,-13 15-16,13-15 15,0 0-15,0 0 16,0 0-16,16-45 15,3 12-15</inkml:trace>
  <inkml:trace contextRef="#ctx0" brushRef="#br0" timeOffset="-104372.2">15845 7271 0,'0'0'16,"0"0"-16,0 0 15,0 0-15,0 0 16,0 0-16,0 0 16,-11 50-16,3 0 15,-50 137 1,2 4-16,10-65 16,11-38-16,-4 19 15,5 5-15,10-44 16,8-28-16,4-5 15,4-10-15,11-6 16,11-7 0,82-30-16,0-1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6:24:33.6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11865 7819 0,'0'0'0,"0"0"0,0 0 0,0 0 0,0 0 0,0 0 15,0 0-15,0 0 16,0 0-1,0 0 1,0 0 0,0 0-16,0 0 0,0 0 15,0 0-15,0 0 16,0 0 0,0 0-16,0 0 15,24-15-15,3 1 16,52-23-16,2 2 15,4-9-15,2-2 16,6-26-16,4-19 16,0 17-16,-1 8 15,12-17-15,5-6 16,15-3-16,11-6 16,-5-1-16,4 2 15,-20 16 1,-9 15-16,26-13 15,15 1-15,-28 5 16,-12 10-16,-10 3 16,-10 6-16,-14 8 15,-15 12 1,-12 3-16,-10 7 16,-3 4-16,-9 3 15,-2 0-15,-3 8 16,-22 9-16,27-17 15,-27 17-15,0 0 16,23-14-16,-23 14 16,0 0-16,0 0 15,0 0-15,21-11 16,-21 11-16,0 0 16,0 0-16,0 0 15,0 0 1,0 0-16,0 0 15,0 0-15,0 0 16,0 0-16,0 0 16,0 0-16,0 0 15,23-5 1,-23 5-16,0 0 16,24-7-16,-24 7 15,20-11-15,-20 11 16,0 0-16,0 0 15,22-14-15,-22 14 16,0 0-16,0 0 16,0 0-16,0 0 15,19-13-15,-19 13 16,0 0-16,0 0 16,0 0-16,0 0 15,0 0 1,0 0-16,0 0 15,0 0-15,0 0 16,-7-14-16,7 14 16,0 0-16,-34-16 15,34 16 1,-36-15-16,36 15 16,-42-17-16,17 9 15,-5-4-15,-2 2 16,1-1-16,2 3 15,3-1-15,5 3 16,21 6-16,-29-8 16,29 8-16,0 0 15,-25-7-15,25 7 16,0 0-16,0 0 16,0 0-16,0 0 15,35 18 1,0-4-16,17 6 15,12 7-15,-7-4 16,1 2-16,-8-4 16,-1-1-16,-10-3 15,-3-3 1,-11-5-16,-25-9 16,25 12-16,-25-12 15,0 0-15,0 0 16,-29 34-16,-7-5 15,-19 11-15,-14 14 16,15-13-16,5-3 16,-4 1-16,3 0 15,15-12-15,12-4 16,23-23-16,-11 20 16</inkml:trace>
  <inkml:trace contextRef="#ctx0" brushRef="#br0" timeOffset="4374.22">17328 3446 0,'0'0'0,"0"0"15,0 0-15,0 0 16,0 0-16,0 0 16,0 0-16,0 0 15,0 0 1,0 0-16,0 0 16,31-1-16,1-1 15,62-1-15,0 1 16,-13 7-16,-8 4 15,10 10-15,5 10 16,3-10-16,8-3 16,12 10-16,15 4 15,-4-1-15,4 4 16,9 2-16,8 4 16,-10 0-16,-4 1 15,11 2 1,9 1-16,-2-2 15,4 1-15,-1-11 16,2-6-16,1-3 16,2 1-16,-17-5 15,-9 3 1,-11-4-16,-10-3 16,-11 3-16,-6 3 15,-14 1-15,-8 6 16,-11-7-16,-11-1 15,-25-10-15,-1-1 16,-21-8-16,0 0 16,28 16-16,-28-16 15,0 0-15,22 11 16,-22-11-16,0 0 16,0 0-16,0 0 15,0 0-15,14 12 16,-14-12-1,0 0-15,0 0 16,0 0-16,0 0 16,0 0-16,0 0 15,0 0 1,0 0-16,0 0 16,0 0-16,0 0 15,0 0-15,0 0 16,0 0-16,0 0 15,0 0-15,3-23 16,-17-5-16,3 0 16,-8-8-16,2-6 15,-8 8-15,-2 4 16,-6-3-16,-5 2 16,-4 2-16,-2 2 15,-3 5 1,0 6-16,-1-1 15,2 2-15,8 2 16,10 7-16,28 6 16,-33-6-16,33 6 15,0 0 1,-27-4-16,27 4 16,0 0-16,0 0 15,0 0-15,0 0 16,15 14-16,-15-14 15,56 30-15,-17-10 16,7-2-16,4 3 16,-1-4-16,-2-1 15,-3-3-15,-2-1 16,-12-3-16,-7-1 16,-23-8-16,30 10 15,-30-10 1,0 0-16,22 8 15,-22-8-15,0 0 16,0 0-16,0 0 16,0 0-16,-25 17 15,2-7 1,-14 5-16,-8 7 16,-7 1-16,-6 7 15</inkml:trace>
  <inkml:trace contextRef="#ctx0" brushRef="#br0" timeOffset="11185.53">15520 1408 0,'0'0'16,"0"0"-16,0 0 15,0 0-15,0 0 16,0 0-16,0 0 16,0 0-1,0 0-15,0 0 16,0 0-16,0 0 15,0 0-15,0 0 16,0 0 0,-3 23-16,-1 1 15,-5 78-15,-2 1 16,7-65-16,-1-2 16,0 4-16,0 1 15,-7 38-15,1 2 16,-1-8-16,4-2 15,0-24-15,3-13 16,2-7-16,1-9 16,-2-1-16,4-5 15,0-12-15,4 21 16,-4-21 0,26 22-16,24-7 15,3 1-15,18-7 16,13-3-16,-18-10 15,-3-4-15,9-5 16,10 1 0,-15-4-16,-2-1 15,-17 2-15,-10 2 16,-10 4-16,-6 2 16,-22 7-16,30-10 15,-30 10-15,0 0 16,0 0-16,21-2 15</inkml:trace>
  <inkml:trace contextRef="#ctx0" brushRef="#br0" timeOffset="11638.69">16204 1867 0,'0'0'15,"0"0"-15,0 0 16,0 0-16,0 0 15,0 0-15,0 0 16,0 0-16,0 0 16,-8 56-16,0 2 15,-15 71-15,1 2 16,9-84-16,0 3 16,-3 20-1,-3 17-15,5-25 16,2-6-16,3-6 15,1-7-15,2-7 16,1-8 0,-1-7-16,5-5 15,-2 0-15,1-3 16,2-13-16,-3 21 16,3-21-16,1 15 15</inkml:trace>
  <inkml:trace contextRef="#ctx0" brushRef="#br0" timeOffset="12576.35">16830 1952 0,'0'0'15,"0"0"-15,0 0 16,0 0-16,0 0 16,0 0-16,0 0 15,0 0-15,0 0 16,0 0 0,0 0-16,0 0 15,0 0-15,-4 18 16,1 1-16,-16 83 15,0 1-15,9-65 16,1 4-16,-3 4 16,0 7-1,0 7-15,1 8 16,3-26-16,3-15 16,-1-6-16,5-7 15,1-14-15,-3 21 16,3-21-16,-2 12 15,2-12-15,0 0 16,-3-18-16,1-1 16,2-20-16,0 2 15,0-3-15,0 3 16,0-15-16,3-6 16,-1 13-1,3 9-15,-2 7 16,1 14-16,-2-4 15,1 6-15,-1 1 16,-2 12 0,0 0-16,3-15 15,-3 15-15,0 0 16,8-19-16,-8 19 16,17-16-16,-17 16 15,33-4-15,-12 12 16,10 27-16,0 2 15,3-4-15,4 3 16,-8-5-16,-3 2 16,2 15-16,6 9 15,-5 2-15,0 4 16,-11-17 0,-5-7-16,-3-10 15,-3-6-15,-1-5 16,-2-3-16,-5-15 15,5 17-15,-5-17 16,0 0-16,6-28 16,1 3-1</inkml:trace>
  <inkml:trace contextRef="#ctx0" brushRef="#br0" timeOffset="13357.57">17662 1860 0,'0'0'15,"0"0"-15,0 0 16,0 0-16,0 0 16,0 0-1,0 0-15,0 0 16,0 0-16,0 0 15,0 0-15,0 0 16,0 0-16,0 0 16,0 0-1,-22 42-15,0 0 16,-55 108-16,-1 1 16,48-103-16,0 2 15,-3 8-15,0 5 16,7-20-16,8-7 15,0-5-15,5-4 16,1-8-16,4-3 16,8-16-16,-8 15 15,8-15-15,0 0 16,0 0-16,0 0 16,17-58-1,2 8-15,6-12 16,6-5-16,9-15 15,10-13-15,-1-4 16,4-7 0,-27 56-16,3 1 15,-15 26-15,1 0 16,-5 9-16,-10 14 16,14-16-16,-14 16 15,0 0-15,17-15 16,-17 15-16,0 0 15,25 4-15,-25-4 16,33 48-16,-9-7 16,-3 31-16,0 24 15,-8-22-15,-2-3 16,-5 3 0,1 2-16,-4 8 15,3 8-15,-5-26 16,-1-14-16,0-11 15,0-10-15,-1-8 16,1-5-16,-3-3 16,3-15-1,-3 18-15,3-18 16,-3 12-16,3-12 16</inkml:trace>
  <inkml:trace contextRef="#ctx0" brushRef="#br0" timeOffset="16169.44">14731 15476 0,'0'0'15,"0"0"-15,0 0 16,0 0-16,0 0 15,0 0-15,0 0 16,0 0-16,0 0 16,24 0-16,2 0 15,74 3-15,2 4 16,-13-9-16,-7-5 16,15-7-1,12-5-15,5 5 16,6 2-16,8-9 15,6-4-15,-13 3 16,-9-1 0,0-2-16,-1 0 15,-16 2-15,-9 7 16,-17-1-16,-9 7 16,-18 0-16,-12 3 15,-30 7-15,35-8 16,-35 8-16,0 0 15,0 0-15,0 0 16</inkml:trace>
  <inkml:trace contextRef="#ctx0" brushRef="#br0" timeOffset="16560.34">15156 15608 0,'0'0'15,"0"0"-15,0 0 16,0 0-16,0 0 16,0 0-16,0 0 15,17-8-15,-17 8 16,118-31-16,-20 6 15,0 3-15,1 2 16,17-5-16,13 3 16,-12-3-16,-2 4 15,-5 0-15,-2 5 16,-19 1-16,-10 5 16,-5 0-1,-7 4-15,-19 0 16,-14 6-16,-34 0 15,39-3-15,-39 3 16,0 0-16</inkml:trace>
  <inkml:trace contextRef="#ctx0" brushRef="#br0" timeOffset="17200.74">9475 12611 0,'0'0'0,"0"0"16,0 0-16,0 0 16,0 0-1,0 0-15,0 0 16,0 0-16,0 0 16,0 0-16,0 0 15,0 0-15,0 0 16,-20-26-16,2 1 15,0-8-15,2-2 16</inkml:trace>
  <inkml:trace contextRef="#ctx0" brushRef="#br0" timeOffset="17513.27">9363 12228 0,'0'0'0,"0"0"16,0 0-16,0 0 15,0 0-15,0 0 16,0 0-16,-7 31 16,0-1-1,-13 70-15,1-1 16,-1-2-16,1 0 16,3-22-16,2-11 15,5-17-15,2-11 16,-3 10-16,0 5 15,-1 0-15,0 3 16,2-10-16,3-3 16,-1-12-16,3-4 15,1-9-15,1-1 16,2-15-16,-2 16 16,2-16-1,0 0-15</inkml:trace>
  <inkml:trace contextRef="#ctx0" brushRef="#br0" timeOffset="18247.61">8928 13284 0,'0'0'0,"0"0"15,0 0-15,0 0 16,0 0-16,0 0 16,0 0-1,0 0-15,0 0 16,51-2-16,1 2 16,135 6-16,1 1 15,-149-7-15,3 0 16,7 0-16,11 1 15,-10-1-15,0 0 16,-15 0-16,-7 0 16,-8 0-16,-20 0 15,29 0-15,-29 0 16,0 0-16,0 0 16</inkml:trace>
  <inkml:trace contextRef="#ctx0" brushRef="#br0" timeOffset="18575.65">9584 12945 0,'0'0'15,"0"0"-15,0 0 16,0 0-16,0 0 15,0 0-15,0 0 16,0 0-16,0 0 16,-2 35-16,2 0 15,-10 128-15,-1 3 16,4-114 0,2-1-16,1 17 15,0 15-15,-1-16 16,2-8-16,0-18 15,3-10-15,0-8 16,1-9-16,6-1 16,-7-13-1</inkml:trace>
  <inkml:trace contextRef="#ctx0" brushRef="#br0" timeOffset="19013.05">10313 12443 0,'0'0'0,"0"0"16,0 0-16,0 0 15,0 0-15,0 0 16,0 0-16,0 0 16,0 0-1,-7 18-15,0 1 16,-15 101-16,3 2 16,8-62-16,4-1 15,-7 14-15,1 8 16,-1 22-16,4 19 15,1-71-15,2 3 16,2-29-16,2 2 16,-1-11-16,3-4 15,1-12-15,-5 22 16,5-22-16,0 0 16,0 0-1,0 0-15</inkml:trace>
  <inkml:trace contextRef="#ctx0" brushRef="#br0" timeOffset="19559.7">10836 12322 0,'0'0'16,"0"0"-16,0 0 15,0 0-15,0 0 16,0 0-16,0 0 16,-10 22-16,-4 2 15,-71 119-15,2-1 16,20-53 0,20-31-16,6-6 15,8-11-15,-1-7 16,5-8-16,7-7 15,6-5-15,12-14 16,-13 15 0,13-15-16,0 0 15,-19 13-15,19-13 16,0 0-16,0 0 16,0 0-16,0 0 15,-9 15-15,9-15 16,12 23-16,-1-4 15,7 16-15,4 2 16,4 4-16,1 9 16,1-11-16,2-4 15,-1-3-15,0-4 16,-8-9 0,2-3-16,-4-1 15,1-3-15,-20-12 16,32 20-16,-32-20 15,24 9-15,-24-9 16,0 0 0</inkml:trace>
  <inkml:trace contextRef="#ctx0" brushRef="#br0" timeOffset="20309.53">11306 12223 0,'0'0'16,"0"0"-16,0 0 15,0 0-15,0 0 16,0 0 0,0 0-16,0 0 15,0 0-15,-15 45 16,0 3-16,-24 161 15,0 0-15,34-153 16,1 1 0,-3 13-16,1 11 15,1 13-15,5 15 16,-2-42-16,4-24 16,-2-8-16,3-10 15,-3-7-15,2-6 16,-2-12-16,0 19 15,0-19-15,0 0 16,0 0-16,0 0 16,0 0-16,5-12 15,-2-60-15,6 1 16,-1-7 0,7-1-16,11 13 15,8 10-15,12-18 16,15-5-16,-14 15 15,0 10-15,-10 15 16,-3 16 0,-4 7-16,1 12 15,1 10-15,7 12 16,-7 9-16,3 11 16,-12-3-16,1 2 15,-10-2-15,-9 0 16,-5 13-16,-5 9 15,-7 7-15,-5 9 16,-2-15-16,-5-7 16,-5-9-16,-1-7 15,-14-6-15,-4-4 16,-13-7 0,-9-3-16,1-19 15,1-10-15,-7-14 16,-1-9-16,7 5 15,8 1-15,22 1 16,18 7 0</inkml:trace>
  <inkml:trace contextRef="#ctx0" brushRef="#br0" timeOffset="43710.41">9424 14008 0,'0'0'15,"0"0"-15,0 0 16,0 0-16,0 0 16,0 0-16,0 0 15,0 0-15,0 0 16,0 0-16,0 0 16,0 0-16,0 0 15,0 0 1,0 0-16,0 0 15,0 0-15,0 0 16,0 0-16,0 0 16,0 0-16,37-7 15,3 2 1,143-36-16,3 2 16,-73 6-16,-41 7 15,75-13-15,40-7 16,-48 7-16,-16 3 15,38-9-15,19-5 16,-37 9-16,-19 7 16,15-3-16,9 2 15,-8-2-15,2 2 16,-6 0-16,-3 5 16,-21-3-16,-12 7 15,-10 0 1,-9 1-16,-20 4 15,-13 4-15,-9 2 16,-10 8-16,-7-2 16,-22 9-1</inkml:trace>
  <inkml:trace contextRef="#ctx0" brushRef="#br0" timeOffset="44319.65">9776 14562 0,'0'0'16,"0"0"-16,0 0 15,13-7-15,-13 7 16,116-49-16,-14 8 16,1-11-16,3-6 15,11-2-15,11-1 16,-4-2-16,1 0 16,11 0-16,10-2 15,4 10 1,8 7-16,-23-2 15,-11 7-15,11-5 16,1 3-16,-12 2 16,-4 1-16,-23 7 15,-12 9 1,-15 3-16,-13 9 16,-7 1-16,-11 4 15,-7 1-15,-1 4 16,-4 1-16,-3 0 15,0-1-15,-3 4 16</inkml:trace>
  <inkml:trace contextRef="#ctx0" brushRef="#br0" timeOffset="45585.34">15812 3396 0,'0'0'15,"0"0"-15,0 0 16,0 0-16,0 0 15,0 0-15,0 0 16,39-16-16,0 2 16,115-44-16,2 1 15,-51 13-15,-30 8 16,63-21-16,38-9 16,-24 6-1,-3 5-15,18 6 16,13 6-16,-20-3 15,-3 2-15,-6 1 16,0 4-16,-2-10 16,0-5-16,0 4 15,1 3 1,-32 6-16,-22 9 16,-11 5-16,-9 6 15,-38 11-15,2 2 16,-40 8-16,0 0 15,0 0-15,0 0 16</inkml:trace>
  <inkml:trace contextRef="#ctx0" brushRef="#br0" timeOffset="46053.99">16355 3525 0,'0'0'16,"5"10"-16,-5-10 16,0 0-16,0 0 15,23 3-15,-23-3 16,127-44-16,-17 11 16,-9 2-16,-4 2 15,38-19 1,22-9-16,-5-32 15,6-22-15,-18 34 16,-5 15-16,-6-11 16,-4 2-1,9 0-15,7 2 16,-19 6-16,-7 10 16,-21 10-16,-15 10 15,-16 6-15,-15 8 16,-5 1-16,-6 5 15</inkml:trace>
  <inkml:trace contextRef="#ctx0" brushRef="#br0" timeOffset="53380.8">15586 11975 0,'0'0'16,"0"0"-16,0 0 16,0 0-16,0 0 15,0 0-15,0 0 16,0 0-16,0 0 16,-15 15-1,0 0-15,-71 92 16,0 0-16,19-39 15,17-20-15,-30 28 16,-9 13-16,-26 27 16,-20 22-1,32-31-15,18-13 16,-31 38-16,-13 24 16,13-19-16,8 1 15,7-13-15,7-4 16,12-20-16,13-11 15,5-8-15,7-8 16,-5 8-16,-3 8 16,22-35-16,19-15 15,8-18-15,1 1 16,15-23 0,-16 23-16,16-23 15,-7 12-15,7-12 16,0 0-16,0 0 15,0 0-15,0 0 16,29 4 0,-11-18-16,6-7 15,2-12-15,6-6 16,-14-2-16,-2-3 16,-6 13-16,-5 10 15,1-1-15,-1 1 16,-5 2-16,0 3 15,-7-3-15,-2 5 16,-7-3-16,-4 4 16,-7 1-16,-5 4 15,-3 8-15,-4 11 16,-8 9 0,-5 11-16,3 5 15,-1 9-15,11-6 16,10 5-16,9-15 15,6-5-15,1-5 16,4-3-16,9-16 16,-8 19-1,8-19-15,1 16 16,12-3-16,0-1 16,9 5-16,11 4 15,-3-11-15,6-2 16,-4-4-16,3-1 15,-5-3-15,0 1 16,-1-2-16,3 1 16,-4-3-16,-1 2 15,-27 1-15,37-6 16,-37 6-16,24-1 16</inkml:trace>
  <inkml:trace contextRef="#ctx0" brushRef="#br0" timeOffset="54833.48">13647 13911 0,'0'0'15,"0"0"-15,0 0 16,0 0 0,0 0-16,0 0 15,0 0-15,0 0 16,0 0-16,0 0 15,0 0-15,0 0 16,0 0 0,-32 22-16,0 0 15,-37 63-15,-1 0 16,27-13-16,23-3 16,-7-9-16,5-2 15,4-19-15,5-9 16,2-2-16,1-3 15,1-3-15,2 0 16,0-8-16,7-14 16,-6 18-16,6-18 15,0 0-15,-5 16 16,5-16 0,-3 13-16,3-13 15,0 0-15,14 13 16,-14-13-16,52 8 15,-12-4-15,25-4 16,17-2 0,-7-4-16,0-3 15,-16-1-15,-7 2 16,-9-2-16,-9 3 16,-5-1-16,-3 3 15,-5-1-15,-21 6 16,23-3-16,-23 3 15,0 0-15,0 0 16,0 0-16,0 0 16</inkml:trace>
  <inkml:trace contextRef="#ctx0" brushRef="#br0" timeOffset="78485.32">18062 1867 0,'0'0'15,"0"0"-15,0 0 16,0 0-16,0 0 16,0 0-16,0 0 15,24-8-15,3-1 16,12-7-16,10-3 16,-49 19-16,21-10 15,-21 10-15,0 0 16,20-6-16,-20 6 15,0 0 1,0 0-16,0 0 16,0 0-16,-12-23 15,-6 9-15,-33-11 16,0 2-16,-30 4 16,-17 9-1,2 3-15,-3 12 16,11-10-16,9 4 15,-27-3-15,-13 4 16,-12-4-16,-11 1 16,15-1-16,6 4 15,-11-2-15,-2 0 16,-13 0-16,-7 0 16,7 0-16,7 2 15,-15 2-15,-1 2 16,8 2-1,8 3-15,-1 1 16,0 2-16,-12 0 16,-6 0-16,12-3 15,7 5-15,-3-1 16,2 3-16,-1-1 16,0 2-1,5-3-15,-1 0 16,2-1-16,4 0 15,-8-3-15,-3 0 16,11-4-16,10 0 16,9-1-16,13-1 15,-16-2-15,-8 0 16,0-4-16,0 0 16,11 0-16,12 2 15,-7-2-15,0 2 16,7-2-16,1 2 15,-6 0 1,1 2-16,0 4 16,2 4-16,7 0 15,7 3-15,-7-2 16,-3 2-16,3-4 16,4 6-1,5-5-15,3 2 16,-4-2-16,1 5 15,9-5-15,7 1 16,7-3-16,6 2 16,0-1-16,4 3 15,2 1-15,7 1 16,4 1-16,5 1 16,-1 4-16,6 8 15,-1-3-15,0 4 16,-2 10-16,-3 8 15,3 42 1,0 31-16,5-23 16,2-4-16,6 19 15,8 14-15,2 4 16,3 11 0,1 16-16,4 15 15,-1-4-15,3 9 16,-2-20-16,3-11 15,0 62-15,1 38 16,1-42-16,1-14 16,-1 3-16,1-3 15,0 12-15,2 10 16,-1 21-16,1 23 16,-1-14-16,1 1 15,-5-6-15,5 3 16,-8-24-1,1-15-15,-3 16 16,-1 9-16,-1-3 16,2 4-16,-1-8 15,1-1-15,-4 5 16,-1 5-16,-3 14 16,0 14-1,0-45-15,1-23 16,-3-2-16,1-8 15,-3 6-15,1 6 16,0-4-16,2 2 16,2-43-16,6-27 15,-1 27-15,4 10 16,2-25-16,5-10 16,-2-12-16,3-10 15,0 8-15,3 4 16,3-26-16,2-13 15,9 9 1,6 5-16,4 2 16,5 4-16,-2-21 15,1-12-15,4-2 16,7-2-16,1 10 16,6 8-1,8 8-15,13 12 16,-12-20-16,0-8 15,2-10-15,2-8 16,17 13-16,9 13 16,4-7-16,6 5 15,2-5-15,6-4 16,5-9-16,13-5 16,-2-17-16,10-12 15,12 4-15,12 5 16,-8-5-16,-3-3 15,27 7 1,18 3-16,-10-5 16,0 1-16,15 0 15,11 5-15,-13-11 16,-3-1 0,-2-5-16,3 5 15,9-6-15,11 1 16,-7-12-16,0-2 15,6-12-15,7-8 16,-6-4-16,1-2 16,-10-1-16,-7-1 15,0-1-15,0 1 16,-13 0-16,-9 1 16,9-1-16,3 0 15,-19 2-15,-11 3 16,-1 1-1,-4 2-15,-12-1 16,-8 7-16,-14-2 16,-10 2-16,-15 1 15,-10 4-15,-15-3 16,-12 0-16,-1-3 16,-1 2-1,-11-5-15,-3 0 16,0-10-16,2-2 15,1-8-15,5-4 16,-13 3-16,-6 8 16,-4-22-16,-2-8 15,-5-38-15,-1-25 16,1 21-16,-1 12 16,-1-49-16,1-27 15,-13 5-15,-7-6 16,1 15-16,2 14 15,1-82 1,0-45-16,1 13 16,3-6-16,4 1 15,10 3-15,2 5 16,4 1-16,2 14 16,4 5-1,-2 19-15,2 15 16,-2-13-16,1-1 15,0-12-15,3 1 16,-6 3-16,-2 6 16,-5-27-16,0-13 15,-6 17-15,-5 9 16,-1 2-16,-3 4 16,0-3-16,4 3 15,-4-8-15,2-2 16,-2 14-16,1 12 15,-1-13 1,3 2-16,1-22 16,3-12-16,-3 55 15,-1 36-15,-3-2 16,3 12 0,-5-47-16,2-26 15,-6 32-15,-2 12 16,-10 21-16,-4 20 15,0-41-15,-3-18 16,4 57-16,3 39 16,-2-19-16,3 4 15,-3 5-15,3 7 16,0 26-16,2 22 16,-5-12-16,3 1 15,-4 8-15,1 11 16,-6-3-1,-2 5-15,-10 3 16,-5 5-16,-19 4 16,-16 8-16,-16-1 15,-14 4-15,-15 4 16,-10 3-16,7 20 16,6 12-1,-4 19-15,0 16 16,22-13-16,18-2 15,9-1-15,15-1 16,13-9-16,17-2 16,13-12-16,3 2 15,10 5-15,13 8 16</inkml:trace>
  <inkml:trace contextRef="#ctx0" brushRef="#br0" timeOffset="79360.02">20071 254 0,'0'0'0,"0"0"16,0 0 0,0 0-16,0 0 15,0 0-15,0 0 16,10 180-16,-2-1 15,-4 97-15,-2 22 16,-2-255-16,1 3 16,-4 51-16,0 0 15,-1-25-15,-1-14 16,2-31-16,-1 2 16,4-29-16,-4 22 15,4-22-15,0 0 16,-29-82-1,6 6-15,-12-85 16,2-1-16,29 34 16,18 22-16,-11 9 15,0 12-15,19-86 16,14-34-16,-7 90 16,2 44-1,-3 11-15,2 27 16,6-6-16,8 10 15,5 4-15,10 8 16,1 7-16,4 7 16,-4 24-16,-2 21 15,-2 43-15,2 35 16,-50 91-16,-29 76 16,-14-209-16,0-6 15,-35 22-15,-25 13 16,24-38-16,8-19 15,-2-16 1,3-11-16,19-6 16,16-6-16,27-11 15,-31 11-15,31-11 16,0 0-16</inkml:trace>
  <inkml:trace contextRef="#ctx0" brushRef="#br0" timeOffset="79751.09">21019 757 0,'0'0'0,"8"2"16,-8-2-1,0 0-15,0 0 16,0 0-16,0 0 16,0 0-16,0 0 15,94-39-15,-6-3 16,92-53-16,0 2 15,-141 72-15,-2 2 16,4-3-16,6-1 16,-25 12-16,-1 2 15,-21 9-15,0 0 16,23 0-16,-23 0 16</inkml:trace>
  <inkml:trace contextRef="#ctx0" brushRef="#br0" timeOffset="80047.92">21465 380 0,'0'0'0,"0"9"16,2 3-1,-2-12-15,0 0 16,0 0-16,0 0 15,36 145-15,3 1 16,11 135-16,3-24 16,-46-189-16,1 3 15,-4 41-15,-1 32 16,-3-105-16,0 4 16,0-25-16,0-1 15,0-17-15,2 20 16,-2-20-16,0 0 15</inkml:trace>
  <inkml:trace contextRef="#ctx0" brushRef="#br0" timeOffset="80889.87">22768 740 0,'0'0'16,"-8"7"-1,8-7-15,0 0 16,0 0 0,0 0-16,0 0 0,0 0 15,0 0 1,-7 98-16,7-17 16,-8 48-16,-4 31 15,12-147-15,0 0 16,0-13-16,2 19 15,-2-19-15,1 13 16,-1-13-16,0 0 16,14-32-16,-1-1 15,10-75-15,1 0 16,-11 61-16,0 1 16,0 13-16,4 11 15,2-3 1,5 6-16,2 0 15,7 7-15,0 8 16,4 8-16,-3 21 16,1 5-16,-4 35 15,3 30 1,-19-14-16,-11 1 16,1-57-16,0 0 15,-2-13-15,-2 1 16</inkml:trace>
  <inkml:trace contextRef="#ctx0" brushRef="#br0" timeOffset="81389.86">23607 453 0,'0'0'16,"0"0"-16,-3 3 15,3-3 1,0 0-16,0 0 15,0 0-15,0 0 16,0 0-16,-64 141 16,1 2-16,-31 35 15,-19 30-15,113-208 16,-9 15 0,9-15-16,-8 17 15,8-17-15,-8 14 16,8-14-16,0 0 15,0 0-15,0 0 16,36-23-16,5-7 16,53-45-16,1 1 15,-51 37-15,1-1 16,-11 9-16,-9 10 16,-5 1-16,-3 6 15,-17 12-15,18-15 16,-18 15-1,0 0-15,0 0 16,30 29-16,-15 89 16,1 2-16,-5-47 15,0-26 1,-6-10-16,0-12 16,-4-11-16,2 1 15,-3-15-15,0 0 16</inkml:trace>
  <inkml:trace contextRef="#ctx0" brushRef="#br0" timeOffset="82241.87">24448 174 0,'0'0'16,"16"-12"-16,-16 12 16,0 0-16,0 0 15,-47-25-15,-19 10 16,-113-6-16,-1-2 16,95 11-16,3 2 15,-62-6-15,-38 0 16,53 8-16,24 13 15,-28 5-15,-9 12 16,45 12-16,31 9 16,-8 19-16,8 17 15,5 10-15,10 16 16,24 75-16,24 33 16,-4-82-1,9-14-15,3 31 16,7 20-16,7-44 15,13-20-15,10-32 16,11-23-16,24-7 16,19-13-16,29-11 15,29-9 1,-10-3-16,3-4 16,8-64-16,11-41 15,-14 8-15,-4-9 16,-18 13-16,-9 11 15,-8-16-15,-3-5 16,-21 8-16,-14 4 16,-41 52-16,2 0 15,-11 2-15,-1 5 16,-7-6-16,-5-18 16,-12-25-16,-5-10 15,-32-41 1,-21-25-16,-37 25 15,-33 10-15,-16 89 16,-21 31-16,-13 0 16,-12 0-16,53 0 15,33 0 1,-14 94-16,5 38 16</inkml:trace>
  <inkml:trace contextRef="#ctx0" brushRef="#br0" timeOffset="92061.29">6179 10288 0,'0'0'15,"0"0"-15,0 0 16,0 0 0,0 0-16,0 0 15,0 0-15,0 0 16,0 0-16,0 0 15,0 0-15,0 0 16,0 0-16,15 0 16,-15 0-1,89 6-15,-12 0 16,-8 1-16,-2 1 16,16-4-16,10 2 15,6 0-15,8 5 16,14-3-16,12 2 15,-4-1-15,3 3 16,4 3-16,4 3 16,12 7-16,13 9 15,-10 4-15,-6 9 16,-10-7-16,-11-3 16,5 3-1,-1 2-15,-28-12 16,-15-3-16,1-1 15,-3 2-15,-16-10 16,-8 0-16,-30-13 16,0 1-1,-33-6-15,35 4 16,-35-4-16,0 0 16,26 2-16,-26-2 15,0 0-15,0 0 16,0 0-16,0 0 15,0 0-15,0 0 16,0 0-16,0-16 16,-36-5-16,1 3 15,-16-11-15,-9-7 16,7 4-16,4 2 16,10 4-1,7 3-15,-4-4 16,0 0-16,3 2 15,4 3-15,5 3 16,24 19-16,-30-23 16,30 23-1,-17-14-15,17 14 16,0 0-16,0 0 16,-16-13-16,16 13 15,0 0-15,0 0 16,0 0-16,24 0 15,3 2-15,2 2 16,1-1-16,5 1 16,-4-3-16,0 6 15,-7-3-15,-24-4 16,31 12-16,-31-12 16,16 21-16,-14-1 15,-25 30 1,-3 2-16,-29 11 15,-16 8-15,12-1 16,3 2-16</inkml:trace>
  <inkml:trace contextRef="#ctx0" brushRef="#br0" timeOffset="94631.86">12168 8531 0,'0'0'16,"0"0"-16,0 0 15,0 0-15,0 0 16,0 0-16,0 0 0,0 0 15,0 0-15,0 0 16,0 0-16,0 0 16,0 0-16,0 0 15,0 0 1,0 0-16,0 0 16,9-17-16,-1 0 15,50-61-15,3-1 16,0 20-16,4 16 15,28-37-15,25-15 16,-7-2-16,5-2 16,-11 10-16,-7 7 15,27-28-15,19-12 16,-13 8-16,-2 6 16,19-12-1,10-1-15,7-3 16,8 1-16,-27 32 15,-13 25-15,6-8 16,0 4-16,-32 12 16,-19 10-1,-22 9-15,-18 12 16,-8 2-16,-11 9 16,-2-1-16,-5 5 15,-6 0-15,-16 12 16,21-13-16,-21 13 15,0 0-15,0 0 16,18-13-16,-18 13 16,0 0-16,0 0 15,0 0-15,0 0 16,-47-1-16,20 2 16,-3-1-1,2 2-15,3-2 16,3 5-16,22-5 15,-27 4-15,27-4 16,0 0-16,-26 2 16,26-2-1,0 0-15,0 0 16,0 0-16,0 0 16,0 0-16,0 0 15,0 0-15,0 0 16,0 0-16,-5 13 15,5-13-15,0 0 16,0 0-16,0 0 16,13 12-16,-13-12 15,-8 29-15,-3-7 16,-13 38-16,1 3 16</inkml:trace>
  <inkml:trace contextRef="#ctx0" brushRef="#br0" timeOffset="95631.63">17511 5527 0,'0'0'15,"0"0"-15,0 0 16,0 0-16,0 0 15,0 0-15,0 0 16,0 0-16,0 0 16,25 1-16,-1 1 15,138-5-15,-1 0 16,-37 0-16,-23 0 16,67 0-1,36-2-15,-20 3 16,1 2-16,22 0 15,16 3-15,-43 1 16,-23 2-16,25 0 16,11 3-16,-14 7 15,-5 6 1,-2-1-16,-2 5 16,-31-5-16,-22 2 15,-9-2-15,-13 2 16,-17-7-16,-12-2 15,-36-6-15,2 3 16,-32-11-16,0 0 16,26 10-16,-26-10 15,0 0-15,0 0 16,22 10-16,-22-10 16,0 0-1,0 0-15,0 0 16,0 0-16,0 0 15,0 0-15,-11-32 16,-5 9-16,-12-18 16,-5-3-16,-8 6 15,-4 9 1,9 7-16,8 7 16,4 3-16,24 12 15,-24-11-15,24 11 16,0 0-16,-22-7 15,22 7-15,0 0 16,0 0-16,0 0 16,68 20-16,-12-1 15,1-3-15,1 6 16,-12 8-16,-7 14 16</inkml:trace>
  <inkml:trace contextRef="#ctx0" brushRef="#br0" timeOffset="108176.22">17174 6565 0,'0'0'16,"0"0"-16,0 0 15,0 0-15,0 0 16,0 0-16,0 0 16,0 0-16,0 0 15,0 0-15,0 0 16,0 0-16,0 0 15,-28-12-15,1 5 16,-59-21-16,1 3 16,32 5-16,20 8 15,-13-3 1,4 7-16,-15-5 16,-4 1-16,-13-4 15,-9 2-15,5 8 16,2 7-16,1-1 15,5 3 1,-4-3-16,-1 4 16,2-3-16,2 3 15,-8 3-15,-3 3 16,2 1-16,0 5 16,2 0-16,2 2 15,-4 4-15,-3 3 16,15-6-16,12-3 15,-2-1-15,6-2 16,-11 4-16,-1 2 16,9-5-16,10-1 15,8-5 1,9 0-16,0 0 16,4 2-16,5 3 15,4 2-15,-3-1 16,5 3-16,0 2 15,5 3 1,2 0-16,6 6 16,1 3-16,6 6 15,10 2-15,4 7 16,8-7-16,10-2 16,-2-6-16,8-4 15,2-4-15,8-2 16,-1 1-16,4 3 15,0-4-15,4 1 16,0-3-16,2-1 16,4 1-1,7 3-15,9-2 16,12 3-16,-11-9 16,-2 0-16,2-3 15,-2-1-15,3-4 16,1 0-16,4-3 15,6-3-15,3-4 16,9-2 0,-18-1-16,-7 2 15,5 0-15,4-2 16,-2-4-16,0 2 16,-6-5-16,-5-1 15,3-4-15,4 3 16,-20-4-16,-7 1 15,1-2-15,-1 2 16,-2-1-16,0 1 16,-11 1-16,-3 3 15,-10 0-15,-4 3 16,-8-2 0,-1 1-16,-7-4 15,0 3-15,-6-11 16,-2-2-16,-6-12 15,-1-9 1,-15-5-16,-9-7 16,-16 6-16,-11 4 15,8 9-15,0 10 16,-5 0-16,-1 8 16,-17-6-16,-12 1 15,-4 1-15,-5 4 16,7 3-16,2 11 15,-9-4-15,-5 3 16,10 4-16,8 4 16,-7-1-16,-2 3 15,-6 0 1,1 3-16,15 1 16,13 5-16,-13 3 15,0 6-15,2-1 16,2 2-16,1-1 15,6 4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6:27:03.3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18703 510 0,'0'0'0,"-10"14"0,2 2 0,8-16 0,0 0 0,0 0 15,0 0-15,0 0 16,0 0-16,0 0 16,0 0-1,0 0-15,0 0 16,0 0-16,0 0 15,0 0-15,0 0 16,0 147-16,0-10 16,0 23-16,4 34 15,-3-175-15,1 1 16,-2-3-16,1-3 16,-1 1-16,4 0 15,-4-15-15,1 18 16,-1-18-16,0 0 15,0 0 1,0 0-16,12-25 16,-5-1-16,7-47 15,3 1-15,-10 10 16,-4 8-16,-5 12 16,-1 14-1,0-4-15,3 8 16,-5-5-16,0 2 15,-2-10-15,0-8 16,-2-3-16,1-2 16,-3 0-16,3 2 15,0 0-15,2 3 16,3 3-16,9 9 16,7-7-16,9 2 15,-5 1-15,5 5 16,-7 13-16,-15 19 15,29-6 1,-10 20-16,1 11 16,2 15-16,-9 13 15,-7 20-15,-16 7 16,-11 17-16,-75 5 16,2-4-16,64-64 15,0-5 1,5-11-16,7-5 15,18-13-15,0 0 16,0 0-16,0 0 16,24 0-16,11-6 15,45-11-15,0 1 16,-2 3-16,5 5 16,-10 6-16,-1 7 15,-14-1-15,-5-3 16,-11-1-16,-9 2 15,-9 1-15,-3 3 16,-21-6 0,33 25-16,-24-7 15,0 9-15,-10 8 16,-7 8-16,-17 9 16,-14 10-1,-15-8-15,-15 2 16,8-21-16,4-10 15,7-7-15,11-5 16,4-7-16,10-4 16,-1-2-16,2 2 15,2-4-15,22 2 16,-25-4-16,25 4 16</inkml:trace>
  <inkml:trace contextRef="#ctx0" brushRef="#br0" timeOffset="515.48">19718 89 0,'0'0'16,"0"-13"-16,2 1 15,-2 12 1,0 0-16,0 0 16,0 0-16,0 0 15,0 0-15,0 0 16,0 0-16,0 0 16,0 0-16,15 176 15,0-3 1,0-14-16,0-5 15,-10-96-15,2-13 16,-2-5-16,-1-2 16,0-8-16,-1-8 15,-3-5-15,1-3 16,-1-14-16,2 14 16,-2-14-16,0 0 15,0 0-15,0 13 16</inkml:trace>
  <inkml:trace contextRef="#ctx0" brushRef="#br0" timeOffset="1968.36">19646 66 0,'0'0'15,"15"-13"-15,0 0 16,-15 13-16,0 0 15,0 0 1,0 0-16,0 0 16,0 0-16,88 5 15,-1 0-15,25 3 16,21 4-16,-103-12 16,1 0-1,-1 0-15,3 2 16,-6-2-16,-2 4 15,-3 9-15,-2 11 16,-4 37-16,0 24 16,-16 19-16,-7 24 15,-21-30-15,-15-11 16,-22-35-16,-15-23 16,55-9-16,0 3 15,1-13-15,24-10 16,-31 13-16,31-13 15,0 0 1,0 0-16,0 0 16,0 0-16,0 0 15,0 0-15,36-16 16,0 0-16,10-10 16,8-5-1,-3 0-15,5 4 16,-9 4-16,-4 7 15,-4 1-15,2 11 16,1-2-16,7 7 16,-10 4-16,-3 5 15,-4 1-15,-4 3 16,-28-14-16,26 19 16,-21-4-16,-2 7 15,-7 20-15,0 1 16,-11 4-16,-3 11 15,-15-6 1,-10 0-16,-6-7 16,-6-1-16,-6-6 15,-4-4-15,17-13 16,10-11-16,8-6 16,30-4-1,-44-2-15,19-3 16,-9-2-16,-4-4 15,-1-1-15,3-1 16,3 1-16,5 5 16,3-3-16,25 10 15</inkml:trace>
  <inkml:trace contextRef="#ctx0" brushRef="#br0" timeOffset="2624.62">21022 534 0,'0'0'0,"-14"6"16,14-6-16,0 0 16,0 0-1,0 0-15,0 0 16,0 0-16,0 0 15,0 0-15,0 0 16,0 0-16,0 0 16,0 0-16,0 0 15,0 0-15,0 0 16,0 0-16,0 0 16,0 0-16,0 0 15,0 0-15,0 0 16,0 0-16,0 0 15,0 0 1,0 0-16,0 0 16,0 0-16,0 0 15,0 0-15,0 0 16,0 0-16,0 0 16,0 0-1,0 0-15,0 0 16</inkml:trace>
  <inkml:trace contextRef="#ctx0" brushRef="#br0" timeOffset="2999.45">21449 467 0,'0'0'0,"0"0"16,0 0-16,0 0 15,0 0-15,0 0 16,0 0-16,0 0 16,0 0-1,0 0-15,0 0 16,0 0-16,0 0 15,0 0-15,0 0 16,0 0-16,0 0 16,0 0-16,0 0 15,0 0-15,0 0 16,0 0-16,0 0 16,0 0-16,0 0 15</inkml:trace>
  <inkml:trace contextRef="#ctx0" brushRef="#br0" timeOffset="3577.66">21093 819 0,'0'0'15,"0"0"-15,0 0 16,0 0-16,0 0 16,0 0-16,0 0 15,0 0-15,0 0 16,0 0-16,0 0 16,0 0-16,0 0 15,0 0-15,0 0 16,0 0-16,0 0 15,0 0 1,0 0-16,22 2 16,-1 0-16,32 44 15,0-1-15,-18 21 16,-10 17-16,-13-27 16,-8-13-1,-4-13-15,-5-9 16,-5-4-16,-2-2 15,-10-1-15,-10 5 16,-1-7-16,-1 0 16,5-12-16,6-4 15,-4-18-15,4-12 16,0-30-16,5-20 16,13 17-16,12 10 15,2 15-15,8 15 16,4-8-16,9 4 15,-2-1 1,2 2-16,-8 8 16,-22 22-16,33-17 15,-33 17-15</inkml:trace>
  <inkml:trace contextRef="#ctx0" brushRef="#br0" timeOffset="4746.05">21624 541 0,'0'0'15,"4"6"-15,-4-6 16,0 0 0,0 0-16,0 0 15,0 0-15,0 0 16,0 0-16,0 0 15,0 0-15,0 0 16,0 0-16,0 0 16,0 0-1,0 0-15,0 0 16,0 0-16,0 0 16,0 0-16,0 0 15,0 0-15,0 0 16,0 0-16,0 0 15,0 0-15,0 0 16,0 0-16,0 0 16,0 0-16,0 0 15,0 0-15,0 0 16,0 0-16,0 0 16,99 81-1,-5-2-15,-26 14 16,-15-8-16,-37-52 15,1 2-15,-4-15 16,2-4 0,-15-16-16,19 15 15,-19-15-15,0 0 16,24-10-16,-24 10 16,26-45-16,-10 12 15,-4 4-15,0 8 16,-4 5-16,-8 16 15,18-23-15,-18 23 16,19-17-16,-19 17 16,0 0-16,27-10 15,-27 10-15,22 13 16,-13 1 0,5 9-16,-4 0 15,2 3-15,-6-7 16,-1-4-16,-5-15 15,5 16-15,-5-16 16,0 0 0,0 0-16,27-21 15,-4-16-15,2 0 16,2-7-16,7-7 16,-7-5-16,0 8 15,-5 13-15,-4 14 16,2 5-16,1 12 15,6 6-15,6 12 16,-3 1-16,3 3 16,-11 7-16,-8 10 15,-4-11-15,-3-8 16,-4-2 0,-3-14-16,3 18 15,-3-5-15</inkml:trace>
  <inkml:trace contextRef="#ctx0" brushRef="#br0" timeOffset="5339.85">23282 465 0,'0'0'15,"-16"8"-15,16-8 16,0 0-16,0 0 16,0 0-16,0 0 15,0 0-15,0 0 16,0 0 0,0 0-16,0 0 15,0 0-15,0 0 16,0 0-16,0 0 15,0 0-15,0 0 16,0 0-16,0 0 16,0 0-1,0 0-15,0 0 16,0 0-16,0 0 16,0 0-16,0 0 15,0 0-15,0 0 16,0 0-16,0 0 15,0 0-15,0 0 16,0 0-16,0 0 16,0 0-16,0 0 15,0 0-15,0 0 16,0 0 0,0 0-16,0 0 15,0 0-15,0 0 16,0 0-16,0 0 15,0 0-15,0 0 16,0 0-16,-23 190 16,17-20-1,10 7-15,9 30 16,-10-188-16,2-1 16</inkml:trace>
  <inkml:trace contextRef="#ctx0" brushRef="#br0" timeOffset="7308.34">15975 3330 0,'0'0'16,"0"0"-16,0 0 16,0 0-16,0 0 15,0 0-15,0 0 16,0 0-16,0 0 15,0 0-15,0 0 16,-2 48-16,1 2 16,1 145-16,1-1 15,-1-147 1,0 3-16,0 12 16,0 10-16,0-9 15,0-2-15,0-34 16,0 0-16,0-27 15,0 20-15,0-20 16,0 0 0,0-33-16,0 2 15</inkml:trace>
  <inkml:trace contextRef="#ctx0" brushRef="#br0" timeOffset="7964.48">15925 3421 0,'0'0'15,"0"0"-15,0 0 16,0 0-16,0 0 15,0 0-15,0 0 16,0 0-16,0 0 16,0 0-16,0 0 15,13-8-15,-13 8 16,93-41 0,-15 10-16,-22 17 15,-17 15-15,0 1 16,-6 11-16,-7-3 15,-4 3 1,-9-1-16,-5 5 16,-4 9-16,-3 10 15,-23 32-15,2 2 16,-34 11-16,-16 10 16,8-37-16,4-21 15,32-19-15,1 3 16,25-17-16,-24 18 15,24-18-15,0 0 16,14 15-16,-14-15 16,98 19-16,-15-7 15,0-2 1,5 5-16,-15-9 16,-7-4-16,-17 0 15,-10 0-15,-12-2 16,-5 2-16,-22-2 15,24 0-15,-24 0 16,0 0 0,0 0-16,4 23 15,-13 0-15,0-1 16,-10 3-16,-6 5 16,-2-7-16,0-1 15,2-10-15,3-1 16,0-11-16,22 0 15,-30-17-15,22 0 16,7-8-16,6-6 16,16-6-16,14-4 15,-2-11-15,6-4 16</inkml:trace>
  <inkml:trace contextRef="#ctx0" brushRef="#br0" timeOffset="8261.37">17114 3244 0,'0'0'16,"0"0"-16,0 0 15,0 0-15,0 0 16,0 0-16,0 0 16,0 0-16,0 0 15,-15 29-15,2 2 16,-26 93-16,-2 0 15,17-25-15,12-12 16,1-27-16,5-21 16,-2-6-16,3-7 15,1 0-15,0-3 16,1-6 0,2-5-16,1-12 15,0 0-15,0 0 16,0 0-16</inkml:trace>
  <inkml:trace contextRef="#ctx0" brushRef="#br0" timeOffset="8823.99">16896 3434 0,'0'0'16,"0"0"-16,0 0 15,0 0-15,0 0 16,0 0-16,0 0 15,32-13-15,-1 1 16,41-19-16,2 2 16,-41 21-16,1 2 15,-5 5 1,-4 4-16,-25-3 16,37 16-16,-37-16 15,13 17-15,-11-5 16,-2 7-16,-15 30 15,2 2-15,-17 19 16,-6 10 0,4-20-16,2-5 15,9-19-15,6-9 16,6-13-16,-2 1 16,11-15-16,-5 15 15,5-15-15,0 0 16,49 8-16,-13-5 15,19-3-15,12 3 16,-14-1-16,-2 0 16,-13 0-16,-7 0 15,-7-1-15,-24-1 16,29 7 0,-29-7-16,0 0 15,0 0-15,17 17 16,-21-5-16,-21 18 15,0-3-15,-10 9 16,-3 6 0,10-17-16,6-9 15,22-16-15,-23 6 16</inkml:trace>
  <inkml:trace contextRef="#ctx0" brushRef="#br0" timeOffset="9792.84">17951 3846 0,'0'0'16,"0"0"-16,0 0 15,0 0-15,0 0 16,0 0-16,0 0 16,0 0-16,0 0 15,0 0-15,0 0 16,-27 3-16,2 2 15,-6-1-15,-2 2 16,33-6-16,0 0 16,0 0-16,0 0 15,0 0-15,0 0 16,0 0 0,38-10-16,34 2 15,0-1-15,16-5 16,12 0-16,-15 3 15,-7 7-15,1 0 16,2 4 0,-11-5-16,-6 4 15,-6 1-15,-3 1 16,-5-1-16,0 5 16,-7-3-16,-4 0 15,-11-2-15,-7 2 16,-21-2-16,26 2 15,-26-2-15,0 0 16,0 0-16,0 0 16,0 0-16,0 0 15,0 0-15,-17-18 16,-19-1 0,3 0-16,-8-4 15,-1-1-15,-4-2 16,4 3-16,1 1 15,7 3-15,6 3 16,7 5 0,21 11-16,-27-14 15,27 14-15,0 0 16,0 0-16,0 0 16,-15-12-16,15 12 15,22-4-15,-22 4 16,58 2-16,-21 2 15,1 0-15,4 0 16,-9 2-16,-1 4 16,-7 1-16,-3 1 15,-2 3-15,0 5 16,-4-1 0,1 4-16,-7-2 15,-4 1-15,-10 7 16,-9 9-16,-14-2 15,-9 6-15,5-12 16,-1 0 0</inkml:trace>
  <inkml:trace contextRef="#ctx0" brushRef="#br0" timeOffset="12105.04">16911 4674 0,'0'0'16,"0"0"-16,0 0 15,0 0-15,0 0 16,0 0-16,0 0 16,-21-16-16,-1-1 15,-14-6-15,-8 1 16,44 22-16,-40-11 15,16 18-15,-1 7 16,-8 23-16,-3 19 16,6 3-16,12 9 15,3-24-15,8-12 16,-1 21 0,4 16-16,1 34 15,5 31-15,-4-52 16,2-26-16,0-12 15,3-10 1,0 5-16,-2 3 16,1-1-16,0 2 15,-2-10-15,1-6 16,-1-6-16,2-5 16</inkml:trace>
  <inkml:trace contextRef="#ctx0" brushRef="#br0" timeOffset="12839.15">16322 5415 0,'0'0'0,"0"0"15,0 0-15,0 0 16,0 0-16,0 0 15,0 0-15,23-11 16,1 1 0,65-29-16,0 0 15,-30 12-15,-18 8 16,12-8-16,7-2 16,-5 2-16,0 2 15,-13 5-15,-6 3 16,-6 5-16,-5 3 15,-25 9-15,36-6 16,-36 6-16,27 4 16,-27-4-16,0 0 15,0 0-15,0 0 16,0 0 0,25 7-16,-25-7 15,0 0-15,0 0 16,0 0-16,0 0 15,0 0-15,0 0 16,0 0 0,0 0-16,0 0 15,14 15-15,-14-15 16,11 26-16,-3-3 16,15 33-16,1 1 15,-7-9-15,0-5 16,-7-14-16,-2-10 15,-1-2-15,-2 0 16,-5-17-16,7 20 16,-7-20-16,0 0 15,1 14-15,-1-14 16,0 0 0,0 0-16,0 0 15,0 0-15,-14-43 16,5-7-16,2-30 15,3-20 1,16 61-16,2 1 16,11 8-16,8 5 15,-7-2-15,0 2 16,-4 7-16,0 8 16</inkml:trace>
  <inkml:trace contextRef="#ctx0" brushRef="#br0" timeOffset="14073.45">17767 5241 0,'0'0'0,"0"0"15,0 0-15,0 0 16,0 0-16,0 0 15,0 0-15,0 0 16,0 0 0,0 0-16,0 0 15,0 0-15,0 0 16,0 0-16,0 0 16,0 0-16,0 0 15,0 0-15,0 0 16,0 0-16,0 0 15,0 0-15,0 0 16,-14-24-16,0 0 16,-8 6-16,-3 7 15,25 11-15,-33 9 16,33-9 0,-27 16-16,27-16 15,-17 13-15,17-13 16,0 0-16,0 0 15,-6 12-15,6-12 16,0 0 0,26 4-16,-26-4 15,43-16-15,-12-5 16,-4-6-16,1-2 16,-8 6-16,-4 7 15,-3 4-15,-13 12 16,14-15-16,-14 15 15,0 0-15,0 0 16,0 0-16,0 0 16,6 12-16,-7 9 15,-2 36-15,1-2 16,2-16 0,5-10-16,-2-4 15,3-6-15,2-3 16,3-1-16,-11-15 15,33 20 1,-33-20-16,41-4 16,-13-20-16,9-13 15,1-12-15,5-6 16,-10 11-16,-2 7 16,-6 6-16,-5 6 15,-5 3-15,-3 7 16,-12 15-16,10-19 15,-10 19-15,-2-14 16,2 14-16,-12-12 16,12 12-16,0 0 15,-29 2 1,29-2-16,0 0 16,-22 14-16,22-14 15,0 0-15,0 0 16,-6 16-16,12 15 15,1 3-15,13 29 16,-1 2 0,8 5-16,6 9 15,-12-23-15,-5-13 16,3 1-16,1-1 16,-1 4-16,3 5 15,-2-2-15,0 0 16,-8-6-16,-6 2 15,-4-10-15,-2-6 16,-5-4-16,-1-6 16,-10-4-16,-1-1 15,-10-15-15,-6-6 16,-12-48 0,2 0-16,12-8 15,9-2-15,11-25 16,9-12-16,2-1 15,5 2-15,13 22 16,11 22 0,0 12-16,4 14 15,-7 3-15,1 9 16</inkml:trace>
  <inkml:trace contextRef="#ctx0" brushRef="#br0" timeOffset="18884.96">19729 2985 0,'0'0'16,"0"0"-16,0 0 15,0 0-15,0 0 16,0 0-16,0 0 16,0 0-16,0 0 15,0 0-15,0 0 16,0 0-16,0 0 15,0 0-15,0 0 16,-3 54-16,0 2 16,-5 97-1,3 2-15,4-53 16,6-33-16,-7 33 16,2 10-16,0-46 15,2-24 1,-2 15-16,3 3 15,-2-14-15,4-6 16,-4-8-16,1-10 16,-2-22-16,1 17 15,-1-17-15,5-14 16,10-31-16,2 1 16</inkml:trace>
  <inkml:trace contextRef="#ctx0" brushRef="#br0" timeOffset="19291.15">19793 3020 0,'0'0'0,"-9"-14"16,0 0-16,9 14 15,0 0-15,0 0 16,0 0-1,0 0-15,0 0 16,0 0-16,26 2 16,56 15-16,-2-1 15,-23 6-15,-18 7 16,-5 7-16,-8 5 16,-5 0-16,-4 5 15,-12-13-15,-6-7 16,-10 8-16,-5 3 15,-11 10-15,-4 11 16,-29 4 0,-15 9-16,23-28 15,14-12-15,15-16 16,0 2-16,23-17 16,-24 11-16,24-11 15,0 0-15,0 0 16,0 0-1,0 0-15,0 0 16</inkml:trace>
  <inkml:trace contextRef="#ctx0" brushRef="#br0" timeOffset="20119.12">20632 3531 0,'0'0'16,"0"0"-16,0 0 16,0 0-16,0 0 15,0 0-15,0 0 16,0 0-16,0 0 16,0 0-16,0 0 15,0 0-15,0 0 16,-32-4-16,1 0 15,-49 23-15,1 1 16,45 5 0,-1 0-16,5 8 15,4 10-15,2-4 16,7 5-16,4-15 16,7-8-16,6-21 15,-6 22 1,6-22-16,1 12 15,-1-12-15,0 0 16,43 0-16,-15-9 16,20-41-16,1 0 15,-8-4-15,-2 1 16,-11 9-16,-5 11 16,-6 6-16,-4 11 15,-3-2-15,-10 18 16,11-13-16,-11 13 15,0 0-15,0 0 16,0 0 0,0 0-16,0 0 15,0 0-15,-1 51 16,-6-3-16,3 16 16,4 12-16,1-26 15,7-13-15,-1-8 16,5-8-1,-1-4-15,3-3 16,8-2-16,6 3 16,5-5-16,8 3 15,0-12-15,0-4 16,-3-3-16,0-2 16</inkml:trace>
  <inkml:trace contextRef="#ctx0" brushRef="#br0" timeOffset="21150.16">21141 3482 0,'0'0'0,"0"0"15,0 0-15,0 0 16,0 0-16,0 0 16,0 0-16,0 0 15,0 0 1,0 0-16,0 0 15,0 0-15,0 0 16,0 0-16,0 0 16,-23-8-16,1-2 15,-16 3-15,-8 2 16,11 12-16,5 11 16,0 6-16,2 13 15,9-13-15,8 1 16,5-13-16,0 3 15,6-15-15,-2 16 16,2-16 0,0 0-16,22 2 15,-22-2-15,46-18 16,-13 2-16,-7-2 16,-1 5-16,-25 13 15,25-13 1,-25 13-16,0 0 15,0 0-15,23 2 16,-18 29-16,2-1 16,-2 41-16,1-1 15,2-17-15,3-13 16,3 12-16,6 8 16,-1 11-16,2 9 15,-4-13-15,-1-7 16,-7-11-16,-3-7 15,-9-14-15,-5-7 16,-3-3 0,-3 1-16,0-1 15,1 1-15,-2-6 16,2-1-16,13-12 16,-33 2-16,6-36 15,1-2-15,1-22 16,1-14-1,10 4-15,8 7 16,4 6-16,7 9 16,6-18-16,11-4 15,9-11-15,10-4 16,1 20-16,2 13 16,-4 4-16,2 9 15,-14 9-15,-6 11 16,-22 17-16,24-19 15,-24 19-15,0 0 16,20-14-16,-20 14 16,0 0-1,0 0-15,0 0 16,0 0-16,0 0 16,0 0-16,-12 33 15,2-7 1,-10 36-16,1 1 15,5-7-15,9-5 16,4-15-16,5-13 16,1-6-16,6-2 15,2-2-15,-13-13 16,56 17-16,-18-7 16,13-15-16,11-5 15,-8 4-15,1 5 16</inkml:trace>
  <inkml:trace contextRef="#ctx0" brushRef="#br0" timeOffset="22212.64">21322 3574 0,'0'0'16,"0"0"-16,0 0 15,0 0-15,0 0 16,0 0 0,0 0-16,0 0 15,0 0-15,0 0 16,0 0-16,0 0 16,0 0-16,0 0 15,0 0 1,0 0-16,0 0 15,22-22-15,2 1 16,7-2-16,8 1 16,-39 22-16,32-19 15,-32 19-15,0 0 16,20-12-16,-20 12 16,0 0-16,0 0 15,0 0-15,0 0 16,-36 31-16,12-9 15,-5 9-15,-3 8 16,6-7 0,2-1-16,2-6 15,0-1-15</inkml:trace>
  <inkml:trace contextRef="#ctx0" brushRef="#br0" timeOffset="28024.28">2483 644 0,'0'0'0,"-28"15"16,1 2-16,27-17 16,0 0-16,0 0 15,0 0 1,0 0-16,0 0 15,0 0-15,0 0 16,0 0-16,0 0 16,0 0-16,0 0 15,-75-29-15,0 2 16,-44-4-16,-29 4 16,104 27-16,0 0 15,-25-9-15,-10 2 16,10 2-16,5 11 15,7-3-15,6 3 16,1-4 0,4 6-16,1-2 15,4 1-15,5-5 16,7 4-16,8-6 16,21 0-16,-29 2 15,29-2 1,-20 2-16,20-2 15,0 0-15,-24 6 16,24-6-16,0 0 16,0 0-16,-18 16 15,14 15-15,3-3 16,-6 52-16,1-8 16,1 26-16,5 26 15,2-39-15,4-17 16,-1 17-16,3 5 15,0 23-15,4 15 16,-5-40 0,-3-17-16,1 5 15,3 1-15,-5 16 16,2 14-16,-4-32 16,-1-18-16,0 10 15,2-1 1,-5 12-16,-2 9 15,-3-21-15,2-6 16,0-18-16,2-16 16,1-10-16,0-1 15,0-2-15,3-13 16,-8 18-16,8-18 16,-6 17-16,6-17 15,0 0-15,-3 15 16,3-15-16,0 0 15,0 0-15,0 0 16,8 12 0,-8-12-16,33 13 15,-7-5-15,13 2 16,10 7-16,6-6 16,8 0-1,6-5-15,11-1 16,2-8-16,9-4 15,-2 2-15,2-1 16,3-4-16,5-2 16,-9-1-16,-2 3 15,1-2-15,0 0 16,-12 0-16,-6 4 16,-4-3-16,-1 6 15,-4-3-15,-1 2 16,-11-1-16,-8 3 15,-10-1-15,-9 4 16,-23 1 0,33-5-16,-33 5 15,32-6-15,-32 6 16,25-8-16,-13-6 16,4-4-16,7-29 15,1 2 1,-5 1-16,-1 3 15,-5 2-15,0 2 16,2-23-16,6-9 16,-5-20-16,2-10 15,-10 25-15,-5 16 16,-3 12-16,0 17 16,-3-10-16,2 2 15,-4-21-15,-3-8 16,-1-9-16,-2-5 15,0 18-15,3 10 16,0 13 0,3 12-16,-3-10 15,-1 2-15,0-10 16,-1-3-16,-1 4 16,3 5-1,0 2-15,2 4 16,-1 6-16,3 9 15,1 1-15,3 17 16,-5-19-16,5 19 16,-1-16-16,1 16 15,-3-18-15,3 18 16,-4-12-16,4 12 16,0 0-16,-1-11 15,1 11-15,0 0 16,0 0-16,0 0 15,0-17-15,0 17 16,0-21 0,-2 9-16,1-3 15,1 15-15,-5-23 16,5 23-16,-4-23 16,4 23-16,-10-22 15,10 22 1,-11-22-16,3 9 15,-1-8-15,1 0 16,-6 1-16,0-3 16,-7-2-16,1 0 15,-7-8-15,-3-6 16,-3 2-16,-2 3 16,-3 9-16,0 12 15,-12 0-15,-4 7 16,-5 6-16,-3 8 15,4 1 1,5 6-16,7-4 16,8 3-16,3-2 15,8 0-15,-2-2 16,0 5-16,5-8 16,24-7-1,-40 19-15,40-19 16,-49 22-16,10 0 15</inkml:trace>
  <inkml:trace contextRef="#ctx0" brushRef="#br0" timeOffset="32632.87">3632 1257 0,'0'0'0,"0"0"16,0 0-1,0 0-15,0 0 16,0 0-16,0 0 15,0 0-15,0 0 16,0 0-16,0 0 16,0 0-16,0 0 15,3 39-15,1 3 16,13 107-16,0 1 16,-9-109-16,0 3 15,0 8-15,1 10 16,3 16-16,4 15 15,-3-22 1,-4-10-16,-4-29 16,0 0-16,-4-19 15,2-1-15,-3-12 16,2 13-16,-2-13 16,0 0-1,-17-58-15,5 6 16,-3-7-16,1-1 15,1 12-15,5 11 16,-10-33-16,-1-17 16,2-8-16,2-9 15,7 40-15,8 27 16,-4-2-16,2 11 16,1 1-16,1 5 15,0-9-15,1 0 16,7-13-16,3-5 15,9 2 1,8 1-16,-7 9 16,3 8-16,-4 4 15,1 8-15,-3 4 16,-18 13 0,32-1-16,-32 1 15,25 31-15,-13 4 16,-7 2-16,-5 9 15,-6-3-15,-5 3 16,-6 1-16,-5 7 16,3-8-16,0-3 15,9-22-15,1-1 16,9-20-16,-12 16 16,12-16-16,0 0 15</inkml:trace>
  <inkml:trace contextRef="#ctx0" brushRef="#br0" timeOffset="34527.21">4421 1003 0,'0'0'0,"0"0"16,0 0 0,0 0-1,0 0-15,0 0 16,0 0-16,0 0 15,0 0-15,-29 14 16,-1 3 0,-52 30-16,4 2 15,49-26-15,3 2 16,1 0-16,5 4 16,2-2-16,3 4 15,0 10-15,5 9 16,-2-15-16,3-1 15,2-12-15,3-3 16,4-19-16,0 21 16,0-21-16,0 0 15,60-17-15,-18-3 16,4-8 0,5 1-16,-18 4 15,-6 6-15,-2-6 16,-4 0-16,-3 2 15,-3 2-15,-6 5 16,-9 14 0,11-20-16,-11 20 15,5-15-15,-5 15 16,0 0-16,4-13 16,-4 13-16,0 0 15,0 0-15,0 0 16,-6 19-16,6-19 15,0 27-15,3-7 16,0 6-16,6 9 16,-4-7-16,2 3 15,-3-8-15,4-2 16,3-7 0,3 1-16,-14-15 15,41 10-15,-12-19 16,9-5-16,0-9 15,3-5-15,-11 3 16,-5 3 0,-5-1-16,-5 4 15,0-14-15,1-7 16,-5-10-16,-3-5 16,-5 9-16,0 6 15,-5 8-15,1 9 16,-4 0-16,2 7 15,-3-1-15,6 17 16,-8-22-16,8 22 16,-8-17-16,8 17 15,0 0-15,-11-12 16,11 12-16,-24 12 16,7 15-1,1 0-15,4-1 16,4 6-16,5-13 15,5-3-15,2-4 16,9 0 0,-13-12-16,44 9 15,-19-18-15,5-3 16,-2-6-16,2-3 16,-11 4-16,-4 3 15,-5 2-15,-10 12 16,15-12-16,-15 12 15,0 0-15,0 0 16,0 0-16,18 15 16,-10 38-16,2-2 15,0 1-15,1 0 16,3 7 0,0 8-16,7 17 15,5 20-15,-6-27 16,-2-10-16,-1-12 15,-3-10-15,2 0 16,-2 0 0,0-3-16,-1-3 15,-7-10-15,-3-4 16,-4-5-16,-2-3 16,-2-4-16,-2-1 15,7-12-15,-23 8 16,-2-24-16,2 2 15,-3-9-15,1-4 16,3-1-16,6-4 16,6-33-16,6-17 15,0-11-15,0-11 16,14 35 0,12 16-16,28-12 15,24-2-15,-11-21 16,1-12-16,-1 18 15,0 7-15,-20 19 16,-14 19 0,-4 4-16,-5 12 15,-7 3-15,-13 18 16,15-15-16,-15 15 16,0 0-16,0 0 15,0 0-15,0 0 16,0 0-16,0 0 15,0 0-15,-34 11 16,15 9-16,2 13 16,-4 0-16,1 9 15,7-1-15,9 7 16,7-7 0,10-2-16,20 0 15,20 1-15,2-24 16,7-9-16,20-10 15,22-5-15</inkml:trace>
  <inkml:trace contextRef="#ctx0" brushRef="#br0" timeOffset="37682.96">1142 1685 0,'0'0'16,"0"0"-16,0 0 16,0 0-16,0 0 15,0 0-15,0 0 16,0 0-16,0 0 16,0 0-16,0 0 15,0 0-15,0 0 16,0 0-16,0 0 15,0 0-15,0 0 16,0 0-16,0 0 16,0 0-16,0 0 15,0 0 1,0 0-16,0 0 16,0 0-16,0 0 15,0 0-15,0 0 16,0 0-16,0 0 15,0 0-15,0 0 16,0 0 0,20-7-16,2 2 15,30-12-15,3 2 16,-19 5-16,-8 6 16,-1-2-16,-1 4 15,6-2-15,2-1 16,9-1-16,10 0 15,0-2-15,4 2 16,-10-2-16,-2 3 16,-2-1-16,-1 1 15,4 0-15,4-2 16,2-1 0,6 2-16,-2-2 15,4 2-15,-13-2 16,-2 3-16,1-1 15,3 0-15,5-2 16,8 2 0,-10-3-16,1 2 15,-3 0-15,-1 2 16,-2-1-16,0 1 16,-2 0-16,1 1 15,-1-2-15,1 4 16,-11-3-16,-5 5 15,-1-2-15,0 0 16,0 0-16,4 0 16,-1 0-16,2 0 15,-4 0-15,2-1 16,-4 2 0,-2 1-16,-5-3 15,-21 3-15,26 0 16,-26 0-16,0 0 15,21 0 1,-21 0-16,0 0 16,0 0-16,0 0 15,22 0-15,-22 0 16,0 0-16,0 0 16,0 0-16,0 0 15,0 0-15,0 0 16,0 0-16,0 0 15,0 0-15,0 0 16</inkml:trace>
  <inkml:trace contextRef="#ctx0" brushRef="#br0" timeOffset="38682.72">2225 802 0,'0'0'16,"9"-18"-16,-1-6 16,-8 24-16,0 0 15,0 0 1,0 0-16,0 0 16,0 0-16,0 0 15,0 0-15,0 0 16,0 0-16,-58 85 15,1-8-15,-15 28 16,-10 24 0,68-107-16,0 1 15,0-4-15,-2-3 16,0-1-16,-1-1 16,17-14-16,-20 19 15,20-19-15,0 0 16,0 0-16,-19 14 15,19-14-15,0 0 16,0 0-16,0 0 16</inkml:trace>
  <inkml:trace contextRef="#ctx0" brushRef="#br0" timeOffset="39057.87">2443 856 0,'0'0'16,"0"0"-16,0 0 15,0 0-15,0 0 16,0 0-16,0 0 16,0 0-16,0 0 15,0 0-15,0 0 16,0 0-16,0 0 15,-16 17-15,0-1 16,-29 42-16,-2 2 16,7-8-16,9-5 15,-2-4-15,3-3 16,0-12 0,4-4-16,-1-8 15,6-2-15,21-14 16,-25 19-16,25-19 15,0 0 1,0 0-16,-18 12 16,18-12-16,0 0 15</inkml:trace>
  <inkml:trace contextRef="#ctx0" brushRef="#br0" timeOffset="39479.64">2816 788 0,'0'0'0,"0"0"15,0 0-15,0 0 16,0 0-16,0 0 15,0 0-15,0 0 16,0 0 0,0 0-16,0 0 15,-11 27-15,3-1 16,-26 52-16,-1 4 16,4-20-16,4-9 0,0-7 0,2-9 31,4-12-31,5-8 15,-3-4-15,5 0 16,14-13-16,-22 17 0,22-17 0,0 0 31,0 0-31,0 0 16,6 12-16,-6-12 0</inkml:trace>
  <inkml:trace contextRef="#ctx0" brushRef="#br0" timeOffset="40323.19">1882 882 0,'0'0'16,"0"0"-16,0 0 16,0 0-16,0 0 15,0 0-15,0 0 16,0 0-16,0 0 15,0 0-15,0 0 16,0 0-16,0 0 16,-14 25-16,-1 1 15,-20 50 1,0 2-16,12-26 16,9-15-16,-3-8 15,5-10-15,-1-4 16,13-15-16,-20 18 15,20-18 1,0 0-16,-18 16 16,18-16-16,0 0 15</inkml:trace>
  <inkml:trace contextRef="#ctx0" brushRef="#br0" timeOffset="43432.01">1882 2024 0,'0'0'0,"0"0"0,0 0 16,0 0-1,0 0-15,0 0 16,0 0-16,16 12 16,0 1-16,37 30 15,0 3-15,-10-11 16,-7-6-1,-1-3-15,-4 2 16,-3-6-16,-1-1 16,-4-7-16,-1 1 15,-22-15-15,30 15 16,-30-15-16,0 0 16,21 14-16,-21-14 15,0 0-15,0 0 16,23 8-16,-23-8 15,0 0-15,28 4 16</inkml:trace>
  <inkml:trace contextRef="#ctx0" brushRef="#br0" timeOffset="43791.39">2395 2012 0,'0'0'16,"0"0"-16,0 0 16,0 0-16,0 0 15,0 0-15,0 0 16,-17 29-16,1-1 15,-17 34-15,0 1 16,10-26-16,6-12 16,-5-1-1,0-3-15,-3-2 16,0-1-16,-3 4 16,2 6-16,4-6 15,5 1-15,4-5 16,7-6-1,6-12-15,-7 18 16</inkml:trace>
  <inkml:trace contextRef="#ctx0" brushRef="#br0" timeOffset="73972.92">20435 4314 0,'0'0'0,"0"0"16,0 0-16,0 0 15,0 0-15,0 0 16,0 0-16,0 0 15,0 0-15,0 0 16,0 0 0,0 0-16,0 0 15,0 0-15,0 0 16,0 0-16,0 0 16,0 0-16,0 0 15,15 46-15,2 0 16,12 103-16,1 2 15,-25-79-15,0 0 16,-2 17-16,2 13 16,0 7-16,2 15 15,-5-41-15,-2-23 16,-2 7-16,2-4 16,-2 13-1,0 12-15,-1-28 16,1-13-16,-1-12 15,3-8-15,-2-8 16,2-5-16,0-14 16,0 0-1,0 0-15,0 0 16,57-60-16,-6-2 16</inkml:trace>
  <inkml:trace contextRef="#ctx0" brushRef="#br0" timeOffset="74457.28">20988 5286 0,'0'0'15,"0"0"-15,0 0 16,0 0-16,0 0 16,-9 17-1,2 1-15,-32 45 16,-1 0-16,-10-12 15,-3-6-15,-11 19 16,-9 11-16,14-8 16,9-2-1,10-22-15,11-10 16,0-7-16,8-6 16,0-10-16,21-10 15,-35 4-15,35-4 16,-32-12-16,32 12 15,-27-21-15,27 21 16,-17-21-16,17 21 16,-10-14-16,10 14 15,0 0-15,0-12 16,0 12 0,0 0-16,31 6 15,-8 0-15,11 8 16,7 11-16,-10-6 15,-3 2-15,-3-5 16,-4 3 0,3 1-16,1 5 15,-5-4-15,-1 1 16</inkml:trace>
  <inkml:trace contextRef="#ctx0" brushRef="#br0" timeOffset="74941.69">20145 6797 0,'0'0'16,"0"0"-16,0 0 15,0 0-15,0 0 16,0 0-16,0 0 16,0 0-16,0 0 15,-1 24-15,1-2 16,1 57 0,2 2-16,-3-48 15,0-1-15,0-3 16,4 3-16,0-8 15,1 1-15,-2-8 16,0-3 0,-3-14-16,0 0 15</inkml:trace>
  <inkml:trace contextRef="#ctx0" brushRef="#br0" timeOffset="75129.14">20235 6496 0,'0'0'16,"0"0"-16,0 0 16,0 0-16,0 0 15,0 0-15,0 0 16,0 0-16,0 0 16,0 0-1,0 0-15</inkml:trace>
  <inkml:trace contextRef="#ctx0" brushRef="#br0" timeOffset="75722.97">20586 6788 0,'0'0'16,"0"0"-16,0 0 16,0 0-16,0 0 15,0 0-15,0 0 16,0 0 0,0 0-16,0 0 15,0 0-15,1 40 16,3 2-16,2 23 15,5 17-15,-8-58 16,2 3 0,-4-10-16,1-5 15,-2-12-15,3 15 16,-3-15-16,0 0 16,0 0-16,2 13 15,-2-13-15,4-17 16,15-55-16,-1-1 15,2 9-15,1 8 16,-4 22-16,0 16 16,-1 2-16,-16 16 15,34-8-15,-14 20 16,7 27 0,1 3-16,-10 4 15,-4 5-15,-6-13 16,-5-8-16,2-3 15,-1-4-15,0-5 16,0-1 0,-4-17-16,6 17 15,-6-17-15,0 0 16,24 2-16,-24-2 16</inkml:trace>
  <inkml:trace contextRef="#ctx0" brushRef="#br0" timeOffset="76645.13">21295 6563 0,'0'0'16,"0"0"-16,0 0 15,0 0-15,0 0 16,-9-34-16,3 3 16,-14-37-1,0 0-15,14 49 16,-1 3-16,7 16 15,-10-12-15,10 12 16,0 0-16,0 0 16,-13 19-1,16 18-15,2 1 16,5 3-16,5 7 16,-5 6-16,1 10 15,-8 17-15,-3 13 16,3-31-16,-2-14 15,4-24-15,0 3 16,1-12-16,2-2 16,-8-14-16,30 18 15,-5-21-15,8-6 16,5-22-16,7-12 16,-12-1-1,-5-3-15,-9 11 16,-6 10-16,-7 10 15,1-2-15,-4 5 16,-3 13-16,7-12 16,-7 12-1,0 0-15,5-13 16,-5 13-16,0 0 16,0 0-16,14 24 15,3 44-15,-1 1 16,-2-5-16,1-2 15,-8-33-15,-1 0 16,2-11-16,4 0 16,5-7-16,4 1 15,3-9-15,8-3 16,3-23 0,5-13-16,-6-4 15,3-8-15,-12 13 16,-4 8-16,-11 10 15,1 1-15,-2 1 16,-9 15-16,11-16 16,-11 16-1,0 0-15,0 0 16,22-11-16,-22 11 16,0 0-16,28 15 15,-28-15-15,0 0 16,0 0-16,20 10 15,-20-10-15,0 0 16,0 0-16,0 0 16,10-20-16,-5-1 15,1-11-15,4 0 16,-1-1-16,1 2 16,2-3-1,7-4-15,0 16 16,-19 22-16</inkml:trace>
  <inkml:trace contextRef="#ctx0" brushRef="#br0" timeOffset="77738.67">22521 6593 0,'0'0'16,"0"0"-16,0 0 15,0 0-15,0 0 16,0 0-16,0 0 16,0 0-1,0 0-15,0 0 16,0 0-16,0 0 15,0 0-15,0 0 16,0 0-16,0 0 16,0 0-1,-1 31-15,1 1 16,-2 12-16,2 13 16,0-39-16,2 1 15,-2-19-15,-2 19 16,2-19-16,0 0 15,2-19-15,-1 2 16,4-7-16,1-4 16,-3 9-16,-3 19 15,8-22-15,-8 22 16,10-14-16,-10 14 16,0 0-1,0 0-15,0 0 16,25 8-16,-13 31 15,-1 1-15,-3 7 16,1 11 0,-4-18-16,-2-7 15,0-7-15,4-1 16,-1-7-16,3-4 16,2 2-16,6 1 15</inkml:trace>
  <inkml:trace contextRef="#ctx0" brushRef="#br0" timeOffset="78535.84">23144 6614 0,'0'0'16,"0"0"0,0 0-16,0 0 15,0 0-15,0 0 16,0 0-16,0 0 15,0 0-15,0 0 16,0 0-16,0 0 16,0 0-1,-22-2-15,0 2 16,-31 10-16,3 3 16,6 12-16,11 9 15,2 2-15,8 7 16,13-22-16,2-1 15,8-20-15,1 13 16,-1-13-16,30-5 16,14-26-16,1 1 15,-10 0-15,-7 5 16,-4-1-16,-7 3 16,-1 4-1,-1 1-15,-5 6 16,-10 12-16,0 0 15,0 0-15,0 0 16,0 0-16,20 20 16,-16 5-1,0 6-15,1 6 16,1-7-16,4-4 16,2-6-16,4-3 15,-16-17-15,41 7 16,-11-24-16,10-12 15,-7-6-15,0-8 16,2-34-16,2-22 16,-10-11-16,-7-12 15,-17 81-15,2-1 16,-3 27-16,1-3 16,-3 18-1,2-12-15,-2 12 16,0 0-16,-20 75 15,3-3-15,3 13 16,3 12 0,5-22-16,6-9 15,3 14-15,7 9 16,2-29-16,2-13 16,7-10-16,7-9 15,10-8-15,12-5 16</inkml:trace>
  <inkml:trace contextRef="#ctx0" brushRef="#br0" timeOffset="78879.5">21525 6328 0,'0'0'16,"0"0"-16,0 0 15,0 0-15,0 0 16,0 0-16,0 0 16,28-13-16,2-2 15,123-39-15,1 0 16,-88 42-16,2 0 16,-18 5-1,-9 3-15</inkml:trace>
  <inkml:trace contextRef="#ctx0" brushRef="#br0" timeOffset="79567.03">21174 8175 0,'0'0'15,"0"0"-15,0 0 16,0 0-16,0 0 16,0 0-16,0 0 15,0 0-15,0 0 16,16-21-16,1 1 15,12-31-15,0 2 16,-19 27-16,0-1 16,-4-2-16,0 3 15,-1-10-15,1 1 16,-8-1 0,-1 0-16,-12 3 15,-6 6-15,-14-4 16,-10 5-16,9 5 15,3 9-15,10 4 16,23 4-16,-32 21 16,19 3-1,1 59-15,1 0 16,13 11-16,10 10 16,1-4-16,4 3 15,-1 10-15,-2 12 16,-3-79-16,-2 1 15,-1-15-15,3-10 16,-5 0-16,1 1 16</inkml:trace>
  <inkml:trace contextRef="#ctx0" brushRef="#br0" timeOffset="80067.28">20911 8328 0,'0'0'0,"0"0"15,0 0-15,0 0 16,0 0-16,0 0 16,0 0-1,23-19-15,1 0 16,40-24-16,1 0 16,-36 22-16,1 1 15,-3 3-15,-3 5 16,2-1-16,3 5 15,0 4-15,6 4 16,7 6-16,9 6 16,-8-5-16,-2-1 15,-6 2-15,-2 4 16,-10-1-16,-6 1 16,-6 1-1,-3 4-15,-1-5 16,0 1-16,-7-13 15,8 15-15,-8-15 16,0 0 0,0 0-16,0 0 15,0 0-15,25-27 16,11-43-16,2 0 16,-5-7-16,-1-3 15,-19 44-15,2 2 16,-9 19-16,2 1 15,-8 14-15,11 18 16</inkml:trace>
  <inkml:trace contextRef="#ctx0" brushRef="#br0" timeOffset="80645.39">22228 8142 0,'0'0'0,"0"0"16,0 0-16,0 0 16,0 0-1,0 0-15,0 0 16,-2-31-16,2 2 16,-5-21-16,-2-7 15,-8 15-15,-3 13 16,-9-1-16,-2 3 15,1 10-15,3 8 16,0 3-16,2 9 16,2 9-16,4 10 15,-3 38-15,1 3 16,6-12-16,9-2 16,4-25-1,0-2-15,3-5 16,4-5-16,4 1 15,7-1-15,7-5 16,6-3-16,-2-7 16,0-3-1,-2-17-15,-2-7 16,0-19-16,2-7 16,-11 18-16,-4 10 15,-4 15-15,-2-2 16,-6 15-16,0 0 15,0 0-15,0 0 16,3 17-16,-3 5 16,-3 14-16,2 7 15,-1-12-15,2-2 16,3-5-16,7 2 16,15 0-1,14 3-15,13-12 16,15-7-16</inkml:trace>
  <inkml:trace contextRef="#ctx0" brushRef="#br0" timeOffset="81707.78">22848 7892 0,'0'0'16,"0"0"-16,0 0 16,0 0-16,0 0 15,0 0-15,0 0 16,0 0-16,0 0 16,-13-29-1,1-1-15,-13-8 16,-5-4-16,6 19 15,24 23-15,-47-12 16,19 12-16,-4 8 16,-1 9-1,4 5-15,4 9 16,9-9-16,8-4 16,-1-6-16,7 0 15,2-12-15,0 0 16,2 14-16,-2-14 15,20-14-15,-20 14 16,50-36-16,-17 8 16,6 2-16,5-1 15,-5 8-15,-3 9 16,-4 7-16,-4 12 16,-1 16-1,0 14-15,-7 31 16,-1 28-16,-16-23 15,-6 1-15,3 3 16,0 3-16,4 13 16,6 12-1,-7-41-15,-1-20 16,-1-7-16,5-5 16,-4-6-16,1 0 15,-1-8-15,-1 0 16,-1-4-16,0-16 15,-20 16-15,20-16 16,-74 2-16,18-7 16,10-1-16,10 5 15,2-21-15,4-9 16,5-25 0,6-19-16,6 6 15,10 3-15,17 4 16,14 5-16,24-10 15,23-3-15,-12-9 16,0-4-16,-16 28 16,-5 18-16,-15 26 15,-1 3 1</inkml:trace>
  <inkml:trace contextRef="#ctx0" brushRef="#br0" timeOffset="81910.85">23567 8127 0,'0'0'0,"-5"-3"0,5 3 15,0 0 1,0 0-16,0 0 15,0 0-15</inkml:trace>
  <inkml:trace contextRef="#ctx0" brushRef="#br0" timeOffset="83525.56">21652 3849 0,'0'0'0,"0"0"16,0 0-1,0 0-15,0 0 16,0 0-16,0 0 0,0 0 0,0 0 16,0 0-1,0 0-15,34-14 16,3 0-16,72-13 16,1 2-16,-31 11 15,-20 9 1,24-3-16,10 2 15,-14-3-15,-1 1 16,-7 0-16,-5 4 16,-4-2-16,0 1 15,-8-1-15,0 4 16,-9-2-16,-1 2 16,-9-2-16,-7 4 15,-28 0-15,34-6 16,-34 6-16,21-4 15,-21 4-15,0 0 16,16-13 0,-16 13-16,-5-28 15,0 6-15,-14-6 16,-4-3-16,-10 4 16,-6 6-16,6 3 15,4 5 1,6 1-16,23 12 15,-33-12-15,33 12 16,0 0-16,-25-6 16,25 6-16,0 0 15,0 0-15,0 0 16,7 12-16,-7-12 16,58 44-16,-15-10 15,1-5-15,3 0 16,-14-10-16,-5-3 15,-4-4-15,-4 1 16,-20-13 0,32 19-16,-32-19 15,23 20-15,-16-3 16,-4 7-16,-10 8 16,-5 7-16,-7-6 15,-3 0-15,1-6 16,1 0-1</inkml:trace>
  <inkml:trace contextRef="#ctx0" brushRef="#br0" timeOffset="84712.92">23820 3001 0,'0'0'16,"0"0"-16,0 0 15,0 0-15,0 0 16,0 0 0,0 0-16,0 0 15,0 0-15,-25-13 16,2-2-16,-58-10 16,0 2-16,39 23 15,3 0-15,-1 14 16,3 13-1,5 8-15,6 12 16,9-4-16,9 2 16,8 1-16,9 2 15,5-9-15,5 0 16,17 1-16,14 1 16,-3 2-16,3 5 15,-10-11-15,-3-2 16,-10 2-16,-5 4 15,-16 7-15,-13 10 16,-9-14-16,-8-6 16,7-8-1,5-8-15,-1-5 16,4-5-16,9-12 16,-16 17-16,16-17 15,0 0 1,3-42-16,5 5 15,14-66-15,0-1 16,5 42-16,8 29 16,-6 3-16,-4 13 15,0-2-15,0 7 16,0 4-16,2 5 16,3 20-16,6 16 15,-11 19-15,-4 17 16,-8-14-16,-4-2 15,-6-9-15,-3-4 16,-2-14 0,2-6-16,-1-5 15,1-15-15</inkml:trace>
  <inkml:trace contextRef="#ctx0" brushRef="#br0" timeOffset="84916.09">23934 3205 0,'0'0'16,"0"0"-16,0 0 16,0 0-16,0 0 15,0 0-15,0 0 16</inkml:trace>
  <inkml:trace contextRef="#ctx0" brushRef="#br0" timeOffset="85306.67">24192 3223 0,'0'0'0,"0"0"16,0 0-1,0 0-15,0 0 16,0 0-16,0 0 16,0 0-16,0 0 15,0 0-15,0 0 16,0 0-16,0 0 16,0 0-16,0 0 15,22 21-15,2 2 16,-4 11-16,3 14 15,-21-1-15,-9 6 16,-24 46-16,0-1 16,-1-27-1,2-17-15,17-33 16,2 1-16,11-22 16,-3 17-16,3-17 15,33 8 1,25-29-16,4 3 15,22-9-15,22 0 16,-38 2-16,-11 3 16</inkml:trace>
  <inkml:trace contextRef="#ctx0" brushRef="#br0" timeOffset="85588.08">24125 3477 0,'0'0'0,"0"0"16,0 0-16,0 0 16,0 0-16,16-2 15,-16 2-15,75-1 16,-13 1-1,-19-5-15,-10 3 16,0 2-16,0 2 16,-8-2-16,-1 2 15</inkml:trace>
  <inkml:trace contextRef="#ctx0" brushRef="#br0" timeOffset="85963.03">24688 3531 0,'0'0'16,"0"0"-16,0 0 15,0 0-15,0 0 16,0 0-16,0 0 16,20 4-1,-20-4-15,98 3 16,-21-6-16,-41-5 16,4 0-16,-17 2 15,-23 6-15,25-12 16,-25 12-1,0 0-15,10-12 16,-10 12-16,0 0 16,-30-18-16,30 18 15,-38-7-15,13 14 16,-4 15-16,0 12 16,-1 16-16,2 18 15,7-11-15,5 7 16,12-34-16,3 3 15,8-11-15,7 0 16,26 0-16,2 1 16,24-11-1,20-5-15</inkml:trace>
  <inkml:trace contextRef="#ctx0" brushRef="#br0" timeOffset="86947.18">24359 4211 0,'0'0'15,"0"0"-15,0 0 16,0 0-16,0 0 16,-2 23-16,-1 0 15,-6 66-15,-2 0 16,1 8-16,1 10 16,-2 1-16,5 4 15,-1-16-15,-2-4 16,-2 32-16,2 21 15,2-29-15,4-5 16,5 21-16,4 13 16,1-6-1,2 4-15,-2-17 16,1-9-16,-3 6 16,3 6-16,-3 10 15,4 8 1,-4-27-16,-2-13 15,-1-3-15,1-7 16,-1-11-16,-1-7 16,-1-43-16,2-2 15,-2-9-15,0-5 16,0 2-16,2-2 16,-2-3-16,1 2 15,-1-5-15,1-1 16,-1-1-16,4 0 15,-4-12-15,2 12 16,-2-12 0,0 0-16</inkml:trace>
  <inkml:trace contextRef="#ctx0" brushRef="#br0" timeOffset="87353.34">24651 7283 0,'0'0'15,"0"0"-15,0 0 16,0 0-16,0 0 16,-19 38-16,2-1 15,-34 54-15,2 3 16,20-63-16,0-1 15,-6 1-15,-1 0 16,1-6 0,4-2-16,4-5 15,5-1-15,22-17 16,-33 14-16,33-14 16,-23 5-16,23-5 15,0 0-15,-27 2 16,27-2-1,0 0-15,0 0 16,0 0-16,0 0 16,-9 12-16,13 1 15,18 34-15,2 1 16</inkml:trace>
  <inkml:trace contextRef="#ctx0" brushRef="#br0" timeOffset="88025.18">23985 8742 0,'0'0'16,"0"0"-16,0 0 15,0 0-15,0 0 16,0 0-16,0 0 15,0 0-15,0 0 16,0 0 0,0 0-16,0 0 15,0 0-15,0 0 16,0 0-16,0 0 16,0 0-16,-24 50 15,0 1-15,-36 69 16,3-1-1,47-100-15,0 0 16,5-4-16,7-3 16,1 2-16,7 4 15,4 1-15,6 7 16,-3-2-16,-1 4 16,-3 3-16,-5 5 15,0 2-15,2 3 16,-24 12-16,-12 10 15,-18-12-15,-14 0 16,13-12-16,5-5 16,9-13-1,8-9-15,1-9 16,22-3-16,-31-36 16,21-12-16,42-49 15,-1 0-15,25 7 16,20 4-1</inkml:trace>
  <inkml:trace contextRef="#ctx0" brushRef="#br0" timeOffset="88400.15">24420 8264 0,'0'0'15,"0"0"-15,0 0 16,0 0-16,0 0 16,0 0-1,0 0-15,0 0 16,0 0-16,-13 45 16,1 3-16,-13 88 15,1 0 1,16-80-16,-1 3 15,0 35-15,1 31 16,0-46-16,2-22 16,4-26-16,2 0 15,2-6-15,4-1 16,10-1-16,8 5 16,10-17-16,11-7 15</inkml:trace>
  <inkml:trace contextRef="#ctx0" brushRef="#br0" timeOffset="88775.14">24483 9124 0,'0'0'0,"0"0"16,0 0-16,0 0 16,0 0-16,0 0 15,0 0-15,0 0 16,0 0-1,0 0-15,0 0 16,20-21-16,1 0 16,65-23-16,-3 0 15,-45 44-15,0 0 16,-7 8-16,-1 10 16,-7 0-16,-7 0 15,-8-2-15,-5 4 16,-6-2-16,-4 4 15,-5-1-15,-6-2 16,-5-3-16,1-1 16,-6-5-1,-3 2-15,3-8 16,4 0-16,3-10 16,21 6-16,-20-37 15,17-2-15,11-18 16,12-11-1</inkml:trace>
  <inkml:trace contextRef="#ctx0" brushRef="#br0" timeOffset="89431.13">24969 8727 0,'0'0'0,"0"0"0,0 0 16,0 0-1,0 0-15,0 0 16,0 0-16,0 0 16,0 0-16,0 0 15,0 0 1,-1 18-16,0 4 15,-5 58-15,4 2 16,2-29-16,6-21 16,1-1-16,3-7 15,1-11-15,-11-13 16,27 3-16,-10-16 16,2-9-16,2-9 15,-6 2-15,-1-1 16,-5 4-16,-2 5 15,-3 0-15,0 7 16,-3-1 0,-1 15-16,5-20 15,-5 20-15,0 0 16,0 0-16,0 0 16,0 0-16,23 17 15,-18-3-15,3 2 16,-2 7-1,-1-4-15,1-1 16,1-3-16,2-1 16,-9-14-16,11 18 15,-11-18-15,9 13 16,-9-13-16,0 0 16,0 0-16,0 0 15,0 0-15,5-15 16,-8-20-16,3 2 15,3-10-15,3-3 16</inkml:trace>
  <inkml:trace contextRef="#ctx0" brushRef="#br0" timeOffset="119799.42">23259 10081 0,'0'0'31,"0"0"-31,0 0 16,14-3-16,-14 3 15,107-30-15,-15 4 16,12-8 0,6-1-16,11-1 15,12 4-15,-20-2 16,-8 4-16,8 1 15,7 4 1,-17 7-16,-4 9 16,-16-1-16,-13 6 15,0-1-15,-4 3 16,-18 0-16,-10 4 16,-38-2-16,26 2 15,-26-2-15,0 0 16,-58 13-16,4-3 15</inkml:trace>
  <inkml:trace contextRef="#ctx0" brushRef="#br0" timeOffset="120111.94">23929 10284 0,'0'0'15,"0"0"1,0 0-16,-28 4 16,0 2-16,-37 3 15,2 0-15,63-9 16,-31 5-16,31-5 15,0 0 1,-28 2-16,28-2 16,0 0-16,0 0 15,28 0-15,5 0 16,106-8-16,0 2 16,-10-9-16,-2 0 15,-1-11-15,6-5 16,-26 9-16,-12 7 15,3-8-15,-3 2 16,-25 5-16,-14 5 16,-16 1-16,-14 6 15,-25 4 1,31-9-16,-31 9 16,0 0-16</inkml:trace>
  <inkml:trace contextRef="#ctx0" brushRef="#br0" timeOffset="147341.1">23059 11811 0,'0'0'16,"0"0"-1,0 0-15,0 0 16,0 0-16,0 0 15,0 0-15,0 0 16,0 0-16,0 0 16,0 0-16,0 0 15,0 0 1,-56-15-16,0-2 16,-155-16-16,2-1 15,134 29-15,1-2 16,-111 18-16,1-1 15,32 5-15,23 3 16,-13-1-16,-1 4 16,-2-5-16,0 2 15,-4-2-15,-2 6 16,49-12-16,34-4 16,-5-2-16,10 2 15,7-3 1,8 0-16,10-3 15,12 0-15,26 0 16,-27-2-16,27 2 16,0 0-16,0 0 15,-23-1 1,23 1-16,0 0 16,0 0-16,5 16 15,15 65-15,2 1 16,-5 23-16,2 18 15,-3 13-15,1 17 16,-11-8-16,-6 1 16,-6 2-16,-7 1 15,-4 30-15,-3 26 16,4-63-16,4-32 16,-8 70-16,-1 39 15,5-70 1,3-31-16,-1 22 15,-1 10-15,2-22 16,1-9-16,0 8 16,3 2-1,-2-17-15,5-8 16,-1-22-16,3-14 16,-3 13-16,1 4 15,2-21-15,0-8 16,1-15-16,2-9 15,-3-7-15,4-5 16,-1-1-16,1-1 16,-2-1-16,2-1 15,-1 1-15,1-1 16,-2-2-16,4 1 16,-2-15-1,0 23-15,0-23 16,0 0-16,0 15 15,0-15-15,11 16 16,-2-1-16,53 7 16,-1 3-16,31 4 15,26 4 1,6-13-16,14-9 16,16-3-16,17-4 15,0 1-15,6 1 16,-15-5-16,-5 4 15,3-3-15,2 4 16,-10 3-16,-5 3 16,-10-1-16,-10 9 15,-12-5-15,-9 2 16,-21-5-16,-18-3 16,-16-3-16,-15 1 15,-16-4 1,2 0-16,-22-3 15,24 4-15,-24-4 16,0 0-16,0 0 16,20 4-16,-20-4 15,0 0 1,-14-90-16,1 7 16</inkml:trace>
  <inkml:trace contextRef="#ctx0" brushRef="#br0" timeOffset="148809.46">22727 11864 0,'0'0'16,"0"0"-16,0 0 15,0 0-15,0 0 16,0 0-16,0 0 16,0 0-16,0 0 15,25 0-15,1 0 16,70-5-16,0 3 16,-19-2-16,-8 4 15,27-2 1,15 2-16,-24-3 15,-9 3-15,6-1 16,3 1-16,-15-3 16,-11 1-1,-29 1-15,-1-1 16,-31 2-16,28-3 16,-28 3-16,0 0 15,23-3-15,-23 3 16,0 0-16,0 0 15,0 0-15,0 0 16,21-3-16,-21 3 16,7 25-16,-2-2 15,4 82-15,0 3 16,-10 2-16,-6 3 16,-2 6-1,1 12-15,-3-1 16,-1 8-16,-2 3 15,-1 13-15,-4 9 16,2 15-16,3-31 16,0-14-16,-3 55 15,-2 32 1,6-73-16,5-37 16,-4 53-16,1 27 15,1-35-15,3-10 16,-1-14-16,3-10 15,-1 4-15,2-2 16,-1-8-16,0-7 16,0-17-16,3-9 15,-1-21-15,0-12 16,-2 16-16,-1 11 16,0-12-1,1-4-15,1-16 16,0-9-16,-1-6 15,4-6-15,1-23 16,-6 22-16,6-22 16,-3 14-16,3-14 15,-7 18 1,1-6-16,-2 4 16,-7 1-16,-3 2 15,-12-1-15,-5 5 16,-14-2-16,-12 1 15,-6-7-15,-6-5 16,-1-4-16,-4-3 16,-13-3-16,-8 2 15,8-4-15,6-3 16,6 1-16,12 3 16,6-3-16,7 1 15,9-1 1,7 2-16,9-3 15,29 5-15,-30-1 16,30 1-16,-21-3 16,21 3-1</inkml:trace>
  <inkml:trace contextRef="#ctx0" brushRef="#br0" timeOffset="150199.97">20308 13883 0,'0'0'15,"0"0"-15,0 0 16,0 0-16,0 0 16,0 0-16,0 0 15,0 0-15,0 0 16,0 0-16,0 0 15,0 0-15,0 0 16,0 0-16,0 0 16,0 0-16,0 0 15,0 0-15,0 0 16,18-6-16,-18 6 16,66-20-1,-18 6-15,-15 3 16,-8 6-16,13-3 15,9 0-15,13-5 16,13 4-16,-5-3 16,4 5-16,5-5 15,6 1 1,2-2-16,9 1 16,2-1-16,7 6 15,12-2-15,9 7 16,-5 1-16,8 2 15,0 1-15,5 5 16,5-2-16,9 4 16,-13-2-16,-3 2 15,-1 0-15,0 0 16,-7 1-16,-1 0 16,-16-2-16,-5 5 15,-5-6 1,-4 4-16,-8-3 15,-3 2-15,-17-3 16,-10 1-16,-1-2 16,0 5-16,-7-5 15,-4 2 1,-19-4-16,-1 1 16,-21-5-16,26 3 15,-26-3-15,0 0 16,0 0-16,24 6 15,-24-6-15,0 0 16,0 0-16,0 0 16,0 0-16,0 0 15</inkml:trace>
  <inkml:trace contextRef="#ctx0" brushRef="#br0" timeOffset="151199.74">21498 12153 0,'0'0'15,"0"0"-15,2 6 16,-2-6-16,0 0 15,3 21-15,0 0 16,11 37-16,0 1 16,-3-5-16,-2 0 15,-1 14-15,1 11 16,-5-13-16,-1-4 16,-3-10-16,-2-9 15,2-12 1,2-11-16,-2-3 15,0-4-15,0-13 16,0 16-16,0-16 16,0 0-16,0 0 15,0 0 1,-36-68-16,7 0 16,3 1-16,2 4 15,15 32-15,0 1 16,2 5-16,6 9 15,-2-3-15,3 3 16,1-5-16,6 3 16,30-14-16,1 3 15,23 3-15,18 1 16,-8 11-16,2 11 16,-18 2-16,-10 7 15,-6 0 1,-6 4-16,-10-3 15,-23-7-15,29 20 16,-21-3-16,-20 40 16,2 2-1,-12 4-15,-3 8 16,-13-5-16,-6 2 16,-17-10-16,-11-7 15,9-17-15,4-14 16,18-7-16,14-7 15,27-6-15,-30 0 16,30 0-16,0 0 16,27-29-16,1 9 15</inkml:trace>
  <inkml:trace contextRef="#ctx0" brushRef="#br0" timeOffset="151668.6">22538 12374 0,'0'0'16,"0"0"-16,0 0 15,0 0-15,0 0 16,0 0-16,0 0 15,0 0-15,0 0 16,0 0-16,0 0 16,0 0-16,0 0 15,0 0-15,0 0 16,0 0-16,0 0 16,0 0-16,0 0 15,0 0 1,0 0-16,0 0 15,0 0-15,27-4 16,0 2-16,14 2 16,10 2-16,-51-2 15,38 0 1,-38 0-16,25 0 16,-25 0-16,0 0 15,0 0-15,0 0 16,0 0-16,0 0 15</inkml:trace>
  <inkml:trace contextRef="#ctx0" brushRef="#br0" timeOffset="151934.07">22537 12364 0,'0'0'15,"0"0"-15,0 0 16,0 0-16,0 0 16,0 0-16,0 0 15,0 0 1,0 0-16,0 0 15,0 0-15,0 0 16,0 0-16,3 39 16,0 1-1,-1 140-15,-1 1 16,-4-150-16,0 0 16,-3 8-16,1 7 15,-4 18-15,-1 19 16,1-13-16,-2 2 15,1-20-15,4-8 16</inkml:trace>
  <inkml:trace contextRef="#ctx0" brushRef="#br0" timeOffset="152527.93">21443 12885 0,'0'0'0,"-5"2"0,5-2 16,0 0-1,0 0-15,0 0 16,0 0-16,0 0 15,0 0-15,0 0 16,0 0-16,0 0 16,0 0-16,0 0 15,0 0 1,0 0-16,0 0 16,13 33-16,1-3 15,11 53-15,2 2 16,-16-19-16,-8-7 15,-1-7-15,-1-3 16,-1-10-16,0-4 16,-3 6-16,1 5 15,-1 1-15,3 6 16,-1-15-16,-1-1 16,0-12-1,2-3-15,-1-9 16,2 0-16,-1-13 15,0 12-15</inkml:trace>
  <inkml:trace contextRef="#ctx0" brushRef="#br0" timeOffset="153168.31">22305 12443 0,'0'0'16,"0"0"-16,0 0 15,0 0-15,0 0 16,0 0-16,0 0 15,0 0-15,0 0 16,0 0-16,0 0 16,0 0-16,0 0 15,0 0-15,0 0 16,0 0-16,0 0 16,12-7-16,-12 7 15,137-29 1,-12 6-16,-34 16 15,-23 12-15,13-5 16,6 5-16,-28-5 16,-13 0-1,-11 0-15,-9 0 16,-26 0-16,33 2 16,-33-2-16,0 0 15,27 0-15,-27 0 16,0 0-16,0 0 15,0 0-15,0 0 16</inkml:trace>
  <inkml:trace contextRef="#ctx0" brushRef="#br0" timeOffset="154058.82">21443 12396 0,'0'0'16,"0"0"-16,0 0 15,0 0-15,0 0 16,0 0-16,0 0 16,0 0-1,0 0-15,0 0 16,0 0-16,0 0 15,0 0-15,0 0 16,0 0-16,0 0 16,0 0-1,0 0-15,0 0 16,0 0-16,0 0 16,-3 28-16,0 1 15,0 114-15,-1 1 16,6-101-16,0 3 15,-4 4-15,-1 3 16,0 30-16,3 25 16,-2-23-16,0-8 15,1-25-15,2-16 16,-1-8-16,0-5 16,0-1-1,2-2-15,-2-3 16,2-2-16,-2-15 15,0 17-15,0-17 16,0 0-16,0 0 16,0 0-1</inkml:trace>
  <inkml:trace contextRef="#ctx0" brushRef="#br0" timeOffset="154512">21473 12448 0,'0'0'15,"0"0"-15,0 0 16,0 0-16,0 0 16,0 0-16,0 0 15,0 0-15,0 0 16,0 0-16,0 0 16,0 0-1,0 0-15,0 0 16,0 0-16,0 0 15,0 0-15,0 0 16,0 0-16,0 0 16,0 0-1,-3 63-15,1 1 16,1 76-16,1 3 16,4-81-16,1 1 15,4 37-15,4 32 16,-8-55-16,1-25 15,-3 4-15,0-3 16,-1 17-16,1 13 16,-5-12-16,1-1 15,-1-24-15,0-14 16,1-13 0,-1 0-16,1-7 15,1-12-15,-5 12 16,5-12-16</inkml:trace>
  <inkml:trace contextRef="#ctx0" brushRef="#br0" timeOffset="156667.88">21657 14601 0,'0'0'0,"0"0"0,0 0 16,0 0-1,0 0-15,-23 20 16,0 3-16,-42 52 15,1-1-15,34-36 16,2 0 0,-2 0-16,2 1 15,1-10-15,6-4 16,3-5-16,4-3 16,3-4-16,11-13 15,-11 12-15,11-12 16,0 0-16,0 0 15</inkml:trace>
  <inkml:trace contextRef="#ctx0" brushRef="#br0" timeOffset="156933.35">22066 14713 0,'0'0'0,"0"0"16,0 0-16,0 0 15,0 0-15,0 0 16,0 0 0,0 0-16,0 0 15,-20 23-15,1 0 16,-36 44-16,-2 1 16,29-35-16,0 3 15,4-12-15,4-5 16,4-6-16,16-13 15,-23 18-15,23-18 16,-18 17-16,18-17 16</inkml:trace>
  <inkml:trace contextRef="#ctx0" brushRef="#br0" timeOffset="160682.91">19825 10446 0,'0'0'0,"0"0"0,0 0 16,0 0-16,0 0 16,0 0-1,0 0-15,0 0 16,0 0-16,0 0 15,0 0-15,0 0 16,0 0 0,0 0-16,0 0 15,0 0-15,0 0 16,-2 22-16,2 0 16,-3 74-16,0-1 15,3-47-15,0-1 16,0 10-16,1 12 15,-2-1-15,1 4 16,-2-25-16,4-17 16,-2-14-16,0 1 15,0-17-15,0 17 16,0-17 0,0 0-16,0 0 15,0 0-15,-20-43 16,4 6-16,2-1 15,-2 3-15,7 8 16,2 11 0,-1-8-16,4 4 15,5-34-15,1 0 16,9-7-16,8-6 16,-2 20-16,7 11 15,-1 1-15,1 7 16,-2 5-16,1 9 15,4 3-15,3 11 16,3 6-16,3 8 16,-5 11-16,2 13 15,-6 1-15,-2 6 16,-11-12 0,-2-3-16,-4 4 15,-1 8-15,-6 1 16,-2 5-16,-14-1 15,-6 7-15,-28 0 16,-15 3-16,10-17 16,1-7-1,6-13-15,9-7 16,4-10-16,5-8 16,-4-15-16,2-14 15,6 2-15,5 0 16,9-1-16,7 2 15,6 2-15,8 7 16</inkml:trace>
  <inkml:trace contextRef="#ctx0" brushRef="#br0" timeOffset="161651.62">20529 10505 0,'0'0'15,"0"0"-15,0 0 16,0 0-16,0 0 15,0 0-15,0 0 16,0 0-16,0 0 16,0 0-16,0 0 15,-6 26-15,-1 4 16,-5 44 0,1 3-16,4-28 15,4-11-15,-2 7 16,2 7-16,-4-6 15,1-2-15,-2-11 16,5-4 0,0-13-16,1-1 15,2-15-15,0 15 16,0-15-16,0 0 16,-6-24-16,3 1 15,3-38-15,0 1 16,3-18-16,3-9 15,-2 5-15,-1 1 16,0 24-16,4 17 16,-2 4-16,0 14 15,0 2-15,3 7 16,1-3 0,0 3-16,-2 1 15,-7 12-15,15-17 16,-15 17-16,18-12 15,-18 12-15,22-9 16,-22 9-16,25-2 16,-25 2-1,22 11-15,-22-11 16,12 24-16,-12-1 16,-9 16-16,0 3 15,-15 9-15,-5 9 16,-6-10-16,-3-3 15,10-13-15,7-12 16,4-5-16,7-5 16,10-12-16,-9 13 15,9-13-15,0 0 16,14 17-16,-14-17 16,49 17-1,-10-4-15,0-5 16,6 3-16,-7 0 15,-1 2-15,-4-1 16,-2 6 0,-8-5-16,-3-1 15,-20-12-15,29 18 16,-29-18-16,0 0 16,0 0-16,21 12 15,-21-12-15,0 0 16,0 0-16,0 0 15</inkml:trace>
  <inkml:trace contextRef="#ctx0" brushRef="#br0" timeOffset="162542.4">21040 10449 0,'0'0'16,"0"0"-16,0 0 15,0 0-15,0 0 16,0 0-16,0 0 16,0 0-16,0 0 15,-7 14-15,3 2 16,-25 66-16,3 3 15,8-30-15,8-15 16,-3-1-16,2-4 16,3 1-16,3 1 15,1-11-15,2-4 16,2-22 0,-5 22-16,5-22 15,0 0-15,0 0 16,0 0-16,-10-39 15,8 8-15,4-36 16,-1 3-16,3-8 16,1-5-1,0 26-15,1 18 16,-1 12-16,0 3 16,-2 3-16,-3 15 15,6-17-15,-6 17 16,0 0-16,0 0 15,0 0-15,18 15 16,-5 20-16,0 0 16,3 13-16,3 10 15,-2-15-15,2-4 16,-5-10-16,-5-4 16,1-5-1,1 1-15,-5-4 16,0-3-16,-1-1 15,-5-13-15,11 16 16,-11-16 0,0 0-16,6 13 15,-6-13-15,0 0 16,0 0-16,-30-5 16,30 5-16,-39-13 15,39 13-15,-33-5 16,33 5-16,-31-6 15,31 6-15,0 0 16,-24-4-16,24 4 16,0 0-16,0 0 15,0 0-15,0 0 16,0 0 0,0 0-16,0 0 15,0 0-15,61-15 16,-18 11-16,-7 2 15,1 2-15,-14 0 16,-23 0 0</inkml:trace>
  <inkml:trace contextRef="#ctx0" brushRef="#br0" timeOffset="163667.13">21463 10486 0,'0'0'16,"0"0"-16,0 0 15,0 0-15,0 0 16,0 0 0,0 0-16,0 0 15,0 0-15,0 0 16,0 0-16,0 0 15,0 0-15,0 0 16,0 0-16,-12 25 16,-2 2-1,-10 27-15,4 0 16,3-21-16,7-11 16,0-5-16,5-5 15,5-12-15,-5 13 16,5-13-16,0 0 15,-2-20-15,2 0 16,2-13-16,4-6 16,0 12-16,0 9 15,-1-1-15,3 6 16,-1 0-16,-7 13 16,13-22-1,-13 22-15,0 0 16,29 3-16,-10 29 15,3 4-15,3 12 16,4 12 0,-2-22-16,0-6 15,-5-1-15,3-1 16,-8-7-16,-4-2 16,-13-21-16,14 16 15,-14-16-15,0 0 16,0 0-16,16-13 15,-4-12-15,-1-2 16,7-16-16,7-6 16,-4 0-16,3 1 15,-7 3-15,2 2 16,-9 20 0,2 2-16,-12 21 15,9-21-15,-9 21 16,5-12-16,-5 12 15,0 0-15,-5 16 16,1 1 0,-21 38-16,0 1 15,-5-6-15,-2-2 16,9-19-16,5-9 16,3-5-16,15-15 15,-19 15-15,19-15 16,0 0-16,-11 14 15,11-14-15,0 0 16,0 0-16,14-17 16,13-41-16,-1 1 15,0 1-15,2 6 16,-8 14 0,-1 15-16,-5 0 15,2 8-15,-16 13 16,17-13-16,-17 13 15,0 0-15,32 31 16,-17-6-16,-4 21 0,2 14 31,-2-23-31,-2-6 16,-2-6-16,-3-4 16,2-3-16,-1-1 15,0 1-15,1 4 16,4 8-16,4 14 15</inkml:trace>
  <inkml:trace contextRef="#ctx0" brushRef="#br0" timeOffset="169603.41">20773 12969 0,'0'0'16,"0"0"-16,0 0 15,0 0-15,0 0 16,0 0-16,0 0 15,0 0-15,0 0 16,0 0 0,0 0-16,0 0 15,0 0-15,0 0 16,0 0-16,0 0 16,0 0-16,0 0 15,0 0-15,0 0 16,0 0-1,-33 4-15,-1 3 16,-69 22-16,3 0 16,14 4-16,12 4 15,-25 10-15,-8 13 16,-4-5-16,-2 0 16,-7 0-16,0 4 15,16-20-15,11-9 16,-5-4-16,4 1 15,15-6-15,14-5 16,6-1 0,9-3-16,10-4 15,14 1-15,26-9 16,-32 6-16,32-6 16,0 0-16,-21 2 15,21-2-15,0 0 16,0 0-1,0 0-15,0 0 16,1-15-16,-1 15 16,35-29-16,-9 10 15,12-11-15,11-5 16,-12 8-16,0 4 16,-37 23-16,31-20 15,-14 7-15,3 1 16,1-5-16,6 0 15,-27 17-15,23-16 16,-23 16-16,0 0 16,0 0-1,14-13-15,-14 13 16,0 0-16,0 0 16,0 0-16,13-12 15,-13 12 1,0 0-16,0 0 15,0 0-15,-21 16 16,-2 9-16,2 2 16,-2-1-16,1-1 15,-3-1-15,1 4 16,-4 1-16,1 2 16,-1-1-16,3 0 15,6-5-15,3-2 16,2-5-16,2 1 15,2-7-15,10-12 16,-8 13 0,8-13-16,0 0 15,0 0-15,35 12 16,-2-5-16,22-6 16,14 2-16,-20-11 15,-4-5-15,-10 4 16,-7 2-1,-28 7-15,33-11 16,-33 11-16,0 0 16,0 0-16,0 0 15,0 0-15,0 0 16</inkml:trace>
  <inkml:trace contextRef="#ctx0" brushRef="#br0" timeOffset="174071.41">20186 14537 0,'0'0'16,"0"0"-16,0 0 16,0 0-16,0 0 15,0 0-15,0 0 16,0 0-16,0 0 16,0 0-16,0 0 15,0 0-15,0 0 16,28 0-16,5 2 15,75-4-15,4-1 16,-35 0 0,-19-1-16,30-5 15,14 0-15,-8 2 16,3 0-16,7-4 16,6 4-16,6-5 15,6 0 1,4-1-16,4 0 15,2-1-15,0 1 16,-2-1-16,5 1 16,-8-1-16,-3 3 15,13-1-15,8 0 16,-11 0-16,-3 3 16,-7-1-16,-5 4 15,-7-3-15,-2 2 16,-9 2-16,-7 1 15,-20 0-15,-15 2 16,-10-1 0,-11 3-16,-5-1 15,-7 2-15,-4-1 16,-22 0-16,30 3 16,-30-3-16,0 0 15,0 0 1,22 0-16,-22 0 15,0 0-15,0 0 16,-9 12-16,9-12 16</inkml:trace>
  <inkml:trace contextRef="#ctx0" brushRef="#br0" timeOffset="175102.82">20286 15079 0,'0'0'16,"0"0"-16,0 0 15,0 0-15,0 0 16,0 0-16,0 0 15,24 2-15,0 3 16,57-3 0,2 5-16,-6-7 15,0-2-15,15-3 16,12 4-16,-5-3 16,3 4-16,10-2 15,10 0 1,-4-1-16,-1 2 15,2-4-15,5 1 16,-6 0-16,-3 0 16,-1-4-16,-1-3 15,-1-1-15,2 0 16,-8-1-16,-1 2 16,-3-1-16,3-1 15,-11 1-15,-3 2 16,3-3-16,3 3 15,-9-2-15,-4 3 16,-6-1 0,-6 4-16,2-3 15,-3 2-15,-18 1 16,-11 1-16,-12 2 16,-8 0-16,-22 3 15,31-4-15,-31 4 16,21-3-1,-21 3-15,0 0 16,0 0-16,0 0 16,0 0-16,22-1 15,-22 1-15,0 0 16</inkml:trace>
  <inkml:trace contextRef="#ctx0" brushRef="#br0" timeOffset="176118.45">20177 15670 0,'0'0'16,"0"0"-16,0 0 16,0 0-16,0 0 15,0 0-15,0 0 16,0 0-16,0 0 15,0 0-15,0 0 16,0 0 0,0 0-16,0 0 15,0 0-15,31-11 16,2 1-16,80-13 16,1 3-16,-32 5 15,-15 7 1,29-5-16,16 1 15,-6-2-15,3 2 16,4-1-16,6 2 16,3-1-16,7 2 15,-2 0-15,5 3 16,0-1-16,1 4 16,11-2-16,9 2 15,-28-3-15,-15 5 16,18-2-16,6 4 15,-10-2-15,-1 0 16,-18 0 0,-9 2-16,5-2 15,0 2-15,-15-2 16,-9 2-16,-8 0 16,-9 2-16,-8-2 15,-10 0 1,-12 0-16,-8 0 15,-22 0-15,28 2 16,-28-2-16,0 0 16,0 0-16,0 0 15,0 0-15,0 0 16,0 0-16,-3 19 16</inkml:trace>
  <inkml:trace contextRef="#ctx0" brushRef="#br0" timeOffset="177009.03">20066 16137 0,'0'0'15,"0"0"-15,0 0 16,0 0-16,0 0 16,0 0-16,0 0 15,0 0-15,0 0 16,0 0-16,0 0 16,0 0-16,0 0 15,43-8-15,2 1 16,67-5-16,1 0 15,-71 8-15,2 0 16,22-2 0,19-1-16,-2-1 15,8 1-15,7-1 16,10 2-16,-1 0 16,5 3-16,3 2 15,6 1 1,1 0-16,4 1 15,2 4-15,4 1 16,-1 0-16,2 3 16,-8-1-16,1 3 15,9-4-15,9 6 16,-16-5-16,-6 2 16,-1-3-16,0 1 15,-19-2-15,-11 1 16,-3-3-16,-4 1 15,-10-2-15,-6 1 16,-18-4 0,-12 3-16,-7-3 15,-4 0-15,-27 0 16,26 0-16,-26 0 16,0 0-16,0 0 15,0 0-15</inkml:trace>
  <inkml:trace contextRef="#ctx0" brushRef="#br0" timeOffset="178508.92">20111 16154 0,'0'0'0,"0"0"15,0 0-15,0 0 16,0 0-1,0 0-15,0 0 16,0 0-16,0 0 16,20 15-16,1 0 15,24 58-15,1 1 16,-23-3-16,-15-3 16,-2-8-16,-5-3 15,-2 25-15,-5 15 16,3 4-16,3 8 15,-3-36-15,-1-20 16,0 24 0,-1 11-16,-2 4 15,0 10-15,1-34 16,2-18-16,0-1 16,-1-4-16,-3 2 15,4 6 1,-3-9-16,2 0 15,-1-4-15,3-1 16,-3-6-16,3 0 16,-2-8-16,3-2 15,-1-5-15,2-2 16,1-16-16,-4 20 16,4-20-16,-1 12 15,1-12-15,0 0 16,-3 14-16,3-14 15,0 0-15,0 0 16,0 0 0,-2 13-16,2-13 15,0 0-15,0 0 16,0 0-16,0 0 16,0 0-16,2 12 15,-2-12 1,0 0-16,6 17 15,-6-17-15,10 12 16,-10-12-16,15 17 16,-15-17-16,28 18 15,-7-7-15,7 1 16,4 9-16,8 7 16,-1 0-16,6 4 15,3 0-15,7 9 16,16 4-16,16 8 15,20-21-15,21-9 16,8-25 0,14-21-16,1-10 15,6-6-15,-11 2 16,0 1-16,-3-3 16,-2 4-16,17-7 15,11 5 1,-17 13-16,-3 5 15,-22 5-15,-11 5 16,2 1-16,-3 6 16,-15 0-16,-12 6 15,-16-4-15,-13 2 16,6-2-16,3 2 16,-15-2-16,-9 0 15,-11 0-15,-7 0 16,-26 0-16,32 0 15,-32 0-15,0 0 16,0 0 0,26 0-16,-26 0 15,0 0-15,0 0 16,0 0-16,0 0 16,22-2-16,-28-46 15,2 2 1</inkml:trace>
  <inkml:trace contextRef="#ctx0" brushRef="#br0" timeOffset="179040.28">23709 16561 0,'0'0'16,"0"0"-16,0 0 15,-3 20-15,0 1 16,-16 143-16,2-1 16,4-82-16,4-1 15,-2 25-15,0 17 16,0-8-16,0 0 15,5-37-15,3-26 16,-4 24 0,2 7-16,1-3 15,2 4-15,0-23 16,2-13-16,0-24 16,0 2-16,0-9 15,0-3-15,0-13 16,0 18-1,0-18-15,0 0 16</inkml:trace>
  <inkml:trace contextRef="#ctx0" brushRef="#br0" timeOffset="179868.24">20120 17170 0,'0'0'16,"0"0"-16,0 0 16,0 0-16,0 0 15,0 0-15,0 0 16,0 0-16,0 0 15,0 0-15,0 0 16,0 0-16,0 0 16,0 0-1,0 0-15,0 0 16,0 0-16,0 0 16,0 0-16,0 0 15,0 0 1,0 0-16,0 0 15,36-3-15,-2-1 16,111 4-16,1 0 16,-50 2-16,-33 2 15,57-3-15,33 2 16,-17-1-16,2 0 16,24 0-16,20 0 15,-11 0-15,0 0 16,-19 1-16,-11-1 15,7 0-15,2-1 16,0 1 0,2 0-16,-28-2 15,-17 3-15,4-3 16,4 1-16,-18-1 16,-9 3-16,-3-3 15,-6 2 1,-9-2-16,-9 2 15,-19-2-15,-10 0 16,-9 0-16,-23 0 16,27 0-16,-27 0 15,0 0-15,0 0 16,0 0-16,-24 0 16</inkml:trace>
  <inkml:trace contextRef="#ctx0" brushRef="#br0" timeOffset="180914.87">20219 17762 0,'0'0'16,"0"0"-16,0 0 15,0 0-15,0 0 16,0 0-16,0 0 15,0 0-15,0 0 16,0 0 0,0 0-16,0 0 15,0 0-15,0 0 16,0 0-16,12-2 16,-12 2-16,91-2 15,-12 4 1,-1 4-16,4 5 15,18 0-15,18 6 16,1-2-16,10 0 16,-2-5-16,5 3 15,14-10-15,13-1 16,8-6-16,9-2 16,-20-2-16,-9-2 15,-6-1-15,-6 3 16,-4-3-16,-6 3 15,-10-1-15,-7 4 16,-12-4 0,-10 5-16,-1-1 15,1 0-15,-8-1 16,-2 3-16,-12 0 16,-7 0-16,-12-1 15,-7 4 1,-38 0-16,41-3 15,-41 3-15,0 0 16,27 0-16,-27 0 16,0 0-16,0 0 15,0 0-15,21 0 16,-21 0-16,0 0 16,0 0-16,0 0 15,0 0-15,0 0 16,0 0-16,0 0 15</inkml:trace>
  <inkml:trace contextRef="#ctx0" brushRef="#br0" timeOffset="-97491.89">21752 16044 0,'0'0'0,"0"0"0,0 0 0,0 0 16,0 0-16,0 0 16,0 0-1,-4-33-15,-1 2 16,-5-42-16,2 0 16,4 39-16,2 0 15,2 11-15,2 4 16,-2 0-16,4 7 15,-2 0-15,-2 12 16,1-13-16,-1 13 16,0 0-16,4-13 15,-4 13-15,0 0 16,0 0-16,-7-12 16,7 12-16,-26 6 15,2 15 1,2-1-16,-4 16 15,-2 11-15,2-1 16,3 3-16,6-16 16,7-6-1,7-12-15,1-1 16,2-14-16,28 17 16,27-44-16,1 0 15,14-47-15,9-32 16,-12 44-16,-2 18 15,-19 11-15,-11 15 16,-20 4-16,1-1 16,-16 15-16,17-15 15,-17 15-15,0 0 16,0 0-16,0 0 16,0 0-16,0 0 15,-23 31 1,4-8-16,2 2 15,0 6-15,4-8 16,7-1-16,-3-1 16,4 2-16,2-2 15,3-1 1,3-3-16,5-1 16,2-3-16,3-1 15,7 1-15,7 2 16</inkml:trace>
  <inkml:trace contextRef="#ctx0" brushRef="#br0" timeOffset="-96522.64">22651 15638 0,'0'0'0,"0"0"16,0 0-16,-12 5 15,12-5 1,-99 35-16,11-6 16,21-5-16,12-5 15,9-4-15,11-1 16,7-6-16,28-8 15,-22 5-15,22-5 16,0 0-16,0 0 16,10-19-16,2 5 15,24-7-15,1 1 16,2 3-16,5 6 16,-7 2-16,3 4 15,3-1 1,5 2-16,7 0 15,9 1-15,25-2 16,24 0-16,1-3 16,11 0-16,5 0 15,5 1 1,8-1-16,5-1 16,-7 1-16,-3 4 15,-5-2-15,-2 4 16,-14 0-16,-8 2 15,-21 2-15,-14 1 16,-12 0-16,-8 1 16,-3-2-16,-1 2 15,-17-1-15,-9 1 16,-24-4-16,31 2 16,-31-2-16,22 2 15,-22-2 1,0 0-16,0 0 15,0 0-15,0 0 16,0 0-16,0 0 16,0 0-16,-26-4 15,26 4 1,-33-4-16,33 4 16,-31-7-16,31 7 15,-23-9-15,23 9 16,0 0-16,0 0 15,-23-3-15,23 3 16,0 0-16,0 0 16,0 0-16,0 0 15,0 0-15,0 0 16,0 0-16,26 8 16,-26-8-16,44 8 15,-44-8 1,35 9-16,-35-9 15,23 10-15,-23-10 16,0 0-16,0 0 16,8 13-16,-8-13 15,-17 20 1,-5-1-16,0 1 16</inkml:trace>
  <inkml:trace contextRef="#ctx0" brushRef="#br0" timeOffset="-95616.43">24632 14671 0,'0'0'15,"0"0"-15,0 0 16,0 0-16,0 0 16,0 0-16,0 0 15,0 0 1,0 0-16,0 0 15,0 0-15,-5 33 16,2 2-16,-9 92 16,1-2-16,4-75 15,0 0 1,-1 9-16,0 10 16,1-28-16,4-12 15,2-14-15,-1 1 16,2-16-16,-3 14 15,3-14-15,0 0 16,-6-24-16,1 1 16,-3-17-16,1-6 15,-4 4-15,3 2 16,-4-17-16,0-11 16,4 4-16,6 3 15,-1 14 1,7 14-16,0 0 15,8 6-15,8-2 16,11 2-16,4 9 16,10 7-16,-9 14 15,-1 11 1,-4 12-16,1 14 16,-8 14-16,-6 16 15,-7-17-15,-6-7 16,-4-23-16,1 1 15,-5 4-15,-4 3 16,-13 12-16,-10 12 16,-16-12-16,-12-1 15,-8-16-15,-7-10 16,26-8-16,15-3 16,6-15-16,9-5 15</inkml:trace>
  <inkml:trace contextRef="#ctx0" brushRef="#br0" timeOffset="-95147.77">24965 14919 0,'0'0'0,"0"0"15,0 0 1,0 0-16,0 0 16,0 0-16,0 0 15,0 0-15,0 0 16,-9 25-16,1 0 15,-27 81-15,2-1 16,14-39-16,13-23 16,4-20-16,-2 2 15,4-25-15,0 0 16</inkml:trace>
  <inkml:trace contextRef="#ctx0" brushRef="#br0" timeOffset="-94991.45">25048 14509 0,'0'0'0,"0"0"15,0 0 1,0 0-16,0 0 16,0 0-16,0 0 15,0 0-15,0 0 16</inkml:trace>
  <inkml:trace contextRef="#ctx0" brushRef="#br0" timeOffset="-94554.06">25307 15072 0,'0'0'0,"0"0"16,0 0-16,0 0 16,0 0-16,0 0 15,0 0 1,0 0-16,0 0 16,0 0-16,0 0 15,0 0-15,0 0 16,0 0-16,0 0 15,0 0-15,0 0 16,0 0-16,0 0 16,0 0-16,0 0 15,0 0-15,0 0 16,1 33-16,3 0 16,-14 48-1,1 2-15,-4-34 16,1-19-16,-6 0 15,1-3-15,1-8 16,1-7-16,15-12 16,-19 13-16</inkml:trace>
  <inkml:trace contextRef="#ctx0" brushRef="#br0" timeOffset="-93351.01">24143 15746 0,'0'0'16,"0"0"-16,0 0 16,0 0-16,0 0 15,0 0-15,0 0 16,37 15-16,4-1 15,144 57-15,1-1 16,-102-43-16,1 2 16,24-8-16,17-5 15,-31-3-15,-14-6 16,-12 0-16,-8-4 16,-17 0-16,-9-3 15,-35 0 1,31 2-16</inkml:trace>
  <inkml:trace contextRef="#ctx0" brushRef="#br0" timeOffset="-93085.54">24648 16137 0,'0'0'16,"0"0"-16,0 0 15,0 0-15,0 0 16,0 0-16,0 0 16,0 0-16,0 0 15,0 0-15,0 0 16,20-4-16,2 0 16,97-13-1,0 3-15,-35 7 16,-19 12-16,2-1 15,-4 5-15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6:35:50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19665 887 0,'0'0'0,"0"0"0,0 0 0,0 0 0,0 0 0,0 0 16,0 0-16,0 0 15,0 0 1,0 0-16,0 0 16,0 0-16,0 0 15,0 0-15,0 0 16</inkml:trace>
  <inkml:trace contextRef="#ctx0" brushRef="#br0" timeOffset="953.45">19426 521 0,'0'0'0,"5"10"16,1 5-16,-6-15 15,0 0-15,0 0 16,0 0-16,0 0 15,0 0-15,0 0 16,0 0 0,0 0-16,0 0 15,0 0-15,0 0 16,0 0-16,0 0 16,0 0-16,0 0 15,0 0-15,0 0 16,0 0-16,0 0 15,0 0-15,0 0 16,44 186-16,0-31 16,0-12-16,2 3 15,-42-127-15,3 1 16,-3-5 0,1 0-16,-5-15 15,5 15-15,-5-15 31,4 16-31,-4-16 16,0 0-16,0 0 0,7 14 16,-7-14-16,0 0 31,0 0-31,0 0 16,0 0-16,25-21 15,17-65-15,2-2 0,-9 3 0,-4 5 16,-1 10-16,-2 8 15,5-48-15,6-13 16,-12 34-16,-7 25 16,-5 8-16,-3 21 15,-6 10 1,1 2-16,-4 9 16,-3 14-16,5-24 15,-5 24-15,4-12 16,-4 12-16,0 0 15,0 0-15</inkml:trace>
  <inkml:trace contextRef="#ctx0" brushRef="#br0" timeOffset="2719.32">20525 1023 0,'0'0'16,"0"0"-16,0 0 16,0 0-16,0 0 15,0 0-15,0 0 16,9 0-16,-9 0 15,104-2-15,-11-2 16,-1-4-16,1-3 16,15-2-16,9-1 15,-3 0-15,5 4 16,0 0 0,4 1-16,5 0 15,9 6-15,-12-3 16,-2 2-16,-8-3 15,-4 5 1,-19-3-16,-10 4 16,-11-3-16,-10 4 15,-6-5-15,-6 4 16,-6-4-16,-5 3 16,-13-2-16,-25 4 15,25-1-15,-25 1 16,0 0-16,0 0 15,22-6-15,-22 6 16,0 0-16,0 0 16,0 0-16,-6-16 15,-25 6 1,-1 2-16,-7-8 16,-5-1-16,3-2 15,2 2-15,3 1 16,2 4-16,6 0 15,5 4 1,23 8-16,-35-13 16,35 13-16,0 0 15,-28-11-15,28 11 16,0 0-16,0 0 16,0 0-16,0 0 15,11 15-15,8-3 16,41 20-16,1 2 15,8-15-15,11-4 16,-25-6-16,-6 2 16,-15-5-16,-7-2 15,-27-4 1,30 5-16,-30-5 16,0 0-16,0 0 15,0 0-15,8 12 16,-8-12-16,-15 41 15,4-5-15,-15 15 32,-7 18-17</inkml:trace>
  <inkml:trace contextRef="#ctx0" brushRef="#br0" timeOffset="3609.74">23764 155 0,'0'0'0,"-5"4"16,5-4-1,0 0-15,0 0 16,0 0-16,0 0 16,0 0-16,0 0 15,2 186-15,6 0 16,-2 77-16,4-23 15,-9-197-15,3 0 16,-3-7-16,0-5 16,2-9-16,-3-5 15,2-2-15,1-3 16,-3-12-16,3 18 16,-3-18-1,0 0-15,0 0 16,0 0-16,4-49 15,-3 1-15,-1-12 16,0-4-16,-5 12 16,-1 11-16,-1 3 0,-5 11 31,5 1-31,2 4 16,-3-9-16,-1-6 0,2-24 0,2-9 15,15-22-15,12-11 16,4 9-16,7 4 15,-4 27-15,-1 22 16,10-3-16,6 4 16,9 7-16,8 9 15,-4 9-15,1 15 16,-19 0 15,-9 7-31,-4-4 16,-26-3-16,35 15 15,-35-15-15,31 27 0,-14-1 0,-4 18 32,2 22-17,-11 11-15,-4 12 16,-14-1-16,-9 10 16,-15-9-16,-10-4 15,-47-39-15,-34-21 0,87-8 0,-1 2 16,1-9-16,5-3 15,10-6-15,27-1 16,-24 0-16,24 0 16</inkml:trace>
  <inkml:trace contextRef="#ctx0" brushRef="#br0" timeOffset="14095.71">19962 2341 0,'0'0'0,"0"0"16,0 0-1,0 0 1,0 0-16,0 0 15,0 0-15,0 0 16,0 0-16,0 0 16,0 0-16,0 0 15,0 0-15,0 0 16,0 0 0,0 0-16,0 0 15,0 0-15,0 0 16,-8-31-16,0-1 15,1 3-15,1 2 16,6 27-16,0 0 16,0 0-16,0 0 15,0 0-15,0 0 16,16 27-16,-8-11 16,-2-3-16,3 2 15,1 2 1,1 1-16,1 2 15,3 8-15,-6-8 16,2 3-16,-2-3 16,5 5-16,-4-4 15,1 0 1,-5-4-16,2-2 16,-2 2-16,2 2 15,-1-2-15,3 1 16,-2-4-16,0 1 15,-8-15-15,14 21 16,-14-21-16,8 14 16,-8-14-16,0 0 15,8 15-15,-8-15 16,0 0-16,0 0 16,0 0-16,5 12 15,-5-12 1,0 0-16,0 0 15,0 0-15,0 0 16,0 0-16,0 0 16,0 0-16,10 13 15,-10-13 1,0 0-16,0 0 16,0 0-16,0 0 15,0 0-15,0 0 16,0 0-16,0 0 15,0 0-15,0 0 16,0 0-16,0 0 16,0 0-16,7 12 15,-7-12-15,8-19 16,10-41-16,0 2 16,2 8-16,4 10 15,-1-10 1,4 3-16,5-37 15,6-17-15,-15 24 16,-5 16-16,-8 28 16,2 1-16,-7 17 15,0-1 1,-5 16-16,5-16 16,-5 16-16,3-13 15,-3 13-15,0 0 16,3-12-16,-3 12 15,0 0-15,0 0 16,0 0-16,0 0 16</inkml:trace>
  <inkml:trace contextRef="#ctx0" brushRef="#br0" timeOffset="14783.07">20917 2012 0,'0'0'0,"0"0"16,0 0-16,0 0 16,0 0-16,0 0 15,0 0 1,0 0-16,0 0 16,0 0-16,0 0 15,0 0-15,0 0 16,0 0-16,0 0 15,0 0-15,0 0 16,0 0-16,0 0 16,-4 33-16,-1 2 15,-2 49-15,1 1 16,4-56-16,2 3 16,-4 2-1,3 7-15,-4 1 16,2 6-16,1-9 15,2 0-15,-2-6 16,2 1-16,-1-12 16,1-4-16,0-18 15,0 17 1,0-17-16,0 0 16,0 12-16,0-12 15,1 21-15,1-4 16</inkml:trace>
  <inkml:trace contextRef="#ctx0" brushRef="#br0" timeOffset="16018.62">20293 3980 0,'0'0'0,"0"0"16,0 0-16,0 0 16,0 0-16,0 0 15,0 0-15,0 0 16,0 0 0,0 0-16,0 0 15,0 0-15,0 0 16,0 0-16,0 0 15,0 0-15,0 0 16,0 0-16,0 0 16,0 0-16,0 0 15,0 0-15,0 0 16,0 0-16,0 0 16,0 0-16,0 0 15,9 12-15,3 3 16,25 62-1,0 1-15,-15-22 16,-7-15-16,-2-2 16,-1-5-16,-6-8 15,0-5-15,-3-5 16,2-3-16,-5-13 16,6 19-1,-6-19-15,0 0 16,5 12-16,-5-12 15,0 0-15,0 0 16,28-54-16,-9 6 16,2-28-16,5-19 15,-7 33-15,-2 19 16,-1-10-16,0 7 16,2-15-16,4-3 15,-7 11-15,-2 5 16,-6 13-16,-4 12 15,0 2 1,2 9-16,-3-1 16,-2 13-16,1-15 15,-1 15-15,0 0 16,3-12 0,-3 12-16,0 0 15</inkml:trace>
  <inkml:trace contextRef="#ctx0" brushRef="#br0" timeOffset="16639.59">21153 3514 0,'0'0'15,"0"0"-15,0 0 16,0 0-16,0 0 16,0 0-16,0 0 0,0 0 15,0 0-15,1 36 16,1-1-16,1 64 15,2 1 1,-5-57-16,1 0 16,-2 16-16,-2 8 15,-4 14-15,1 14 16,1-29-16,3-14 16,-2-10-16,1-10 15,0-9-15,3-6 16,-2-5-16,2-12 15,-1 15-15,1-15 16,0 0-16,-2 14 16,2-14-1,0 0-15,0 0 16,0 0-16</inkml:trace>
  <inkml:trace contextRef="#ctx0" brushRef="#br0" timeOffset="18858">21462 2285 0,'0'0'0,"0"0"16,0 0-1,0 0-15,0 0 16,0 0-16,0 0 16,0 0-16,0 0 15,0 0-15,0 0 16,0 0-16,0 0 16,0 0-16,0 0 15,0 0-15,0 0 16,0 0-16,0 0 15,0 0-15,0 0 16,0 0-16,0 0 16,0 0-1,0 0-15,0 0 16,0 0-16,9-21 16,4 1-16,49-30 15,1 2 1,0 21-16,1 18 15,12 2-15,12 5 16,-2-1-16,5 8 16,-5-7-16,2-1 15,-1 3-15,4 0 16,-7 0-16,-2 0 16,4-4-16,2 8 15,-9-4-15,-7 0 16,-12 0-16,-10 0 15,3 0-15,-1 0 16,-7 0 0,-4 0-16,-11 0 15,-6 0-15,-3 0 16,-21 0-16,33 0 16,-33 0-16,0 0 15,24 0-15,-24 0 16,0 0-1,0 0-15,0 0 16,0 0-16,0 0 16,0 0-16,22 0 15,-22 0-15,0 0 16,0 0-16,0 0 16,0 0-16,0 0 15,0 0-15,0 0 16,0 0-16,0 0 15,0 0-15,0 0 16,0 0 0,10-12-16,-18-2 15,1 2-15,-8-10 16,-1 1-16,-3 2 16,3-1-16,-6-5 15,1 2-15,-8-3 16,-2 5-1,5 5-15,3 6 16,-2-1-16,1 3 16,1 0-16,1 4 15,22 4-15,-27-7 16,27 7-16,0 0 16,-23-4-16,23 4 15,0 0-15,0 0 16,0 0-16,0 0 15,0 0-15,8 15 16,17-3-16,1 1 16,15 7-1,13 7-15,-3-2 16,4 1-16,-9-3 16,-1 0-16,-10-7 15,-6-1 1,-9-7-16,-20-8 15,27 15-15,-27-15 16,0 0-16,23 16 16,-23-16-16,6 19 15,-9-1-15,1 3 16,-7 4-16,-4 4 16,-12 6-16,-8 11 15,-3-10-15,-2-2 16,12-15-16,26-19 15,-24 12-15,24-12 16,0 0-16,0 0 16</inkml:trace>
  <inkml:trace contextRef="#ctx0" brushRef="#br0" timeOffset="19654.82">24205 1719 0,'0'0'15,"0"0"-15,0 0 16,0 0-16,0 0 16,0 0-1,0 0-15,0 0 16,0 0-16,0 0 16,0 0-16,0 0 15,0 0-15,0 0 16,0 0-1,0 0-15,0 0 16,7 51-16,1 2 16,1 74-16,2-1 15,-13-77-15,2 3 16,-5-13-16,2-6 16,2-17-16,1 4 15,-2-4-15,4 3 16,-2-3-16,4 5 15,-4-7-15,5 3 16,-5-3 0,5 3-16,-2-3 15,1 1-15,-4-15 16,0 0-16,0 0 16,24 4-16</inkml:trace>
  <inkml:trace contextRef="#ctx0" brushRef="#br0" timeOffset="20217.28">24615 1770 0,'0'0'15,"0"0"-15,0 0 16,0 0-16,0 0 16,0 0-1,0 0-15,0 0 16,0 0-16,0 0 16,0 0-16,0 0 15,0 0-15,0 0 16,0 0-1,0 0-15,0 0 16,0 0-16,0 0 16,0 0-16,0 0 15,2 18-15,0 3 16,6 59-16,2 3 16,-5-25-16,-2-12 15,0-3-15,2-2 16,-3-7-16,2-3 15,0-7-15,-2 0 16,1-6-16,2 1 16,-2-5-1,-1 3-15,-2-17 16,4 18-16,-4-18 16,2 12-16,-2-12 15,-2 12 1,2-12-16,0 0 15,0 0-15,0 0 16,0 0-16,0 0 16</inkml:trace>
  <inkml:trace contextRef="#ctx0" brushRef="#br0" timeOffset="20473.04">24291 2253 0,'0'0'15,"0"0"-15,0 0 16,0 0 0,0 0-16</inkml:trace>
  <inkml:trace contextRef="#ctx0" brushRef="#br0" timeOffset="24353.57">24189 1691 0,'0'0'15,"0"0"-15,0 0 16,0 0-16,0 0 15,0 0-15,0 0 0,0 0 16,0 0-16,0 0 16,0 0-16,0 0 15,0 0 1,0 0-16,0 0 16,0 0-16,0 0 15,0 0-15,0 0 16,23-2-16,0 2 15,5-1-15,5 2 16,-33-1-16,24 0 16,-24 0-16,0 0 15,0 0-15,25 18 16,-25-18-16,12 12 16,-12-12-16,19 19 15,-19-19 1,16 19-16,-16-19 15,15 17-15,-15-17 16,13 12-16,-13-12 16,0 0-1,0 0-15,0 0 16,0 0-16,11 13 16,-11-13-16,0 0 15,0 0-15,0 0 16,0 0-16,0 0 15,0 0-15,14 11 16,-14-11-16,0 0 16,0 0-16,0 0 15,0 0-15,0 0 16,0 0-16,0 0 16,0 0-1,0 0-15,0 0 16,10 13-16,-10-13 15,0 0-15,0 0 16,0 0-16,0 0 16,0 0-1,0 0-15,0 0 16,0 0-16,0 0 16,0 0-16,0 0 15,0 0-15,0 0 16,0 0-16,0 0 15,0 0-15,0 0 16,0 0-16,0 0 16,0 0-16,0 0 15,0 0-15,0 0 16,0 0-16,0 0 16,0 0-1,0 0-15,0 0 16,0 0-16,0 0 15,0 0-15,0 0 16,0 0-16,0 0 16,0 0-16,0 0 15,0 0 1,0 0-16,0 0 16,0 0-16,0 0 15,0 0-15,0 0 16,0 0-16,0 0 15,0 0-15,0 0 16,0 0-16,0 0 16,0 0-16,0 0 15,0 0-15,0 0 16,0 0-16,0 0 16,0 0-16,0 0 15,0 0 1,0 0-16,0 0 15,0 0-15,0 0 16,0 0-16,0 0 16,0 0-1,0 0-15,0 0 16,0 0-16,0 0 16,3 13-16,-3-13 15,0 0-15,-1 14 16,1-14-16,-5 15 15,-2 0-15,1-1 16,-2 0-16,5 5 16,-5-7-16,3 2 15,5-14-15,-15 23 16,15-23-16,-18 19 16,18-19-16,-23 17 15,23-17 1,-28 14-16,28-14 15,-30 12-15,30-12 16,0 0-16,-28 7 16,28-7-16</inkml:trace>
  <inkml:trace contextRef="#ctx0" brushRef="#br0" timeOffset="26993.95">21678 3969 0,'0'0'15,"0"0"-15,0 0 16,0 0-16,0 0 16,0 0-16,0 0 15,0 0-15,0 0 16,0 0-16,0 0 15,0 0-15,0 0 16,0 0-16,0 0 16,0 0-16,0 0 15,0 0-15,0 0 16,41-2-16,1-1 16,82 2-1,2 1-15,-71-1 16,-1 1-16,21-5 15,14 0-15,7-2 16,9 5-16,-14-2 16,-6 2-16,7-1 15,7 3 1,-1-2-16,5 4 16,-10-2-16,-4 5 15,-2-3-15,1 0 16,-10-2-16,-4 2 15,-5-2-15,0 1 16,-14-1-16,-5 3 16,-5-3-16,-5 3 15,-7-3-15,-5 1 16,-28-1-16,31 0 16,-31 0-1,0 0-15,22 0 16,-22 0-16,0 0 15,0 0-15,0 0 16,0 0-16,0 0 16,0 0-1,0 0-15,0 0 16,0 0-16,-12-12 16,12 12-16,-40-19 15,12 4-15,-5-1 16,2-1-16,-1 3 15,-1-3-15,-3 1 16,-4-2-16,0-1 16,1 0-16,-1 1 15,3-1-15,4 4 16,0-2-16,6 5 16,-2-2-1,2 4-15,27 10 16,-34-17-16,34 17 15,0 0-15,-25-13 16,25 13-16,0 0 16,0 0-1,0 0-15,0 0 16,0 0-16,0 0 16,44 26-16,-15-10 15,9 2-15,7 7 16,-1-2-16,6 4 15,-4-2-15,3 0 16,-7-5-16,-2 3 16,2-2-16,2 1 15,-5-3-15,0-2 16,-9-5-16,-6-3 16,-24-9-1,31 12-15,-31-12 16,22 6-16,-22-6 15,0 0-15,0 0 16,0 0-16,0 0 16,0 0-1,-28 21-15,3-7 16,-32 15-16,0 2 16,-5 0-16,-4 4 15,12-10-15,11-2 16,7-7-16,11-1 15,4-7-15,21-8 16,-28 15-16,28-15 16,0 0-16,0 0 15</inkml:trace>
  <inkml:trace contextRef="#ctx0" brushRef="#br0" timeOffset="28087.8">24521 3452 0,'0'0'16,"0"0"-16,0 0 16,0 0-1,0 0-15,0 0 16,0 0-16,0 0 15,0 0-15,0 0 16,0 0-16,0 0 16,0 0-16,0 0 15,0 0 1,-2 22-16,1-2 16,-2 60-16,-1 3 15,1-19-15,0-8 16,-2-12-16,2-7 15,-3-4-15,4-4 16,-1 10-16,-2 9 16,1 1-16,-1 9 15,1-15-15,0-5 16,2-14-16,2-5 16,-2-4-1,2-4-15,0-11 16,0 14-16,0-14 15,0 0-15,0 0 16,0 0-16,-2-21 16,2 2-1,-6-24-15,1 1 16,0 3-16,2 2 16,-3 2-16,3 4 15,-4-17-15,1-5 16,-1-9-16,-1-5 15,0 10-15,3 5 16,2 8-16,3 9 16,-2 4-16,4 8 15,-2 1-15,3 5 16,-1 3-16,-2 14 16,9-27-1,3 13-15,15-13 16,-2 2-16,11-2 15,8 0-15,-9 8 16,3 11-16,-7 4 16,-1 7-1,-7 0-15,0 6 16,-23-9-16,27 12 16,-27-12-16,16 13 15,-16-13-15,15 22 16,-14 9-16,3 0 15,-9 31-15,0 2 16,-11 2-16,-4 5 16,-5-16-16,-6-5 15,4-11-15,-1-8 16,3-6-16,-1-6 16,2-4-1,5-3-15,19-12 16,-26 16-16,26-16 15,-22 7-15,22-7 16,0 0-16</inkml:trace>
  <inkml:trace contextRef="#ctx0" brushRef="#br0" timeOffset="28962.5">24860 3695 0,'0'0'15,"0"0"-15,0 0 16,0 0-16,0 0 16,0 0-16,0 0 15,0 0-15,0 0 16,22-8-16,2 1 16,26 3-1,1 0-15,-28 6 16,-1 2-16,-22-4 15,32 12-15,-18 0 16,5 5-16,-5 3 16,2 8-1,-8-1-15,-4 3 16,-4-6-16,-4-4 16,-7 1-16,-5 4 15,-6 6-15,-6 8 16,4-10-16,2 0 15,4-7-15,3-1 16,0-4-16,5-1 16,1-3-16,9-13 15,-17 18-15,17-18 16,-10 17 0,10-17-16,0 0 15,-2 15-15,22-11 16,-20-4-16,89-11 15,-19-1-15,7-9 16,10-2-16,-17 4 16,-4 7-16,-18 0 15,-13 4 1,-14 4-16,-21 4 16,28-7-16,-28 7 15,0 0-15,0 0 16,22-4-16,-22 4 15,0 0-15,0 0 16</inkml:trace>
  <inkml:trace contextRef="#ctx0" brushRef="#br0" timeOffset="35165.08">18871 1560 0,'0'0'0,"0"0"15,0 0-15,0 0 16,0 0-16,0 0 16,0 0-1,0 0-15,0 0 16,0 0-16,0 0 16,-4 34-16,3 2 15,1 44-15,1 0 16,-1-11-16,4-9 15,-3 13-15,1 11 16,-4-25-16,1-6 16,1-27-16,0 4 15,0-15-15,0-1 16,0-14-16,0 14 16,0-14-1,0 0-15,0-22 16,0 1-16,0-59 15,0 2-15,0 27 16,0 19-16,0-1 16,0 11-1,0-16-15,0-5 16,0-9-16,0-4 16,0 17-16,0 10 15,0 2-15,0 7 16,0 1-16,0 4 15,0 3-15,0 12 16,0-13-16,0 13 16,0 0-16,0 0 15,21-9-15,-21 9 16,49 4-16,-14 0 16,-10 4-1,-5 7-15,-10-1 16,-7 2-16,-5 7 15,-4 8-15,-8-3 16,-3 1-16,-12-1 16,-5 3-1,2-2-15,1 0 16,4-9-16,6-3 16,1-5-16,5 1 15</inkml:trace>
  <inkml:trace contextRef="#ctx0" brushRef="#br0" timeOffset="35524.29">19315 1428 0,'0'0'0,"0"0"16,0 0-1,0 0-15,0 0 16,0 0-16,0 0 16,0 0-16,0 0 15,2 22-15,-1 0 16,5 57-16,-1 1 15,-5-28-15,0-20 16,-3 12-16,1 2 16,-4 29-16,0 20 15,-1-10-15,3 6 16,0-51-16,3 1 16</inkml:trace>
  <inkml:trace contextRef="#ctx0" brushRef="#br0" timeOffset="36336.73">18772 3841 0,'0'0'16,"0"0"-16,0 0 16,0 0-16,0 0 15,0 0-15,0 0 16,0 0-16,0 0 15,0 0-15,0 0 16,-2 46-16,0-1 16,-5 98-16,2 1 15,4-92-15,-1 0 16,0-11 0,2-3-16,-1-8 15,2-1-15,-1-2 16,0-2-16,0-6 15,0 1-15,0-20 16,0 15-16</inkml:trace>
  <inkml:trace contextRef="#ctx0" brushRef="#br0" timeOffset="36805.58">18720 4030 0,'0'0'16,"0"0"-16,0 0 16,0 0-16,0 0 15,0 0-15,0 0 16,0 0-16,0 0 16,0 0-1,0 0-15,0 0 16,0 0-16,5-34 15,0 2-15,18-26 16,0 0-16,1 21 16,1 14-1,11 2-15,5 9 16,-2 7-16,5 12 16,-17 2-16,-5 5 15,-7 0-15,-7 4 16,-4-1-16,-6 0 15,-18 11-15,2 1 16,-38 31-16,-1 2 16,3-8-16,3 1 15,14-25-15,16-12 16,21-18-16,-23 20 16,23-20-1,0 0-15,15-13 16,-15 13-16</inkml:trace>
  <inkml:trace contextRef="#ctx0" brushRef="#br0" timeOffset="37321.26">19277 3980 0,'0'0'16,"0"0"-16,0 0 16,0 0-16,0 0 15,0 0-15,0 0 16,0 0-16,0 0 16,0 0-1,0 0-15,0 0 16,0 0-16,0 0 15,0 0-15,0 0 16,0 0-16,27 2 16,-1 0-1,7 14-15,8 16 16,-24 13-16,-13 15 16,-17 13-16,-11 15 15,6-38-15,-1-19 16,10-12-16,-1-1 15,4-5-15,6-13 16,-4 13-16,4-13 16,12 12-16,-12-12 15,69 15-15,-10-5 16,12-9-16,11-1 16,-15 0-1,-2 4-15,3-6 16,1-1-16,-21 0 15,-11 3-15</inkml:trace>
  <inkml:trace contextRef="#ctx0" brushRef="#br0" timeOffset="53537.12">16206 3941 0,'0'0'16,"0"0"-16,0 0 16,0 0-16,0 0 15,0 0-15,0 0 16,0 0-16,0 0 16,0 0-16,0 0 15,0 0-15,0 0 16,0 0-16,0 0 15,0 0-15,0 0 16,0 0-16,0 0 16,0 0-1,0 0-15,-2 18 16,2 0-16,4 101 16,0-1-16,-3-58 15,1-2-15,1-13 16,4-8-1,-4 9-15,2 3 16,-4-1-16,2-1 16,-1-26-16,0 0 15,-2-21-15,2 21 16,-2-21-16,0 0 16,0 0-16,0 0 15,0 0-15,-9-26 16,-2-13-16,1 1 15,-8-40-15,-1 2 16,10-20-16,5-8 16,1 37-1,5 23-15,-2 6 16,3 11-16,2-11 16,3-1-16,7-17 15,9-8-15,0 11 16,5 5-1,-5 14-15,-1 19 16,4-3-16,3 13 16,3 7-16,6 12 15,-3 8-15,3 14 16,-17-11-16,-6 2 16,-13 1-16,-9 8 15,-36 30-15,1 2 16,-13 15-16,-4 14 15,-1-20-15,-2-5 16,7-21-16,4-9 16,22-25-1,3 1-15,25-18 16,-24 12-16,24-12 16,0 0-16,0 0 15,0 0-15</inkml:trace>
  <inkml:trace contextRef="#ctx0" brushRef="#br0" timeOffset="53958.8">16788 3952 0,'0'0'16,"0"0"-16,0 0 15,0 0-15,0 0 16,0 0-16,0 0 16,0 0-1,0 0-15,0 0 16,0 0-16,0 0 16,0 0-16,0 0 15,0 0-15,0 0 16,0 0-16,5 19 15,1 5 1,13 97-16,3 1 16,-14-73-16,0 3 15,-2-16-15,0-12 16,0 4-16,2-1 16,0-5-16,-2 1 15,-6-23-15,8 20 16,-8-20-16,0 0 15,30-2-15,-30 2 16</inkml:trace>
  <inkml:trace contextRef="#ctx0" brushRef="#br0" timeOffset="54255.71">16775 3992 0,'0'0'15,"0"0"-15,0 0 16,0 0-16,0 0 16,0 0-16,0 0 15,0 0-15,0 0 16,0 0-16,0 0 16,0 0-16,0 0 15,18-6-15,-18 6 16,110-23-16,-19 5 15,-25 5-15,-16 7 16,-6 0-16,-5 6 16,-11 0-1,-7 6-15,-21-6 16,18 13-16</inkml:trace>
  <inkml:trace contextRef="#ctx0" brushRef="#br0" timeOffset="54521.27">16807 4707 0,'0'0'16,"0"0"-16,0 0 15,0 0-15,0 0 16,0 0-16,0 0 15,17-15-15,2 0 16,33-19-16,0 1 16,-4 8-1,-2 9-15,4-1 16,5 1-16,1-1 16,5 3-16</inkml:trace>
  <inkml:trace contextRef="#ctx0" brushRef="#br0" timeOffset="55177.67">17560 3952 0,'0'0'15,"0"0"-15,0 0 16,0 0-16,0 0 15,0 0-15,0 0 16,0 0-16,0 0 16,0 0-1,0 0-15,0 0 16,0 0-16,2 48 16,1 4-16,5 87 15,0 0-15,-7-115 16,1 1-1,-2-9-15,0-3 16,0-13-16,0 15 16,0-15-16,0 0 15,0 0-15,0 0 16,-38-63-16,18 14 16,2-21-16,3-11 15,8 29-15,11 17 16,0 6-16,7 10 15,0-3-15,5 1 16,9 1-16,10 1 16,8 6-1,10 7-15,1 6 16,6 6-16,-13 1 16,-6 5-16,-11-2 15,-9 5-15,-6 3 16,-3 4-1,-12 16-15,-6 14 16,-35 25-16,2 1 16,-16-16-16,-6-8 15,9-21-15,6-12 16,0-5-16,1-6 16,4-4-16,6 1 15</inkml:trace>
  <inkml:trace contextRef="#ctx0" brushRef="#br0" timeOffset="55974.27">16567 821 0,'0'0'0,"0"0"16,0 0-1,0 0-15,0 0 16,0 0-16,0 0 16,0 0-16,0 0 15,14 49-15,-2 0 16,18 87-16,0-2 16,-17-81-16,1 1 15,0 9-15,5 9 16,-8-22-16,-2-10 15,-1-10-15,-3-12 16,-5-18-16,4 21 16</inkml:trace>
  <inkml:trace contextRef="#ctx0" brushRef="#br0" timeOffset="56333.92">16562 933 0,'0'0'16,"0"0"-16,0 0 16,0 0-16,0 0 15,0 0-15,0 0 16,0 0-16,0 0 16,0 0-16,0 0 15,22-21-15,0 1 16,44-14-16,1 0 15,-15 18-15,-3 15 16,-5-4-16,0 10 16,-18-2-1,-26-3-15,30 27 16,-25-1-16,-16 25 16,2 1-16,-21 3 15,-10 9-15,3-14 16,-2-2-1,13-19-15,9-9 16,17-20-16,-8 16 16</inkml:trace>
  <inkml:trace contextRef="#ctx0" brushRef="#br0" timeOffset="56677.75">17312 924 0,'0'0'0,"0"0"15,0 0-15,0 0 16,0 0-1,4 47-15,-1 3 16,9 62-16,-1 0 16,1-33-16,1-18 15,0 24-15,4 10 16,-7-37-16,-3-17 16,-2-10-16,-2-11 15,3-2-15,2-3 16</inkml:trace>
  <inkml:trace contextRef="#ctx0" brushRef="#br0" timeOffset="56958.93">17240 866 0,'0'0'0,"0"0"15,0 0 1,0 0-16,0 0 16,0 0-16,0 0 15,0 0-15,0 0 16,39-10-16,1 1 16,76-11-16,0 0 15,-85 16-15,2 3 16,-11 2-16,-22-1 15,28 38-15,-23 10 16</inkml:trace>
  <inkml:trace contextRef="#ctx0" brushRef="#br0" timeOffset="57193.25">17273 1784 0,'0'0'16,"0"0"-16,0 0 16,0 0-16,0 0 15,13-4-15,-13 4 16,86-29-16,-11 6 16,-23 5-16,-8 3 15,-13 5-15,-7 3 16,-24 7-16,0 0 15</inkml:trace>
  <inkml:trace contextRef="#ctx0" brushRef="#br0" timeOffset="57537.01">17873 1004 0,'0'0'16,"0"0"-16,0 0 16,0 0-16,0 0 15,0 0-15,0 0 16,2 26-16,0 1 15,6 28-15,2 1 16,-4-4-16,3-3 16,-6 36-1,0 25-15,-4-19 16,-4-2-16,5-45 16,0-1-16,0-26 15,0-2-15</inkml:trace>
  <inkml:trace contextRef="#ctx0" brushRef="#br0" timeOffset="57974.41">17821 1187 0,'0'0'15,"0"0"-15,0 0 16,0 0-16,0 0 16,0 0-1,0 0-15,0 0 16,0 0-16,11-7 16,-11 7-16,97-28 15,-11 6-15,-6 18 16,-1 20-1,-11 10-15,-6 11 16,-13-14-16,-10-3 16,-4 14-16,-4 8 15,-9 19-15,-7 16 16,-15-15-16,-9-1 16,-28 6-16,-23 3 15,-22-16-15,-21-7 16,29-5-16,13-7 15,3-12-15,9-7 16,-6-10-16,-2-6 16</inkml:trace>
  <inkml:trace contextRef="#ctx0" brushRef="#br0" timeOffset="62160.98">17003 1975 0,'0'0'15,"0"0"-15,0 0 16,0 0-16,0 0 16,0 0-16,0 0 15,0 0-15,0 0 16,0 0-16,0 0 15,0 0 1,0 0-16,0 0 16,0 0-16,0 0 15,0 0-15,0 0 16,0 0-16,22 7 16,1 2-16,116 20 15,0 0 1,-32-18-16,-17-14 15,16 9-15,4 3 16,-16-14-16,-6-5 16,-11 1-16,-8-3 15,-6 2-15,-4 4 16,-14-2-16,-9-1 16,-36 9-16,31-11 15</inkml:trace>
  <inkml:trace contextRef="#ctx0" brushRef="#br0" timeOffset="62489.03">16808 2315 0,'0'0'15,"0"0"-15,0 0 16,0 0-16,0 0 16,49-8-16,1 0 15,151-23-15,-1 2 16,-128 17-16,3 1 16,74-7-16,2 0 15,-41 4-15,-24 11 16,2-3-16,-4 6 15,-11 0-15,-7 1 16,-16 4 0,-14 1-16,-5 6 15,-6 7-15</inkml:trace>
  <inkml:trace contextRef="#ctx0" brushRef="#br0" timeOffset="75174">17758 5152 0,'0'0'0,"0"0"16,0 0-16,0 0 15,0 0-15,0 0 16,0 0 0,0 0-16,0 0 15,-11 29-15,3 2 16,-9 68-16,-2 1 15,9-30-15,9-15 16,-3 39-16,2 22 16,-1-31-16,1-14 15,2-11-15,3-10 16,3 6-16,2 2 16,3-12-16,5-7 15,-16-39 1,25 7-16</inkml:trace>
  <inkml:trace contextRef="#ctx0" brushRef="#br0" timeOffset="75533.39">18417 5008 0,'0'0'16,"0"0"-16,0 0 15,0 0-15,0 0 16,0 0-16,0 0 16,0 0-16,0 0 15,0 0-15,0 0 16,0 0-16,0 0 16,-3 16-16,0 1 15,-16 123 1,3 0-16,4-43 15,7-27-15,-4 32 16,1 19-16,-3-18 16,3-1-16,2-30 15,2-19-15,1 1 16,2-6 0,1-24-16,1 1 15,-1-25-15,7 17 16</inkml:trace>
  <inkml:trace contextRef="#ctx0" brushRef="#br0" timeOffset="75877.07">17653 6062 0,'0'0'0,"0"0"15,0 0-15,0 0 16,0 0-16,0 0 16,0 0-16,0 0 15,0 0-15,22-12 16,1-2 0,129-61-16,2-2 15,-53 24-15,-35 15 16,15-6-16,-2 6 15,-23 9-15,-14 14 16,-5 3-16,-6 6 16,-4 3-16,-7 7 15,12 17-15,8 14 16</inkml:trace>
  <inkml:trace contextRef="#ctx0" brushRef="#br0" timeOffset="76423.91">19087 5543 0,'0'0'16,"0"0"-16,0 0 16,0 0-16,0 0 15,0 0-15,0 0 16,0 0-16,0 0 16,18-2-16,-18 2 15,78-2-15,-18 4 16,-21 4-1,-9 6-15,-5 6 16,-3 4-16,-10 15 16,-4 16-16,-16 16 15,-9 16 1,-11-23-16,-10-6 16,2-19-16,-2-11 15,4-7-15,1-9 16,1-1-16,4-3 15,3-4-15,25-2 16,-39-2-16,39 2 16,-35-25-16,21 6 15,5-12-15,6-3 16,9-20-16,13-10 16,9 0-16,13-1 15,-5 20 1,5 16-16</inkml:trace>
  <inkml:trace contextRef="#ctx0" brushRef="#br0" timeOffset="77392.5">19690 5649 0,'0'0'16,"0"0"-16,0 0 15,0 0-15,0 0 16,0 0-16,0 0 16,0 0-16,0 0 15,0 0-15,0 0 16,0 0-1,0 0-15,0 22 16,0 4-16,0 35 16,0 3-16,0-33 15,3 0 1,-3-10-16,3-6 16,-3-15-16,3 16 15,-3-16-15,0 0 16,8-19-16,-1 2 15,11-42-15,1-1 16,0 10-16,1 11 16,-1 8-16,5 10 15,-2 2-15,-2 7 16,-1 0-16,-19 12 16,35-15-16,-35 15 15,33 0 1,-33 0-16,36 29 15,-11 4-15,0 12 16,1 18-16,-11-15 16,-3-2-16,-4-10 15,-2-5 1,-1-6-16,3-4 16,-5-5-16,2 1 15,-5-17-15,4 20 16,-4-20-16,4 15 15,-4-15-15,0 0 16,0 0-16,0 0 16,18-18-16,-7-7 15,16-39-15,0 1 16,-4 1-16,-2 2 16,-6 18-16,-4 19 15,2-7 1,-2 8-16,2-1 15,2 2-15,-4 5 16,-11 16-16,19-22 16,-19 22-16,19-14 15,-19 14 1,22-4-16,-22 4 16,25 21-16,-11 7 15,0 47-15,0 1 16,0-9-16,-1-3 15,-7-17-15,0-9 16,-4-19-16,-1-1 16,-1-18-16,2 17 15,-2-17-15,2 16 16,-2-16-16,0 0 16</inkml:trace>
  <inkml:trace contextRef="#ctx0" brushRef="#br0" timeOffset="77923.72">20820 5479 0,'0'0'16,"0"0"-16,0 0 16,0 0-16,0 0 15,0 0-15,0 0 16,0 0-16,0 0 16,0 0-16,0 0 15,0 0 1,0 0-16,30-8 15,1 2-15,35 14 16,0 0-16,-39 3 16,1 1-16,-28-12 15,30 23 1,-21-7-16,2 5 16,-6-1-16,-2 7 15,-8-2-15,-3 2 16,-9-2-16,-6 4 15,-1-15-15,-3-3 16,1-10-16,-1-5 16,2-1-16,3-2 15,22 7-15,-33-15 16,33 15-16,-11-19 16,13 3-16,7 0 15,18-9 1,1 0-16</inkml:trace>
  <inkml:trace contextRef="#ctx0" brushRef="#br0" timeOffset="93670.74">21402 5268 0,'0'0'16,"0"0"-16,0 0 15,0 0-15,0 0 16,0 0-16,0 0 16,0 0-16,0 0 15,7 24-15,2 4 16,3 13-16,9 13 15,-15-33-15,2 2 16,-5-9-16,-3-14 16,5 19-1,-5-19-15,3 16 16,-3-16-16,0 0 16,4 13-16,-4-13 15,0 0-15,0 0 16,0 0-1,0 0-15,0 0 16,0 0-16,0 0 16,20-42-16,-3 5 15,12-15-15,11-9 16,-10 24-16,-4 17 16,-7 3-16,-19 17 15,33-9-15,-33 9 16,29 9-16,-14 4 15,2 8-15,4 10 16,-3 2-16,3 8 16,-7-10-1,-3-2-15,-2-2 16,-2 2-16,-1-5 16,4 1-16,-10-25 15,7 23-15</inkml:trace>
  <inkml:trace contextRef="#ctx0" brushRef="#br0" timeOffset="94264.37">21860 5249 0,'0'0'15,"0"0"-15,0 0 16,0 0-16,0 0 16,0 0-1,0 0-15,8 23 16,0 2-16,19 35 16,1 0-16,-3-27 15,0-16-15,2-3 16,3-2-1,-4-6-15,1-1 16,-3-11-16,-2-4 16,3-11-16,1-7 15,-3 2-15,-2-3 16,-5 6-16,-7 5 16,-1 3-16,-8 15 15,12-14-15,-12 14 16,0 0-16,0 0 15,0 0-15,0 0 16,5 29-16,-6-5 16,-7 11-1,2 10-15,-4 12 16,2 17-16,-7 19 16,1 21-16,3-44 15,5-20-15,-1-13 16,6-11-1,-4 4-15,2-1 16,-3-4-16,4 1 16,1-9-16,1-3 15,0-14-15,0 0 16</inkml:trace>
  <inkml:trace contextRef="#ctx0" brushRef="#br0" timeOffset="95076.7">22608 5552 0,'0'0'0,"0"0"15,0 0-15,0 0 16,0 0-16,0 0 16,0 0-16,0 0 15,0 0-15,0 0 16,0 0-1,0 0-15,0 0 16,0 0-16,0 0 16,0 0-16,0 0 15,0 0-15,0 0 16,0 0-16,0 0 16,0 0-16,0 0 15,0 0-15,0 0 16,0 0-16,0 0 15,0 0-15,0 0 16,0 0-16,0 0 16,0 0-1,0 0-15,0 0 16,0 0-16,0 0 16,0 0-16,25-16 15,0 2-15,29-12 16,0 1-1,-29 16-15,0 1 16,-3 4-16,0 6 16,0 1-16,3 10 15,-3-2-15,-1 3 16,-21-14-16,29 23 16,-29-23-16,22 23 15,-22-23-15,17 14 16,-17-14-16,0 0 15,0 0-15,24 5 16,-24-5 0,21-13-16,-3-14 15,1 1-15,8-11 16,4 0-16,-10 11 16,-7 5-16,-6 9 15,-8 12-15,15-19 16,-15 19-1,0 0-15,21-4 16,-21 4-16,17 19 16,-5-4-16,1 5 15,-3-4-15,0 1 16,-5-4-16,2 1 16,-7-14-16,6 18 15,-6-18-15,5 17 16</inkml:trace>
  <inkml:trace contextRef="#ctx0" brushRef="#br0" timeOffset="95967.33">23348 5510 0,'0'0'0,"0"0"16,0 0-16,0 0 16,0 0-16,0 0 15,0 0-15,0 0 16,0 0-1,17-29-15,-1 0 16,14-37-16,0 1 16,-24 43-16,2 1 15,-3 4-15,-5 17 16,11-18-16,-11 18 16,15-14-16,-15 14 15,0 0-15,33-9 16,-33 9-16,30 11 15,-30-11-15,33 29 16,-16-7-16,-1 7 16,-2 3-1,2 5-15,-8-11 16,-2 0-16,-3-8 16,0-6-16,-3 0 15,2 3-15,-4-2 16,2 1-1,0-14-15,0 12 16,0-12-16,0 0 16</inkml:trace>
  <inkml:trace contextRef="#ctx0" brushRef="#br0" timeOffset="96529.7">24394 4968 0,'0'0'16,"0"0"-16,0 0 15,0 0-15,0 0 16,0 0-16,0 0 16,-29 5-16,2 1 15,-43 14-15,1 1 16,24 1-16,16 6 16,2-1-16,5 1 15,7-1-15,7 2 16,6 2-16,10 6 15,19 5-15,18 6 16,4-12 0,11 2-16,-24-15 15,-11-9-15,-3-2 16,-6 0-16,-16-12 16,20 18-16,-20-18 15,0 0-15,0 18 16,0-18-1,-53 43-15,5-7 16,-33 15-16,-20 18 16,26-32-16,17-12 15,0-7-15,8-5 16</inkml:trace>
  <inkml:trace contextRef="#ctx0" brushRef="#br0" timeOffset="100888.19">18730 8932 0,'0'0'0,"0"0"16,0 0-16,0 0 15,0 0-15,0 0 16,0 0-1,0 0-15,0 0 16,0 0-16,0 0 16,0 0-16,0 0 15,0 0-15,0 0 16,0 0-16,0 0 16,0 0-16,0 0 15,0 0-15,0 0 16,0 0-16,0 0 15,0 0-15,0 0 16,0 0-16,0 0 16,0 0-1,0 0-15,0 0 16,0 0-16,0 0 16,0 0-16,0 0 15,0 0-15,12 40 16,-1 2-1,9 19-15,7 11 16,-16-47-16,2 6 16,2 6-16,3 11 15,-3 3-15,0 7 16,-3-4-16,-1 0 16,1-5-16,-1 1 15,-3-14-15,-1-6 16,-1-10-16,-2-7 15,-4-13-15,5 18 16,-5-18 0,3 13-16,-3-13 15,0 0-15,7 12 16,-7-12-16</inkml:trace>
  <inkml:trace contextRef="#ctx0" brushRef="#br0" timeOffset="102559.57">19205 9182 0,'0'0'16,"0"0"-16,0 0 16,0 0-16,0 0 15,0 0-15,0 0 16,0 0-16,0 0 16,0 0-16,0 0 15,0 0-15,0 0 16</inkml:trace>
  <inkml:trace contextRef="#ctx0" brushRef="#br0" timeOffset="103075.25">19305 8810 0,'0'0'0,"0"0"16,0 0-16,0 0 15,0 0 1,0 0-16,0 0 15,0 0-15,0 0 16,0 0-16,0 0 16,0 0-16,0 0 15,0 0-15,0 0 16,0 0-16,0 0 16,0 0-16,0 0 15,0 0-15,0 0 16,-11 50-16,1 1 15,-17 48-15,1 3 16,13-67 0,1 2-16,-6 11 15,-1 12-15,-3 10 16,2 12-16,0-13 16,2-4-1,5-23-15,6-9 16,2-14-16,0-1 15,0-3-15,2-3 16,-3 3-16,0 3 16,-1-3-16,3 2 15,-3-4-15,2 2 16,5-15-16,-10 23 16,10-23-16,-7 14 15,7-14-15,0 0 16,0 0-16,0 13 15</inkml:trace>
  <inkml:trace contextRef="#ctx0" brushRef="#br0" timeOffset="105153">19681 8894 0,'0'0'16,"0"0"-16,0 0 15,0 0-15,0 0 16,0 0-16,0 0 15,0 0 1,0 0-16,0 0 16,0 0-16,0 0 15,0 0-15,0 0 16,0 0-16,0 0 16,0 0-16,0 0 15,0 0 1,-2 23-16,0 0 15,2 37-15,0 2 16,0-23-16,2-12 16,-2-4-16,2-5 15,-2-3-15,0-1 16,0 3-16,0 1 16,-2 5-16,2 4 15,-2 4-15,2 4 16,-1 3-16,1 4 15,-2-4-15,2 2 16,-1-9 0,1-6-16,-2-6 15,2-1-15,-2-4 16,4-2-16,-4 2 16,2 6-1</inkml:trace>
  <inkml:trace contextRef="#ctx0" brushRef="#br0" timeOffset="106402.59">18999 10658 0,'0'0'15,"0"0"-15,0 0 16,0 0-16,0 0 15,0 0 1,0 0-16,0 0 16,0 0-16,0 0 15,0 0-15,0 0 16,0 0-16,0 0 16,0 0-1,0 0-15,0 0 16,0 0-16,0 0 15,21 31-15,-2 3 16,26 42-16,-1 0 16,-17-18-16,-9-12 15,2 13-15,0 7 16,-2-10-16,2-2 16,-7-14-16,0-9 15,-5-11-15,0-5 16,-8-15-16,8 19 15,-8-19 1,8 14-16,-8-14 16,0 0-16,6 14 15,-6-14-15,0 0 16,0 0-16,9 12 16,-9-12-16</inkml:trace>
  <inkml:trace contextRef="#ctx0" brushRef="#br0" timeOffset="106965.06">19866 10729 0,'0'0'0,"0"0"15,0 0-15,0 0 16,0 0-16,0 0 16,0 0-1,0 0-15,0 0 16,0 0-16,0 0 15,0 0-15,0 0 16,0 0-16,0 0 16,0 0-16,0 0 15,0 0-15,0 0 16,0 0-16,0 0 16,-24 18-16,2 1 15,-47 57-15,3 1 16,19 0-16,12 1 15,-2-8 1,6 0-16,7-24 16,7-13-16,-5 0 15,4-5-15,-5 8 16,0 5-16,2-10 16,2 0-1,5-10-15,5-5 16,9-16-16,-11 19 15,11-19-15,0 0 16,0 0-16,0 0 16</inkml:trace>
  <inkml:trace contextRef="#ctx0" brushRef="#br0" timeOffset="107636.9">19919 10857 0,'0'0'16,"0"0"-16,0 0 15,0 0-15,0 0 16,0 0-16,0 0 16,0 0-16,0 0 15,0 0-15,0 0 16,0 0-16,0 0 16,0 0-16,0 0 15,0 0-15,0 0 16,0 0-16,0 0 15,22 14-15,-1 0 16,10 20 0,9 11-16,-24-12 15,-9 0-15,-9 13 16,-7 9-16,-8-7 16,-6-1-1,3-16-15,1-8 16,5-6-16,4-3 15,10-14-15,-12 17 16,12-17-16,0 0 16,0 0-16,2 14 15,-2-14-15,42 12 16,5-9-16,3-1 16,7-7-16,4-3 15,0 3-15,5 3 16,-15-7-16,-8 1 15,-11 0 1,-11 2-16,-21 6 16,23-11-16,-23 11 15,0 0-15,0 0 16,0 0-16</inkml:trace>
  <inkml:trace contextRef="#ctx0" brushRef="#br0" timeOffset="108511.6">16696 8982 0,'0'0'15,"0"0"-15,0 0 16,0 0-16,0 0 16,0 0-16,0 0 15,0 0-15,0 0 16,0 0-16,0 0 15,0 0 1,0 0-16,0 0 16,0 0-16,0 0 15,0 0-15,3 37 16,3 1-16,3 70 16,1-1-1,-5-5-15,-1-5 16,1-20-16,-2-13 15,-2-31-15,1 1 16,-2-8-16,2-7 16,-2-1-16,1-2 15,-1-16-15,0 0 16</inkml:trace>
  <inkml:trace contextRef="#ctx0" brushRef="#br0" timeOffset="108933.38">16653 9069 0,'0'0'0,"0"0"16,0 0-16,0 0 16,0 0-1,0 0-15,0 0 16,0 0-16,0 0 15,0 0-15,0 0 16,19-37-16,1 0 16,54-29-16,-2 2 15,-14 37-15,-10 27 16,2 4-16,-3 11 16,-7 3-16,-5 10 15,-5-9-15,-2 5 16,-10 13-1,-6 15-15,-15-8 16,-13 2-16,-28 11 16,-22 7-16,-3 10 15,-3 11-15,16-30 16,10-17-16,7-8 16,12-13-1,3-2-15,24-15 16,0 0-16,-21 10 15</inkml:trace>
  <inkml:trace contextRef="#ctx0" brushRef="#br0" timeOffset="109261.42">17688 8856 0,'0'0'0,"0"0"16,0 0-16,0 0 15,0 0-15,0 0 16,0 0-16,0 0 16,0 0-1,-7 42-15,1 2 16,-7 45-16,-1 0 15,6-52-15,2 0 16,-5 15-16,3 14 16,2 3-16,4 10 15,-3-18-15,4-4 16</inkml:trace>
  <inkml:trace contextRef="#ctx0" brushRef="#br0" timeOffset="109886.28">17005 10836 0,'0'0'15,"0"0"-15,0 0 16,0 0-16,0 0 15,0 0-15,0 0 16,0 0-16,0 0 16,3 21-16,0 1 15,8 100-15,-2 0 16,-5-69-16,-1 1 16,0-10-16,1-4 15,-2 3-15,1 7 16,-1-3-16,2 4 15,-2-17 1,0-12-16,-2-22 16,1 21-16,-1-21 15,0 0-15,3-21 16,2 3 0</inkml:trace>
  <inkml:trace contextRef="#ctx0" brushRef="#br0" timeOffset="110276.81">17041 10968 0,'0'0'16,"15"-4"-16,-15 4 15,0 0-15,0 0 16,0 0-16,0 0 16,0 0-16,0 0 15,0 0-15,0 0 16,0 0-1,0 0-15,0 0 16,0 0-16,27-35 16,-14 2-16,12-6 15,9-1-15,-13 30 16,0 2 0,-21 8-16,35 1 15,-35-1-15,21 11 16,-21-11-16,3 13 15,-13 15-15,1 3 16,-13 15-16,-5 14 16,1-14-16,2-3 15,2-13-15,3-3 16,10-14-16,-1-1 16</inkml:trace>
  <inkml:trace contextRef="#ctx0" brushRef="#br0" timeOffset="110808.09">17601 11026 0,'0'0'16,"0"0"-16,0 0 15,0 0-15,0 0 16,0 0-16,0 0 16,0 0-16,0 0 15,0 0-15,0 0 16,0 0-16,0 0 16,0 0-16,0 0 15,19 7-15,-19-7 16,70 31-1,-19-5-15,-18 3 16,-8 2-16,-10 0 16,-7 2-16,-9-1 15,-6-2-15,-10 8 16,-8 7 0,0-3-16,1 1 15,12-23-15,1 3 16,11-23-16,-8 20 15,8-20-15,0 0 16,25 14-16,0-11 16,46-17-16,-2 2 15,2 1-15,5 3 16,-3-4-16,-1-1 16,-17 3-16,-13 4 15,-6-3-15,-9 3 16</inkml:trace>
  <inkml:trace contextRef="#ctx0" brushRef="#br0" timeOffset="112077.88">20098 9256 0,'0'0'16,"0"0"-16,0 0 15,0 0 1,0 0-16,0 0 0,0 0 0,0 0 15,0 0 1,0 0-16,0 0 16,0 0-16,0 0 15,25 8-15,0 0 16,71 37-16,1-2 16,-34-6-16,-19 0 15,17 11-15,8 8 16,6-1-16,9 7 15,-14-12-15,-5-6 16,9-4-16,5 2 16,6 6-16,3 4 15,-1-5 1,-1 0-16,-5 1 16,0 0-16,-15-11 15,-10-2-15,-6-6 16,-7-4-16,-7-5 15,-2 1 1,-10-6-16,-24-15 16,30 16-16,-30-16 15,0 0-15,25 14 16,-25-14-16,0 0 16,0 0-16,0 0 15,0 0-15,0 0 16</inkml:trace>
  <inkml:trace contextRef="#ctx0" brushRef="#br0" timeOffset="113015.2">21543 9958 0,'0'0'16,"0"0"-16,0 0 16,0 0-16,0 0 15,0 0-15,0 0 16,0 0-16,0 0 15,0 0-15,0 0 16,0 0-16,0 0 16,0 0-16,0 0 15,0 0 1,0 0-16,0 0 16,0 0-16,23 34 15,2-1-15,29 34 16,3-1-16,-34-42 15,1 4 1,-2-8-16,0-1 16,-5-5-16,2-2 15,-19-12-15,22 17 16,-22-17-16,0 0 16,0 0-16,17 15 15,-17-15-15,0 0 16,0 0-16,0 0 15,-16 12-15,16-12 16,-28 6-16,5-3 16,-1-2-16,-1 1 15,1-2 1,1 0-16,-2-2 16,0 2-16,3-1 15,1 2-15,21-1 16,-34 2-16,34-2 15,-33 4-15,33-4 16,-27 5 0,27-5-16,0 0 15,-22 2-15,22-2 16</inkml:trace>
  <inkml:trace contextRef="#ctx0" brushRef="#br0" timeOffset="114421.44">20512 11461 0,'0'0'0,"0"0"16,0 0-16,0 0 16,0 0-16,0 0 15,0 0-15,0 0 16,0 0-16,0 0 15,0 0 1,0 0-16,0 0 16,0 0-16,0 0 15,0 0-15,0 0 16,0 0-16,0 0 16,16-11-16,-16 11 15,88-49-15,-14 7 16,3-16-16,6-6 15,11-9-15,14-12 16,-14 11-16,-1 6 16,-13 19-16,-3 13 15,2 5 1,4 9-16,-17-3 16,-8 6-16,-15 3 15,-11 7-15,-7-1 16,-1 3-16,-24 7 15,33-10 1,-33 10-16,0 0 16,21-10-16,-21 10 15,0 0-15,0 0 16,0 0-16,21-4 16,-21 4-16,0 0 15,0 0-15,0 0 16,0 0-16,0 0 15,0 0-15,0 0 16,0 0-16,0 0 16,0 0-16,0 0 15,0 0-15,0 0 16,0 0 0,0 0-16,0 0 15,0 0-15,16-13 16,-16 13-16,0 0 15,-5-16 1,5 16-16,-19-21 16,-3 3-16,-2 1 15,-13-9-15,-10-8 16,1 9-16,-2 7 16,5 2-16,3 7 15,5-2-15,7 7 16,28 4-16,-30-6 15,30 6-15,0 0 16,0 0-16,-22-2 16,22 2-16,0 0 15,0 0 1,0 0-16,31 7 16,-3-2-16,26 6 15,1-1-15,1 1 16,5 2-16,-3-4 15,4 3-15,-13-2 16,-4-1 0,-12-2-16,-8 1 15,-25-8-15,31 10 16,-31-10-16,16 15 16,-21 9-16,2 1 15,-30 21-15,2-1 16,-4-7-16,2-3 15,-3-6-15,-1-4 16,-3 1-16,3 1 16,4-6-16,4-3 15,9-5 1,20-13-16,-19 12 16,19-12-16,0 0 15,-9 12-15</inkml:trace>
  <inkml:trace contextRef="#ctx0" brushRef="#br0" timeOffset="115171.26">22298 10044 0,'0'0'0,"0"0"15,0 0-15,0 0 16,0 0 0,0 0-16,0 0 15,0 0-15,0 0 16,2 35-16,0 0 16,2 25-16,7 17 15,-3-16-15,2 2 16,-3 8-16,-2 9 15,-5-19-15,-2-6 16,2-18-16,2-13 16,-2-3-16,0-4 15,0-4 1,0-1-16,0-12 16,0 0-16,0 0 15,0 0-15</inkml:trace>
  <inkml:trace contextRef="#ctx0" brushRef="#br0" timeOffset="116562.04">22121 10032 0,'0'0'15,"0"0"-15,0 0 16,0 0-16,0 0 16,0 0-16,0 0 15,0 0-15,0 0 16,0 0 0,0 0-16,0 0 15,0 0-15,47-7 16,0 4-16,131-16 15,0 0 1,-91 11-16,-1 1 16,59-7-16,41-1 15,-45 10-15,-13 5 16,42-4-16,28 4 16,-44 0-16,-23 4 15,11-3-15,2 2 16,-12-2-16,-11 6 15,-20-3-15,-13 0 16,-24-2-16,-16 2 16,-3-2-16,-6 0 15,-7 1 1,-6-2-16,-4 2 16,-22-3-16,34 4 15,-34-4-15,21 4 16,-21-4-16,0 0 15,0 0 1,21 6-16,-21-6 16,0 0-16,0 0 15,0 0-15,0 0 16,0 0-16,0 0 16,20 8-16,-20-8 15,0 0-15,0 0 16,0 0-16,0 0 15,0 0-15,12 13 16,-12-13-16,0 0 16,0 0-16,0 0 15,0 0 1,0 0-16,0 0 16,0 0-16,0 0 15,0 0-15,14 17 16,-11-5-16,1 14 15,-1 1 1,0 2-16,0 7 16,2-8-16,-2 1 15,0 7-15,2 7 16,2 17-16,3 15 16,-1 1-16,2 6 15,-2-23-15,-1-12 16,-2-12-16,0-10 15,-2-6-15,-2-7 16,1 0-16,0 1 16,-3-13-16,8 21 15,-8-21-15,0 0 16,3 14 0,-3-14-16,0 0 15,0 0-15,0 0 16,3 12-16,-3-12 15,0 0 1,-67 5-16,20-5 16,-27 0-16,-17 4 15,-16-4-15,-9 3 16,-7-3-16,-6 3 16,-10-1-16,-5 0 15,-3 0-15,-1 0 16,16-2-16,16 1 15,-14-1-15,-2 3 16,17-3-16,16 2 16,-12-2-16,-4 0 15,15 0 1,9 0-16,9-2 16,11 2-16,1-3 15,7 3-15,11-1 16,9 1-16,5-2 15,8 2-15,5-2 16,25 2 0,-30 2-16,30-2 15,0 0-15,-21 0 16,21 0-16,0 0 16,0 0-16,0 0 15</inkml:trace>
  <inkml:trace contextRef="#ctx0" brushRef="#br0" timeOffset="117615.28">23084 8697 0,'0'0'16,"0"0"-16,0 0 31,0 0-31,0 0 16,0 0-16,0 0 0,0 0 15,0 0-15,0 0 16,0 0-1,0 0-15,0 0 16,0 0-16,0 0 16,0 28-16,2-2 15,6 101-15,2 0 16,-6-78-16,2 0 16,-3-13-16,2-8 15,-2 1-15,2 2 16,-2-3-16,1-4 15,-4-8-15,1-4 16,-1-12-16,3 18 16,-3-18-1,0 0-15,0 0 16,0 0-16,-9-21 16,6 5-16,-9-43 15,0 2-15,10-30 16,4-23-16,7 38 15,6 22 1,2-2-16,2 7 16,6-19-16,5-6 15,1 10-15,4 8 16,-9 17-16,-1 18 16,-1 1-16,-4 7 15,2 9-15,0 9 16,-3 5-16,3 11 15,-5-3-15,-1 6 16,-8-2-16,-2 4 16,-18 7-16,-12 6 15,-45 28 1,1 1-16,-4 4 16,-1 7-16,13-30 15,11-15-15,-4-4 16,3-4-1,7-10-15,9-3 16,12-11-16,22-6 16,-25 9-16,25-9 15</inkml:trace>
  <inkml:trace contextRef="#ctx0" brushRef="#br0" timeOffset="119443.42">23830 8874 0,'0'0'15,"0"0"-15,0 0 16,0 0-16,0 0 16,0 0-16,0 0 15,0 0-15,0 0 16,-33-5-16,0 4 15,-23 5-15,-14 6 16,42 5-16,2-1 16,-3 10-1,4 10-15,-1 5 16,2 9-16,5-11 16,8-5-16,5-13 15,1 0-15,5-19 16,0 19-16,0-19 15,8 14 1,-8-14-16,23 14 16,-23-14-16,29 3 15,-7-11-15,6-3 16,-1-11-16,4-10 16,-9-1-16,2-2 15,-6 5-15,-6 2 16,-4 8-16,-3 5 15,-1 1-15,-4 14 16,8-17-16,-8 17 16,4-13-16,-4 13 15,0 0 1,0 0-16,0 0 16,0 0-16,8 18 15,-5 0-15,-6 6 16,3 7-1,-1-1-15,0 1 16,1-8-16,1-1 16,3-5-16,1-3 15,3-1-15,3 1 16,6-1-16,4-1 16,5-3-16,7-4 15,6-5-15,7-4 16,2-11-16,5-7 15,-5-13-15,-1-8 16,-5-3-16,-7 1 16,-10 9-1,-9 10-15,-4 1 16,-5 4-16,-4-1 16,0 2-16,-4 2 15,-1 2-15,-6 0 16,-4 1-1,-9 0-15,-7 2 16,-5 4-16,-6 0 16,6 4-16,5 5 15,3 5-15,2 6 16,1 7-16,5 9 16,-2 8-16,6 10 15,1-1-15,4 1 16,5-9-16,6-8 15,4 0-15,5-4 16,4-3-16,6-2 16,9-7-1,10 0-15,2-6 16,0-3-16,-10 1 16,-6-1-16,-27-3 15,36 3-15,-36-3 16,23 2-16,-23-2 15,23 6 1,-23-6-16,0 0 16,25 20-16,-15-9 15,3 14-15,3 1 16,4 16-16,7 14 16,-12 12-16,-2 15 15,-11-23-15,-4-8 16,-3-13-16,0-8 15,-10 4-15,1 0 16,-10 4-16,-5 5 16,-3-11-16,-6-2 15,9-12 1,4-5-16,3-10 16,22-4-16,-36-10 15,20-5-15,2-1 16,7-3-1,14-28-15,1 2 16,4-34-16,4-19 16,7 8-16,9-1 15,4 20-15,12 20 16,6-11-16,12 2 16,4-15-16,4-3 15,-16 20-15,-6 12 16,-7 4-16,-5 12 15,-13 5-15,-9 11 16,-18 14-16,22-19 16,-22 19-1,0 0-15,0 0 16,0 0-16,0 0 16,0 0-16,-42 10 15,10 8-15,-11 6 16,-6 2-1,13 1-15,10 2 16,8-2-16,10 4 16,5-1-16,9-2 15,15 7-15,16 6 16,12-6-16,15 1 16,3-5-16,6 0 15,-15-13-15,-6-7 16</inkml:trace>
  <inkml:trace contextRef="#ctx0" brushRef="#br0" timeOffset="175693.11">3974 7588 0,'0'0'0,"0"0"0,0 0 0,49-5 0,0 3 0,145-14 16,1 2-16,-132 7 16,1 3-16,65-8 15,0 2-15,-12-2 16,-6 3-1,18-6-15,12 1 16,-10-2-16,-1 0 16,9 1-16,6 0 15,-7-1-15,-4 3 16,8-4-16,9 3 16,-6-3-16,2 3 15,8-2-15,10 0 16,-22 4-16,-5 4 15,2-2-15,2 3 16,27-1-16,22 3 16,-30-4-1,-10 5-15,9-2 16,0-1-16,-3 3 16,-1 4-16,8-2 15,9 4-15,-10-2 16,0 0-1,-10 0-15,-7 3 16,14-3-16,6 0 16,-9 0-16,1 3 15,-2 3-15,6 7 16,-28-5-16,-13 5 16,28 1-16,16 6 15,-24-2-15,-10-1 16,-4-2-16,-3 2 15,14 0-15,11 1 16,-18-3-16,-8 1 16,1-1-1,0 1-15,-4-2 16,-2 1-16,5-3 16,1 1-16,1-5 15,7 3-15,-20-7 16,-7 0-1,8-7-15,5-1 16,-4-2-16,2 3 16,-3-3-16,3 1 15,1-1-15,6 1 16,-19-1-16,-6 4 16,2-2-16,0 2 15,8-2-15,7 4 16,-8-2-16,-2 0 15,1-1-15,1 2 16,1-4-16,3 2 16,-2-4-1,0 1-15,-9-2 16,-7 1-16,7-3 16,2 0-16,-11-3 15,-3 3-15,-5-3 16,-4 1-1,-7 0-15,-8 2 16,-17 1-16,-10 5 16,0-3-16,-1 4 15,-6-4-15,-4 6 16,-3-4-16,-1 4 16,1-4-16,2 3 15,-4-2-15,1 2 16,-22 2-16,29-5 15,-29 5-15,0 0 16,25-4-16,-25 4 16,0 0-1,0 0-15,0 0 16,0 0-16,0 0 16,20 0-16,-20 0 15,0 0-15,0 0 16,0 0-1,0 0-15,0 0 16,0 0-16,0 0 16,0 0-16,0 0 15,0 0-15,0 0 16,0 0-16,0 0 16,0 0-16,0 0 15,0 0-15,0 0 16</inkml:trace>
  <inkml:trace contextRef="#ctx0" brushRef="#br0" timeOffset="179739.37">18536 314 0,'0'0'15,"4"8"-15,-4-8 16,0 0 0,0 0-16,0 0 15,0 0-15,0 0 16,0 0-16,0 0 16,0 0-16,0 0 15,0 0-15,-109-51 16,-2-10-1,-79 10-15,-52 5 16,191 30-16,0 3 16,-88-15-16,2 0 15,-4 3-15,2 22 16,-8 3-16,-4 0 16,18 0-16,10 8 15,19 0-15,16 4 16,-10 0-16,1 1 15,4-2-15,6 3 16,17-5-16,16 1 16,16-4-1,13 2-15,-2-1 16,27-7-16,-42 26 16,21 4-16,-4 44 15,1 0 1,1 35-16,3 22 15,17 14-15,18-1 16,-17-19-16,-2 9 16,6 23-16,4 21 15,-4-13-15,3 3 16,4-5-16,6 2 16,-2 53-16,2 38 15,-4-61-15,-1-26 16,-12 1-16,-7-6 15,-8 17-15,-4 11 16,4-31 0,3-11-16,-3-13 15,2-6-15,0-15 16,2-13-16,-2 0 16,2-7-16,1-5 15,2-3 1,3-26-16,6-14 15,-1 12-15,5 4 16,7 6-16,9 11 16,12-11-16,12 1 15,13-13-15,15-4 16,22-17-16,21-9 16,-3 6-16,4-1 15,26-7-15,21-3 16,-5 2-16,6 2 15,-22-4-15,-6-2 16,-15-3 0,-9 0-16,-15-3 15,-10 1-15,-12-1 16,-10 0-16,-1-1 16,-8 4-16,5-1 15,1 4-15,-13-7 16,-8-1-1,-9-3-15,-4-2 16,-27-8-16,36 11 16,-36-11-16,23 6 15,-23-6-15,0 0 16,25 4-16,-25-4 16,33-39-16,-5-3 15,40-74-15,1 1 16,-8-26-16,-3-11 15,-6 25-15,-3 20 16,1-21-16,3-6 16,-10 15-1,-4 12-15,-4-5 16,-1 3-16,-5-24 16,0-13-16,-4-14 15,-3-11 1,-2 3-16,1 3 15,-2 9-15,-2 12 16,2-32-16,1-12 16,-10 62-16,-5 37 15,-5-56-15,-4-24 16,-5 20-16,-5 8 16,3-7-16,3-4 15,-3 16-15,3 10 16,0-21-16,2-8 15,3 8-15,4 7 16,2-7 0,5 0-16,-1 17 15,1 18-15,-2 69 16,-2-1-16,-2 23 16,1 1-16,-1 3 15,-2 17 1,5-18-16,-5 18 15,3-14-15,-3 14 16,0 0-16,0 0 16,3-18-16,-3 18 15,0 0-15,0 0 16,0 0-16,-35-18 16,-57-25-16,-1 1 15,-44 26-15,-27 16 16,-14 0-16,-16 0 15,48 0-15,26 0 16,11 0 0,19 0-16,12 0 15,15 0-15</inkml:trace>
  <inkml:trace contextRef="#ctx0" brushRef="#br0" timeOffset="187847.02">22378 11921 0,'0'0'15,"0"0"-15,0 0 16,0 0-16,0 0 16,0 0-16,0 0 15,0 0-15,0 0 16,0 0-16,0 0 15,0 0 1,0 0-16,0 0 16,0 0-16,0 0 15,0 0-15,-10 33 16,0 3-16,-10 101 16,1 1-1,19-70-15,0 2 16,3 48-16,5 37 15,-5-40-15,0-9 16,3 20-16,4 11 16,-4-2-16,4 3 15,-1 6-15,0 7 16,-1 10-16,4 13 16,-5-41-16,1-24 15,1 58-15,4 36 16,-7-72-16,0-33 15,1 25 1,0 9-16,0-7 16,-1 2-16,-1-15 15,0-6-15,0 11 16,2 12 0,-4-45-16,0-24 15,0 15-15,2 1 16,-2 6-16,3 7 15,-4-30-15,1-15 16,-1-10-16,-1-7 16</inkml:trace>
  <inkml:trace contextRef="#ctx0" brushRef="#br0" timeOffset="189425.08">22350 11896 0,'0'0'15,"0"0"-15,0 0 16,0 0-16,0 0 16,0 0-16,0 0 15,0 0-15,0 0 16,11 0-16,-11 0 16,83 7-16,-10-1 15,-3-4-15,1 1 16,15-2-16,13 5 15,-11-4 1,-3 1-16,16 1 16,11 2-16,-1-4 15,5 0-15,-13-2 16,-6 0 0,-8-2-16,-2 2 15,-12-2-15,-5 2 16,-9-3-16,-9 3 15,-17-1-15,-11 1 16,-24 0-16,31 0 16,-31 0-16,0 0 15,27 0-15,-27 0 16,17 14-16,-8 7 16,-4 36-16,-3 2 15,1 9-15,4 9 16,-7-7-1,-2 0-15,2 24 16,2 21-16,-2-10 16,0 3-16,0 3 15,2 7-15,1 13 16,5 11-16,0-10 16,3-2-1,-2 0-15,4 5 16,3 14-16,2 13 15,-5-17-15,0-11 16,1 7-16,0 3 16,-1-9-16,-1-3 15,-1-18-15,-3-9 16,-2 6-16,2 7 16,-6-27-16,-1-14 15,-2 16-15,-3 9 16,1-18-16,3-8 15,-1-20 1,1-15-16,-2 2 16,2-6-16,-2-3 15,2-1-15,-1-7 16,1 0-16,-2-5 16,2-2-1,-1-6-15,2 0 16,-1-13-16,0 19 15,0-19-15,0 12 16,0-12-16,0 0 16,0 0-16,0 15 15,0-15-15,0 0 16,0 0-16,0 0 16,0 0-16,0 0 15,-1 12-15,1-12 16,-21 8-16,21-8 15,-70 30 1,16-10-16,-27 3 16,-15 1-16,2-3 15,0-2-15,-16-3 16,-8-1 0,-15-5-16,-7 0 15,10-3-15,3-3 16,-2-2-16,2 0 15,3 0-15,5 2 16,25-4-16,21 3 16,10-3-16,17 1 15,9-1-15,14 0 16,23 0-16,-30 0 16,30 0-16,0 0 15,-30 0-15,30 0 16</inkml:trace>
  <inkml:trace contextRef="#ctx0" brushRef="#br0" timeOffset="190284.61">22228 13532 0,'0'0'0,"0"0"16,0 0-16,0 0 16,0 0-16,0 0 15,0 0-15,0 0 16,0 0 0,0 0-16,0 0 15,0 0-15,0 0 16,44-2-16,1-1 15,92 2-15,2 1 16,-51-3-16,-33 3 16,47-1-16,20 1 15,-11-2-15,0 2 16,-1-2-16,1 2 16,0-3-16,1 3 15,-1-1-15,0 1 16,-15-3-1,-10 6-15,-13-3 16,-9 4-16,-17-4 16,-13 2-16,-6-2 15,-28 0-15,36 6 16,-36-6-16,21 4 16,-21-4-1,0 0-15,21 16 16</inkml:trace>
  <inkml:trace contextRef="#ctx0" brushRef="#br0" timeOffset="191987.76">22055 14307 0,'0'0'16,"0"0"-16,0 0 15,0 0-15,0 0 16,19-9-16,-19 9 15,86-32 1,-18 9-16,4 4 16,8 5-16,-5 0 15,4 4-15,1-8 16,8 5 0,13-5-16,14 6 15,1 2-15,8 6 16,-6 1-16,0 6 15,-5 1-15,1 4 16,-19-1-16,-12 7 16,-5-3-16,-3 2 15,8-1-15,4 5 16,-20-6-16,-13 1 16,-4-3-16,-5-1 15,-13-4-15,-7 2 16,-25-6-1,27 6-15,-27-6 16,0 0-16,0 0 16,22 6-16,-22-6 15,0 0-15,0 0 16,0 0-16,20 5 16,-20-5-1,0 0-15,0 0 16,0 0-16,0 0 15,0 0-15,0 0 16,0 0-16,0 0 16,0 0-16,14 12 15,-14-12-15,0 0 16,0 0-16,0 0 16,0 0-16,0 0 15,0 0-15,0 0 16,0 0-16,0 0 15,0 0 1,0 0-16,0 0 16,0 0-16,0 0 15,0 0-15,0 0 16,0 0-16,0 0 16,0 0-1,0 0-15,0 0 16,0 0-16,0 0 15,0 0-15,0 0 16,0 0-16,0 0 16,0 0-16,0 0 15,0 0-15,0 0 16,0 0-16,0 0 16,0 0-16,0 0 15,0 0-15,0 0 16,0 0-16,0 0 15,0 0 1,0 0-16,0 0 16,0 0-16,0 0 15,0 0-15,0 0 16,0 0 0,0 0-16,0 0 15,0 0-15,0 0 16,0 0-16,0 0 15,0 0-15,0 0 16,0 0-16,0 0 16,0 0-16,0 0 15,0 0-15,0 0 16,0 0-16,0 0 16,0 0-16,0 0 15,0 0-15,0 0 16,0 0-1,0 0-15,0 0 16,0 0-16,0 0 16,0 0-16,0 0 15,0 0-15,0 0 16,0 0-16,0 0 16,0 0-1,0 0-15,0 0 16,0 0-16,0 0 15,0 0-15,0 0 16,0 0-16,0 0 16,0 0-16,0 0 15,0 0-15,0 0 16,0 0-16,0 0 16,0 0-16,0 0 15,0 0-15,0 0 16,0 0-16,0 0 15,0 0 1,0 0-16,0 0 16,0 0-16,0 0 15,3-12-15</inkml:trace>
  <inkml:trace contextRef="#ctx0" brushRef="#br0" timeOffset="194502.69">16578 10029 0,'0'0'16,"0"0"-16,0 0 16,0 0-16,0 0 15,22 0-15,2 3 16,124-6-16,0 2 16,-41-17-16,-23-12 15,34 5-15,17 1 16,-19-6-1,-4 2-15,-16 5 16,-10 4-16,-20 1 16,-13 10-16,-14-3 15,-10 6-15,-29 5 16,31-3-16</inkml:trace>
  <inkml:trace contextRef="#ctx0" brushRef="#br0" timeOffset="195049.44">16815 12164 0,'0'0'16,"0"0"-16,0 0 15,0 0-15,0 0 16,36-25-1,3 1-15,102-37 16,4-2-16,-43 36 16,-26 27-16,106-28 15,-1 1-15,-13 12 16,-8 11 0,-20-2-16,-16 2 15,-14 2-15,-10 2 16,-13-2-16,-11 2 15</inkml:trace>
  <inkml:trace contextRef="#ctx0" brushRef="#br0" timeOffset="-191656.14">2628 10292 0,'0'0'0,"0"0"0,0 0 0,0 0 16,0 0 0,0 0-16,0 0 15,-27-14-15,-1 2 0,-82-28 16,3 3-16,-14 21 16,-4 16-16,-41-15 15,-28 1 1,47 17-16,23 16 15,-14-7-15,0 6 16,9-4-16,7 0 16,10-4-16,12 3 15,27-5-15,23-2 16,11-1-16,14-4 16,3 1-16,22-2 15,-22 3-15,22-3 16,0 0-16,0 0 15,-12 51-15,16-1 16,9 88 0,-1 1-16,4 14 15,1 12-15,-1 0 16,0 7-16,-2-4 16,-2-1-16,-1 60 15,-3 42 1,-8-64-16,-5-25 15,-4 27-15,0 15 16,-3-21-16,2-4 16,-1 14-16,1 7 15,-2 19-15,1 15 16,3-56-16,3-28 16,2-20-16,3-19 15,0 32-15,2 17 16,-1-46-16,4-21 15,-4-13 1,2-17-16,-1 12 16,3 6-16,-4-35 15,1-19-15,-2-9 16,2-12-16,-2-9 16,1 0-16,-1-15 15,2 18 1,-2-18-16,1 19 15,-1-19-15,4 19 16,-4-19-16,7 25 16,-4-14-16,4 7 15,-3-4-15,4 0 16,6 4-16,5 5 16,33 7-16,1 1 15,18-1-15,15 3 16,30-4-16,26-1 15,12-21-15,16-7 16,3-24 0,9-18-16,16 4 15,14-7-15,-16 5 16,-1-2-16,-24 6 16,-14 6-16,-2 3 15,-3 9 1,-26 3-16,-17 11 15,-3-7-15,-7 5 16,-24 0-16,-17 6 16,-27 0-16,2 0 15,-33 0-15,32 0 16,-32 0-16,0 0 16,20 2-16,-20-2 15,0 0-15,0 0 16,0 0-16,0 0 15,21-70-15,-18 1 16,5-42 0,4-26-16,-4-13 15,0-18-15,3-70 16,1-48-16,-4 72 16,0 32-1,-3-46-15,-2-17 16,-6 42-16,-2 28 15,-1-25-15,3-6 16,-4-16-16,1-7 16,0 6-16,2 1 15,-1 53-15,1 39 16,0-33-16,0-8 16,0 13-16,0 5 15,0 23-15,-2 17 16,-5 4-16,-2 10 15,-9-11 1,-3 0-16,0 16 16,0 13-16,3 21 15,0 22-15,-3-11 16,1 6-16,0 1 16,3 5-16,-4 4 15,1 5 1,-7 3-16,-5 4 15,-15 6-15,-10 9 16,-9-2-16,-4 6 16,-5 4-16,-1 8 15,-16 2-15,-10 7 16,0-2-16,-3 1 16,10-3-16,6-1 15,-3 0-15,1 1 16,-3-1-16,1 1 15,9-2-15,3 1 16</inkml:trace>
  <inkml:trace contextRef="#ctx0" brushRef="#br0" timeOffset="-190582.1">616 11493 0,'0'0'16,"0"0"-16,0 0 31,0 0-31,0 0 16,0 0-16,0 0 15,0 0-15,0 0 16,18-4-16,2 2 16,81-12-16,1 2 15,-14 1-15,-9 7 16,27-3-16,18 6 15,5-8-15,12 3 16,6-3-16,10 6 16,9-6-16,11 3 15,1-2-15,8 2 16,-12-3 0,-4 5-16,-2-1 15,-2 0-15,-8 0 16,-5 4-16,-26-4 15,-19 5-15,-9-2 16,-11 2-16,-25 0 16,-16 0-1,-24 0-15,1 0 16,-24 0-16,24 0 16,-24 0-16,0 0 15,0 0-15,0 0 16</inkml:trace>
  <inkml:trace contextRef="#ctx0" brushRef="#br0" timeOffset="-189550.97">815 12961 0,'0'0'0,"0"0"16,0 0-16,0 0 15,0 0-15,0 0 16,0 0-16,0 0 16,0 0-1,0 0-15,0 0 16,0 0-16,0 0 16,0 0-16,0 0 15,0 0-15,0 0 16,17-2-16,4 0 15,59-10-15,3 1 16,14-3-16,13-1 16,19-3-16,18-3 15,-12 1-15,0 3 16,27-6-16,21-1 16,-4 4-1,5 11-15,-14 10 16,-4 16-16,-15-13 15,-10 0-15,3 2 16,-1 5 0,-30-5-16,-19 0 15,-1-2-15,-4 3 16,-21-5-16,-12 2 16,-16-2-16,-15 0 15,-25-2-15,28 3 16,-28-3-16,0 0 15,0 0-15,0 0 16</inkml:trace>
  <inkml:trace contextRef="#ctx0" brushRef="#br0" timeOffset="-188488.55">537 14270 0,'0'0'15,"0"0"-15,0 0 16,0 0-16,0 0 16,0 0-16,0 0 15,0 0-15,0 0 16,39-8-16,2-1 15,94-7-15,0-1 16,-42 2-16,-29 7 16,47-6-16,21-1 15,-1-5-15,8 2 16,3 1 0,7 0-16,23-4 15,18-2-15,-16 5 16,-4 2-16,-7 6 15,-1 8-15,-7-6 16,-3 7 0,-21 0-16,-15 1 15,-6 0-15,-8 1 16,-17-1-16,-12 4 16,-18-2-16,-9 3 15,-21-4-15,-1 1 16,-24-2-16,25 4 15,-25-4-15,0 0 16,23 3-16,-23-3 16,0 0-16,0 0 15,0 0-15,0 0 16</inkml:trace>
  <inkml:trace contextRef="#ctx0" brushRef="#br0" timeOffset="-185801.19">1901 10418 0,'0'0'15,"0"0"-15,0 0 16,0 0 0,0 0-16,0 0 15,0 0-15,0 0 16,0 0-16,0 0 15,0 0-15,-2 19 16,1-1 0,-6 53-16,2 1 15,1-23-15,3-11 16,-2-5-16,1-2 16,-1 6-16,1 5 15,1 15-15,2 18 16,-1-12-16,0-2 15,0-16-15,0-10 16,0-7-16,0-10 16,0-18-16,0 23 15,0-23-15,0 13 16,0-13 0,0 0-16,0 0 15,0 0-15,-11-38 16,2 5-16,-4-19 15,-1-7-15,6 11 16,5 6-16,3-11 16,7-4-1,-1-16-15,6-6 16,-2 11-16,2 6 16,1-1-16,3 5 15,-1 15-15,4 12 16,-3 2-16,2 11 15,0-5-15,2 2 16,-1 0-16,2 6 16,4-3-16,3 6 15,2 4-15,4 8 16,-4 2-16,-2 6 16,-28-8-1,33 17-15,-22 0 16,0 7-16,-18 44 15,2 0-15,-28 13 16,-16 13 0,-1-25-16,-2-4 15,14-24-15,9-12 16,-1-8-16,5-9 16,1-2-16,2 0 15,22-10-15,-28 11 16,28-11-16,0 0 15</inkml:trace>
  <inkml:trace contextRef="#ctx0" brushRef="#br0" timeOffset="-185457.61">2480 10621 0,'0'0'16,"0"0"-16,0 0 15,0 0-15,0 0 16,0 0-16,0 0 15,0 0-15,0 0 16,0 0-16,0 0 16,-7 49-16,0 4 15,-1 91-15,2 0 16,6-79 0,0-1-16,0-17 15,3-8-15</inkml:trace>
  <inkml:trace contextRef="#ctx0" brushRef="#br0" timeOffset="-184597.78">1994 11874 0,'0'0'16,"0"0"-16,0 0 15,0 0-15,0 0 16,0 0-16,0 0 16,0 0-16,0 0 15,0 0-15,0 0 16,0 0-16,0 0 15,-4 19-15,1 2 16,-4 95-16,2 3 16,7-65-16,-1-1 15,1-16-15,4-9 16,-5-14 0,1 2-16,-2-16 15,1 17-15,-1-17 16,-1 14-16,1-14 15,0 0-15,0 0 16,0 0-16,-22-10 16,11-7-1,-3-24-15,1 0 16,1-15-16,6-6 16,1 10-16,5 9 15,1 7-15,7 11 16,6-10-16,7 1 15,13-12-15,10-3 16,8-3-16,11 1 16,-13 8-16,-1 11 15,-16 11-15,-10 13 16,-23 8 0,28 2-16,-17 11 15,-1 9-15,-4 9 16,-3 13-16,-12-8 15,-4 4-15,-17 5 16,-9 9-16,-27 14 16,-20 16-1,23-23-15,11-12 16,16-14-16,14-11 16,5-4-16,8-1 15</inkml:trace>
  <inkml:trace contextRef="#ctx0" brushRef="#br0" timeOffset="-184113.42">2501 11903 0,'0'0'0,"0"0"16,0 0 0,0 0-16,0 0 15,0 0-15,0 0 16,0 0-16,0 0 16,0 0-16,0 0 15,0 0-15,0 0 16,0 0-16,0 0 15,0 0-15,0 0 16,3 16-16,3 3 16,-9 58-16,-2 1 15,-1-25-15,-2-11 16,0-7 0,2-9-16,3-2 15,3-4-15,3-5 16,6-1-16,-9-14 15,40 17-15,4-21 16,1 2-16,11-15 16,12-3-1,-10-3-15,0 2 16,-15 11-16,-9 12 16</inkml:trace>
  <inkml:trace contextRef="#ctx0" brushRef="#br0" timeOffset="-183238.59">2060 13239 0,'0'0'0,"0"0"0,0 0 16,0 0-1,0 0-15,0 0 16,0 0-16,8 26 15,1 1-15,8 25 16,3 2 0,-5-13-16,-1-6 15,-2 13-15,4 5 16,-8 9-16,-2 10 16,-4-11-16,-1-4 15,1-19-15,0-14 16,-2-5-16,0-4 15,0-15-15,0 17 16,0-17-16,0 0 16,-8-17-16,1-2 15,-24-60-15,-1 2 16,14 22 0,10 16-16,0-2 15,2 8-15,1-13 16,2-4-16,6-10 15,9-6-15,8-7 16,8-3-16,-6 18 16,-1 13-1,0 8-15,3 14 16,1-2-16,1 9 16,4-3-16,3 6 15,-3 5-15,1 8 16,-12 19-16,-2 18 15,-32 65-15,1 2 16,-29-13-16,-17-6 16,14-16-16,3-11 15,1-5-15,6-6 16</inkml:trace>
  <inkml:trace contextRef="#ctx0" brushRef="#br0" timeOffset="-182660.5">2571 13437 0,'0'0'15,"0"0"-15,0 0 16,0 0-16,0 0 16,0 0-16,0 0 15,0 0-15,0 0 16,22-21-16,2 3 16,32-22-1,2 1-15,-58 39 16,36-19-16,-36 19 15,22 0-15,-22 0 16,8 18 0,-11 1-16,0 2 15,-8-2-15,-2 2 16,-1-3-16,-3 5 16,2-4-16,2 1 15,13-20-15,-10 20 16,10-20-16,2 13 15,-2-13-15,13 15 16,-13-15-16,25 19 16,-25-19-16,26 16 15,-26-16-15,22 14 16,-22-14 0,16 15-16,-11 1 15,-2 8-15,-22 48 16,0-2-16,-27 2 15,-16 2-15,0-8 16,-2 1-16</inkml:trace>
  <inkml:trace contextRef="#ctx0" brushRef="#br0" timeOffset="-181848.11">2316 14618 0,'0'0'0,"7"37"16,-1 0-16,-6-37 16,0 0-1,0 0-15,0 0 16,0 0-16,0 0 16,0 0-16,0 0 15,0 0-15,0 0 16,0 0-16,0 0 15,0 24-15,0 4 16,2 118-16,0 3 16,-1-52-16,2-32 15,2 29-15,6 15 16,-10-73-16,1 3 16,-2-22-1,2 2-15,-2-7 16,0-12-16,0 0 15,0 12-15,-2-32 16,0 0 0,-16-88-16,-1 1 15,5 42-15,4 26 16,-4-15-16,5 3 16,-8-22-16,-1-11 15,13 13-15,10 7 16,11 8-16,16 9 15,2-1-15,10 7 16,2-10-16,5 2 16,-8 11-16,0 10 15,-11 9-15,-6 11 16,0 7 0,1 9-16,-2 6 15,1 13-15,-7-1 16,-6 5-16,-25 50 15,2 1-15,-36 21 16,-22 12-16,18-45 16,9-24-1,4-12-15,7-12 16,8-8-16,22-14 16,-23 13-16,23-13 15</inkml:trace>
  <inkml:trace contextRef="#ctx0" brushRef="#br0" timeOffset="-181176.29">3164 14562 0,'0'0'16,"0"0"-16,0 0 16,0 0-16,0 0 15,0 0-15,0 0 16,0 0-16,0 0 15,0 0-15,0 0 16,0 0-16,0 0 16,-21 6-16,-1 0 15,-16 35-15,0 1 16,12 16 0,10 11-16,3-12 15,12-4-15,4-28 16,0 2-16,6-10 15,-9-17-15,30 16 16,-6-12 0,6-14-16,9-9 15,2-20-15,7-17 16,-9-3-16,-2-5 16,-14 20-16,-10 15 15,-5 13-15,1 1 16,-4 2-16,-5 13 15,6-14-15,-6 14 16,0 0-16,0 0 16,-6 13-16,-1 5 15,-8 73-15,2 0 16,4 2 0,6 4-16,1 8 15,5 11-15,-4-11 16,1-1-16,-2-35 15,4-22-15</inkml:trace>
  <inkml:trace contextRef="#ctx0" brushRef="#br0" timeOffset="8017.12">3847 9835 0,'0'0'0,"0"0"0,0 0 0,0 0 0,0 0 0,0 0 16,0 0-16,-18-4 16,18 4-16,-73-18 15,20 10-15,4-2 16,2 4-1,-27 3-15,-15 4 16,-4-5-16,-6 3 16,-6-3-16,-3 4 15,-15-5-15,-5 3 16,-9-2-16,-3 4 16,-15-2-16,-9 2 15,11 2-15,10 2 16,-3-2-16,4 4 15,3-2-15,5 5 16,3-6-16,6 3 16,16-1-1,15-1-15,5-2 16,7 3-16,13-3 16,11 0-16,2-2 15,4 2-15,16-4 16,15 2-1,21 0-15,-25 0 16,25 0-16,0 0 16,-23 0-16,23 0 15,0 0-15,-21 0 16,21 0-16,0 0 16,-25 0-16,25 0 15,0 0-15,-27 21 16,5 24-16,2 0 15,-2 13-15,-2 13 16,7-18-16,9-5 16,-6 19-1,5 12-15,-5 25 16,-3 25-16,5-42 16,4-19-16,-3 21 15,4 9 1,-1 15-16,-1 14 15,6-42-15,1-22 16,-3 23-16,2 11 16,-2 13-16,2 14 15,1-29-15,2-13 16,-1 31-16,1 17 16,0-27-16,1-10 15,1 22-15,1 14 16,0-5-16,4 4 15,-2-14-15,2-5 16,1 22 0,3 11-16,-1-28 15,0-13-15,2 27 16,3 17-16,-2-37 16,-1-16-16,2 22 15,1 12-15,-3-24 16,-1-9-1,1 6-15,1 4 16,2 20-16,2 17 16,-6-41-16,1-20 15,1 28-15,5 13 16,-5-25-16,-1-10 16,-2-6-16,1-5 15,3 23-15,0 18 16,-3-36-16,-1-18 15,-1-4-15,1-4 16,2 14-16,1 14 16,1 0-1,0 3-15,-6-24 16,1-13-16,-4-9 16,0-2-16,-2 3 15,0 2-15,-1 5 16,-1 4-1,-1-2-15,2 4 16,-2-12-16,0-7 16,0-10-16,0-4 15,0-5-15,0-2 16,0-12-16,0 13 16,0-13-16,0 0 15,0 0-15,0 12 16,0-12-16,0 0 15,9 17-15,-9-17 16,54 15 0,-9-1-16,26-7 15,21 1-15,-6-8 16,4-3-16,10 1 16,13 2-16,5-4 15,7-2-15,-4-1 16,2 3-1,1-2-15,1 1 16,-9-1-16,-6 5 16,24-4-16,15 2 15,-28-2-15,-13 5 16,0-2-16,2 0 16,-11 0-16,-3 2 15,-13 0-15,-11 4 16,6-1-16,1 7 15,-22-7-15,-16 2 16,-7-4-16,-12 2 16,3-1-1,0 0-15,-3-1 16,-1 2-16,-21-3 16,31 3-16,-31-3 15,33 1-15,-33-1 16,44 2-16,-18-2 15,6 2 1,-1-6-16,2 0 16,-2-4-16,1-1 15,-2 1-15,-1 2 16,3-5-16,4 4 16,-3-4-16,2 3 15,-4-3-15,2 1 16,-2-2-16,2 2 15,-3-3-15,2 2 16,-3-1-16,1 4 16,0-4-1,3 1-15,-5 1 16,-1 2-16,-2-3 16,1 3-16,-3-1 15,-1 3-15,-22 6 16,31-8-1,-31 8-15,0 0 16,22-6-16,-22 6 16,0 0-16,0 0 15,0 0-15,0 0 16,0 0-16,0 0 16</inkml:trace>
  <inkml:trace contextRef="#ctx0" brushRef="#br0" timeOffset="9611.37">3384 9801 0,'0'0'16,"0"0"-16,0 0 15,0 0-15,0 0 16,0 0-16,0 0 15,0 0-15,0 0 16,0 0-16,0 0 16,0 0-1,0 0-15,0 0 16,0 0-16,0 0 16,0 0-16,30-3 15,0 0-15,119-6 16,1-2-16,-49 1 15,-32 3 1,30-1-16,14 0 16,-25 0-16,-13 4 15,-15 0-15,-15 4 16,-4-2-16,-6 4 16,5 0-16,1 2 15,-3 0-15,-2 2 16,-9-2-16,-5 0 15,-22-4-15,36 8 16,-36-8-16,30 11 16,-30-11-16,23 23 15,-15 22 1,2 3-16,0 20 16,3 19-16,-11-6 15,-6 3-15,1 28 16,-2 20-16,-4-10 15,1 0 1,-3 14-16,2 11 16,-5 10-16,3 15 15,-3-21-15,4-4 16,-1 29-16,2 23 16,4-45-16,4-20 15,-1 59-15,5 32 16,-4-18-16,1 0 15,-2-32-15,0-15 16,-2 15-16,-3 10 16,-2 20-16,1 24 15,2-54 1,1-22-16,-1-1 16,1-8-16,-1 32 15,0 18-15,1-52 16,2-26-16,-2 25 15,2 11 1,2-25-16,1-7 16,1-10-16,3-7 15,0 15-15,2 10 16,-4-37-16,1-16 16,-2 24-16,4 15 15,-3-31-15,-1-15 16,-1-21-16,0-16 15,0 0-15,0-4 16,-1-6-16,1-5 16,-2-4-16,2-12 15,2 15 1,-2-15-16,0 0 16,0 15-16,0-15 15,0 0-15,0 14 16,0-14-16,0 0 15,0 0-15,-30 12 16,2-7 0,-45 3-16,1 2 15,-21-8-15,-11-1 16,13-1-16,5 4 16,11-8-16,14 3 15,6-1-15,11 0 16,6 0-16,9 1 15,0-3-15,8 3 16,1-3-16,20 4 16</inkml:trace>
  <inkml:trace contextRef="#ctx0" brushRef="#br0" timeOffset="14329.18">1719 9267 0,'0'0'0,"0"0"16,0 0-16,0 0 15,0 0-15,0 0 16,0 0-1,0 0-15,0 0 16,-3 47-16,0 1 16,-4 84-16,1 2 15,-2-84-15,2 2 16,-14 61-16,2 1 16,1-15-16,4-5 15,-2-4-15,2 1 16,-4 17-16,0 14 15,4-45-15,7-26 16,-4 1-16,3-7 16,-1-2-1,2-1-15,-1-15 16,2-6-16,2-9 16,-1 0-16,4-12 15,-3 15-15,3-15 16,0 0-1,0 0-15,0 0 16,18-19-16,-3 6 16,2-1-16,5 2 15,-22 12-15,0 0 16,22-12-16,-22 12 16,0 0-16,0 0 15,0 0-15,0 0 16,0 0-16,0 0 15,-21 12-15,-2 9 16,-9 1-16,-2 3 16,1-1-1,0-2-15,-3-6 16,3 1-16,2-11 16,5-4-16,1-4 15,25 2-15,-34-6 16,34 6-1,-24-6-15,24 6 16,0 0-16,0 0 16,0 0-16,0 0 15,5 31-15,18 4 16,9 15-16,7 11 16,-14-22-16,-5-7 15,-4-4-15,1-3 16,-17-25-16,13 22 15</inkml:trace>
  <inkml:trace contextRef="#ctx0" brushRef="#br0" timeOffset="15407.15">4547 11341 0,'0'0'15,"0"0"-15,0 0 16,0 0-16,0 0 16,0 0-1,0 0-15,0 0 16,0 0-16,0 0 16,0 0-16,-17 5 15,17-5-15,-113 40 16,13-3-1,16 13-15,11 7 16,-6 11-16,-1 14 16,3-19-16,0-2 15,19-17-15,16-8 16,-8-3-16,4-4 16,-11 4-16,-2 4 15,6-6-15,4-1 16,5-8-16,8 1 15,-2-5-15,5 3 16,5-6-16,8-3 16,20-12-1,-25 13-15,25-13 16,0 0-16,0 0 16,0 0-16,-16-19 15,14-2-15,0-28 16,2-2-1,4 16-15,4 11 16,-4 4-16,-4 20 16,8-21-16,-8 21 15,9-15-15,-9 15 16,0 0-16,0 0 16,29 15-16,-18 6 15,-3 30-15,1 3 16,-8-5-16,-2 1 15,-1-15-15,0-7 16,0-6-16,0-6 16,1-3-1,1-13-15,9 22 16,7-7-16,43-2 16,1 1-16</inkml:trace>
  <inkml:trace contextRef="#ctx0" brushRef="#br0" timeOffset="16063.15">3998 12967 0,'0'0'0,"0"0"16,0 0-16,22-2 15,-2 1-15,87-10 16,0 3-1,-62-3-15,1 4 16,4-8-16,3 0 16,-9 1-16,-1 2 15,-10 2-15,-5 1 16,-3 0-16,-3 3 16,-22 6-16,26-8 15,-26 8-15,0 0 16,0 0-16,0 0 15,0 0-15,-25 14 16,-42 20-16,1-2 16,-39 12-1,-22 10-15,0 0 16,-7 3-16,10-5 16,8 0-16,0-1 15,5 6-15,18-16 16,16-7-1,13-5-15,15-5 16,11-8-16,13-4 16,5-3-16,20-9 15,-25 10-15,25-10 16,0 0-16,-21 9 16,21-9-16,0 0 15,0 0-15,0 0 16</inkml:trace>
  <inkml:trace contextRef="#ctx0" brushRef="#br0" timeOffset="16391.2">3273 13319 0,'0'0'16,"-16"23"-16,1 3 15,15-26-15,0 0 16,0 0-16,0 0 16,0 0-16,0 0 15,0 0-15,0 0 16,0 0-16,0 0 16,-21 32-16,1 1 15,-7 10-15,0 8 16,21-38-16,0 1 15,6-14-15,3 14 16,19-7 0,0 4-16,34-5 15,1 0-15,-15-4 16,-3 3-16</inkml:trace>
  <inkml:trace contextRef="#ctx0" brushRef="#br0" timeOffset="17250.47">4941 14026 0,'0'0'16,"0"0"-16,0 0 15,0 0-15,0 0 16,0 0-16,0 0 16,0 0-16,0 0 15,-25 4-15,0 3 16,-182 63-16,2 0 15,71-18-15,48-13 16,-53 25 0,-16 15-16,48-30 15,33-9-15,-13 0 16,2 4-16,30-17 16,19-6-16,6-6 15,14-3 1,16-12-16,-20 12 15,20-12-15,0 0 16,0 0-16,-21 13 16,21-13-16,0 0 15,0 0-15,0 0 16,0 0-16,23-7 16,-3-11-16,0 2 15,-1-3-15,1 2 16,-20 17-16,19-19 15,-19 19-15,0 0 16,0 0 0,13-12-16,-13 12 15,0 0-15,0 0 16,0 0-16,0 0 16,0 0-16,0 0 15,0 0-15,0 0 16,0 0-1,34 1-15,-10 9 16,55 14-16,2 3 16,-9-4-16,0 2 15</inkml:trace>
  <inkml:trace contextRef="#ctx0" brushRef="#br0" timeOffset="21827.42">2593 10455 0,'0'0'15,"0"0"-15,0 0 16,0 0-16,0 0 16,0 0-16,0 0 15,0 0-15,0 0 16,0 0-16,0 0 16,0 0-16,0 0 15,0 0-15,0 0 16,0 0-16,0 0 15</inkml:trace>
  <inkml:trace contextRef="#ctx0" brushRef="#br0" timeOffset="22264.91">3116 13538 0,'0'0'0,"0"0"15,0 0-15,0 0 16,0 0-16,0 0 16,0 0-1,0 0-15,0 0 16,0 0-16,0 0 15,0 0-15,0 0 16,0 0-16,0 0 16,0 0-16,0 0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6:51:52.3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1609 8919 0,'0'0'0,"0"0"0,0 0 0,0 0 0,0 0 0,0 0 15,0 0 1,0 0-16,0 0 16,0 0-16,0 0 15,0 0-15,0 0 16,0 0-16,0 0 15,0 0-15,0 0 16,11-12-16,-1-1 16,52-28-16,3 2 15,18 10-15,13 8 16,18-1-16,20 2 16,-18-5-16,-6 3 15,-1 0 1,-2 3-16,-7 0 15,-4 3-15,-6 2 16,-7 3-16,-13 3 16,-8 4-16,-9-1 15,-1 4-15,-17-1 16,-9 4 0,-26-2-16,25 0 15,-25 0-15,0 0 16,0 0-16,0 0 15,0 0-15,0 0 16,0 0-16,10-17 16,-25-2-16,0 0 15,-6-1-15,-2-1 16,-1-2-16,3 1 16,-2-1-16,0 3 15,-1-3 1,3 5-16,3 0 15,3 6-15,2-1 16,13 13-16,-20-13 16,20 13-16,0 0 15,0 0-15,-18-13 16,18 13 0,0 0-16,0 0 15,11 13-15,2-1 16,17 4-16,0 1 15,1 1-15,6 7 16,-4-7-16,0 4 16,-3-4-16,0 1 15,-8-5-15,-2 1 16,-4-3-16,-3 0 16,-5 1-16,-2 1 15,-8 6-15,-2 8 16,-14 3-1,-10 8-15,-7-2 16,-5 4-16,-3-1 16,-2-1-16,4-8 15,2-4-15,9-8 16,10-7 0</inkml:trace>
  <inkml:trace contextRef="#ctx0" brushRef="#br0" timeOffset="13559.66">9098 6310 0,'0'0'0,"0"0"16,0 0-16,0 0 16,0 0-1,0 0-15,0 0 16,0 0-16,0 0 16,0 0-16,0 0 15,0 0-15,0 0 16,0 29-16,0 0 15,2 33-15,-1 1 16,3-43-16,-1-2 16,0-5-16,-3-13 15,12 14-15,-12-14 16,48-6 0,-12-7-16,78-113 15,-1 1-15,-2-14 16,-1-6-16,-11 23 15,-9 17-15,2-5 16,1 7 0,12 6-16,8 10 15,-39 18-15,-24 23 16,-25 22-16,1 3 16,-11 6-16,-15 15 15,19-16-15,-19 16 16,0 0-16,0 0 15</inkml:trace>
  <inkml:trace contextRef="#ctx0" brushRef="#br0" timeOffset="18761.75">2367 8822 0,'0'0'0,"0"0"16,0 0-16,0 0 15,0 0-15,0 0 16,0 0-1,0 0-15,0 0 16,-14 58-16,-2 2 16,-26 137-16,0 1 15,26-99-15,0 0 16,-12 50-16,-8 33 16,11-52-16,7-22 15,-10 37-15,-2 18 16,4-20-16,1-7 15,-7 33-15,-2 24 16,1-15-16,1-2 16,6-40-1,6-25-15,-1-4 16,1-11-16,4-19 16,2-18-16,1-9 15,2-8-15,7-24 16,-1 1-16,2-7 15,3-12 1,-5 14-16,5-14 16,-5 13-16,5-13 15,0 0-15,0 0 16,-7-16-16,2-5 16</inkml:trace>
  <inkml:trace contextRef="#ctx0" brushRef="#br0" timeOffset="19152.29">1568 11454 0,'0'0'0,"0"0"16,0 0-16,-1 26 15,1 1-15,11 109 16,1 0-1,3-51-15,3-30 16,1 35-16,6 11 16,-9-31-16,-3-17 15,-3-7-15,-2-11 16,-1-2-16,-1-3 16,-3-7-16,0-6 15,-1-2-15,-2-15 16,3 16-16,-3-16 15,0 0-15,0 0 16,39-47-16,-1-10 16,46-72-1,3-1-15,-65 94 16,1 2-16,-13 17 16,2 1-16,-12 16 15,0 0-15</inkml:trace>
  <inkml:trace contextRef="#ctx0" brushRef="#br0" timeOffset="19893.11">600 12955 0,'0'0'16,"0"0"-16,0 0 15,0 0-15,0 0 16,0 0-16,0 0 15,0 0-15,0 0 16,0 0-16,0 0 16,9 29-16,1 2 15,38 136-15,1 3 16,-30-108-16,1 2 16,-5-15-16,-2-5 15,-8-28-15,0 3 16,-5-19-16,5 17 15,-5-17-15,0 0 16,13-18 0,-3-1-16,23-62 15,2 3-15,-21-13 16,-8-5-16,-4 71 16,1 1-1,-3 5-15,0 19 16,0-22-16,0 22 15,-2-23-15,2 10 16,-1 1-16,1-1 16,0 13-16,-4-18 15,4 18-15,0 0 16</inkml:trace>
  <inkml:trace contextRef="#ctx0" brushRef="#br0" timeOffset="20689.71">1345 12767 0,'0'0'0,"0"0"0,0 0 16,0 0 0,0 0-16,5 79 15,2 2-15,13 142 16,2 0-16,-21-205 16,1 3-16,-1 10 15,4 12 1,-3-11-16,1-4 15,-3-15-15,2 1 16,-2-14-16,1 17 16,-1-17-16,0 0 15,0 0-15,0 0 16,-9-56-16,1 6 16,-19-101-16,2 0 15,2-30-15,1-18 16,7 73-16,9 47 15,3 48-15,1 2 16,1 15 0,-2 2-16,3 12 15,-2-15-15,2 15 16,0 0-16,0 0 16,0 0-1,60 68-15,-8 7 16,6 14-16,8 15 15,-20-35-15,-9-15 16,8 17-16,7 7 16,-13-18-16,-2-6 15,-8-11-15,-4-4 16,-4-9-16,-5-5 16,-3-7-16,-3-2 15,-10-16-15,15 21 16,-15-21-16,0 0 15</inkml:trace>
  <inkml:trace contextRef="#ctx0" brushRef="#br0" timeOffset="20939.64">1430 13123 0,'0'0'16,"0"0"-16,0 0 16,0 0-16,0 0 15,0 0-15,0 0 16,0 0-16,0 0 16,49-19-16,3 0 15,149-61-15,1 2 16,-139 52-16,0 4 15</inkml:trace>
  <inkml:trace contextRef="#ctx0" brushRef="#br0" timeOffset="28000.64">2832 8512 0,'0'0'15,"0"0"-15,0 0 16,0 0-16,0 0 15,0 0-15,0 0 16,0 0-16,0 0 16,0 0-16,0 0 15,0 0-15,0 0 16,0 0-16,0 0 16,0 0-16,0 0 15,0 0-15,0 0 16,0 0-1,0 0-15,0 0 16,0 0-16,0 0 16,0 0-16,17 0 15,-17 0-15,92-2 16,-14 2-16,-17-3 16,-6 3-1,17-1-15,11 2 16,2-7-16,7 0 15,-15 3-15,-5 0 16,9-3-16,5 0 16,-9 0-16,1 0 15,-2-5-15,2 3 16,-9-1-16,-1 5 16,-15-2-16,-6 1 15,-13 2-15,-7 3 16,-27 0-16,36-2 15,-36 2 1,30-2-16,-30 2 16,0 0-16,23 0 15,-23 0-15,0 0 16,0 0 0</inkml:trace>
  <inkml:trace contextRef="#ctx0" brushRef="#br0" timeOffset="29329.33">2874 8785 0,'0'0'16,"0"0"-16,0 0 15,0 0-15,0 0 16,0 0-16,0 0 15,14 0-15,-14 0 16,98 0-16,-14 2 16,-10-8-16,-2 0 15,15-5-15,14 3 16,-19-1-16,-5 6 16,9-3-16,5-1 15,-6 1-15,0 3 16,-10 0-1,-7 0-15,-2 0 16,-2 3-16,-17-3 16,-8 6-16,-12-3 15,-27 0-15,28 0 16,-28 0-16,0 0 16,21 0-1,-21 0-15,0 0 16,0 0-16,0 0 15,0 0-15,0 0 16,22 0-16,-22 0 16,0 0-16,0 0 15,0 0-15,0 0 16,0 0-16,0 0 16,0 0-16,0 0 15,0 0-15,0 0 16,0 0-16,21 8 15,-21-8 1,0 0-16,0 0 16,0 0-16,0 0 15,0 0-15,0 0 16,0 0 0,0 0-16,0 0 15,0 0-15,0 0 16,0 0-16,0 0 15,0 0-15,0 0 16,0 0-16,0 0 16,0 0-16,0 0 15,0 0-15,0 0 16,0 0-16,0 0 16,0 0-16,0 0 15,0 0-15,0 0 16,0 0-1,0 0-15,0 0 16,0 0-16,0 0 16,0 0-16,0 0 15,0 0-15,0 0 16,0 0 0,0 0-16,0 0 15,0 0-15,0 0 16,0 0-16,0 0 15,0 0-15,0 0 16,0 0-16,0 0 16,0 0-16,0 0 15,0 0-15,0 0 16,0 0-16,0 0 16,0 0-16,0 0 15,0 0-15,0 0 16,0 0-16,0 0 15,0 0 1,0 0-16,0 0 16,0 0-16,0 0 15,0 0-15,0 0 16,0 0-16,0 0 16,0 0-1,0 0-15,0 0 16,0 0-16,0 0 15,0 0-15,0 0 16</inkml:trace>
  <inkml:trace contextRef="#ctx0" brushRef="#br0" timeOffset="32375.53">7579 6686 0,'0'0'0,"0"0"16,0 0-16,0 0 15,0 0-15,-23-11 16,2 4 0,-62-14-16,0 1 15,3 7-15,3 11 16,-17-2-16,-5 5 15,-15-1-15,-9 5 16,-2 41-16,-4 32 16,8-2-16,5 13 15,12-18-15,13-9 16,-1 12-16,4 9 16,11 14-16,8 17 15,34-65-15,1 1 16,2 0-1,4 3-15,-3 38 16,1 27-16,16-14 16,12-1-16,5-8 15,10-3-15,10 23 16,10 15 0,5-41-16,11-19 15,28-18-15,24-14 16,2-3-16,11-6 15,8-3-15,12 0 16,9-26-16,9-18 16,-23 10-16,-9 4 15,19-16-15,10-7 16,1-64-16,7-41 16,-43 48-16,-27 23 15,3-43-15,-7-16 16,-19-3-1,-15 0-15,-13 43 16,-11 30-16,-5-25 16,-4-3-16,-27-36 15,-17-25-15,4 54 16,1 32 0,-41-24-16,-27-1 15,-25-11-15,-23-6 16,-16 45-16,-18 30 15,58 5-15,32 15 16,-21 32-16,-2 25 16,7-12-16,5 5 15</inkml:trace>
  <inkml:trace contextRef="#ctx0" brushRef="#br0" timeOffset="38718.22">16449 7964 0,'0'0'16,"0"0"-16,0 0 15,0 0-15,0 0 16,0 0-16,0 0 16,0 0-16,0 0 15,0 0-15,0 0 16,0 0-16,0 0 16,0 0-16,0 0 15,0 0 1,0 0-16,0 0 15,0 0-15,0 0 16,0 0-16,0 0 16,0 0-16,-1-28 15,-1 4 1,2-28-16,0 1 16,0 5-16,2 9 15,-1-58-15,2 0 16,5-10-16,1-2 15,-2-10-15,2-2 16,8-25-16,8-15 16,10-29-16,11-20 15,-7 28-15,-3 17 16,-2 17-16,-1 20 16,-1 19-16,-1 18 15,-6 21 1,-1 25-16,-5-7 15,-1 8-15,-3 7 16,-1 9-16,-3-2 16,-2 8-16,2-7 15,2 2 1,-3 0-16,0 3 16,-4 1-16,2 6 15,-3 4-15,-5 11 16,6-16-16,-6 16 15,0 0-15,5-14 16,-5 14-16,0 0 16,0 0-16,0 0 15,5-12-15,-5 12 16,0 0-16,0 0 16,0 0-16,0 0 15,0 0 1,0 0-16,0 0 15,0 0-15,0 0 16,0 0-16,0 0 16,0 0-16,4-14 15,-4 14 1,7-11-16,-7 11 16,14-21-16,-5 9 15,-9 12-15,14-18 16,-14 18-16,0 0 15,6-16-15,-6 16 16,0 0-16,0 0 16,0 0-16,0 0 15,-1-12-15,1 12 16,0 0-16,-27-6 16,-11 11-16,1 1 15,-20 0 1,-13 2-16,14 1 15,5 3-15,16-6 16,35-6-16,-29 10 16,29-10-16,0 0 15,0 0 1,-22 12-16,22-12 16,0 0-16,0 0 15,0 0-15,0 0 16,38-15-16,-10-1 15,35-14-15,-1 1 16,-4 0-16,0 4 16,-12 4-16,-5 4 15,-41 17-15,39-10 16,-39 10-16,0 0 16,27-2-16,-27 2 15,0 0 1,0 0-16,18 15 15,-18-15-15,11 19 16,-4-1-16,-2 5 16,1 6-16</inkml:trace>
  <inkml:trace contextRef="#ctx0" brushRef="#br0" timeOffset="58214.55">18864 6161 0,'0'0'0,"0"0"15,0 0 1,-34-6-16,0 0 16,-114-9-16,-1 2 15,48 16-15,34 9 16,-48-12-16,-21-3 16,21 6-16,13 6 15,5 9-15,7 10 16,-12 24-16,-6 23 15,-2-8-15,-4 4 16,26-10-16,19-7 16,-14 22-16,-2 15 15,16 4 1,11 10-16,10-26 16,14-15-16,-3 23 15,5 15-15,8-9 16,7 3-16,4-2 15,6-1 1,4 31-16,9 22 16,0-19-16,5-7 15,6 7-15,4 8 16,1-35-16,3-18 16,11-14-16,12-14 15,25 21-15,23 11 16,-10-5-16,2 4 15,-1-16-15,3-4 16,6-17-16,3-14 16,8 1-16,9-3 15,-4 1 1,3 0-16,-7-10 16,-2-4-16,-3-15 15,-1-7-15,-6-5 16,-3-4-1,-7-5-15,-3-4 16,-9 1-16,-5-1 16,-3-2-16,-3 1 15,-2-15-15,0-9 16,8-38-16,6-31 16,-18 41-16,-11 20 15,-1-16-15,-4-1 16,6-28-16,3-18 15,-14 34-15,-9 19 16,-4 6-16,-4 10 16,-1-10-1,-1-1-15,-8-5 16,-1-3-16,-4-6 16,0-5-16,-1-42 15,0-26-15,-5 3 16,1-2-16,-2 42 15,-1 27 1,-3-17-16,1-1 16,-6 8-16,-1 4 15,-2 27-15,-2 22 16,-9-8-16,-3 6 16,-12-20-16,-4-8 15,-10-3-15,-6 0 16,3 5-16,1 6 15,-2 5-15,-3 8 16,-8 12-16,-9 11 16,12 2-16,7 7 15,-1 4 1,1 6-16,-1 2 16,0 8-16,6 3 15,3 3-15,-9 13 16,-5 11-16,-8 3 15,-3 8 1,19-9-16,14 0 16,4-5-16,11-2 15</inkml:trace>
  <inkml:trace contextRef="#ctx0" brushRef="#br0" timeOffset="60198.67">19343 7525 0,'0'0'16,"0"0"-16,0 0 15,0 0-15,0 0 16,0 0-16,0 0 16,0 0-16,0 0 15,0 0-15,0 0 16,0 0-16,0 0 15,0 0-15,0 0 16,44-5-16,0-2 16,102 6-16,0-2 15,-49 12 1,-31 9-16,39-8 16,21 0-16,-24 1 15,-11 5-15,1-3 16,1 0-16,3-1 15,3 2 1,-16-3-16,-9-1 16,-23-4-16,-16-2 15,-2-1-15,-7 0 16,-5-1-16,-21-2 16,30 3-16,-30-3 15,0 0-15,22 2 16,-22-2-16,0 0 15,0 0-15,0 0 16,0 0-16,0 0 16,1-13-16,-1 13 15,-19-25 1,4 9-16,-10-7 16,-5-4-16,0-2 15,0 1-15,2 0 16,3 8-1,0-1-15,1 7 16,24 14-16,-28-14 16,28 14-16,0 0 15,-25-13-15,25 13 16,0 0-16,0 0 16,0 0-16,0 0 15,0 0-15,0 0 16,30 16-16,1-1 15,8 2-15,5 3 16,-9-6-16,-2 2 16,-7-7-1,-1 4-15,-25-13 16,29 16-16,-29-16 16,11 14-16,-11-14 15,-7 23-15,-47 21 16,-1 2-16,-38 26 15,-20 23 1,11-25-16,5-6 16</inkml:trace>
  <inkml:trace contextRef="#ctx0" brushRef="#br0" timeOffset="72102.66">16262 10158 0,'0'0'0,"0"0"16,0 0-1,0 0-15,0 0 16,-16-4-16,16 4 15,-84-14-15,16 7 16,9 3-16,4 6 16,-8-4-16,-3 4 15,-6-4-15,0 2 16,2-3-16,3 6 16,-3-3-16,4 2 15,-11 0-15,-6 4 16,1 5-16,5 2 15,5 2 1,3 4-16,3-3 16,5 1-16,4-3 15,10 2-15,0-4 16,6 2-16,2-2 16,9 2-1,-3 5-15,3 4 16,-1 8-16,-1 9 15,1 0-15,1 6 16,4 0-16,7 1 16,3-7-16,5-1 15,7-10-15,5-2 16,2 7-16,8 7 16,2 16-16,7 15 15,2-1-15,11 4 16,-8-14-1,2-1-15,-4-15 16,2-4-16,4 2 16,8 1-16,7 9 15,10 4-15,1-3 16,11 2-16,-3-4 16,7-3-1,7-1-15,6 1 16,-4-11-16,3-6 15,-4-7-15,-3-6 16,19-2-16,11-1 16,-10 0-16,-4-1 15,10-1-15,8 5 16,0-2-16,3 1 16,1-4-16,3 4 15,10-6-15,10-2 16,-7-6-16,-1-4 15,14-4 1,10 0-16,-4-10 16,2-5-16,-5 1 15,2-2-15,4-2 16,4 1-16,-12-1 16,-5 3-1,-6 0-15,-7 3 16,3-2-16,0 0 15,3-2-15,2-1 16,-8-10-16,-1-1 16,-5-10-16,-2-7 15,-15 3-15,-11 1 16,-11-1-16,-5 5 16,-18 5-16,-8 10 15,-12 1-15,-5 4 16,-6 0-16,-4 5 15,-3-7 1,0 1-16,-6-15 16,1-10-16,-10-13 15,-4-14-15,-9 13 16,-7 5 0,-13-5-16,-11 6 15,-7-17-15,-3-10 16,-8 7-16,-3 0 15,-9 8-15,-5 7 16,-2 15-16,-3 14 16,-6 2-16,-2 11 15,-3-7-15,1 2 16,-10-2-16,-3 2 16,-10-2-16,-5 3 15,-9-1-15,-2 3 16,-17 7-1,-15 7-15,17 6 16,8 10-16,-16-6 16,-7 2-16,15-1 15,11 3-15,5-4 16,11 0-16,-4 1 16,2 1-1,2-2-15,1 0 16,-6 0-16,-2 2 15,9-1-15,12-2 16,-10 2-16,-2-1 16,2 0-16,2 0 15,5 0-15,6 2 16,11-2-16,10 4 16,8-1-16,10 1 15,0 0-15,4 3 16,9-3-16,10 2 15,2-2 1,5 3-16,3 11 16,3 12-16,6 28 15,8 24-15</inkml:trace>
  <inkml:trace contextRef="#ctx0" brushRef="#br0" timeOffset="72821.25">18805 11305 0,'0'0'0</inkml:trace>
  <inkml:trace contextRef="#ctx0" brushRef="#br0" timeOffset="75305.03">788 14636 0,'0'0'15,"0"0"-15,0 0 16,0 0-1,0 0-15,0 0 16,0 0-16,0 0 16,0 0-16,0 0 15,0 0-15,0 0 16,0 0-16,3 23 16,1 2-1,10 72-15,3 0 16,-7-56-16,2 1 15,-4-9-15,1-5 16,-1 6-16,1 5 16,-4-10-16,2-3 15,-6-13-15,2 2 16,-3-15-16,0 0 16,0 0-16,0 0 15,-50-40-15,20 6 16,0-33-16,4-16 15,10-2 1,11-1-16,1 24 16,5 18-16,-1 19 15,0 1-15,0 3 16,3 5-16,-1 1 16,-2 15-1,9-21-15,-9 21 16,21-8-16,-21 8 15,56 11-15,-16 1 16,11 27-16,10 18 16,-4 21-16,2 19 15,-10-31-15,0-10 16,-16-15-16,-8-12 16,-3-4-16,-5-7 15,-1-3-15,-16-15 16,17 14-16,-17-14 15</inkml:trace>
  <inkml:trace contextRef="#ctx0" brushRef="#br0" timeOffset="75899.08">1405 14137 0,'0'0'16,"0"0"-16,0 0 15,0 0-15,0 0 16,0 0-16,0 0 16,0 0-16,0 0 15,-2 31-15,1 3 16,-2 78-16,0-1 16,-2-2-16,2 1 15,-2 12-15,0 9 16,4-78-1,-1 3-15,1-19 16,1-10-16,0-11 16,0-1-16,0-15 15,0 17-15,0-17 16,0 0-16,0 0 16,-4-19-1,-11-58-15,2 1 16,-5-22-16,0-9 15,6 23-15,7 15 16,5-25-16,8-13 16,4 29-16,6 14 15,-10 34-15,2 1 16,-3 16-16,-7 13 16,13-14-16,-13 14 15,35 34-15,-11-3 16,12 15-16,5 11 15,-2 10 1,5 11-16,2 27 16,4 26-16,-16-31 15,-7-14-15,-10-26 16,-3-20-16,-1 0 16,-2-2-1,-5-22-15,-1 1 16</inkml:trace>
  <inkml:trace contextRef="#ctx0" brushRef="#br0" timeOffset="76571.06">1891 13887 0,'0'0'0,"0"0"15,0 0-15,0 0 16,0 0-16,0 0 16,0 0-1,2 26-15,1-2 16,10 162-16,1 3 15,-8-114-15,1 4 16,-1 8-16,0 10 16,0-18-16,1-7 15,-6-48-15,1-1 16,-2-8-16,1-3 16,-1-12-16,0 0 15,-1-12-15,1-4 16,-5-67-16,0 3 15,-1-3 1,2 2-16,-3-20 16,1-13-16,1 39 15,3 25-15,-2 4 16,3 12-16,-3 2 16,4 7-1,-1 3-15,1 22 16,0-15-16,0 15 15,0 0-15,0 0 16,66-8-16,-16 7 16,8 12-16,6 11 15,-11 25-15,-2 24 16,1-11-16,2 3 16,-11-7-16,-5-3 15,-10-15-15,-8-13 16,-3-2-16,-4-6 15,-13-17 1,10 12-16</inkml:trace>
  <inkml:trace contextRef="#ctx0" brushRef="#br0" timeOffset="77164.8">2684 13474 0,'0'0'15,"0"0"-15,0 0 16,0 0-16,0 0 16,0 0-16,0 0 15,5 40-15,3-2 16,6 149-16,3 1 16,-14-106-16,2 2 15,0 19-15,3 15 16,-8-77-1,1 1-15,-1-16 16,3-6-16,-3-5 16,0-15-16,0 19 15,0-19-15,0 0 16,0 0-16,-19-56 16,6-6-1,-11-44-15,-5-26 16,14 41-16,10 19 15,15-48-15,13-25 16,-4 89-16,-2 1 16,10 11-16,6 14 15,-3 0-15,0 7 16,-4 9-16,1 7 16,-4 7-16,0 9 15,6 49-15,1 0 16,2 48-16,3 31 15,-11-47 1,0-20-16,-3 13 16,0 6-16,-4-21 15,-4-11-15,-4-15 16,-3-12-16,-1-4 16,0-1-1,-2-7-15,0 1 16,-3-19-16,0 0 15</inkml:trace>
  <inkml:trace contextRef="#ctx0" brushRef="#br0" timeOffset="77883.38">3216 12961 0,'0'0'0,"0"0"16,0 0-16,0 0 15,0 0-15,0 0 16,0 0 0,13 23-16,1 2 15,47 121-15,1 3 16,-39-70-16,0-1 15,6 13-15,2 11 16,-8-26-16,-2-8 16,-4-18-16,-2-12 15,2-6-15,0-4 16,10-6-16,6-1 16,9-2-16,7-2 15,-1-9-15,2-4 16,1-44-1,2-28-15,-6-31 16,0-28-16,-14 20 16,-6 6-16,-19-30 15,-13-15-15,3 46 16,2 28-16,-8-2 16,-4 11-1,-1 4-15,1 9 16,3 12-16,1 18 15,-4-5-15,-1 6 16,-3 3-16,-3 4 16,19 12-16,-39-3 15,14 29-15,-2 19 16,13-10-16,6 2 16,11-1-16,11-2 15,11 18-15,15 12 16,1 20-16,10 20 15,2-12 1,7 0-16,-3 4 16,7 9-16,-1 5 15,4 7-15,-23-19 16,-12-12-16,2 27 16,1 12-1</inkml:trace>
  <inkml:trace contextRef="#ctx0" brushRef="#br0" timeOffset="78774">1162 16306 0,'0'0'16,"0"0"-16,0 0 16,0 0-16,0 0 15,0 0-15,0 0 16,0 0-16,0 0 16,31-26-16,2 1 15,137-61-15,1 1 16,-36 16-16,-21 13 15,75-38 1,46-22-16,-37 18 16,-8 9-16,19-4 15,12 0-15,0-6 16,3-5-16,-9 10 16,-4 6-1,-12 1-15,-6 1 16,-40 13-16,-28 12 15,-14 5-15,-15 12 16,-31 10-16,-25 11 16,-18 4-16,2 1 15,-24 18-15,0 0 16,-24-6-16,0 12 16,-105-6-16,1 1 15</inkml:trace>
  <inkml:trace contextRef="#ctx0" brushRef="#br0" timeOffset="79102.16">2030 16288 0,'0'0'15,"0"0"-15,0 0 16,0 0-16,0 0 16,0 0-16,0 0 15,15-11-15,-15 11 16,175-86-16,-15 7 16,11-11-16,8-10 15,32-11-15,25-10 16,7-7-1,16-8-15,-5 4 16,6 3-16,-16 22 16,-7 18-16,3-9 15,3 4-15</inkml:trace>
  <inkml:trace contextRef="#ctx0" brushRef="#br0" timeOffset="80804.78">15374 11667 0,'0'0'16,"0"0"-16,0 0 16,0 0-16,0 0 15,0 0-15,0 0 16,0 0-16,0 0 16,0 0-16,0 0 15,3-29-15,2 0 16,2-33-16,3 2 15</inkml:trace>
  <inkml:trace contextRef="#ctx0" brushRef="#br0" timeOffset="99214.09">2686 3372 0,'0'0'16,"0"0"-16,0 0 15,0 0 1,0 0 0,0 0-16,0 0 0,-21 10 15,1 3-15,-16 30 16,0 3-16,20-5 15,16 1 1,12 14-16,12 11 16,14-7-16,11 2 15,-4-20-15,4-9 16,-10-2-16,0-4 16,-11-1-16,-7 3 15,-29 55-15,2-2 16,-43 13-16,-23 12 15,-21-26-15,-20-13 16,35-12-16,16-11 16,4-8-16,10-11 15,5-5 1,9-7-16,34-14 16,-30 4-16,22-17 15,4-5-15,18-58 16,-2 2-16,43-72 15,0 2 1,24 32-16,21 23 16,-20 0-16,-3 11 15</inkml:trace>
  <inkml:trace contextRef="#ctx0" brushRef="#br0" timeOffset="99526.58">3219 3130 0,'0'0'15,"0"0"-15,0 0 16,0 0-16,0 0 16,0 0-16,0 0 15,0 0 1,0 0-16,-6 11 16,3 1-16,-27 83 15,1 2-15,-11 33 16,-4 23-1,13-33-15,9-13 16,5-33-16,7-29 16,18 36-16,16 17 15,7-29-15,13-13 16,-24-36-16,4 1 16</inkml:trace>
  <inkml:trace contextRef="#ctx0" brushRef="#br0" timeOffset="100744.99">2703 3949 0,'0'0'0,"0"0"16,0 0-16,0 0 15,0 0-15,47-17 16,3 1-16,164-65 15,1 3 1,-154 55-16,2 0 16,18-8-16,17-4 15,-37 13-15,-17 9 16,14-6-16,3 1 16,-16 1-16,-7 7 15,-38 10-15,0 0 16,0 0-16,0 0 15,-8-16-15,8 16 16,-53-19-16,17 8 16,-14 28-1,-5 20-15,-1 26 16,0 29-16,9-32 16,11-11-16,8-5 15,9-7-15,8-7 16,10-6-1,4-8-15,11-1 16,23-10-16,1 2 16,25-15-16,18-9 15,0-42-15,8-32 16,-32 18-16,-18 3 16,-17 38-16,0 2 15,-18 18-15,-4 12 16,8-17-16,-8 17 15,0 0-15,0 0 16,-31 54-16,6 1 16,-10 33-1,-2 23-15,25-17 16,19 2-16,-1-19 16,7-12-16,2-18 15,3-16-15,1-9 16,4-5-1,10-15-15,8-9 16,25-58-16,3 1 16,-3-53-16,3-31 15,-16 21-15,-10 10 16,-20 14-16,-15 11 16,-6 45-16,-1 1 15,-2 9-15,-1 10 16,-1 5-16,1 7 15,-1 2-15,3 13 16,-2-12-16,2 12 16,0 0-1,0 0-15,-39 66 16,11-10-16,-9 77 16,0-1-16,18-26 15,12-18-15,2-10 16,8-7-1,9 1-15,9 3 16,-1-26-16,5-12 16,4-16-16,4-14 15,29-53-15,1 3 16,27-123-16,-1 3 16,-20 30-16,-12 23 15,-20 6-15,-15 10 16,-11 26-16,-9 25 15,0 5-15,-1 18 16,-2 0-16,1 7 16,-2-2-1,2 15-15,-5-13 16,5 13-16,-8 18 16,2 2-16,-35 81 15,4 3-15,4 35 16,4 24-1,6 15-15,9 18 16,22-58-16,20-28 16,19-5-16,22-9 15,8-5-15,14-7 16</inkml:trace>
  <inkml:trace contextRef="#ctx0" brushRef="#br0" timeOffset="108352.68">12737 10594 0,'0'0'0,"0"0"16,0 0-16,0 0 16,0 0-16,0 0 15,0 0-15,0 0 16,0 0-16,12 27 16,2 2-1,6 6-15,7 6 16,-10-18-16,0-11 15,18 0-15,18-7 16,44-34-16,1 3 16,8-35-16,3-15 15,-9 20-15,-6 8 16,-23 5-16,-13 8 16,-16 9-16,-10 11 15,-8 0-15,-24 15 16,29-17-16,-29 17 15,0 0 1,0 0-16,22-12 16,-22 12-16,0 0 15,0 0-15</inkml:trace>
  <inkml:trace contextRef="#ctx0" brushRef="#br0" timeOffset="146486.47">4014 7749 0,'0'0'0,"0"0"0,0 0 0,0 0 0,0 0 0,0 0 16,0 0-16,0 0 16,0 0-16,0 0 15,0 0 1,0 0-16,0 0 15,-27-10-15,0-1 16,-34-8-16,1 3 16,12 6-16,10 6 15,-14-1-15,0 8 16,-16 1-16,-10 4 16,2-1-16,0 0 15,10 8-15,10 6 16,-10 12-16,-3 14 15,-5 11-15,2 12 16,12-16 0,12-6-16,-1 0 15,5 1-15,-2 9 16,3 10-16,2 7 16,3 7-16,13-18 15,11-8 1,12-24-16,-1-2 15,14 7-15,7 9 16,10 20-16,11 18 16,2-11-16,6 0 15,5-20-15,7-8 16,14-8-16,13-5 16,-5-7-16,5-4 15,7-9-15,8-2 16,-6-11-16,1-6 15,3-12-15,6-7 16,-14-6 0,-6-7-16,3-11 15,1-6-15,-7 3 16,-3 3-16,-20 7 16,-9 10-16,2-13 15,0-2 1,-8-23-16,-7-17 15,-10 14-15,-8 7 16,-5 12-16,-8 12 16,-2-6-16,-3 2 15,-7-25-15,-5-14 16,-10-2-16,-2 2 16,-7 20-16,-1 17 15,-18 4-15,-12 17 16,6-3-16,2 6 15,-4 4-15,3 7 16,-7 6 0,-2 8-16,-12 0 15,-3 5-15,9 2 16,9 3-16,16-1 16,14 3-16,1 1 15,7 1 1,-1 0-16,5 4 15,2-1-15,2 0 16,1-3-16,4 3 16,0-3-16,2 0 15,7-14-15,-12 24 16,12-24-16,-10 20 16,10-20-16,-4 15 15,4-15-15,-4 12 16,4-12-16,0 0 15,0 0-15,-1 15 16,1-15 0,0 0-16,0 32 15,0-8-15</inkml:trace>
  <inkml:trace contextRef="#ctx0" brushRef="#br0" timeOffset="-133667.25">4090 6924 0,'0'0'0,"0"0"0,0 0 0,0 0 0,0 0 0,0 0 16,0 0-16,0 0 15,0 0-15,0 0 16,0 0-16,0 0 16,0 0-16,10 16 15,1 3 1,17 26-16,1 2 15,-8-20-15,-2-3 16,-3-1-16,3-3 16,-5-3-16,1-1 15,-15-16-15,18 15 16,-18-15-16,0 0 16,0 0-16,30-8 15,26-61-15,1 4 16,57-83-16,2 2 15,-15 24 1,-7 21-16,38-40 16,25-16-16,-30 55 15,-9 36-15,-6 2 16,-6 14-16,-28 5 16,-20 10-16,-30 18 15,2 3 1,-30 14-16,22-12 15,-22 12-15,0 0 16,46-13-16,-20 13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6:57:25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15608 6022 0,'0'0'0,"0"0"0,0 0 0,0 0 0,0 0 0,0 0 16,0 0-16,0 0 16,0 0-16,0 0 15,0 0 1,0 0-16,0 0 15,0 0-15,0 0 16,-14 5-16,14-5 16,-115 50-16,13-6 15,-13 29-15,-9 21 16,-28-5-16,-20 7 16,10 2-16,2 5 15,-22 7-15,-17 8 16,2-2-16,-2 9 15,-14 7-15,-9 11 16,-5 4 0,-2 10-16,-2-4 15,-3 3-15,-3 9 16,-6 8-16,8-7 16,5-4-16,0 1 15,8-1 1,-4 4-16,-2 2 15,17-16-15,12-7 16,4-4-16,10-4 16,5-7-16,7-5 15,33-27-15,26-19 16,-16 11-16,-3 4 16,34-24-16,23-14 15,4-9-15,17-6 16,10-11-16,13-10 15,32-20-15,-38 22 16,38-22 0,-21 13-16,21-13 15,0 0-15,-20 8 16,20-8-16,0 0 16,0 0-1,0 0-15,0 0 16,0 0-16,26-6 15,11-18-15,-2-1 16,3-11-16,4-1 16,-9-13-16,-1-7 15,-7 5-15,-2 7 16,-9 5-16,0 11 16,-9 4-16,0 11 15,-2-3-15,-3 17 16,3-24-16,-3 24 15,4-25 1,-2 10-16,-2 1 16,0 0-16,-2 1 15,2 13-15,-1-14 16,1 14-16,0 0 16,0 0-16,-24-9 15,24 9 1,-26 6-16,26-6 15,-40 23-15,21-2 16,1 2-16,7 6 16,0 12-16,0 10 15,6-4-15,8 0 16,2-10-16,6-6 16,-1-5-16,3 2 15,8-6-15,7 1 16,40-30-16,2 0 15,11-28-15,11-17 16,-8 8 0,-2 6-16,-16 0 15,-9 5-15,-33 18 16,1 3-16,-25 12 16,0 0-16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04:16.5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14855 10836 0,'0'0'32,"0"0"-32,0 0 15,0 0-15,0 0 16,0 0-16,0 0 15,0 0-15,0 0 16,0 0-16,0 0 16,14 0-16,-14 0 15,140 4 1,-14 0-16,1 0 16,2 0-16,19 1 15,12-1-15,36-1 16,31-2-16,-8-2 15,4-2-15,17-4 16,12 4 0,11-4-16,11 1 15,12 0-15,9 0 16,11-1-16,11 2 16,3-2-16,5 0 15,3 1-15,5 3 16,-7 0-16,1 3 15,-4 0-15,-1 4 16,-21-2-16,-12 1 16,-46-1-16,-34 2 15,-52-2-15,-45 1 16,-5 0 0,-16 1-16,-29-2 15,-23 0-15,-8-2 16,-9 2-16,-22-2 15,25 3 1,-25-3-16,0 0 16,0 0-16,24 4 15,-24-4-15,0 0 16,0 0-16,0 0 16,0 0-16,0 0 15,0 0-15,20 8 16,-20-8-16,0 0 15,0 0-15,0 0 16</inkml:trace>
  <inkml:trace contextRef="#ctx0" brushRef="#br0" timeOffset="30056.25">11515 10832 0,'0'0'16,"0"0"-16,0 0 15,0 0-15,0 0 16,0 0-16,0 0 15,0 0-15,0 0 16,0 0-16,0 0 16,0 0-16,0 0 15,0 0-15,0 0 16,31 44-16,-2 5 16,56 90-1,-2 1-15,-51-105 16,3 0-16,7 11 15,9 10-15,-2 4 16,7 9-16,-14-2 16,-4 1-1,-7-20-15,-10-10 16,-2-5-16,-5-12 16,1 3-16,0-2 15</inkml:trace>
  <inkml:trace contextRef="#ctx0" brushRef="#br0" timeOffset="30399.92">12256 10910 0,'0'0'0,"0"0"16,0 0-16,0 0 15,0 0-15,0 0 16,0 0-16,0 0 16,0 0-16,0 0 15,0 0 1,-16 21-16,-3-1 16,-67 89-16,3-2 15,24-45-15,13-27 16,-17 17-16,-3 1 15,3 1-15,5 2 16,5 9-16,10 12 16,12-25-16,14-8 15</inkml:trace>
  <inkml:trace contextRef="#ctx0" brushRef="#br0" timeOffset="34961.58">16148 12209 0,'0'0'16,"0"0"-16,0 0 15,0 0-15,0 0 16,0 0-16,0 0 16,0 0-16,0 0 15,0 0-15,0 0 16,0 0 0,0 0-16,6 40 15,0 4-15,4 84 16,1 1-16,-5-75 15,0 1-15,-1-21 16,1-12 0,-2-3-16,1-7 15,2 1-15,-7-13 16,46 8-16,-12-10 16,77-62-16,1 0 15,3 6-15,4 6 16,-20 0-16,-10 7 15,1 2-15,-1 3 16,-12 5-16,-10 6 16,-19 8-16,-13 8 15,-14 6 1,1 1-16,-22 6 16,26-7-16,-26 7 15,0 0-15,0 0 16,0 0-16</inkml:trace>
  <inkml:trace contextRef="#ctx0" brushRef="#br0" timeOffset="36273.91">11406 13508 0,'0'0'16,"0"0"-16,0 0 15,0 0-15,0 0 16,0 0-16,0 0 16,0 0-16,0 0 15,0 0-15,0 0 16,18 26-16,-1 1 15,0 10-15,7 8 16,-16-17-16,0-8 16,-2 3-16,2-1 15,-5 0-15,2-3 16,-1 2 0,1 5-16,-3-4 15,1 5-15,-3-6 16,2-2-16,-2-7 15,0-12-15,2 18 16,-2-18 0,1 12-16,-1-12 15,5 13-15,-5-13 16,0 0-16,26 16 16,-2-13-16,1 1 15,39-12-15,0 2 16,34-16-16,30-4 15,-6-34-15,9-20 16,-17 19-16,-6 10 16,-7-3-16,-11 6 15,-11 8-15,-8 10 16,-13 9 0,-11 13-16,-12 0 15,-8 8-15,-27 0 16,28-4-16,-28 4 15,0 0-15,0 0 16,25-3 0,-25 3-16,0 0 15,0 0-15,0 0 16</inkml:trace>
  <inkml:trace contextRef="#ctx0" brushRef="#br0" timeOffset="39203.14">12671 14704 0,'0'0'16,"0"0"-16,0 0 15,0 0-15,0 0 16,0 0-16,0 0 0,0 0 15,0 0 1,0 0-16,0 0 16,2 29-16,4 2 15,4 52-15,-1 0 16,-4-48-16,-1 2 16,-3-2-16,-1 0 15,2-6-15,3-2 16,3-6-16,8-5 15,24-10-15,3 3 16,86-39-16,-1 2 16,21-18-16,16-8 15,-16-45 1,-4-29-16,-13 46 16,-3 21-16,-5-4 15,-5 5-15,-3 27 16,-1 23-16,-31-2 15,-19 9-15,-15 0 16,-14 6 0,-14-3-16,-2 2 15,-20-2-15,21 1 16,-21-1-16,0 0 16,0 0-16,0 0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6:58:18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12008 6624 0,'0'0'0,"0"0"0,0 0 0,0 0 15,0 0-15,0 0 16,0 0-16,0 0 16,0 0-16,26-2 15,1 0-15,118-2 16,3 2-1,-28 2-15,-20 4 16,20-4-16,6 0 16,-7 0-16,0 2 15,-2-2-15,2 0 16,-17 0-16,-9 0 16,-6 0-16,-3 0 15,-20 0-15,-9 0 16,-13 0-16,-7 2 15</inkml:trace>
  <inkml:trace contextRef="#ctx0" brushRef="#br0" timeOffset="515.63">12348 7013 0,'0'0'0,"0"0"0,0 0 16,0 0 0,0 0-16,0 0 15,0 0-15,0 0 16,0 0-16,24 0 16,2 0-16,109-2 15,3 0 1,-39-4-16,-22-1 15,32 1-15,17 2 16,-13-6-16,-2-1 16,-16 2-16,-10-3 15,-8 3-15,-7 0 16,-11 1-16,-7 4 16,-14-3-16,-9 6 15,-29 1-15,32-4 16,-32 4-16,0 0 15,0 0-15,23-3 16</inkml:trace>
  <inkml:trace contextRef="#ctx0" brushRef="#br0" timeOffset="6249.34">12102 6246 0,'0'0'16,"0"0"-16,0 0 15,0 0 1,0 0-16,0 0 16,0 0-16,0 0 15,0 0-15,0 0 16,0 0-16,0 0 16,0 0-16,-2 19 15,0 0 1,-9 55-16,-2 2 15,5-42-15,-2 2 16,-4-1-16,1 3 16,-21 41-16,2 1 15,-8 6-15,-4 8 16,12-28-16,6-12 16,-25 3-16,-12 2 15,-21 7-15,-17 10 16,-4-7-16,-6-1 15,-19-9-15,-8 0 16,-16-14 0,-10-4-16,5-10 15,-3-4-15,-18-14 16,-12-8-16,6 2 16,-1-3-1,-12-4-15,-7 0 16,15-2-16,7 2 15,-5-2-15,-1 0 16,6-5-16,5 0 16,27-2-16,21 2 15,-6-10-15,6-6 16,5-27-16,4-14 16,18-3-16,16-1 15,5 10-15,13 9 16,-3-7-16,6 3 15,1-20 1,3-10-16,11-2 16,7-3-16,6 15 15,6 12-15,1-8 16,7-2-16,-1-19 16,4-12-1,6 28-15,5 16 16,0 7-16,8 14 15,-2-5-15,3 7 16,-1-4-16,3 4 16,-1 4-16,1 3 15,-2 6-15,4 4 16,-2-2-16,0 8 16,0-1-16,0 13 15,0-16-15,0 16 16,0-12-16,0 12 15,0 0 1,0-12-16,0 12 16,0 0-16,0 0 15,0-13-15,0 13 16,0 0-16,0 0 16,0 0-16,0-13 15,0 13 1,0 0-16,0 0 15,0 0-15,0 0 16,0 0-16,-16 19 16,-15 21-16,1 1 15,-5 3-15,1 3 16,9-19-16,10-6 16,2-8-16,13-14 15,-16 18-15,16-18 16,0 0-16,-14 15 15,14-15-15,0 0 16,0 0 0,0 0-16,17-35 15,-1 8-15,17-31 16,2 1-16,8-6 16,10 3-1,-15 19-15,-7 16 16,-7 4-16,-24 21 15,30-20-15,-30 20 16,0 0-16,24-9 16,-24 9-16,21 21 15,1 16-15,2 2 16,4 9-16,5 10 16,-9-15-16,-1-1 15,-1-5-15,-3 0 16,14 21-16,8 17 15</inkml:trace>
  <inkml:trace contextRef="#ctx0" brushRef="#br0" timeOffset="7452.16">7505 12244 0,'0'0'0,"0"0"15,0 0 1,0 0-16,0 0 15,0 0-15,0 0 16,0 0-16,0 0 16,0 0-16,0 0 15,0 0-15,0 0 16,16-19-16,3 3 16,25-20-16,1 3 15,-7 13-15,-2 12 16,8-3-16,8 4 15,48 4-15,-4 1 16,6-7 0,8 1-16,12 0 15,7 4-15,22-7 16,15 1-16,-34 0 16,-16 2-16,15-3 15,8 0 1,-35 3-16,-16 3 15,4-3-15,-4 3 16,-13 1-16,-7 6 16,-22-2-16,-14 4 15,-6-1-15,-26-3 16,24 8-16,-24-8 16</inkml:trace>
  <inkml:trace contextRef="#ctx0" brushRef="#br0" timeOffset="7889.56">7918 12344 0,'0'0'15,"0"0"-15,0 0 16,0 0-16,0 0 16,0 0-16,0 0 15,16 6-15,-16-6 16,118 22-16,-15-4 15,-9-7 1,-3-3-16,22-2 16,16 0-16,-5 3 15,5 1-15,-10-3 16,0-3-16,-16 0 16,-8 0-16,-8-2 15,-8 2 1,-8-4-16,-7 2 15,-10-2-15,-8 2 16,-7-2-16,-4 0 16</inkml:trace>
  <inkml:trace contextRef="#ctx0" brushRef="#br0" timeOffset="13903.91">5764 9236 0,'0'0'15,"0"0"-15,0 0 16,0 0-16,0 0 15,0 0-15,0 0 16,0 0-16,0 0 16,0 0-16,0 0 15,15-26-15,-1 2 16,57-74-16,-2 2 16,-11 30-16,-8 20 15,27-3-15,16 3 16,4-1-1,13 1-15,18 8 16,19 8-16,5-6 16,14 5-16,-15 5 15,-2 2-15,16 0 16,13-1 0,0 2-16,6 7 15,-5 6-15,-1 10 16,2 8-16,0 10 15,-4 3-15,1 8 16,-14-2-16,-9 4 16,1-2-16,-2 3 15,-19-4-15,-9 0 16,-11-6-16,-6 0 16,4 1-16,3 1 15,-17 4-15,-8 0 16,-12 14-1,-9 10-15,-3 4 16,-2 7-16,-15-14 16,-3-5-16,-7 0 15,-2-1 1,0 15-16,3 15 16,-6-5-16,0 2 15,0-6-15,-2 0 16,2-6-16,0 0 15,32-25-15,24-16 16,-21 7-16,-2 2 16,19 0-16,20 3 15,-11-8-15,3-3 16,8-5-16,6-2 16,-19-3-16,-8-3 15,-3 0 1,-6-1-16,-10-2 15,-11 0-15,-33-2 16,2 0-16,-24 0 16,20-2-16,-20 2 15,0 0-15,0 0 16,0 0 0,23-6-16,-23 6 15,0 0-15,0 0 16,0 0-16,0 0 15,0 0-15,0 0 16,0 0-16,0 0 16,0 0-16,0 0 15,0 0-15,22-9 16,-22 9-16,0 0 16,0 0-16,0 0 15,0 0-15,0 0 16,0 0-1,-8-16-15,-18-5 16,2 3-16,-5-3 16,3 0-16,26 21 15,-29-18-15,29 18 16,0 0 0,-24-13-16,24 13 15,0 0-15,0 0 16,0 0-16,0 0 15,-19-12-15,19 12 16,0 0-16,0 0 16,0 0-16,29 1 15,24 3-15,2-1 16,-4-1-16,-2 0 16,-1-1-16,2 3 15,-13-2-15,-10 0 16,-6-2-1,-21 0-15,26 2 16,-26-2-16,0 0 16,24 5-16,-24-5 15,0 0 1,0 0-16,0 11 16,-26 31-16,1-1 15,-14 13-15,-5 10 16,-2-6-16,0 2 15,8-17-15,11-8 16,2-10-16,6-8 16</inkml:trace>
  <inkml:trace contextRef="#ctx0" brushRef="#br0" timeOffset="33525.07">2036 14020 0,'0'0'16,"0"0"-16,0 0 16,0 0-16,0 0 15,0 0-15,0 0 16,0 0-16,0 0 16,0 0-16,0 0 15,0 0-15,0 0 16,0 0-16,0 0 15,0 0-15,0 0 16,0 0-16,0 0 16,16 35-16,0 0 15,17 43 1,1 1-16,-20-48 16,-1 3-16,-3-5 15,0-2-15,-5-8 16,0-1-16,-2-5 15,1-2 1,-4-11-16,5 19 16,-5-19-16,0 0 15,6 12-15,-6-12 16,33-14-16,-5-1 16,73-61-16,0 1 15,-1 3-15,-1 6 16,-8 4-16,-5 7 15,8 1-15,7 8 16,-24 7-16,-10 8 16,-3 0-16,-4 3 15,-10 4 1,-4 5-16,-10 2 16,-5 5-16,-31 12 15,24-10-15,-24 10 16,0 0-16,0 0 15,0 0 1,0 0-16,22-11 16,-22 11-16,9 13 15</inkml:trace>
  <inkml:trace contextRef="#ctx0" brushRef="#br0" timeOffset="37946.3">4941 12409 0,'0'0'0,"0"0"16,0 0-16,0 0 15,0 0-15,0 0 16,0 0-16,27-9 15,3-2 1,67-37-16,-2 3 16,-27-2-16,-16 5 15,33-19-15,20-5 16,-23 10-16,-7 7 16,12 0-16,8 5 15,-3 3-15,6 8 16,-14-4-16,-5 3 15,-1 1-15,-2 4 16,-25 6-16,-13 9 16,-8 2-16,-30 12 15,31-15 1,-31 15-16,0 0 16,24-8-16,-24 8 15,0 0-15,0 0 16,0 0-1,0 0-15,16-12 16,-16 12-16,0 0 16,-23-30-16,6 10 15,-9-4-15,-4 0 16,3 7-16,5 9 16,-6-4-16,-2 2 15,0 0-15,4 3 16,-1 1-16,4 4 15,-4-2-15,3 4 16,-1-3-16,2 6 16,2-3-1,21 0-15,-25 2 16,25-2-16,0 0 16,-25 4-16,25-4 15,0 0-15,0 0 16,0 0-16,5 13 15,-5-13 1,56 26-16,-13-5 16,13-6-16,10-6 15,-8 1-15,-2-1 16,-11-5-16,-7 1 16,-10-4-16,-28-1 15,31 3-15,-31-3 16,0 0-16,25 15 15,-31 38-15,1 4 16,-12 2-16,-6 10 16,-27 25-16,-16 22 15,4 4 1,-3 10-16,31-80 16,1 2-16</inkml:trace>
  <inkml:trace contextRef="#ctx0" brushRef="#br0" timeOffset="80376.31">583 1581 0,'0'0'0,"0"0"0,0 0 0,0 0 16,0 0-16,0 0 15,0 0 1,0 0-16,0 0 16,0 0-16,0 0 15,0 0-15,0 0 16,0 0-16,0 0 16,0 0-16,0 0 15,0 0-15,0 0 16,0 0-16,0 0 15,0 0-15,0 0 16,0 0-16,0 0 16,0 0-1,0 0-15,42-3 16,2-2-16,90-5 16,0 2-16,-83 5 15,0 3-15,7-1 16,5 1-1,-8-3-15,-3 3 16,-8-2-16,-6 4 16,-5-2-16,-5 0 15,-3 0-15,-3 0 16,-22 0-16,30 0 16,-30 0-16,0 0 15,25 0-15,-25 0 16,0 0-16,0 0 15,0 0-15,0 0 16,0 0-16,23 0 16,-23 0-1,0 0-15,0 0 16,0 0-16,0 0 16,0 0-16,0 0 15,0 0-15,0 0 16,0 0-16,0 0 15,0 0 1,0 0-16,0 0 16,0 0-16,0 0 15,0 0-15,21-8 16,-21 8-16,0 0 16,0 0-16,0 0 15,0 0-15,0 0 16,0 0-16,0 0 15,0 0-15,0 0 16,0 0-16,0 0 16,0 0-16,0 0 15,0 0 1,0 0-16,0 0 16,0 0-16,0 0 15,0 0-15,0 0 16,0 0-1,0 0-15,0 0 16,0 0-16,0 0 16,0 0-16,0 0 15,0 0-15,0 0 16,0 0-16,0 0 16,0 0-16,0 0 15,0 0-15,0 0 16,0 0-16,0 0 15,0 0-15,0 0 16,0 0-16,0 0 16,0 0-1,0 0-15,0 0 16,0 0-16,0 0 16,0 0-16,0 0 15,0 0-15,0 0 16,0 0-1,0 0-15,0 0 16</inkml:trace>
  <inkml:trace contextRef="#ctx0" brushRef="#br0" timeOffset="80954.31">2008 2353 0,'0'0'15,"0"0"-15,0 0 16,0 0-16,0 0 16,0 0-16,0 0 15,0 0-15,0 0 16,0 0-16,0 0 16</inkml:trace>
  <inkml:trace contextRef="#ctx0" brushRef="#br0" timeOffset="83375.97">1906 2574 0,'0'0'0,"0"0"15,0 0-15,0 0 16,0 0-1,0 0-15,0 0 16,0 0-16,0 0 16,0 0-16,0 0 15,0 0-15,0 0 16,0 0-16,0 0 16,0 0-16,0 0 15,0 0-15,0 0 16,47-12-16,0 1 15,77-14-15,2 0 16,-84 13-16,0 1 16,10-1-1,5 0-15,-12-1 16,-6 5-16,-12 2 16,-27 6-16,28-4 15,-28 4-15,0 0 16,22-2-16,-22 2 15,0 0 1,0 0-16,0 0 16,0 0-16,21 0 15,-21 0-15,0 0 16,0 0-16,0 0 16,0 0-16,0 0 15,0 0-15,0 0 16,0 0-16,0 0 15,0 0-15,0 0 16,0 0-16,0 0 16,0 0-16,0 0 15,22 5 1,-22-5-16,0 0 16,0 0-16,0 0 15,0 0-15,0 0 16,0 0-1,0 0-15,0 0 16,0 0-16,0 0 16,0 0-16,0 0 15,0 0-15,0 0 16,0 0-16,0 0 16,0 0-16,0 0 15,0 0-15,0 0 16,0 0-16,0 0 15,0 0-15,0 0 16,0 0-16,0 0 16,0 0-1,0 0-15,0 0 16,0 0-16,0 0 16,0 0-16,0 0 15,-25 0-15,-5 1 16,0 4-1,-5-4-15,-2 4 16,-4-4-16,-1 5 16,4-3-16,5 1 15,-2-2-15,2 2 16,2-2-16,4 1 16,5-3-16,22 0 15,-41 1-15,16-1 16,-4 0-16,-1 0 15,8 0-15,22 0 16,-27 0-16,27 0 16,0 0-1,0 0-15,-25 0 16,25 0-16,0 0 16,0 0-16,0 0 15,0 0-15,64 2 16,-16 2-16,11 3 15,11 5 1,-11-6-16,1 3 16,4-3-16,8 4 15,-17-4-15,-6 0 16,-12-1-16,-5-1 16,-6-2-16,-2 3 15,-24-5-15,31 3 16,-31-3-16,0 0 15,0 0-15,24 2 16,-24-2-16,0 0 16,0 0-16,0 0 15,0 0 1,0 0-16,0 0 16,0 0-16,-21-25 15,0 13-15,-36-22 16,-1 4-1,-10 6-15,-5 10 16,18 2-16,12 8 16,-5-4-16,4 3 15,4 1-15,9 3 16,1-1-16,7 2 16,2-2-16,21 2 15,-28 2-15,28-2 16,0 0-16,0 0 15,-24 3-15,24-3 16,0 0-16,0 0 16,0 0-1,0 0-15,0 0 16,40 17-16,-6-11 16,13 0-16,-9-6 15,0 0-15,1-3 16,5-2-1,5 1-15,7 1 16</inkml:trace>
  <inkml:trace contextRef="#ctx0" brushRef="#br0" timeOffset="88474.68">3424 1323 0,'0'0'0,"0"0"16,0 0-16,0 0 15,0 0-15,0 0 16,0 0-16,0 0 16,0 0-1,0 0-15,0 0 16,0 0-16,0 0 15,0 0-15,0 0 16,20-2-16,-20 2 16,94-6-16,-20 1 0,-2 4 0,0 2 31,3-2-31,4-1 0,9 0 0,9 2 16,-12-3-16,-5 3 15,-14 0-15,-14 3 31,-12-3-15,-13 0-16,-5 0 16,-22 0-16,28 0 15,-28 0-15,0 0 16,22 0-16,-22 0 16,0 0-16,0 0 0,0 0 31,0 0-31,27 0 15</inkml:trace>
  <inkml:trace contextRef="#ctx0" brushRef="#br0" timeOffset="89521.22">5235 3013 0,'0'0'15,"0"0"-15,0 0 16,0 0-16,0 0 15,0 0-15,0 0 16,0 0-16,0 0 16,0 0-16,0 0 15,21-7-15,3 1 16,73-14-16,2-2 16,-26 10-16,-15 8 15,11-5-15,7 4 16,-21 0-1,-11 2-15,-12 0 16,-9 3-16,-23 0 16,28-1-16,-28 1 15,0 0 1,24 0-16,-24 0 16,0 0-16,0 0 15,0 0-15,22 0 16,-22 0-16,0 0 15,0 0-15,0 0 16</inkml:trace>
  <inkml:trace contextRef="#ctx0" brushRef="#br0" timeOffset="90411.86">6609 1273 0,'0'0'15,"0"0"-15,0 0 16,0 0-16,0 0 15,0 0-15,0 0 16,0 0-16,0 0 16,0 0-16,0 0 15,0 0-15,0 0 16,0 0-16,0 0 16,0 0-16,0 0 15,16 3-15,-16-3 16,105 6-1,-20 0-15,-8-6 16,-5 0-16,13-2 16,9 2-16,-14-2 15,-8 4 1,-6-2-16,-6 0 16,-9-2-16,-6 2 15,-14-2-15,-9 2 16,-22 0-16,26-2 15,-26 2-15,0 0 16,21-4-16,-21 4 16,0 0-16,0 0 15,0 0-15,0 0 16,24-7-16,-24 7 16,0 0-16,0 0 15,0 0 1,0 0-16,0 0 15,0 0-15,0 0 16,0 0-16,0 0 16,0 0-16</inkml:trace>
  <inkml:trace contextRef="#ctx0" brushRef="#br0" timeOffset="106533.55">9022 469 0,'0'0'0,"11"41"15,3 5 1,-14-46-16,0 0 16,0 0-16,0 0 15,0 0-15,0 0 16,0 0-16,0 0 16,0 0-16,0 0 15,0 0-15,0 0 16,0 0-16,0 0 15,0 0-15,0 0 16,0 0-16,0 0 16,0 0-16,0 0 15,0 0 1,0 0-16,0 0 16,0 0-16,0 0 15,0 0-15,2 201 16,1-42-16,0-2 15,1 6-15,-4-134 16,3 2 0,-3 12-16,1 13 15,-1-12-15,1-5 16,-1-10-16,0-4 16,0-5-16,0-3 15,0-5-15,0-12 16,0 15-16,0-15 15,0 0-15,0 0 16,-1-39-16,0-3 16</inkml:trace>
  <inkml:trace contextRef="#ctx0" brushRef="#br0" timeOffset="107252.22">8965 839 0,'0'0'16,"0"0"-16,0 0 15,0 0-15,0 0 16,0 0-16,0 0 16,0 0-16,0 0 15,0 0-15,0 0 16,11-41-16,-1-13 15,22-77-15,2 2 16,-10 46-16,-9 35 16,11-8-16,9 9 15,10 6-15,7 10 16,-6-9 0,-1 5-16,15 16 15,12 13-15,-4 17 16,3 18-16,-12 15 15,-3 21 1,-18-1-16,-11 13 16,-15-14-16,-7 3 15,-35 16-15,-25 11 16,7-31-16,-1-12 16,-24 5-16,-13 12 15,14-22-15,8-6 16,34-22-16,2-1 15,28-16-15,-26 15 16,26-15-16,0 0 16,0 0-16,0 0 15,0 0 1,-15 14-16,51 7 16,2 0-16,20 9 15,18 12-15,-10-7 16,0 3-16,5-1 15,4 4-15,-15-11 16,-8-1 0,-4-2-16,-5 1 15,-7-6-15,-9 1 16,-4-4-16,-4-1 16,0 1-16,4 4 15,-2-2-15,2 3 16,1 1-16,3 2 15</inkml:trace>
  <inkml:trace contextRef="#ctx0" brushRef="#br0" timeOffset="107611.42">10580 0 0,'0'0'15,"13"47"-15,1 638 16,-12-554-16,1-10 16,-1 9-16,2 10 15,-2-100-15,0 0 16,1 0 0,4 8-16,0-12 15,1-7-15,-8-29 16,17 14-16</inkml:trace>
  <inkml:trace contextRef="#ctx0" brushRef="#br0" timeOffset="107923.84">10456 265 0,'0'0'0,"-82"51"16,3 5-16,139-83 15,96-53-15,-13 21 16,26-3-16,-137 48 15,0 2 1,17-9-16,17 5 16,-16 5-16,-2 7 15,-3 4-15,3 6 16</inkml:trace>
  <inkml:trace contextRef="#ctx0" brushRef="#br0" timeOffset="108517.45">11478 244 0,'0'0'0,"0"0"16,-6 4 0,6-4-16,0 0 15,0 0-15,0 0 16,0 0-16,0 0 16,106 26-16,2 6 15,24 71-15,16 50 16,-125-126-16,1 2 15,-13 118-15,-1-31 16,-10-15-16,-4-2 16,-21-33-16,-12-21 15,-16-3 1,-13-7-16,3-6 16,0-3-16,-19-12 15,-8-8-15,24-12 16,16-11-16,3-22 15,13-15 1,4-6-16,9-4 16,6 10-16,8 8 15,14-1-15,13 4 16,2-15-16,6-7 16,14-42-16,14-15 15,-14 27-15,1 15 16,-6 7-16,-5 18 15</inkml:trace>
  <inkml:trace contextRef="#ctx0" brushRef="#br0" timeOffset="109001.84">12971 76 0,'0'0'0,"-3"-18"16,1 1 0,2 17-16,0 0 15,0 0-15,0 0 16,0 0-16,0 0 16,-76 9-16,-1 3 15,-45 21-15,-29 16 16,123-19-16,2-4 15,-5 1-15,1 2 16,9 21-16,10 20 16,16-4-16,14 13 15,87 51 1,-1 0-16,-39-61 16,-28-22-16,16 5 15,4 0-15,-23-17 16,-7-11-16,-8-4 15,-5-8 1,-15-12-16,14 14 16,-14-14-16,0 25 15,-51 24-15,1 3 16,-50 4-16,-27 6 16,16-13-16,1-1 15,20-12-15,16-6 16</inkml:trace>
  <inkml:trace contextRef="#ctx0" brushRef="#br0" timeOffset="155351.51">10461 11808 0,'0'0'0,"0"0"0,0 0 0,0 0 0,0 0 0,0 0 15,0 0-15,0 0 16,0 0-1,0 0-15,0 0 16,0 0-16,0 0 16,0 0-16,0 0 15,0 0-15,0 0 16,0 0-16,0 0 16,0 0-16,0 0 15,0 0-15,0 0 16,0 0-16,0 0 15,0 0-15,0 0 16,0 0-16,0 0 16,33 21-1,1 1-15,77-3 16,1 0-16,-17-37 16,-13-18-16,19-25 15,12-17-15,-20 12 16,-9 6-1,-10 7-15,-8 6 16,-21 15-16,-15 13 16,-11 7-16,-2-1 15,-17 13-15,18-12 16,-18 12-16,0 0 16,0 0-16,0 0 15</inkml:trace>
  <inkml:trace contextRef="#ctx0" brushRef="#br0" timeOffset="204327.43">13398 824 0,'0'0'0,"0"0"0,0 0 0,0 0 16,0 0-16,0 0 15,0 0 1,0 0-16,0 0 15,0 0-15,0 0 16,0 0-16,0 0 16,0 0-16,0 0 15,19-5-15,-19 5 16,121-19-16,-18 3 16,4-2-16,6 4 15,3-4-15,5 1 16,5-1-16,6-1 15,17-2-15,14-1 16,-25 3 0,-12 0-16,1 1 15,-3 3-15,-27 2 16,-19 6-16,-15-1 16,-16 4-16,-9-2 15,-13 6 1,-25 0-16,29-4 15,-29 4-15,0 0 16,0 0-16,26 0 16,-26 0-16,0 0 15,0 0-15,0 0 16,0 0-16,-21-8 16,-10-6-16,1 3 15,-17-4-15,-8-5 16,-3-2-16,-3 0 15,19 4-15,17 11 16,1-2 0,24 9-16,-30-15 15,30 15-15,-21-7 16,21 7-16,0 0 16,0 0-16,0 0 15,0 0 1,26-32-16,11 14 15,42-23-15,1 2 16,-9 13-16,-4 12 16,-9 12-16,-6 12 15,-8 6-15,-5 15 16,-8-6-16,-2 5 16,-12-10-16,-5 1 15,-5 2-15,-1 2 16,-9 12-16,-3 19 15,-31 36-15,2 1 16,-56-28 0,-33-17-16,84-17 15,3-5-15,-10-3 16,-2-3-16,8 1 16,8 1-16</inkml:trace>
  <inkml:trace contextRef="#ctx0" brushRef="#br0" timeOffset="-155860.6">19919 5452 0,'0'0'0,"0"0"0,0 0 0,0 0 0,0 0 0,0 0 16,0 0-1,0 0-15,0 0 16,0 0-16,0 0 16,0 0-16,0 0 15,0 0-15,0 0 16,36-10-16,0-1 15,80-5-15,2 0 16,-41 7-16,-22 11 16,31-8-16,13 2 15,0-3-15,9 3 16,-4-2-16,2 2 16,-2-2-1,4 4-15,2-1 16,6 3-16,-10 3 15,-3 3-15,-23 0 16,-11 4-16,-12 1 16,-9 2-1,-8-6-15,-7 0 16,-33-7-16,26 5 16,-26-5-16,0 0 15,0 0-15,22 7 16,-22-7-16,0 0 15</inkml:trace>
  <inkml:trace contextRef="#ctx0" brushRef="#br0" timeOffset="-155360.72">21804 4389 0,'0'0'16,"0"0"-16,0 0 15,0 0-15,0 0 16,0 0-16,0 0 16,0 0-16,0 0 15,0 0-15,0 0 16,5 38-16,0-1 16,10 113-1,-1 3-15,-6-100 16,-2 1-16,-1-8 15,1 1-15,-1 6 16,3 6-16,-4 5 16,1 7-1,-2-17-15,1-6 16,-3-11-16,2-6 16,-3-11-16,2-6 15,-2-14-15,0 0 16,28 7-16,-1-9 15</inkml:trace>
  <inkml:trace contextRef="#ctx0" brushRef="#br0" timeOffset="-154798.42">21682 4334 0,'0'0'16,"0"0"-16,0 0 16,0 0-16,0 0 15,0 0-15,0 0 16,0 0-16,0 0 15,0 0-15,0 0 16,0 0-16,0 0 16,33 1-16,1 3 15,71 3-15,0 1 16,-31-4-16,-22 0 16,20 2-1,7 3-15,4-2 16,4-2-16,-13 1 15,-3 1-15,14-1 16,7 0-16,-1 0 16,4 3-1,-26-6-15,-14 1 16,7 2-16,4-3 16,-16 0-16,-10 1 15,-40-4-15,39 2 16,-39-2-16,20 0 15,-20 0-15,0 0 16,0 0-16,24 0 16,-24 0-16,0 0 15,0 0-15,0 0 16,0 0 0,0 0-16</inkml:trace>
  <inkml:trace contextRef="#ctx0" brushRef="#br0" timeOffset="-154204.74">23532 4414 0,'0'0'15,"0"0"-15,0 0 16,0 0-16,0 0 16,0 0-16,0 0 15,0 0-15,0 0 16,0 0-16,0 0 16,0 0-1,0 0-15,0 0 16,0 0-16,0 0 15,0 0-15,0 0 16,0 0-16,0 0 16,0 0-1,0 0-15,0 0 16,0 0-16,0 0 16,0 0-16,0 0 15,0 0-15,0 0 16,0 0-16,0 0 15,0 0-15,0 0 16,0 0-16,0 0 16,0 0-16,0 0 15,0 0-15,0 0 16,0 0-16,0 0 16,0 0-1,0 0-15,0 0 16,0 0-16,0 0 15,0 0-15,0 0 16,0 0 0,0 0-16,0 0 15,0 0-15,0 0 16</inkml:trace>
  <inkml:trace contextRef="#ctx0" brushRef="#br0" timeOffset="-153282.92">23058 4402 0,'0'0'0,"0"0"16,0 0 0,0 0-16,0 0 15,0 0-15,0 0 16,0 0-16,0 0 16,39 2-16,1 0 15,94-4-15,0 0 16,-84 8-16,-1 0 15,6 3-15,4 0 16,-16-2-16,-3-1 16,-13-3-16,-27-3 15,30 6-15,-30-6 16,20 1 0,-20-1-16,0 0 15,24 5-15</inkml:trace>
  <inkml:trace contextRef="#ctx0" brushRef="#br0" timeOffset="-152720.55">23642 4486 0,'0'0'0,"0"0"16,0 0-1,0 0-15,0 0 16,0 0-16,0 0 16,0 0-16,0 0 15,0 0-15,0 0 16,0 0-16,0 0 15,0 0-15,0 0 16,0 0-16,0 0 16,0 0-16,0 0 15,0 0-15,0 0 16,0 0-16,0 0 16,0 0-1,0 0-15,0 0 16,0 0-16,0 0 15,0 0-15,0 0 16,0 0 0,0 0-16,0 0 15</inkml:trace>
  <inkml:trace contextRef="#ctx0" brushRef="#br0" timeOffset="-151564.67">23842 1850 0,'0'0'15,"0"0"-15,0 0 16,0 0-16,0 0 16,0 0-16,0 0 15,0 0-15,0 0 16,0 0-16,0 0 16,0 0-1,0 0-15,0 0 16,0 0-16,1 19 15,0 1-15,8 123 16,1 2-16,-12-42 16,-4-24-1,-6 56-15,-3 31 16,3-31-16,6-10 16,-4 4-16,1 6 15,-4 43-15,4 33 16,1-23-16,2-4 15,0-13-15,2-7 16,-4 63-16,0 43 16,-1-54-16,5-20 15,-3-14-15,2-17 16,-1 10 0,0 2-16,-2 30 15,-1 20-15,1-28 16,0-9-16,0-20 15,4-15-15,-5 24 16,2 15-16,-3 3 16,2 8-16,-1-60 15,1-38 1,-3 36-16,-2 12 16,1-44-16,3-23 15,1-24-15,0-23 16,3-3-16,2-12 15,2-11-15,-1 1 16,2-16-16,0 0 16,0 0-16,0 0 15,36-97-15,-6 10 16</inkml:trace>
  <inkml:trace contextRef="#ctx0" brushRef="#br0" timeOffset="-149596.12">23460 5590 0,'0'0'16,"0"0"-16,0 0 16,0 0-16,0 0 15,0 0-15,0 0 16,0 0-16,0 0 15,0 0-15,0 0 16,15 3-16,-15-3 16,95 12-16,-15-2 15,-16-5-15,-6-2 16,-2 0-16,1-2 16,12-1-1,12 3-15,-5-3 16,2 2-16,-7-2 15,-3 2-15,2-2 16,8 0-16,-18-2 16,-4 2-1,-19-2-15,-11 4 16,-26-2-16,32 0 16,-32 0-16,0 0 15,21 0-15,-21 0 16,0 0-16,0 0 15,0 0-15,0 0 16,0 0-16,21-2 16</inkml:trace>
  <inkml:trace contextRef="#ctx0" brushRef="#br0" timeOffset="-149096.23">24373 4469 0,'0'0'15,"0"0"-15,0 0 16,0 0-16,0 0 16,0 0-16,0 0 15,0 0-15,0 0 16,0 0-16,0 0 16,0 0-1,0 0-15,1 47 16,3-2-16,2 96 15,2 2-15,-8-107 16,2 3-16,-2 5 16,3 8-1,2 16-15,5 16 16,-5-21-16,0-8 16,-2-13-16,2-11 15,-4-4-15,4-7 16,-4-5-16,1-4 15,-2-11-15,0 0 16,0 0-16,0 0 16</inkml:trace>
  <inkml:trace contextRef="#ctx0" brushRef="#br0" timeOffset="-148096.34">24291 4464 0,'0'0'15,"0"0"-15,0 0 16,0 0-16,0 0 16,0 0-16,0 0 15,0 0-15,0 0 16,0 0-16,0 0 16,21 2-1,-21-2-15,138 6 16,-17 1-16,-44-10 15,-25-4-15,15 6 16,6 5 0,-11-7-16,0 3 15,-19-1-15,-10 2 16,-5-1-16,-4 0 16,-1 0-16,-3 0 15,-20 0-15,29 0 16,-29 0-16,0 0 15,22 0-15,-22 0 16,0 0-16,0 0 16,0 0-16,0 0 15,22 0-15,-22 0 16,0 0-16,0 0 16,0 0-1,0 0-15,0 0 16,0 0-16,0 0 15,0 0-15,24-9 16,-24 9-16,22-12 16,-22 12-1,29-16-15,-29 16 16,27-9-16,-27 9 16,0 0-16,30-3 15,-30 3-15,0 0 16,25 3-16,-25-3 15,0 0-15,0 0 16,0 0-16,24 0 16,-24 0-16,0 0 15,0 0-15,21 8 16,-21-8 0,18 14-16,-7 1 15,5 5-15,7 17 16,-1 3-16,0 32 15,1 28-15,-8-30 16,0-9 0,-5 10-16,-3 3 15,-5 18-15,-2 15 16,-1-29-16,0-10 16,-2-18-16,2-13 15,0-9-15,1-9 16,-2-4-16,2 2 15,-1-3-15,1 3 16,-2-5-16,2-12 16</inkml:trace>
  <inkml:trace contextRef="#ctx0" brushRef="#br0" timeOffset="-126256.91">21443 76 0,'0'0'0,"-3"-6"16,3 6-16,0 0 15,0 0-15,0 0 16,0 0 0,0 0-16,0 0 15,0 0-15,0 0 16,0 0-16,0 0 15,0 0-15,0 0 16,0 0-16,0 0 16,0 0-16,0 0 15,0 0-15,0 0 16,0 0-16,0 0 16,0 0-16,0 0 15,0 0-15,0 0 16,0 0-1,0 0-15,0 0 16,0 0-16,0 0 16,0 0-16,0 0 15,0 0-15,0 0 16,0 0-16,0 0 16,0 0-1,0 0-15,0 0 16,0 0-16,0 0 15,0 0-15,0 0 16,0 0-16,0 0 16,2 174-16,5 4 15,-2-53-15,1-33 16,-4-68-16,1 5 16,-1-9-16,-1 0 15,1 0-15,-1 12 16,1-6-16,0 5 15,-1-6 1,2 1-16,-2-2 16,4-3-16,-2-1 15,4 5-15,-4-3 16,0 4 0,-1-4-16,1 3 15,0 2-15,1 2 16,-4-4-16,0 2 15,0-9-15,0-4 16,0-14-16,2 19 16,-2-19-16,2 17 15,-2-17-15,3 20 16,-2-7-16,1 6 16,-2 3-16,2 8 15,-1 0-15,2 8 16,-1-5-1,0 4-15,-1 0 16,1 2-16,-1-3 16,2-4-16,-3-5 15,2-4-15,-2-2 16,1 2 0,-1-7-16,0-2 15,0 5-15,2 4 16,-2 6-16,3 6 15,-1-2-15,1 3 16,-2-2-16,4 6 16,-2-1-16,2 4 15,-1-7-15,1-2 16,-2 0-16,4-1 16,-2-7-16,1-1 15,0-6-15,-1-5 16,-1 3-1,1 4-15,2 4 16,3 7-16,-2-1 16,2 3-16,-2-3 15,2 4-15,-2-4 16,0 2-16,0-2 16,0 0-1,-3-4-15,1-2 16,-3-5-16,0-2 15,-1 0-15,2-2 16,-2-2-16,1 1 16,-1-3-16,-1 4 15,1-4-15,-1 4 16,1-1-16,0 3 16,-1 0-16,2 7 15,-1-2-15,1 2 16,-1-5-16,2 3 15,-2-2 1,1 0-16,-2-5 16,1 0-16,0-3 15,-1 2-15,-1-15 16,2 22 0,-2-22-16,1 17 15,-1-17-15,0 0 16,0 15-16,0-15 15</inkml:trace>
  <inkml:trace contextRef="#ctx0" brushRef="#br0" timeOffset="-106682.48">17259 1080 0,'0'0'0,"0"0"16,0 0-16,0 0 15,0 0-15,0 0 16,0 0 0,0 0-16,0 0 15,0 0-15,0 0 16,0 0-16,0 0 16,0 0-16,0 0 15,0 0-15,0 0 16,0 0-16,0 0 15,0 0-15,0 0 16,0 0-16,0 0 16,0 0-16,0 0 15,0 0-15,0 0 16,0 0 0,0 0-16,0 0 15,0 0-15,0 0 16,0 0-16,28-25 15,4 0-15,77-20 16,3 2 0,-21 25-16,-11 16 15,14-17-15,8-2 16,0 9-16,5 5 16,-9-2-16,-5 0 15,-8 3-15,-2 4 16,-10-2-16,-5 2 15,-19 0-15,-13 2 16,-6-2-16,-6 4 16,-24-2-16,29 2 15,-29-2 1,0 0-16,22 0 16,-22 0-16,0 0 15,0 0-15,0 0 16,0 0-16,0 0 15,0 0-15,0 0 16,0 0 0,0 0-16,0 0 15,0 0-15,0 0 16,0 0-16,0 0 16,0 0-16,0 0 15,0 0-15,0 0 16,0 0-16,0 0 15,0 0-15,0 0 16,0 0-16,0 0 16,0 0-16,0 0 15,0 0 1,0 0-16,0 0 16,0 0-16,21 38 15,-17-6-15,-2 16 16,3 13-16,-2-4 15,0 0 1,-1-15-16,1-7 16,-2 3-16,3 3 15,-3 2-15,2 5 16,0-11-16,-1-4 16,-1 4-16,1 5 15,-1-5-15,1 2 16,-2-10-16,2-6 15,-2-5-15,1 1 16,-1-4-16,0-3 16,0-12-16,0 19 15,0-19 1,0 0-16</inkml:trace>
  <inkml:trace contextRef="#ctx0" brushRef="#br0" timeOffset="-105807.47">17226 1108 0,'0'0'16,"0"0"-16,0 0 15,0 0-15,0 0 16,0 0-16,0 0 15,0 0-15,0 0 16,12 22-16,0-3 16,13 29-16,1 0 15,-11-1 1,-5 5-16,-2 12 16,-1 15-16,-4-15 15,-2-5-15,1-13 16,0-7-16,-2-9 15,2-10 1,-2-3-16,0-5 16,0-12-16,2 22 15,-2-22-15,0 17 16,0-17-16,0 0 16,0 15-16,0-15 15,0 0-15,0 0 16,0 13-16,0-13 15,0 0-15,0 0 16,0 12-16,0-12 16,0 0-16,0 0 15,0 0 1,0 0-16,0 0 16,0 0-16,-85 18 15,19-6-15,-35-1 16,-22 3-16,15-6 15,1 3 1,13-5-16,12 2 16,16-4-16,18 1 15,10-3-15,13-1 16,25-1-16,-25 0 16</inkml:trace>
  <inkml:trace contextRef="#ctx0" brushRef="#br0" timeOffset="-104932.6">18937 1860 0,'0'0'0,"0"0"16,0 0-16,0 0 16,0 0-16,0 0 15,0 0-15,0 0 16,0 0-16,0 0 15,0 0 1,0 0-16,0 0 16,31-1-16,2-1 15,78-2-15,-1 1 16,-27-1-16,-17 0 16,9-2-16,-1 1 15,-22 2-15,-16 3 16,-8-2-16,-28 2 15,29 0-15,-29 0 16,0 0-16,22 0 16,-22 0-16,0 0 15,0 0 1,23 0-16</inkml:trace>
  <inkml:trace contextRef="#ctx0" brushRef="#br0" timeOffset="-104370.08">19530 747 0,'0'0'0,"-5"12"15,5-12 1,0 0-16,0 0 16,0 0-16,0 0 15,0 0-15,0 0 16,0 0-16,0 0 16,0 0-16,0 0 15,-1 103-15,4-14 16,6 41-16,8 31 15,-9-96-15,1-1 16,1 37-16,3 25 16,-8-74-1,2 1-15,-4-19 16,0-9-16,-1-3 16,1 1-16,-1-4 15,-1-1-15,-1-5 16,0-13-16,0 0 15,2 14 1</inkml:trace>
  <inkml:trace contextRef="#ctx0" brushRef="#br0" timeOffset="-103729.6">19508 798 0,'0'0'16,"0"0"-16,0 0 15,0 0-15,0 0 16,0 0-16,0 0 15,0 0-15,0 0 16,16-2-16,-16 2 16,114-15-16,-15 3 15,-21 3 1,-10 6-16,-9-7 16,-6 7-16,-19-1 15,-10 4-15,-3-5 16,-21 5-16,37-1 15,-37 1 1,34 1-16,-34-1 16,32 0-16,-32 0 15,21 5-15,-21-5 16,0 0-16,0 0 16,22 4-16,-22-4 15,0 0-15,0 0 16,0 0-16,0 0 15,0 0-15,0 0 16</inkml:trace>
  <inkml:trace contextRef="#ctx0" brushRef="#br0" timeOffset="-103338.95">20377 757 0,'0'0'16,"-1"-5"-16,1 5 15,0 0-15,0 0 16,0 0-16,0 0 16,0 0-16,0 0 15,-37 122-15,2-7 16,0 8-16,1 11 15,24-73-15,2 1 16,-11 34-16,-4 27 16,7-22-16,4-4 15,1-2 1,4-1-16,1-9 16,0-1-16,3-30 15,1-21-15,-1-7 16,3-5-16,-2-6 15,2-15 1,2 17-16,-2-17 16,0 0-16,6 16 15</inkml:trace>
  <inkml:trace contextRef="#ctx0" brushRef="#br0" timeOffset="-102833.02">20162 1894 0,'0'0'15,"0"0"-15,0 0 16,0 0 0,0 0-16,0 0 15,0 0-15,0 0 16,0 0-1,25 10-15,-1 0 16,122 24-16,0-1 16,-54-25-16,-32-16 15,22 14-15,6 5 16,-32-11-16,-16-6 16,-5 5-16,-8-1 15,-5 0-15,-22 2 16,28-5-16,-28 5 15,0 0-15,22-4 16,-22 4-16,0 0 16,30-16-1,-30 16-15</inkml:trace>
  <inkml:trace contextRef="#ctx0" brushRef="#br0" timeOffset="-102411.24">20979 791 0,'0'0'16,"13"12"-16,0 2 15,-13-14-15,0 0 16,0 0-16,0 0 15,0 0-15,0 0 16,-9 39-16,-1 2 16,-18 89-16,1 3 15,18-88 1,3 3-16,-5 22 16,-3 21-16,-1 4 15,1 15-15,5-44 16,7-23-1,-1-1-15,3-5 16,-1-8-16,2-5 16,-1-24-16,2 20 15,-2-20-15,0 0 16,8-17-16,-1 0 16</inkml:trace>
  <inkml:trace contextRef="#ctx0" brushRef="#br0" timeOffset="-101645.62">20801 810 0,'0'0'0,"0"0"16,0 0-16,0 0 15,0 0-15,0 0 16,0 0-1,0 0-15,0 0 16,31-2-16,2 2 16,49-1-16,3-3 15,-52 4-15,1 0 16,-9-1-16,-4 1 16,-21 0-16,22 0 15,-22 0-15,0 0 16,0 0-16,22 0 15,-22 0-15,0 0 16,0 0-16,0 0 16,0 0-1,22 1-15,-22-1 16,0 0-16,0 0 16,0 0-16,0 0 15,0 0-15,0 0 16,0 0-16,0 0 15,0 0 1,0 0-16,0 0 16,21 7-16,-21-7 15,0 0-15,0 0 16,0 0-16,0 0 16,13 66-16,-5-8 15,0 27-15,3 22 16,-3-25-16,0-10 15,1 28-15,2 15 16,-5-25-16,-1-9 16,-5-25-16,0-16 15,-5 7 1,1 4-16,-4 8 16,1 9-16,-3-4 15,0 2-15,2-17 16,1-5-1,3-22-15,1 2 16,3-24-16,-3 20 16,3-20-16,-2 15 15,2-15-15,-1 12 16,1-12-16,0 0 16,0 0-16,0 0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12:37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5337 8080 0,'0'0'0,"0"0"0,0 0 0,0 0 16,0 0-16,0 0 15,0 0-15,14-9 16,-14 9-16,117-68 15,-13 11-15,-3-4 16,-1 4 0,3-3-16,4 3 15,-14 17-15,-5 10 16,3-2-16,3 0 16,-24 11-16,-16 5 15,-9 4-15,-9 8 16,-15 4-16,-21 0 15</inkml:trace>
  <inkml:trace contextRef="#ctx0" brushRef="#br0" timeOffset="343.89">5450 8281 0,'0'0'16,"0"0"-16,0 0 15,0 0-15,0 0 16,18-9-16,-18 9 16,123-39-16,-21 6 15,-5-2-15,1-1 16,16-15-16,12-8 15,-23 10-15,-4 8 16,-14 0-16,-7 4 16,-18 7-16,-16 12 15,0-3 1,-7 7-16,0 5 16,-3 9-16</inkml:trace>
  <inkml:trace contextRef="#ctx0" brushRef="#br0" timeOffset="1109.47">6405 10799 0,'0'0'0,"0"0"16,0 0 0,0 0-16,0 0 15,0 0-15,0 0 16,0 0-16,0 0 16,41-45-16,1-2 15,125-107-15,1-2 16,-104 113-16,0 0 15,93-11-15,0 2 16,-38 5-16,-29 6 16,15-1-16,7 3 15,-37 8 1,-20 10-16,-10 2 16,-10 7-16,-35 12 15,32-9-15</inkml:trace>
  <inkml:trace contextRef="#ctx0" brushRef="#br0" timeOffset="1468.89">6774 10867 0,'0'0'15,"0"0"-15,0 0 16,0 0-16,0 0 16,0 0-16,0 0 15,38-6-15,2-1 16,142-53 0,1 2-16,-102 5 15,1 1-15,26-4 16,21-2-16,-43 14 15,-24 8-15,-11 9 16,-15 11 0,-4 0-16,-7 2 15,-25 14-15,26-14 16,-26 14-16,0 0 16,0 0-16,0 0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13:29.6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1762 5032 0,'0'0'0,"0"0"0,0 0 0,0 0 0,0 0 0,0 0 15,0 0-15,0 0 16,0 0-16,0 0 16,0 0-16,0 0 15,0 0-15,0 0 16,0 0 0,0 0-16,0 0 15,0 0-15,0 0 16,0 0-16,0 0 15,0 0-15,0 0 16,42 2-16,-1 0 16,119 3-16,3 1 15,-94-6-15,2 2 16,26-2-16,22 4 16,-18-4-16,-3 2 15,-4-2 1,-3 2-16,-13-2 15,-11 2-15,-10-2 16,-9 2-16,-7-2 16,-3 3-16,-12-3 15,-4 0-15,-22 0 16,24 3 0,-24-3-16,0 0 15,0 0-15,0 0 16</inkml:trace>
  <inkml:trace contextRef="#ctx0" brushRef="#br0" timeOffset="2125.6">1856 9140 0,'0'0'0,"0"0"0,0 0 15,0 0 1,0 0-16,0 0 15,0 0-15,0 0 16,0 0-16,0 0 16,0 0-16,0 0 15,0 0-15,0 0 16,0 0-16,0 0 16,0 0-1,0 0-15,0 0 16,17-5-16,-17 5 15,122-28-15,-15 8 16,-17 2-16,-9 9 16,12-4-16,4 4 15,-14-4-15,-9 5 16,-1-3-16,-3 5 16,-4-2-16,-4 1 15,-12 1-15,-9 2 16,-8 0-1,-4 4-15,-8-2 16,-21 2-16,30-4 16,-30 4-16,0 0 15,0 0-15,21 0 16,-21 0 0,0 0-16,0 0 15,0 0-15,0 0 16,0 0-16,23 0 15,-23 0-15,0 0 16,0 0-16,0 0 16,0 0-16,0 0 15,0 0-15,0 0 16,0 0-16,0 0 16,0 0-16,0 0 15,0 0-15,0 0 16,0 0-1,0 0-15,0 0 16,0 0-16,0 0 16,0 0-16,0 0 15,0 0-15,0 0 16,0 0 0,0 0-16,0 0 15,0 0-15,0 0 16,0 0-16,0 0 15,0 0-15,0 0 16,0 0-16,0 0 16,0 0-16,0 0 15,0 0-15,0 0 16,0 0-16,0 0 16,0 0-16,0 0 15,0 0-15,0 0 16,0 0-1,0 0-15,0 0 16,0 0-16,0 0 16,0 0-16,0 0 15,0 0-15,0 0 16,0 0-16,0 0 16,0 0-1,0 0-15,0 0 16,0 0-16,0 0 15,0 0-15,0 0 16,0 0-16,0 0 16,0 0-16,0 0 15,0 0-15,0 0 16,0 0-16,0 0 16,0 0-16,0 0 15,0 0-15,17 12 16,-17-12-16,0 0 15,0 0 1,0 0-16,0 0 16,0 0-16,0 0 15,0 0-15,0 0 16,0 0 0,0 0-16,0 0 15,0 0-15,0 0 16,0 0-16,0 0 15,0 0-15,0 0 16,0 0-16,0 0 16,0 0-16,0 0 15,0 0-15,0 0 16,0 0-16,0 0 16,0 0-16,0 0 15,0 0-15,0 0 16,0 0-1,0 0-15,0 0 16,0 0-16,0 0 16,0 0-16,0 0 15,0 0-15,0 0 16,0 0 0,0 0-16,0 0 15,0 0-15,0 0 16,0 0-16,0 0 15,0 0-15,0 0 16,0 0-16,0 0 16,0 0-16,0 0 15,0 0-15,0 0 16,0 0-16,0 0 16,0 0-16,0 0 15</inkml:trace>
  <inkml:trace contextRef="#ctx0" brushRef="#br0" timeOffset="9827.78">11179 6370 0,'0'0'16,"0"0"-16,0 0 15,0 0-15,0 0 16,0 0-16,0 0 15,0 0-15,0 0 16,-29-23-16,2 3 16,-39-19-16,1-1 15,14 15-15,15 11 16,-14-4-16,-5 2 16,-14 2-16,-10 3 15,7-3 1,0-1-16,4 3 15,2 6-15,-19-2 16,-10 2-16,6 8 16,-1 6-16,-7 7 15,-4 5 1,-1 1-16,1 5 16,6-3-16,10 2 15,-4 2-15,2 6 16,-3 5-16,-2 5 15,-8 0-15,-2 5 16,32-16-16,18-7 16,1-2-16,4-1 15,-2-2-15,1 3 16,5-5-16,6 3 16,3 8-16,2 8 15,2 19 1,5 16-16,1-14 15,5-4-15,6-10 16,8-5-16,4 8 16,8 5-16,5 18 15,6 15-15,6-10 16,7 1 0,8-18-16,7-11 15,4-8-15,8-3 16,9-3-16,12 1 15,7-2-15,12-1 16,-6-8-16,-2-5 16,11-4-16,4 1 15,-4-4-15,4-1 16,1-3-16,2-3 16,0-3-16,3-1 15,-3 0-15,-2 0 16,-1-5-1,2-2-15,3-3 16,6-1-16,-5-1 16,-1 0-16,-12-2 15,-6-2-15,-7 0 16,-5 2 0,6-3-16,4 1 15,-11-1-15,-8 1 16,-8-3-16,-6 2 15,13-12-15,5-6 16,-7-9-16,-4-3 16,-14 0-16,-9 1 15,-9 5-15,-5 5 16,-3 3-16,-4 7 16,-1-5-16,-2-1 15,-7-9 1,0-7-16,-5-5 15,1-3-15,-10-6 16,-3-4-16,-3 12 16,-7 9-16,0 5 15,-5 9-15,-17-10 16,-14 0 0,0-7-16,-2-3 15,5 9-15,8 9 16,-12-8-16,-4 1 15,-12-1-15,-8 0 16,7 10-16,6 9 16,-5 0-16,-1 4 15,-5-1-15,-8 6 16,18 3-16,5 7 16,3-2-16,7 5 15,-14 0-15,-4 6 16,3 3-1,3 5-15,12-4 16,9 3-16,-3-2 16,6 1-16,-3-2 15,-1 5-15,7-7 16,6 2 0,-1-2-16,1 3 15,4-4-15,3 2 16,23-9-16,0 0 15,-27 10-15,27-10 16,-20 12-16,20-12 16</inkml:trace>
  <inkml:trace contextRef="#ctx0" brushRef="#br0" timeOffset="22637.72">16352 5677 0,'0'0'0,"0"0"16,0 0 0,0 0-16,0 0 15,0 0-15,0 0 16,0 0-16,0 0 16,0 0-16,0 0 15,0 0-15,0 0 16,0 0-16,0 0 15,0 0-15,0 0 16,0 0-16,0 0 16,0 0-16,0 0 15,0 0-15,0 0 16,0 0 0,0 0-16,0 0 15,0 0-15,30-18 16,-2 1-16,58-11 15,2-2-15,-33 16 16,-14 11-16,17-3 16,8 3-1,0 0-15,3 7 16,-8-5-16,-3-2 16,3 1-16,5 4 15,5-4-15,9 2 16,-6-1-16,2 2 15,14-1-15,9 0 16,-5 0-16,2 0 16,-7 0-16,1 0 15,5 0-15,8 2 16,-11-2-16,-1 4 16,3-2-1,6 4-15,-4-2 16,3 3-16,3-3 15,8 4-15,-13-1 16,-2 1 0,2-2-16,5 4 15,-7-4-15,3 3 16,2-3-16,8 4 16,-5-1-16,0 0 15,2-2-15,2 2 16,-6-2-16,0 2 15,-2-2-15,0-1 16,-3-4-16,0 2 16,-3-2-16,2 0 15,5-2-15,6 0 16,5 0 0,5 2-16,-11-4 15,-4 2-15,-5-4 16,-5 1-16,3-3 15,4 3-15,-7-4 16,-2 3 0,3-2-16,5 2 15,-10-2-15,-2 5 16,-6-3-16,-1 4 16,5-4-16,4 2 15,-19-2-15,-12 4 16,2-2-16,0 0 15,7 0-15,6 0 16,-18-1-16,-7 3 16,-12-1-16,-9 1 15,-3-3-15,-22 3 16,35 3 0,-35-3-16,0 0 15,28 1-15,-28-1 16,0 0-16</inkml:trace>
  <inkml:trace contextRef="#ctx0" brushRef="#br0" timeOffset="24152.99">16454 7468 0,'0'0'16,"0"0"-16,0 0 15,0 0-15,0 0 16,0 0-16,0 0 16,0 0-16,0 0 15,0 0-15,0 0 16,17 8 0,-17-8-16,71 31 15,-16-6-15,-13-11 16,-5-3-16,12-3 15,8 2-15,4-4 16,8 1-16,-6-1 16,-2 4-1,9-4-15,4 1 16,9 0-16,10-2 16,-11-1-16,-2 3 15,19-4-15,14 6 16,-14-7-16,-2 0 15,6-4-15,6 2 16,-3-4-16,3 1 16,-7-1-16,0 2 15,0-3-15,3 4 16,2-3-16,0 2 16,-3-2-1,2 3-15,3-4 16,3 3-16,-9-2 15,-5 1-15,-1-1 16,1 2 0,1-2-16,2 4 15,5 0-15,5 2 16,-15-2-16,-5 2 16,3-2-16,3 2 15,4-2-15,7 3 16,-12-3-16,-2 1 15,3-1-15,4 4 16,-17-1-16,-9-1 16,16 0-16,10 2 15,-8-1-15,-2 0 16,3-1 0,3 5-16,-4-6 15,-2 4-15,-3-4 16,-1 4-16,0-3 15,1 2-15,-8-2 16,-3 0 0,11 1-16,6-2 15,-11 2-15,-3-1 16,-9-2-16,-7 1 16,10-1-16,6 0 15,-16-1-15,-6-1 16,-8-1-16,-7 2 15,7-4-15,2 3 16,1-2-16,0 0 16,-13 0-16,-9 1 15,-9 0-15,-22 3 16,27-4 0,-27 4-16,0 0 15,20-1-15,-20 1 16,0 0-16,0 0 15,0 0-15</inkml:trace>
  <inkml:trace contextRef="#ctx0" brushRef="#br0" timeOffset="35916.6">882 3401 0,'0'0'0,"0"0"15,0 0-15,0 0 16,0 0-16,0 0 16,0 0-16,0 0 15,0 0 1,0 0-16,0 0 15,0 0-15,0 0 16,12 37-16,0 0 16,13 123-16,2 1 15,-27-114-15,2 1 16,-4 23-16,0 15 16,1-3-16,1 5 15,0-54-15,0 0 16,0-19-16,0 2 15,0-17 1,0 0-16,0 0 16,-7-21-16,-21-63 15,0 5-15,6 17 16,8 16-16,-10-26 16,-2-10-1,10-18-15,8-11 16,2 42-16,9 26 15,0-2-15,0 9 16,2-10-16,1-1 16,4 5-16,4 0 15,11-6-15,9 0 16,18 0-16,19 3 16,-2 8-16,8 10 15,-21 13-15,-9 16 16,-12 14-16,-10 18 15,-11 15 1,-7 20-16,-17-9 16,-12 1-16,-19 12 15,-14 9-15,-3 20 16,-4 15-16,19-44 16,13-25-16,12-22 15,2 3 1,2-10-16,4-5 31,10-14-31,0 0 16</inkml:trace>
  <inkml:trace contextRef="#ctx0" brushRef="#br0" timeOffset="36385.24">1603 3055 0,'0'0'0,"0"0"16,0 0-16,0 0 16,0 0-16,0 0 15,0 0-15,0 0 0,0 0 16,0 0-16,0 0 31,0 0-31,0 0 16,0 0-16,0 0 0,0 0 0,0 0 15,0 0-15,0 0 32,0 0-32,0 0 15,14 34-15,-1-1 16,7 18-16,8 15 0,-12-28 0,-4-14 15,-1 3 1,2-2-16,-1 4 16,0 2-16,-1 11 31,3 8-31,-5-7 0,-1 0 0,0-7 16,-4-3-1,-2-1-15,0 3 16</inkml:trace>
  <inkml:trace contextRef="#ctx0" brushRef="#br0" timeOffset="37463.23">889 7271 0,'0'0'0,"0"0"16,0 0-16,0 0 15,0 0 1,0 0-16,0 0 15,0 0-15,0 0 16,0 0-16,0 0 16,14 46-16,2 1 15,18 69-15,2 2 16,-15-33-16,-12-21 16,-1 33-16,0 17 15,-5-65-15,2 1 16,-4-4-16,-1-3 15,0-7 1,0-4-16,-1-15 16,1-1-16,0-16 15,0 0-15,0 0 16,0 0-16,-29-28 16,6-9-1,-16-46-15,-1 3 16,14 7-16,10 8 15,8 16-15,8 13 16,2-9-16,6 0 16,4-21-16,6-11 15,2 13-15,5 6 16,-5 10-16,-1 11 16,3 2-16,3 8 15,5 8-15,8 14 16,-10-2-16,-2 9 15,0 4 1,4 11-16,-2 16 16,2 18-16,-12-5 15,-5 6-15,-11-9 16,-9 1-16,-18 20 16,-11 18-16,0 11 15,-3 17 1,-5-39-16,0-17 15,9-17-15,10-13 16,25-24-16,-11 12 16</inkml:trace>
  <inkml:trace contextRef="#ctx0" brushRef="#br0" timeOffset="37931.76">1581 7296 0,'0'0'0,"0"0"16,0 0-16,0 0 16,0 0-1,0 0-15,0 0 16,0 0-16,0 0 15,16-13-15,-16 13 16,86-47-16,-15 12 16,-15 8-16,-6 12 15,-11 1-15,-7 12 16,-32 2-16,31 19 16,-21 37-16,-1 0 15,-12 24-15,-8 19 16,3-64-16,2 2 15,-2-13 1,3-10-16,1-2 16,4-12-16,-4 16 15,4-16-15,35 0 16,-4-3-16,153-129 16,1 1-1,-58 46-15,-34 31 16,13-11-16,0 5 15,-28 20-15,-15 20 16</inkml:trace>
  <inkml:trace contextRef="#ctx0" brushRef="#br0" timeOffset="80076.16">16163 4805 0,'0'0'0,"13"16"0,1 3 0,-14-19 0,0 0 0,0 0 16,0 0-1,10 30-15,-1 0 16,19 148-16,2 2 16,-21-61-16,-15-34 15,12 27-15,4 6 16,-10-19-16,-2-8 15,2-56-15,0 1 16,0-21-16,0 3 16,0-18-16,0 13 15</inkml:trace>
  <inkml:trace contextRef="#ctx0" brushRef="#br0" timeOffset="80920.24">16115 4931 0,'0'0'16,"0"0"-16,0 0 16,0 0-16,0 0 15,0 0-15,0 0 16,53 4-16,0 0 15,184-11-15,1 2 16,-68-2-16,-41 4 16,88-16-16,48-8 15,-31 1-15,0-2 16,14-3-16,9 3 16,10-4-16,11 1 15,-5 0 1,1 2-16,4-2 15,3 4-15,5 2 16,7 1-16,-6 3 16,2 5-1,-5 4-15,-3 2 16,-20 7-16,-10 3 16,-21-2-16,-16 4 15,-24-2-15,-20 3 16,-25-3-16,-22 0 15,-15 0-15,-17 0 16,-24 0-16,-22 0 16,-19 0-16,-1 0 15,-25 0-15,35 0 16,-35 0-16,41 0 16,-13 3-1,8 5-15,5 21 16,3 17-16,-6 24 15,-1 23-15,-7-27 16,-3-10-16,-2 12 16,-2 6-16,5 36 15,7 27 1,-10-42-16,-3-17 16,-5-7-16,-1-12 15,2 14-15,2 4 16,-9-21-16,-2-17 15,-6-16-15,2-1 16,-5-22-16,3 19 16,-3-19-16,-2 12 15,-18 0-15,-2 1 16,-78 2-16,1-2 16,-110-2-16,3 2 15,-13-12 1,-4-2-16,-8 5 15,-6 4-15,21 11 16,13 8-16</inkml:trace>
  <inkml:trace contextRef="#ctx0" brushRef="#br0" timeOffset="82576.22">23497 6597 0,'0'0'0,"0"0"16,0 0-16,32 3 15,1-1-15,17 0 16,13 3-16,-63-5 16,25 3-1,-25-3-15,0 0 16,-25 0-16,0 2 16,-128-2-16,3 0 15,-53-5-15,-32 0 16,9 1-16,-5 1 15,-22-1-15,-16 0 16,-12-4-16,-12-1 16,0-5-16,1-3 15,-9 3-15,-5 4 16,-14 6-16,-5 9 16,-8 8-1,-4 9-15,4-7 16,3 0-16,2 2 15,6 1-15,11 2 16,14 2-16,32-4 16,30 1-1,40-5-15,36 0 16,30-5-16,35-1 16,13-6-16,21 0 15,14-2-15,18 0 16,3 0-16,25 0 15,-23 0-15,23 0 16,0 0-16,0 0 16,0 0-16,0 0 15,-5 25-15,19 1 16,25 56-16,0 0 16,2 8-1,4 4-15,-16 17 16,-6 14-16,-18-20 15,-11-3-15,-5-13 16,-2-7-16,-7-3 16,-3-1-1,10-42-15,3 1 16,0-14-16,5-4 16,5-19-16,-7 18 15,7-18-15,0 0 16,-4 12-16,4-12 15,0 0-15,0 0 16,39 14-16,-4-7 16,80 15-16,3 3 15,36-1-15,26 2 16,-3-8-16,9-1 16,28-5-1,23 0-15,3-7 16,11-1-16,10-1 15,12-3-15,13 0 16,13 1-16,5-1 16,10 2-1,3 2-15,5 8 16,4 16-16,4 18 16,-4-14-16,1 3 15,-12-1-15,-6-1 16,-16-4-16,-14 0 15,-11-4-15,-12-3 16,-22-9-16,-18-5 16,-106-23-16,-1 1 15,-39 0-15,-23-1 16,-25 7-16,0-1 16,-22 9-1,0 0-15,22-9 16,-22 9-16,0 0 15,0 0-15,24-19 16,-24 19-16,31-56 16,-8 10-16,6-28 15,3-15 1,-5-19-16,0-13 16,-3 21-16,-1 12 15,0-10-15,-2 3 16,5-24-16,3-15 15,-12 27-15,-1 13 16,-1-25-16,-5-9 16,-7 26-16,-3 16 15,-6-9-15,-4 1 16,-2 12-16,1 12 16,6 43-1,0 2-15,0 9 16,5 16-16,-5-21 15,5 21-15,-5-17 16,5 17-16,0 0 16,-2-12-1,2 12-15,0 0 16,0 0-16,0 20 16,0-20-16,0 21 15,-3-8-15,0 3 16,-50 32-16,0 1 15,-192 25-15,0 1 16,-60-37-16,-40-22 16,-77 48-16,-66 29 15</inkml:trace>
  <inkml:trace contextRef="#ctx0" brushRef="#br0" timeOffset="146396.96">19302 7352 0,'0'0'0,"0"0"0,0 0 0,0 0 15,0 0-15,0 0 16,0 0-16,0 0 16,0 0-1,0 0-15,0 0 16,0 0-16,0 0 16,0 0-16,0 0 15,0 0-15,0 0 16,0 0-16,0 0 15,0 0-15,0 0 16,-12-4-16,12 4 16,-126-13-16,15 7 15,-45 29-15,-26 22 16,-5-6-16,-10 7 16,-6 6-1,-5 10-15,-20 0 16,-15 8-16,-11 26 15,-7 22-15,-15-3 16,-12 10-16,-18 11 16,-16 15-16,3 4 15,0 8 1,7-10-16,9 0 16,-3 4-16,5 6 15,14-16-15,11-4 16,8-4-16,12-5 15,10-8-15,14-6 16,17-14-16,19-9 16,15-11-16,18-5 15,20-13-15,24-10 16,-5-2-16,11-4 16,15-14-16,17-10 15,1-3 1,14-3-16,6-6 15,9 2-15,23-12 16,3 1-16,25-7 16,-28 10-16,28-10 15,-26 5 1,26-5-16,0 0 16,0 0-16,-22 6 15,22-6-15,0 0 16</inkml:trace>
  <inkml:trace contextRef="#ctx0" brushRef="#br0" timeOffset="146678.29">10561 10744 0,'0'0'15,"0"0"-15,0 0 16,0 0-16,0 0 16,0 0-16,0 0 15,0 0 1,0 0-16,0 0 15,0 0-15,-12 24 16,-2-1-16,-31 86 16,-3 2-1,15-32-15,11-17 16,-1-15-16,2-9 16,11-20-16,1 1 15,9-19-15,0 17 16,42-12-16,1-3 15,162-127-15,-2 0 16</inkml:trace>
  <inkml:trace contextRef="#ctx0" brushRef="#br0" timeOffset="148178.06">15522 2532 0,'0'0'16,"0"0"-16,0 0 16,0 0-16,0 0 15,0 0-15,0 0 16,43 21-16,0 2 16,150 93-1,-1 2-15,-119-78 16,-1 5-16,90 68 15,3 1-15,-43-13 16,-23-6-16,47 32 16,22 19-1,-21-16-15,-4 0 16,-6-7-16,-2-4 16,-11-9-16,-8-4 15,-20-28-15,-15-16 16,15-6-16,8-8 15,-12 1-15,-1 4 16,-20-16-16,-13-6 16,-17-11-16,-15-4 15,-26-16-15,28 18 16,-28-18-16,0 0 16,21 12-1,-21-12-15,0 0 16,0 0-16,-11-26 15,0 4-15,-1-17 16,2-7-16,-1 8 16,2 10-16,2-5 15,4 1 1,0 2-16,1 1 16,-1 2-16,2 2 15,-7-4-15,0-2 16,-18-4-16,-12-2 15,8 10-15,2 6 16,-2 6-16,0 10 16,2 10-16,6 10 15,1 4-15,6 8 16,2-2-16,5 4 16,8 8-1,8 10-15,27 30 16,1-1-16,-5 1 15,1-1-15,-4-16 16,2-6-16,-5-13 16,-2-8-1,-7-8-15,0-8 16,-7-4-16,-9-13 16,0 0-16,10 12 15,-10-12-15,-32 3 16,-202 39-16,1 1 15</inkml:trace>
  <inkml:trace contextRef="#ctx0" brushRef="#br0" timeOffset="204227.89">11219 3939 0,'0'0'0,"0"0"0,0 0 0,0 0 0,0 0 0,0 0 16,0 0-16,0 0 15,0 0-15,0 0 16,0 0-16,11 10 16,-1 3-1,72 67-15,-3 3 16,0-9-16,0 1 15,13-5-15,12 2 16,-1 4-16,7 5 16,0 1-16,5-1 15,-2 0-15,0 4 16,-12-19-16,-6-6 16,8 2-16,6 0 15,-15-9-15,-4 0 16,-9-8-16,-3-3 15,-27-16 1,-15-10-16,-9-1 16,-5-2-16,-22-13 15,34 17-15,-34-17 16,0 0-16,27 15 16,-27-15-1,0 0-15,0 0 16,0 0-16,0 0 15,0 0-15,0 0 16,0 0-16,14-16 16,-17-13-16,0 2 15,0-16-15,-2-11 16,3 8-16,1 3 16,-1 8-16,2 11 15,-3 3-15,3 21 16,3-21-16,-3 21 15,0 0 1,0-14-16,0 14 16,0 0-16,0 0 15,0 0-15,0 0 16,0 23-16,-3 10 16,3 1-1,0 6-15,0 4 16,-7-1-16,-2 6 15,-30 3-15,-22 6 16,13-4-16,-2 3 16,3-7-16,5 0 15,2 0-15,4 4 16</inkml:trace>
  <inkml:trace contextRef="#ctx0" brushRef="#br0" timeOffset="206102.62">10610 3068 0,'0'0'0,"0"0"0,0 0 15,0 0 1,0 0-16,0 0 16,0 0-16,0 0 15,0 0-15,0 0 16,0 0-16,15 25 16,1 2-1,57 103-15,1 0 16,-36-72-16,1 2 15,-5-2-15,0 0 16,-17-36-16,-4 4 16,-13-26-16,14 22 15,-14-22-15,0 0 16,0 0-16,5-24 16,7-51-16,-2 1 15,-1-30-15,-1-14 16,-3 22-1,2 8-15,-6 51 16,1 1-16,-2 21 16,0-2-16,0 17 15,0-17-15,0 17 16,0 0-16</inkml:trace>
  <inkml:trace contextRef="#ctx0" brushRef="#br0" timeOffset="206602.7">11525 3039 0,'0'0'16,"0"0"-16,0 0 15,0 0-15,0 0 16,0 0-16,0 0 15,4 39 1,1 3-16,12 177 16,2 0-16,-22-142 15,1 1-15,2-25 16,5-19-16,-5-20 16,0 3-1,0-17-15,0 0 16,-51-54-16,9-2 15,-13-42-15,-5-29 16,46 9-16,27-2 16,-3 23-16,12 19 15,7 22-15,7 24 16,-4 1-16,5 13 16,-2 7-16,-1 14 15,30 82-15,2-1 16,-10 32-16,-5 21 15,-3-23 1,-3-10-16,-7 0 16,-4-1-16,-24-76 15,-2 2-15,-8-29 16,5 14 0</inkml:trace>
  <inkml:trace contextRef="#ctx0" brushRef="#br0" timeOffset="206774.53">11522 3531 0,'0'0'15,"53"-1"-15,0 1 16,-53 0-16,0 0 16,0 0-16,0 0 15,0 0-15,27-13 16,173-81-16,3 5 16,-119 16-16,4 0 15,-12 9-15,-7 6 16</inkml:trace>
  <inkml:trace contextRef="#ctx0" brushRef="#br0" timeOffset="206962.13">12317 2898 0,'0'0'0,"0"0"15,0 0-15,0 0 16,0 0-16,0 0 16,0 0-1,0 0-15,0 0 16,2 40-16,1-1 15,37 222-15,-1-1 16,-29-180-16,1 2 16,5 13-16,6 14 15</inkml:trace>
  <inkml:trace contextRef="#ctx0" brushRef="#br0" timeOffset="207384.11">13045 2857 0,'0'0'15,"0"0"-15,0 0 16,0 0-16,0 0 15,0 0-15,0 0 16,34 38-16,3-1 16,82 155-16,5 2 15,-97-150-15,4-1 16,1 9-16,7 5 16,-22-32-16,1 0 15,-18-25-15,23 21 16,-23-21-16,0 0 15,27-23 1,-12 0-16,2-82 16,1 1-16,-2-7 15,2-5-15,-15 70 16,0 2-16,-1 12 16,-1 15-1,-1-1-15,2 4 16</inkml:trace>
  <inkml:trace contextRef="#ctx0" brushRef="#br0" timeOffset="208384.13">14217 2824 0,'0'0'15,"0"0"-15,0 0 16,0 0-16,0 0 15,0 0 1,0 0-16,0 17 16,0 2-16,0 152 15,0 3-15,-3-30 16,-3-16-16,4-62 16,2 1-1,-1-47-15,1 1 16,0-21-16,0 0 15,0 0-15,-5-23 16,-23-105-16,1 0 16,7 0-16,4 0 15,15 78-15,1 3 16,3 22-16,0 2 16,-1 2-16,7 3 15,-5 3-15,-4 15 16,22-8-16,-22 8 15,66 89 1,-19-7-16,14 34 16,11 27-16,-22-36 15,-8-10-15,-8-16 16,-4-15-16,-25-54 16,0 2-1,-5-14-15,0-28 16,-13-52-16,2 2 15,-10 15-15,-5 17 16,-35-1-16,-22 8 16,50 22-16,0 0 15,9 10-15,24 7 16,-23-5-16,23 5 16,0 0-16,0 0 15,80-81-15,7 5 16,11-8-16,9-3 15,-51 53 1,1 2-16,-20 9 16,-10 11-16,-27 12 15,0 0-15,0 0 16,0 0-16,0 0 16,0 0-1,0 0-15,0 0 16,0 0-16,0 0 15,-5 12-15,5-12 16,0 0-16,0 0 16,0 0-16,0 0 15,0 0-15,5 14 16,6 5-16,0 1 16,17 38-16,2 0 15,-8 17-15,-2 14 16,-16-12-16,-12 3 15,-1-21 1,-1-9-16,1-15 16,4-10-16,5-25 15,3 12-15,176-36 16,-1-1-16,72-83 16,50-53-1,-25 47-15,3 16 16</inkml:trace>
  <inkml:trace contextRef="#ctx0" brushRef="#br0" timeOffset="-202803.65">16243 5688 0,'0'0'16,"0"0"-16,0 0 15,0 0-15,0 0 16,0 0 0,0 0-16,32-2 15,1-2-15,107-1 16,2 1-16,-33-6 15,-21-3-15,53 1 16,28 4 0,4-7-16,12 0 15,15 4-15,15 3 16,0-2-16,4 5 16,18-2-16,14 3 15,8-2-15,10 2 16,-1-2-16,3 1 15,-7-1-15,-3 5 16,-2-4-16,1 4 16,-6-4-16,-2 5 15,-17-1-15,-11-3 16,-2 3 0,-1 1-16,-6 0 15,-3 5-15,-18-2 16,-12 7-16,-37-2 15,-27 3-15,4 1 16,-3 7-16,-36-7 16,-18 3-1,-16-6-15,-16-2 16,-1 2-16,-6-1 16,-5-4-16,-21-4 15,30 8-15,-30-8 16,0 0-16,0 0 15,24 6-15,-24-6 16,0 0-16,0 0 16,0 0-16,0 0 15,0 0-15,23 9 16,-23-9-16,0 0 16,0 0-1,0 0-15,0 0 16,0 0-16,0 0 15,0 0-15,0 0 16,0 0-16,0 0 16,10 12-1,-10-12-15,0 0 16,0 0-16,0 0 16,0 0-16,0 0 15,0 0-15,0 0 16,0 0-16,0 0 15,0 0-15,0 0 16,0 0-16,0 0 16,0 0-16,0 0 15,0 0-15,0 0 16,0 0 0,0 0-16,0 0 15,0 0-15,0 0 16,0 0-16,0 0 15,0 0-15,0 0 16,0 0-16,0 0 16,0 0-1,0 0-15,0 0 16,0 0-16,0 0 16,0 0-16,0 0 15,0 0-15,0 0 16,0 0-16,0 0 15,0 0-15,11 12 16</inkml:trace>
  <inkml:trace contextRef="#ctx0" brushRef="#br0" timeOffset="-201022.7">11071 7238 0,'0'0'0,"0"0"16,0 0 0,0 0-16,0 0 15,0 0-15,0 0 16,0 0-16,0 0 16,0 0-16,0 0 15,26-23-15,3 3 16,162-154-16,4 0 15,-37 33-15,-20 24 16,49-42-16,24-17 16,-5 10-16,2-1 15,-6 24-15,-3 17 16,-51 38 0,-35 34-16,-2-2 15,-13 13-15,-18 6 16,-17 10-16,-27 9 15,-1 5-15,-9 0 16,-4 5 0,-22 8-16,29-11 15,-29 11-15,0 0 16,0 0-16,23-6 16,-23 6-16,0 0 15,0 0-15,0 0 16,0 0-16,0 0 15,-35-12-15,7 6 16,-19-5-16,-11-2 16,-1 6-16,0 2 15,18 1-15,14 7 16,27-3 0,-33 1-16,33-1 15,0 0-15,-28 3 16,28-3-16,0 0 15,0 0-15,-23 4 16,23-4-16,0 0 16,0 0-1,26 4-15,-4 0 16,10 0-16,9 5 16,-10-6-16,-1 3 15,-3 1-15,-1 3 16,-8 7-16,0 8 15,-9 3-15,-2 8 16,-23 9-16,-15 14 16,-49 35-16,0 1 15,-5 13-15,-2 7 16</inkml:trace>
  <inkml:trace contextRef="#ctx0" brushRef="#br0" timeOffset="-199491.71">21190 5107 0,'0'0'15,"0"0"-15,0 0 16,0 0-16,0 0 15,0 0-15,0 0 16,0 0-16,0 0 16,0 0-16,0 0 15,19-15-15,-1 1 16,209-125-16,-1 2 16,-226 137-1,0 0-15</inkml:trace>
  <inkml:trace contextRef="#ctx0" brushRef="#br0" timeOffset="-185213.27">14745 17532 0,'0'0'0,"-8"-1"15,8 1-15,0 0 16,0 0-1,0 0-15,0 0 16,0 0-16,0 0 16,0 0-16,0 0 15,0 0-15,0 0 16,0 0-16,45 20 16,42-36-16,-1 1 15,-22-32-15,-11-20 16,-3 12-16,-2 1 15,-15 17-15,-8 14 16,-8 0-16,-3 6 16,-9-3-1,-7-1-15,-26-10 16,0 1-16,-19 20 16,-11 17-16,-9 12 15,-9 14-15,13 2 16,10 9-1,12 38-15,14 29 16,7-37-16,11-17 16,4-12-16,10-8 15,9 4-15,11 3 16,10 2-16,10 5 16,5-11-16,13-6 15,22-33-15,20-17 16,3-19-16,13-19 15,-2-50-15,7-35 16,-35 43-16,-17 17 16,-32 35-1,-1 0-15,-8 7 16,-3 10-16,-9-1 16,-5 10-16,-7 5 15,-9 13 1,13-20-16,-13 20 15,10-15-15,-10 15 16,0 0-16,0 0 16,0 0-16,0 0 15,23 24-15,-11 10 16,31 71-16,0 3 16,-15-32-16,-8-17 15,-12-35-15,0 2 16,-2-8-16,-1-6 15,-5-12-15,6 19 16,-6-19 0,0 0-16,43-56 15,-12 2-15,2-10 16,4-2-16,-13 10 16,-5 10-16,7-20 15,4-8-15,-3 3 16,-2 6-1,-1 5-15,-2 10 16</inkml:trace>
  <inkml:trace contextRef="#ctx0" brushRef="#br0" timeOffset="-184963.33">16957 16676 0,'0'0'15,"0"0"-15,0 0 16,0 0-16,0 0 15,2 46-15,0 0 16,-4 113-16,0 2 16,-1-109-1,2 0-15,-4 1 16,5 3-16,-1-21 16,1-8-16,0-27 15,1 21-15,-1-21 16,21-11-1,32-57-15,0 1 16</inkml:trace>
  <inkml:trace contextRef="#ctx0" brushRef="#br0" timeOffset="-184760.25">17286 16578 0,'0'0'16,"0"0"-16,0 0 15,0 0-15,0 0 16,0 0-16,0 0 16,0 0-1,0 0-15,0 0 16,0 0-16,0 0 16,0 0-16</inkml:trace>
  <inkml:trace contextRef="#ctx0" brushRef="#br0" timeOffset="-184244.59">18425 16604 0,'0'0'15,"0"0"-15,0 0 16,0 0-16,0 0 16,0 0-16,0 0 15,0 0-15,0 0 16,-22 7-16,0-1 16,-174 84-16,-2 1 15,134-42-15,-1 0 16,11 13-16,9 10 15,32-47-15,1 1 16,22 15-16,17 7 16,48 23-1,-1-1-15,12-12 16,11-8-16,4-34 16,10-24-16,-9-29 15,0-25-15</inkml:trace>
  <inkml:trace contextRef="#ctx0" brushRef="#br0" timeOffset="-183885.06">18827 16090 0,'0'0'16,"0"0"-16,0 0 15,0 0-15,0 0 16,0 0-16,0 0 15,0 0-15,0 0 16,0 0 0,0 0-16,4 61 15,-1 3-15,-21 237 16,-1 0-16,13-216 16,1 0-16,-1 16 15,-1 12 1,6-34-16,4-17 15,23-14-15,20-13 16,6-35-16,12-24 16,-1-42-16,5-32 15,-26-31-15,-12-32 16</inkml:trace>
  <inkml:trace contextRef="#ctx0" brushRef="#br0" timeOffset="-183760.19">18637 16598 0,'0'0'15,"0"0"-15,0 0 16,0 0 0,0 0-16,35-12 15,2 1-15,174-80 16,2 2-16,-173 67 16,1-1-16</inkml:trace>
  <inkml:trace contextRef="#ctx0" brushRef="#br0" timeOffset="-183322.7">16957 16575 0,'0'0'0,"0"0"0,0 0 16,0 0-1,0 0-15,0 0 16,0 0-16,0 0 16,0 0-16,0 0 15,0 0 1,0 0-16,0 0 15,0 0-15,0 0 16,0 0-16,0 0 16,0 0-16,0 0 15,0 0-15,0 0 16,0 0-16,0 0 16,0 0-16,0 0 15,0 0-15,0 0 16,-12 11-16,1 1 15,-52 38-15,0-1 16</inkml:trace>
  <inkml:trace contextRef="#ctx0" brushRef="#br0" timeOffset="67039.81">2471 2983 0,'0'0'0,"0"0"0,0 0 0,0 0 16,0 0 0,0 0-16,0 0 15,0 0-15,0 0 0,-24-10 16,-1 0-16,2-3 15,1 2-15,22 11 16,0 0-16,42-12 16,0 5-16,92-4 15,2 0 1,3 9-16,5 9 16,35-12-16,28-1 15,-13 5-15,4 2 16,-9-2-16,-2-2 15,-10 1-15,-6 4 16,-21-6-16,-15 2 16,-19-4-16,-18-3 15,-21 2-15,-16 4 16,-25 1-16,-2 0 16,-34 2-16,25-3 15,-25 3 1,0 0-16,-59 5 15,1 0-15</inkml:trace>
  <inkml:trace contextRef="#ctx0" brushRef="#br0" timeOffset="67446.05">2607 3101 0,'0'0'16,"0"0"-16,0 0 16,0 0-16,0 0 15,0 0-15,0 0 16,0 0-16,0 0 16,18 2-1,-18-2-15,205 19 16,-18 0-16,-22-12 15,-13-2-15,52 3 16,31 4-16,-29-12 16,-4-3-1,-20 0-15,-13 3 16,-2-1-16,-5 1 16,-19-3-16,-13 6 15,-18-3-15,-12 0 16,-18 0-16,-14 4 15,-20-1-15,-17 4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19:03.8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22454 7598 0,'0'0'0,"0"0"0,0 0 0,0 0 0,0 0 0,0 0 16,0 0-16,15 15 15,1 0 1,50 81 0,3 1-16,-28-6 15,-13-3-15,-9-32 16,-7-20-16,-2-7 15,-2-10 1,-1 1-16,0 2 16,-4-10-16,-3-12 15,6 15-15,-6-15 16,44 5-16,-3-5 16,155-45-16,3 0 15,3-41-15,5-23 16,-15 24-16,-8 9 15,-66 22-15,-46 21 16,27-8-16,1 1 16,-29 9-16,-13 11 15,-30 9 1,2 1-16,-30 10 16,22-7-16,-22 7 15,0 0-15,0 0 16,24-3-1,-24 3-15,0 0 16,0 0-16,0 0 16,0 0-16,0 0 15</inkml:trace>
  <inkml:trace contextRef="#ctx0" brushRef="#br0" timeOffset="2624.41">11954 3937 0,'0'0'0,"9"-15"16,1 3-16,-10 12 15,0 0 1,0 0-16,0 0 15,0 0-15,0 0 16,0 52-16,1-1 16,11 108-16,0 1 15,-7-117-15,0 0 16,0 31-16,6 22 16,-1 14-16,3 15 15,-8-37-15,1-20 16,-1 37-16,1 21 15,-1-27-15,-1-9 16,-1-4 0,3 0-16,-3 29 15,4 19-15,-6-48 16,1-24-16,-2 20 16,2 2-16,-4 7 15,2 11-15,-2-34 16,2-17-1,-1-11-15,2-13 16,-2 6-16,1-1 16,-2-1-16,0 3 15,1-7-15,-1 0 16,0-7-16,1-1 16,-1-4-16,-1-1 15,3-14-15,-1 16 16,1-16-16,0 0 15,-3 15-15,3-15 16</inkml:trace>
  <inkml:trace contextRef="#ctx0" brushRef="#br0" timeOffset="3780.62">15454 4406 0,'0'0'15,"0"0"-15,0 0 16,0 0-16,0 0 16,0 0-16,0 0 15,0 0-15,0 0 16,0 0-16,0 0 15,0 0-15,0 0 16,0 0-16,0 0 16,0 0-1,0 0-15,0 0 16,0 0-16,0 0 16,0 0-16,0 0 15,0 0 1,0 0-16,0 0 15,0 0-15,0 0 16,0 0-16,0 0 16,-5 33-16,2 2 15,-3 126-15,2 3 16,7-117-16,0 0 16,-1 15-16,1 13 15,1 25-15,1 19 16,-4-39-16,2-15 15,-3 9-15,2 7 16,-5 25 0,0 21-16,-2-44 15,0-23-15,-5-4 16,5-6-16,-3 8 16,0 3-16,-1 0 15,1-1 1,1-13-16,2-7 15,1-12-15,2-5 16,-2-4-16,2-3 16,-2-1-16,4 1 15,-1-3-15,1-1 16</inkml:trace>
  <inkml:trace contextRef="#ctx0" brushRef="#br0" timeOffset="4733.92">17105 6093 0,'0'0'16,"0"0"-16,0 0 15,0 0-15,0 0 16,0 0-16,0 0 16,3 62-16,2 1 15,12 130-15,2 0 16,-14-69-16,-7-46 16,7 72-16,6 30 15,-10-51-15,-2-26 16,1-12-16,0-12 15,-6-7-15,1-5 16,-3 24 0,0 16-16,-1-30 15,1-15-15,-2-19 16,2-14-16,1-4 16,2-7-16,5-18 15,-6 24-15,6-24 16,-5 12-1,5-12-15,0 0 16</inkml:trace>
  <inkml:trace contextRef="#ctx0" brushRef="#br0" timeOffset="5140.33">17377 7781 0,'0'0'0,"0"0"0,0 0 16,0 0-16,0 0 16,-18 15-1,1 2-15,-54 41 16,1 2-16,5-33 16,7-19-16,-9-10 15,1-9 1,22-6-16,16 0 15,3 1-15,9 1 16,-3-4-16,6-2 16,13 21-16,-12-16 15,12 16-15,0 0 16,16 22-16,0 1 16,35 49-16,1 3 15,-6-19-15,-1-9 16,-6-14-16,1-8 15,-6-2-15,1-5 16,-13-6 0,-22-12-16</inkml:trace>
  <inkml:trace contextRef="#ctx0" brushRef="#br0" timeOffset="5999.62">15315 5636 0,'0'0'16,"0"0"-16,0 0 16,0 0-16,0 0 15,33-9-15,2 3 16,153-22-16,2-1 16,-67 20-16,-44 15 15,49-15-15,20-4 31,-40 6-31,-17 7 0,8-4 0,0 4 16,-18 0 0,-10 2-16,-13-2 15,-8 2-15,-15-2 16,-10 0-16,-25 0 16,30 0-16,-30 0 15,0 0 1,0 0-16,22 2 15,-22-2-15,0 0 16,0 0-16,0 0 16</inkml:trace>
  <inkml:trace contextRef="#ctx0" brushRef="#br0" timeOffset="6359.04">16785 5489 0,'0'0'15,"0"0"-15,0 0 16,0 0 0,0 0-16,0 0 15,0 0-15,0 0 16,0 0-16,0 0 16,0 0-16,0 0 15,0 0-15,19 3 16,-19-3-1,74 7-15,-18 2 16,-20-6-16,-9 2 16,-2 0-16,-2 1 15,-23-6-15,30 9 16,-30-9-16,0 0 16,8 19-16,-13-7 31,-43 35-31,0-2 15</inkml:trace>
  <inkml:trace contextRef="#ctx0" brushRef="#br0" timeOffset="12732.73">17510 8146 0,'0'0'16,"0"0"-16,0 0 15,0 0 1,0 0-16,0 0 16,0 0-16,0 0 15,0 0-15,0 0 16,0 0-16,0 0 16,0 0-1,0 0-15,0 0 16,24-11-16,2 1 15,206-44-15,-1 2 16,-57 10-16,-38 12 16,77-5-16,44 2 15,-14 14-15,8 13 16,24 0-16,20 6 16,18-4-16,18 0 15,8 0-15,15 0 16,-8-3-16,1 1 15,4 0 1,2 0-16,-20 0 16,-14 1-16,-38 5 15,-29 8-15,-46 3 16,-40 7-16,-102-11 16,2 1-1,-23-4-15,-12 3 16,-31-7-16,33 6 15,-33-6-15,0 0 16</inkml:trace>
  <inkml:trace contextRef="#ctx0" brushRef="#br0" timeOffset="13326.32">17477 8363 0,'0'0'16,"0"0"-16,0 0 16,0 0-16,0 0 15,0 0-15,0 0 16,21 4-16,2 1 15,139 19 1,1 2-16,0-13 16,4-4-16,49 10 15,40 7-15,1-12 16,18-1-16,24-22 16,25-13-1,1 3-15,9-1 16,-19-1-16,-5 5 15,-31-1-15,-20 2 16,-36 10-16,-32 5 16,-39 5-16,-37 8 15,9 0-15,-3 3 16,-33-6-16,-22 1 16,-66-11-16,30 14 15</inkml:trace>
  <inkml:trace contextRef="#ctx0" brushRef="#br0" timeOffset="13795.05">19947 7756 0,'0'0'15,"0"0"-15,0 0 16,0 0-1,0 0-15,0 0 16,0 0-16,0 0 16,0 0-16,0 0 15,0 0-15,0 0 16,0 0-16,0 51 16,2 1-1,-26 150-15,3 2 16,1-108-16,2-1 15,3-16-15,6-10 16,5-44-16,-1 0 16,5-25-16,-3 23 15</inkml:trace>
  <inkml:trace contextRef="#ctx0" brushRef="#br0" timeOffset="15263.76">17601 8202 0,'0'0'0,"0"0"16,0 0-16,0 0 15,0 0-15,0 0 16,0 0-16,0 0 16,0 0-1,0 0-15,0 0 16,0 0-16,0 0 15,13 0-15,-13 0 16,186 4-16,-10-1 16,-36-4-16,-21-3 15,29 2-15,12 4 16,-26-4-16,-11 0 16,12-1-16,6 3 15,-31-1-15,-16 1 16,10-2-16,-2 4 15,-23-2 1,-11 1-16,-33-1 16,1 0-16,-14 0 15,-22 0-15,22 0 16,-22 0 0,0 0-16,0 0 15,25 0-15,-25 0 16,0 0-16,0 0 15,0 0-15,0 0 16,-44-25-16,-1 3 16,5-1-16,7 5 15,10 1-15,10 5 16,-1 0-16,14 12 16,-14-22-16,14 22 15,-14-15-15,14 15 16,-6-12-1,6 12-15,0 0 16,0 0-16,0 0 16,-8-13-16,8 13 15,0 0-15,38 6 16,-4-3-16,15 8 16,12 8-1,-23-7-15,-9 2 16,-29-14-16,32 19 15,-32-19-15,-3 21 16,-118 53-16,2 3 16</inkml:trace>
  <inkml:trace contextRef="#ctx0" brushRef="#br0" timeOffset="38072.58">16699 5665 0,'0'0'16,"0"0"-16,0 0 15,0 0-15,0 0 16,0 0-16,0 0 16,0 0-16,0 0 15,0 0-15,0 0 16,0 0-16,0 0 16,0 0-1,0 0-15,-3 35 16,1 3-16,0 62 15,1 0-15,1-34 16,3-23-16,0 50 16,2 29-1,-2-31-15,0-10 16,-2-11-16,3-6 16,-3 25-16,4 17 15,-2-15-15,0-2 16,1 0-16,-1 4 15,1 16-15,-1 13 16,-1-42-16,-1-19 16,-1-26-16,0 0 15,-1 4-15,1 5 16,-2 12-16,1 14 16,-4-16-1,4-7-15,-2-9 16,3-7-16,-2-9 15,2-5-15,0-17 16,-2 18 0,2-18-16,0 0 15,8-33-15,3-1 16,3-21-16,7-13 16,-3 25-16,3 13 15,9-4-15,8 0 16,2-5-16,6-3 15,-16 14-15,-7 11 16,-23 17-16,23-21 16,-23 21-16,0 0 15,0 0-15,0 0 16,0 0 0,0 0-16,-31 36 15,8-11-15,-4-1 16,2 2-16,-13 7 15,-4 6-15,0-15 16,4-5-16,0-17 16,2-8-1,0 4-15,5 0 16,10-2-16,21 4 16,-27-7-16,27 7 15,0 0-15,-21-8 16,21 8-16,0 0 15,0 0-15,0 0 16,0 0-16,0 0 16,0 0-16,13 12 15,33 33-15,3-1 16,-4 19-16,2 12 16,-19-18-1,-12-6-15</inkml:trace>
  <inkml:trace contextRef="#ctx0" brushRef="#br0" timeOffset="41618.67">5627 17518 0,'0'0'15,"28"27"-15,0 0 16,-28-27-16,0 0 16,0 0-16,0 0 15,0 0-15,0 0 16,0 0-16,0 0 15,0 0-15,0 0 16,11-14-16,1 1 16,67-31-16,1 4 15,-1 10-15,4 14 16,16-1 0,15 5-16,25-13 15,24-1-15,-22 8 16,0 10-16,10 3 15,6 2-15,-16 3 16,-4 4 0,-5 0-16,-2 3 15,-4-1-15,-2 4 16,-41-4-16,-29 1 16,-6-4-16,-14 1 15,-7-1-15,-27-3 16,37 4-16,-37-4 15,0 0-15,24 4 16,-24-4-16,0 0 16,0 0-16,0 0 15,0 0-15,24 4 16,-24-4 0,0 0-16,0 0 15,0 0-15,0 0 16,0 0-16,0 0 15,0 0 1,0 0-16,0 0 16</inkml:trace>
  <inkml:trace contextRef="#ctx0" brushRef="#br0" timeOffset="43805.98">12331 5650 0,'0'0'0,"0"0"16,0 0-16,0 0 15,0 0-15,0 0 16,0 0 0,0 0-16,0 0 15,0 0-15,0 0 16,0 0-16,0 0 16,0 0-16,0 0 15,0 0-15,0 0 16,0 0-16,0 0 15,0 0-15,0 0 16,39 5-16,0 1 16,72 4-16,0 0 15,-43-5-15,-23-5 16,11 2 0,4 2-16,4-3 15,7 4-15,18-3 16,12 4-16,4-1 15,8-1-15,-2-1 16,1 2 0,15-1-16,9 3 15,-24-3-15,-13 0 16,2-3-16,3 3 16,13-2-16,11 4 15,-13-1-15,-1 0 16,7-2-16,6 6 15,-19-5-15,-10 1 16,1 0-16,-2-1 16,-1 1-16,-3-2 15,1 2-15,-3-1 16,-10 0 0,-4 2-16,-11-1 15,-9-1-15,-4-1 16,-5 4-16,-2-3 15,-1 1 1,-4 0-16,0-1 16,-6-2-16,-1 2 15,-12-1-15,-22-3 16,25 2-16,-25-2 16,0 0-16,0 0 15,22 1-15,-22-1 16,0 0-16,0 0 15,0 0-15,0 0 16,0 0-16,0 0 16,0 0-16,0 0 15,21-3 1,-21 3-16,0 0 16,0 0-16,0 0 15,0 0-15,0 0 16,0 0-16,0 0 15,0 0-15,0 0 16,0 0 0,0 0-16,0 0 15,0 0-15,0 0 16,0 0-16,0 0 16,0 0-16,0 0 15,0 0-15,0 0 16,0 0-16,0 0 15,0 0-15,0 0 16,0 0-16,0 0 16,0 0-16,0 0 15,0 0-15,22 0 16,-22 0 0,0 0-16,0 0 15,0 0-15,0 0 16,0 0-16,0 0 15,0 0-15,0 0 16,0 0 0,0 0-16,0 0 15,0 0-15,0 0 16,0 0-16,0 0 16,0 0-16,0 0 15,0 0-15,0 0 16,0 0-16,0 0 15,0 0-15,0 0 16,0 0-16,0 0 16,0 0-16,0 0 15,0 0 1,0 0-16,0 0 16,-22 20-16</inkml:trace>
  <inkml:trace contextRef="#ctx0" brushRef="#br0" timeOffset="50210.8">17336 6047 0,'0'0'0,"0"0"16,0 0-16,0 0 16,0 0-16,0 0 15,0 0-15,0 0 16,0 0-16,0 0 15,0 0 1,0 0-16,0 0 16,0 0-16,0 0 15,0 0-15,0 0 16,-3 23-16,-1 2 16,-2 55-16,-1 4 15,2-22-15,2-9 16,1-9-16,4-1 15,-2-11-15,3-4 16,-5 44-16,1 3 16,-3 38-1,3 30-15,-6-38 16,-2-12-16,0 27 16,-1 19-16,2-48 15,2-20-15,0 7 16,1 3-1,-3 30-15,-2 25 16,2-45-16,3-18 16,-3 18-16,-1 11 15,-2 2-15,1 11 16,4-68-16,0 3 16,1-19-16,3-9 15,-2 3-15,0 2 16,0-9-16,2 1 15,-1-7-15,1 1 16,-2-1-16,2 6 16,2-18-1,-3 18-15,3-18 16,-3 12-16,3-12 16,0 0-16,-3 12 15,3-12-15,0 0 16,0 0-1,0 0-15,-3 13 16,3-13-16,0 0 16,0 0-16,0 0 15,0 0-15,0 0 16,0 0-16,0 0 16,0 0-16,0 0 15,0 0-15,-7 12 16,7-12-16,0 0 15,0 0-15,0 0 16,0 0-16,0 0 16,0 0-1,0 0-15,0 0 16,0 0-16,0 0 16,0 0-16,0 0 15,0 0-15,0 0 16,0 0-16,0 0 15,0 0 1,0 0-16,0 0 16,0 0-16,0 0 15,27-17-15,-16 5 16,5-7-16,7 0 16,-2 4-16,2 0 15,-23 15-15,31-17 16,-31 17-16,0 0 15,18-12-15,-18 12 16,0 0-16,0 0 16,0 0-16,0 0 15,0 0 1,0 0-16,0 0 16,22-10-16,-22 10 15,0 0-15,0 0 16,0 0-1,0 0-15,0 0 16,0 0-16,0 0 16,0 0-16,0 0 15,-17 13-15,17-13 16,-26 22-16,6-6 16,20-16-16,-35 21 15,35-21-15,-37 16 16,12-10-16,0 1 15,0-7-15,3 0 16,22 0-16,-36 0 16,36 0-1,-29-2-15,29 2 16,0 0-16,0 0 16,-22-5-16,22 5 15,0 0-15,0 0 16,0 0-1,0 0-15,0 0 16,0 0-16,0 16 16,19 10-16,1 3 15,1-2-15,-1 3 16,-4-7-16,-3 1 16,-5-4-16,-1 1 15</inkml:trace>
  <inkml:trace contextRef="#ctx0" brushRef="#br0" timeOffset="51179.32">17541 6150 0,'0'0'15,"0"0"-15,0 0 16,0 0-16,0 0 15,0 0-15,0 0 16,0 0-16,0 0 16,-26-10-1,1 0-15,-8-2 16,-4-1-16,37 13 16,-23-8-16,23 8 15,0 0-15,-25-8 16,25 8-1,0 0-15,-27 4 16,7 12-16,-2 1 16,-18 41-16,0 1 15,4 6-15,4 8 16,4-24-16,6-11 16,5-8-16,7-11 15,0-5-15,10-14 16,-12 19-16,12-19 15,-8 15-15,8-15 16,0 0-16,0 0 16,0 0-1,0 0-15,8-30 16,5 2-16,3-12 16,4-2-16,-3 7 15,4 7-15,-7 5 16,0 6-16,-14 17 15,17-12 1,-17 12-16,30 29 16,-10 13-16,2 0 15,1 13-15,2 11 16,4 76-16,3 0 16</inkml:trace>
  <inkml:trace contextRef="#ctx0" brushRef="#br0" timeOffset="56865.64">11772 8082 0,'0'0'16,"0"0"-16,0 0 15,0 0-15,0 0 16,0 0 0,0 0-16,0 0 15,0 0-15,0 0 16,0 0-16,-4 22 16,3 1-16,-16 106 15,-2-1 1,11-37-16,10-26 15,3-10-15,8-16 16,1 19-16,8 10 16,0 19-16,3 20 15,-4-29-15,-3-9 16,-4 2-16,-4 3 16,-13 17-16,-7 12 15,-1-18-15,0-6 16,1-28-16,0-17 15,2-4-15,3-5 16,-1-2 0,1-1-16,5-22 15,-6 23-15,6-23 16,0 0-16,0 0 16,0 0-16,0 0 15,0 0 1,27 5-16,-27-5 15,31-4-15,-31 4 16,29-5-16,-29 5 16</inkml:trace>
  <inkml:trace contextRef="#ctx0" brushRef="#br0" timeOffset="57959.15">12003 9667 0,'0'0'16,"0"0"-16,0 0 15,0 0-15,0 0 16,0 0 0,0 0-16,27 11 15,1 1-15,91 19 16,2 3-16,-20-24 16,-12-14-16,33 12 15,20 9 1,18-17-16,17-4 15,-4 0-15,7-1 16,-7-5-16,6-4 16,9-3-16,11 2 15,-7-1-15,2 1 16,1-6-16,6 1 16,-16-7-16,-6-1 15,-6-2-15,-1-2 16,-21 0-16,-14 3 15,-25 4 1,-17 5-16,-8 3 16,-8 5-16,-7 6 15,-9 8-15,-13-1 16,-8 8-16,-9-5 16,-4 4-16,-29-8 15,28 8 1,-28-8-16,0 0 15,0 0-15,0 0 16,22 9-16,-22-9 16,0 0-16,0 0 15,0 0-15,0 0 16,-1-50-16,-4 4 16,-13-25-16,-8-18 15,-1 2-15,0-3 16,6 27-16,5 15 15,-1 6-15,3 10 16,1-2 0,2 5-16,0-8 15,-2-2-15,4-8 16,2-5-16,4 5 16,6 5-1,-1 6-15,1 10 16,-1-1-16,1 7 15,-1-1-15,2 6 16,-2-1-16,2 3 16,-2 1-16,-2 12 15,5-15-15,-5 15 16,0 0-16,0 0 16,3-13-16,-3 13 15,0 0-15,0 0 16,-66-26-16,6 9 15,-94-12 1,1 1-16,-21 15 16,-5 13-16,-21-8 15,-15 2-15,33 8 16,19 7-16,-41-6 16,-17 6-1,14-3-15,5 5 16,1-7-16,6 4 15,17-5-15,13 4 16,-7-3-16,4 1 16,27-4-16,17 4 15,-7-3-15,6-1 16,-5 20-16,4 12 16,-4 40-16,-3 34 15,26-44-15,20-16 16</inkml:trace>
  <inkml:trace contextRef="#ctx0" brushRef="#br0" timeOffset="85250.79">23208 6091 0,'0'0'16,"0"0"-16,0 0 16,0 0-16,0 0 15,0 0-15,0 0 16,0 0 0,0 0-16,0 0 15,0 0-15,0 0 16,0 0-16,0 0 15,0 0-15,13 29 16,3 1 0,1 12-16,8 12 15,-14-35-15,2 0 16,3-6-16,7 0 16,12-11-16,11-4 15,82-54-15,0 2 16,56-16-16,39-10 15,-68-9-15,-27-7 16,-9 16-16,-11 10 16,-56 34-16,3 1 15,-29 18-15,-1 1 16,-25 16 0,25-16-16,-25 16 15,0 0-15,18-13 16,-18 13-16,0 0 15,0 0-15,0 0 16,0 0 0,0 0-16,0 0 15</inkml:trace>
  <inkml:trace contextRef="#ctx0" brushRef="#br0" timeOffset="93920.91">11617 17223 0,'0'0'16,"0"0"-16,0 0 16,0 0-16,0 0 15,0 0-15,0 0 16,0 0-16,0 0 16,0 0-16,0 0 15,0 0-15,0 0 16,29-3-16,3 2 15,140-6-15,2 3 16,-53 0 0,-29 1-16,121-3 15,2 1-15,-4-2 16,0 3-16,21-2 16,15 2-16,3-2 15,11 3-15,-2-1 16,2 4-1,-22 0-15,-13 2 16,-42 0-16,-26 5 16,3-5-16,-4 2 15,-31-2-15,-21 0 16,-30-2-16,-27 2 16,-11-2-16,-10 2 15,-5-2-15,-22 0 16,25 2-16,-25-2 15,0 0-15,0 0 16,21 0 0,-21 0-16,0 0 15,0 0-15,0 0 16,0 0-16</inkml:trace>
  <inkml:trace contextRef="#ctx0" brushRef="#br0" timeOffset="97935.76">17402 17254 0,'0'0'15,"0"0"-15,0 0 16,0 0-16,0 0 16,0 0-16,0 0 15,0 0-15,0 0 16,0 0-16,0 0 15,0 0 1,0 0-16,0 0 16,0 0-16,0 0 15,0 0-15,0 0 16,0 0-16,0 0 16,0 0-16,0 0 15,0 0 1,0 0-16,0 0 15,22 2-15,-1 0 16,90 7-16,0-2 16,-15-6-16,-7 3 15,23-9-15,16-1 16,1 1-16,9 5 16,3-3-16,8 1 15,8-2-15,8 1 16,-34 0-16,-17 0 15,8-1 1,2 1-16,-29 0 16,-17 3-16,-17-2 15,-14 0-15,0 0 16,-6 2-16,-1-3 16,-2 3-1,0-1-15,2 1 16,-7-2-16,-2 2 15,-6-3-15,-3 6 16,-22-3-16,31 0 16,-31 0-16,0 0 15,21 0-15,-21 0 16,0 0-16,0 0 16,0 0-16,27 0 15,-27 0-15,36 0 16,-6 0-16,12 0 15,-5 0 1,6 0-16,12-3 16,12 2-16,24-1 15,22-1-15,11 0 16,16 0-16,-7-1 16,6 4-1,10-4-15,8 1 16,-23-1-16,-11 4 15,-4-1-15,-6 1 16,-17-2-16,-10 2 16,-11-2-16,-10 4 15,-13-2-15,-9 0 16,-13 0-16,-30 0 16,38 0-16,-38 0 15,27 0-15,-27 0 16,0 0-16,23 0 15,-23 0 1,0 0-16,0 0 16,0 0-16,0 0 15,21 0-15,-21 0 16,0 0-16,0 0 16,0 0-1</inkml:trace>
  <inkml:trace contextRef="#ctx0" brushRef="#br0" timeOffset="101997.41">16873 9198 0,'0'0'15,"0"0"-15,0 0 16,0 0-16,0 0 16</inkml:trace>
  <inkml:trace contextRef="#ctx0" brushRef="#br0" timeOffset="119837.65">24527 13478 0,'0'0'16,"0"0"-16,0 0 15,0 0-15,0 0 16,0 0 0,0 0-16,-30 36 15,1 0-15,-124 175 16,2 2-16,54-74 15,39-49-15,-53 99 16,-18 49 0,51-104-16,32-47 15,-29 49-15,-6 21 16,19-39-16,12-17 16,-4-1-16,6-3 15,0-20-15,4-10 16,8-12-16,8-8 15,-2-3-15,5-5 16,-1 0-16,1 2 16,5-11-16,7-6 15,0-5-15,5-2 16,-3-4 0,3-1-16,8-12 15,-9 12-15,9-12 16,0-21-16</inkml:trace>
  <inkml:trace contextRef="#ctx0" brushRef="#br0" timeOffset="120212.69">22951 15219 0,'0'0'16,"0"0"-16,0 0 16,0 0-16,0 0 15,0 0-15,0 0 16,0 0-16,0 0 15,-3 33-15,2-1 16,-15 161-16,-1 0 16,2-71-16,1-46 15,3 19 1,2 3-16,3-63 16,1 2-16,2-15 15,3-7-15,-2-2 16,2-13-16,-3 18 15,3-18-15,0 0 16,2 12 0,23-13-16,0-2 15,49-4-15,0 5 16,15-14-16,11-2 16,-16-3-16,-4-2 15,-16 7-15,-11 6 16</inkml:trace>
  <inkml:trace contextRef="#ctx0" brushRef="#br0" timeOffset="127524.05">7344 17195 0,'0'0'15,"0"0"-15,0 0 16,0 0-16,0 0 16,0 0-16,0 0 15,0 0-15,0 0 16,0 0 0,0 0-16,0 0 15,0 0-15,4 19 16,3 0-16,22 86 15,0 2 1,-7-34-16,-6-19 16,1 0-16,0-3 15,3 8-15,5 7 16,-4-7-16,3 3 16,2-2-16,6 2 15,-1-10-15,4-2 16,-1-7-16,2 1 15,35 17-15,24 16 16,12-17-16,21-4 16,8-21-16,14-12 15,37-13 1,25-14-16,-27-17 16,-7-10-16,28-6 15,16-2-15,5-6 16,5 1-16,13-4 15,12 7 1,6 6-16,10 2 16,8-3-16,7 3 15,-14 4-15,-7 5 16,-21 13-16,-13 14 16,-2-2-16,-4 8 15,-11-3-15,-7 2 16,-37-1-16,-26 0 15,-12-2-15,-15 1 16,-25-11-16,-22-4 16,2-13-16,-8-6 15,-12 3 1,-11 5-16,-7-5 16,-4 2-16,-7 0 15,-4 5-15,-3-1 16,-2 2-16,-5-4 15,-2 3-15,-4-19 16,1-12 0,-6-19-16,-2-11 15,-2 14-15,-1 9 16,1 16-16,1 13 16,2 10-16,0 0 15,-2 6-15,3 11 16,0-16-16,0 16 15,0 0-15,0 0 16,0 0-16,0 0 16,-14 55-16,4-4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21:55.5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16345 9128 0,'0'0'15,"0"0"-15,0 0 16,0 0-16,0 0 15,0 0-15,0 0 16,0 0 0,0 0-16,0 0 15,0 0-15,0 0 16,0 0-16,0 0 16,0 0-16,33-25 15,2 3 1,112-53-16,2 3 15,-78 57-15,2 3 16,46-15-16,31-6 16,-1 17-16,12 9 15,27-1-15,24 4 16,-15 2-16,1 6 16,9 1-16,10 2 15,-4 2-15,2 5 16,3-2-16,4 2 15,9 0-15,9 1 16,20 0 0,16 1-16,2-3 15,9 2-15,-18-6 16,-9 2-16,-4 0 16,0 0-16,-2-3 15,2 1 1,-29 0-16,-16-1 15,-34-4-15,-23 3 16,25-3-16,9 4 16,-37-4-16,-21-1 15,0 3-15,-7-2 16,-41-2-16,-26-1 16,-8-1-16,-12 3 15,-36-3-15,38 0 16,-38 0-16,21 0 15,-21 0-15,0 0 16,0 0 0,0 0-16,0 0 15,20 0-15,-20 0 16,0 0-16,0 0 16,0 0-16,0 0 15,0 0 1,0 0-16,0 0 15,0 0-15,0 0 16,0 0-16,21-3 16,-21 3-16,0 0 15,0 0-15,0 0 16,0 0-16,0 0 16,0 0-16,0 0 15,0 0-15,0 0 16,0 0-16,0 0 15,0 0-15,0 0 16,0 0 0,0 0-16,0 0 15,0 0-15,0 0 16,0 0-16,0 0 16,0 0-16,0 0 15,0 0 1,0 0-16,0 0 15,0 0-15,0 0 16,0 0-16,0 0 16,0 0-16,0 0 15,0 0-15,0 0 16,0 0-16,0 0 16,0 0-16,0 0 15,0 0-15,0 0 16,0 0-16,0 0 15,0 0-15,0 0 16,0 0 0,0 0-16,0 0 15,0 0-15,0 0 16,0 0-16,0 0 16,0 0-16,0 0 15,0 0 1,0 0-16,0 0 15,0 0-15,0 0 16,0 0-16,0 0 16,0 0-16,0 0 15,0 0-15,0 0 16,0 0-16,0 0 16,0 0-16,0 0 15,0 0-15,0 0 16,0 0-16,0 0 15,0 0 1,0 0-16,0 0 16,0 0-16,0 0 15,0 0-15,0 0 16,0 0-16,0 0 16,0 0-16,0 0 15,0 0 1,0 0-16,0 0 15,0 0-15,0 0 16,0 0-16,0 0 16,0 0-16,0 0 15,0 0-15,0 0 16,0 0-16,0 0 16,0 0-16,0 0 15,0 0-15,0 0 16,0 0-16,0 0 15,0 0-15,0 0 16,0 0 0,0 0-16,0 0 15,0 0-15,0 0 16,0 0-16,0 0 16,0 0-16,0 0 15,0 0 1,0 0-16,0 0 15,0 0-15,0 0 16,0 0-16,0 0 16,0 0-16,0 0 15,0 0-15,0 0 16,0 0-16,0 0 16,0 0-16,0 0 15,0 0-15,0 0 16,0 0-16,0 0 15,0 0-15,0 0 16,0 0 0,0 0-16,0 0 15,0 0-15,0 0 16,0 0-16,0 0 16,0 0-1,0 0-15,0 0 16,0 0-16,0 0 15,0 0-15,0 0 16,0 0-16,0 0 16,0 0-16,0 0 15,0 0-15,0 0 16,0 0-16,0 0 16,0 0-16,0 0 15,0 0-15,0 0 16,0 0-16,21-1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22:04.1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9306 4631 0,'0'0'15,"0"0"-15,0 0 16,0 0-16,0 0 15,0 0-15,0 0 16,4 21-16,-1 0 16,13 64-16,3 2 15,-11-51-15,0 3 16,-1-24-16,0 2 16,-7-17-16,14 18 15,-14-18-15,10 12 16,-10-12-1,0 0-15,0 0 16,32 15-16,45-63 16,-3 4-16,87-102 15,-2 4-15,-54 53 16,-34 40-16,22-22 16,5 2-1,-32 22-15,-17 18 16,1-2-16,-7 9 15,-12 3-15,-7 10 16,2 18-16,4 18 16</inkml:trace>
  <inkml:trace contextRef="#ctx0" brushRef="#br0" timeOffset="546.82">9495 8235 0,'0'0'0,"0"0"15,0 0-15,0 0 16,0 0-16,0 0 16,0 0-16,0 0 15,0 0-15,0 0 16,0 0 0,24 35-16,3 1 15,28 42-15,1 3 16,-29-46-16,-2 0 15,4-8-15,3-2 16,10-9-16,8-2 16,29-16-16,21-10 15,32-65-15,32-40 16,-56 58-16,-25 29 16</inkml:trace>
  <inkml:trace contextRef="#ctx0" brushRef="#br0" timeOffset="13759.81">9417 6022 0,'0'0'0,"0"0"0,0 0 16,0 0 0,0 0-16,0 0 15,0 0-15,0 0 16,0 0-16,0 0 16,0 0-16,0 0 15,0 0-15,10 17 16,3 2-1,24 98-15,2 1 16,-22-41-16,-14-25 16,4-13-16,1-12 15,2-4-15,3-7 16,4-4-16,-17-12 16,59-1-16,-18-10 15,46-57-15,3 2 16,7-2-16,8 3 15,-7 1-15,-1 4 16</inkml:trace>
  <inkml:trace contextRef="#ctx0" brushRef="#br0" timeOffset="14181.59">9531 8190 0,'0'0'0,"0"0"0,0 0 16,0 0 0,0 0-16,0 0 15,0 0-15,0 0 16,0 0-16,0 0 16,0 0-16,36 6 15,-2 2 1,111 1-16,0-1 15,-37-10-15,-23-4 16,57-5-16,35 1 16,8-85-16,21-53 15,-24 59-15,-6 25 16</inkml:trace>
  <inkml:trace contextRef="#ctx0" brushRef="#br0" timeOffset="15556.62">14890 8456 0,'0'0'16,"0"0"-16,0 0 15,0 0-15,0 0 16,0 0-16,0 0 16,0 0-16,0 0 15,0 0-15,0 0 16,0 0-16,0 0 16,0 0-16,0 0 15,48-2-15,2 2 16,168-91-16,-1 3 15,-133 48-15,-2 2 16,92-85 0,1 1-16,-45 33 15,-31 27-15,29-21 16,13-4-16,-48 42 16,-25 26-16,-29 5 15,1-1 1,-40 15-16,33-10 15,-33 10-15,0 0 16,24-7-16,-24 7 16,0 0-16,0 0 15,22-3-15,-22 3 16,0 0-16,0 0 16,0 0-16,0 0 15,0 0-15,0 0 16,0 0-16,0 0 15,0 0-15,0 0 16,0 0 0,22 10-16,-22-10 15,0 0-15,0 0 16,0 0-16,0 0 16,0 0-16,0 0 15,0 0 1,0 0-16,0 0 15,0 0-15,0 0 16,0 0-16,0 0 16,0 0-16,0 0 15,0 0-15,0 0 16,0 0-16,0 0 16,0 0-16,0 0 15,0 0-15,0 0 16,0 0-16,0 0 15,0 0-15,0 0 16,0 0 0,0 0-16,0 0 15,0 0-15,0 0 16,0 0-16,0 0 16,0 0-16,0 0 15,0 0 1,0 0-16,0 0 15,0 0-15,11 12 16,-11-12-16,0 0 16,0 0-16,0 0 15,0 0-15,0 0 16,0 0-16,0 0 16,0 0-16,0 0 15,0 0-15,0 0 16,0 0-16,0 0 15,0 0-15,0 0 16,0 0 0,0 0-16,-1 16 15,1-16-15,-7 11 16,7-11-16</inkml:trace>
  <inkml:trace contextRef="#ctx0" brushRef="#br0" timeOffset="17571.78">10275 5088 0,'0'0'16,"0"0"-16,0 0 15,0 0 1,0 0-16,0 0 16,0 0-16,0 0 15,0 0-15,0 0 16,0 0-16,-9-21 16,3 3-16,18-106 15,1 1 1,32 23-16,24 19 15,30-6-15,30 5 16,27-56-16,27-31 16,-26 68-16,-8 37 15,17 25-15,8 28 16,-26-26-16,-17-5 16,30 22-16,16 13 15,-18 26-15,-6 25 16,0-9-16,2 5 15,-1 42-15,1 36 16,-20-31 0,-14-4-16,6 8 15,0 5-15,5 10 16,6 10-16,-28-30 16,-15-11-1,8-15-15,2-13 16,-7-15-16,0-16 15,-10 3-15,-5 0 16,-9-12-16,-4 0 16,-26-7-16,-15 0 15,-29 0-15,34-5 16,-34 5-16,0 0 16,27-6-16,-27 6 15,0 0-15,0 0 16,0 0-16,25-12 15,-27-21 1,2 0-16,-5-48 16,2 1-16,-6 23 15,0 14-15,-4 8 16,2 15-16,0-3 16,0 9-16,-4-3 15,2 4 1,-8 3-16,0 4 15,-1 3-15,1 6 16,21-3-16,-36 29 16,22-5-16,3 9 15,-2 1-15,7 3 16,6-1-16,6 2 16,13 2-16,10 3 15,-1-5-15,0 0 16,-4-8-16,-4-7 15,-6-5 1,-14-18-16,16 16 16,-16-16-16,7 16 15,-7 0-15,-42 64 16,0 2-16,-18 0 16,-10 3-16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22:10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10844 3403 0,'0'0'16,"0"0"-16,0 0 16,0 0-16,0 0 15,0 0 1,0 0-16,0 0 16,0 0-16,0 0 15,0 0-15,-40-14 16,4-1-16,-86-4 15,3 3 1,0 18-16,3 17 16,-7-13-16,-2-2 15,20 15-15,11 11 16,-15 39-16,-2 28 16,21-20-16,16-1 15,10-16-15,15-7 16,-6 12-16,6 7 15,5 33-15,3 29 16,3-38-16,6-13 16,-4 35-16,1 20 15,13-20 1,10-6-16,12-11 16,13-8-16,24 16 15,23 13-15,14-40 16,18-21-16,21-10 15,20-7 1,-17 4-16,0 4 16,6-15-16,7-4 15,-18-4-15,-9-5 16,0-5-16,-5-2 16,5-13-16,-1-6 15,9-21-15,4-15 16,-14 1-16,-10-4 15,-5-9-15,-6 0 16,-5-38-16,-8-19 16,-17 22-16,-17 8 15,-8 6-15,-13 6 16,-3-30 0,-3-15-16,-5 13 15,-2 7-15,-6-12 16,-3-4-16,-9-26 15,-7-15-15,-7 34 16,-7 20 0,-8-21-16,-7-2 15,-2 13-15,0 8 16,7 35-16,7 31 16,-1-7-16,5 11 15,-10-5-15,-7 3 16,-26 8-16,-16 9 15,3 16-15,1 17 16,0-9-16,5 3 16</inkml:trace>
  <inkml:trace contextRef="#ctx0" brushRef="#br0" timeOffset="21495.49">12066 2351 0,'0'0'16,"0"0"-16,0 0 16,0 0-16,0 0 15,0 0-15,0 0 16,0 0-1,0 0-15,0 0 16,0 0-16,0 0 16,0 0-16,0 0 15,0 0-15,0 0 16,0 0 0,0 0-16,0 0 15,0 0-15,0 0 16,0 0-16,0 0 15,0 0-15,0 0 16,32-17-16,2 0 16,92-18-16,1 1 15,-34 14-15,-22 17 16,34-19-16,14-4 16,-8 7-16,0 7 15,16 8 1,8 13-16,3-6 15,5 7-15,3-3 16,6 3-16,-9-2 16,-6 5-16,11-5 15,11 2 1,17 1-16,17 2 16,-16-12-16,-5-5 15,-8-2-15,-7-2 16,-6 0-16,-3 2 15,-7-4-15,-5 5 16,-22-4-16,-15 5 16,-3-1-16,-3 1 15,-4 1-15,0 3 16,-10 0-16,-2 4 16,-22-1-16,-14-2 15,-20 1 1,0 0-16,-21-2 15,27 3-15,-27-3 16,0 0-16</inkml:trace>
  <inkml:trace contextRef="#ctx0" brushRef="#br0" timeOffset="22182.99">12446 2553 0,'0'0'0,"0"0"16,0 0 0,0 0-16,0 0 15,0 0-15,0 0 16,0 0-16,0 0 15,0 0-15,0 0 16,0 0-16,0 0 16,26-2-16,1 2 15,145 0-15,-1 0 16,-40 2-16,-25 5 16,86-5-16,50-1 15,-51-1 1,-14 3-16,33-3 15,18 0-15,-13 0 16,-1 0-16,9 0 16,9 0-16,1 0 15,10 0-15,-20-3 16,-8 2 0,-33-4-16,-23 3 15,-14-2-15,-12 4 16,-24-2-16,-18 2 15,-12-1-15,-9 1 16,-19-3-16,-13 6 16,-3-3-16,-7 1 15,-3-1-15,-4 0 16,5 0-16,6 0 16</inkml:trace>
  <inkml:trace contextRef="#ctx0" brushRef="#br0" timeOffset="55868.9">10800 5235 0,'0'0'16,"0"0"-16,0 0 16,0 0-16,0 0 15,0 0-15,0 0 16,0 0 0,0 0-16,0 0 15,0 0-15,15 0 16,-15 0-16,132-4 15,-14-3-15,-4-3 16,-2 1-16,12 2 16,9 1-1,-1 0-15,6 1 16,22 1-16,18 2 16,-17-2-16,-3 4 15,31-4-15,23 1 16,-22 0-16,-8 3 15,3-3-15,2 1 16,7 0-16,5 2 16,0 2-16,3 4 15,-11 3-15,-1 2 16,0 2-16,0 4 16,-30-6-1,-19-2-15,-11 0 16,-9 2-16,-9-5 15,-6 2-15,-24-4 16,-18 3 0,-9-6-16,-6 3 15,-16-4-15,-5 2 16,-5-2-16,-3 2 16,8-2-16,5 3 15,-5-3-15,0 2 16,-6-2-16,-22 0 15,31 1-15,-31-1 16,0 0-16,0 0 16,22 0-16,-22 0 15,0 0-15,0 0 16,0 0 0,0 0-16,0 0 15,0 0-15,0 0 16,21 0-16,-21 0 15,0 0-15,0 0 16,0 0 0,0 0-16,0 0 15,0 0-15,0 0 16,0 0-16,0 0 16,0 0-16,0 0 15,0 0-15,0 0 16,0 0-16,0 0 15,0 0-15,0 0 16,0 0-16,0 0 16,0 0-16,0 0 15,0 0-15,0 0 16,0 0 0,22 0-16,-22 0 15,0 0-15,0 0 16,0 0-16,0 0 15,0 0-15,0 0 16,0 0-16,0 0 16,0 0-1,0 0-15,0 0 16,0 0-16,0 0 16,0 0-16,0 0 15,0 0-15,0 0 16,0 0-16,0 0 15,0 0-15,0 0 16,0 0-16,0 0 16,0 0-16,0 0 15,0 0-15,0 0 16,0 0-16,0 0 16,0 0-1,0 0-15,0 0 16,0 0-16,0 0 15,0 0-15,0 0 16,0 0 0,0 0-16,0 0 15,0 0-15,0 0 16,0 0-16,0 0 16,0 0-16,0 0 15,0 0-15,0 0 16,0 0-16,0 0 15,0 0-15,0 0 16,0 0-16,0 0 16,0 0-16,0 0 15,0 0-15,0 0 16,0 0 0,0 0-16,0 0 15,0 0-15,0 0 16,0 0-16,0 0 15,0 0-15,0 0 16,0 0 0,0 0-16,0 0 15,0 0-15,0 0 16,0 0-16,0 0 16,0 0-16,0 0 15,0 0-15,0 0 16,0 0-16,0 0 15,0 0-15,0 0 16,0 0-16,0 0 16</inkml:trace>
  <inkml:trace contextRef="#ctx0" brushRef="#br0" timeOffset="60258.71">9835 5032 0,'0'0'15,"0"0"-15,0 0 16,0 0-16,0 0 15,0 0-15,0 0 16,0 0-16,0 0 16,0 0-16,0 0 15,0 0-15,0 0 16,0 0 0,0 0-16,0 0 15,0 0-15,10 50 16,2 2-16,11 69 15,0 1-15,-18-93 16,0 1 0,-1-12-16,0-1 15,-2-4-15,-2-13 16,4 18-16,-4-18 16,0 0-16,9 16 15,-9-16-15,0 0 16,0 0-16,16 14 15,39-38-15,-2 0 16,95-120-16,0 2 16,-40 46-16,-25 35 15,24-37 1,12-11-16,-12 14 16,-1 8-16,-6 15 15,-2 13-15,-18 22 16,-14 21-16,-16-3 15,-16 9-15,-34 10 16,40-10-16,-40 10 16,0 0-1,23-2-15,-23 2 16,0 0-16,0 0 16,0 0-16,0 0 15,21 0-15,-21 0 16,0 0-16,0 0 15,0 0-15,0 0 16,0 0-16,21 4 16,-21-4-16,0 0 15,0 0-15,0 0 16,0 0-16,0 0 16,0 0-1,0 0-15,0 0 16,0 0-16,0 0 15,0 0-15,0 0 16,0 0 0,0 0-16,0 0 15,0 0-15,12 12 16,-12-12-16,0 0 16,0 0-16,0 0 15,0 0-15,0 0 16,0 0-16,0 0 15,0 0-15,0 0 16,0 0-16,0 0 16,0 0-16,0 0 15,0 0-15,0 0 16,0 0 0,0 0-16,0 0 15,0 0-15,0 0 16,0 0-16,0 0 15,0 0-15,0 0 16,0 0 0,0 0-16,0 0 15,0 0-15,0 0 16,0 0-16,0 0 16,0 0-16,0 0 15,0 0-15,0 0 16,0 0-16,0 0 15,0 0-15,0 0 16,0 0-16,0 0 16,0 0-16,0 0 15,0 0-15,0 0 16,0 0 0,0 0-16,0 0 15,0 0-15,0 0 16,0 0-16,0 0 15,0 0-15,0 0 16,0 0-16,0 0 16,0 0-1</inkml:trace>
  <inkml:trace contextRef="#ctx0" brushRef="#br0" timeOffset="63304.78">16473 4032 0,'0'0'16,"0"0"-16,0 0 16,0 0-16,0 0 15,0 0-15,0 0 16,0 0-16,0 0 15,0 0-15,0 0 16,61-5-16,2 1 16,205-5-16,-1 3 15,-54 1 1,-35 1-16,25 1 16,8 3-16,-32 9 15,-15 5-15,3-3 16,-4 3-16,-40-6 15,-26-1-15,-7-2 16,-11 2 0,-21-5-16,-15 2 15,-3-2-15,-3 0 16,-12-2-16,-25 0 16</inkml:trace>
  <inkml:trace contextRef="#ctx0" brushRef="#br0" timeOffset="63711.06">16994 4534 0,'0'0'0,"0"0"16,0 0-16,-27-6 15,0 2-15,-34-4 16,2 1 0,59 7-16,-23-4 15,23 4-15,0 0 16,73-6-16,-1 2 16,173 0-16,0 1 15,-12 1-15,-5 4 16,2-4-16,1 2 15,-14-2-15,-8 2 16,-29-10-16,-18-7 16,3-4-16,-2 1 15,-88 10 1,2-1-16,-27 3 16,-12 5-16,-8-2 15,-7 3-15,-23 2 16,21-2-16</inkml:trace>
  <inkml:trace contextRef="#ctx0" brushRef="#br0" timeOffset="68569.97">13673 18061 0,'0'0'0,"0"0"16,0 0-16,0 0 15,0 0-15,0 0 16,0 0-16,0 0 15,0 0 1,0 0-16,0 0 16,0 0-16,0 0 15,0 0-15,0 0 16,34-13-16,1 0 16,63-18-16,0 0 15,-56 18-15,1 4 16,3-2-16,5 3 15,-4-1-15,5 5 16,6-6-16,6 2 16,9-3-16,8 1 15,-13 0 1,-1 1-16,-5-1 16,1 4-16,11-3 15,7 2-15,7-2 16,12 3-1,3-3-15,7 6 16,-3-4-16,0 0 16,-16 2-16,-10 3 15,-7-2-15,-5 1 16,5-1-16,3 3 16,8-3-16,6 1 15,1-1-15,7 2 16,-6 0-16,-1 2 15,-9-3-15,-3 6 16,-3-3-16,2 2 16,-10-2-1,-2 4-15,6-2 16,5 5-16,5-2 16,6 6-16,-8-3 15,-3 4-15,7-1 16,6 3-16,-3-2 15,0 1 1,-10-2-16,-4-1 16,6 0-16,2 3 15,-2-3-15,1 4 16,-1-1-16,3 3 16,-4 1-16,-1 2 15,-10-3-15,-7 0 16,-1 1-16,-4 0 15,9 1-15,7 2 16,-5-1-16,-3 0 16,-11-7-16,-8 1 15,2-3 1,2 3-16,-4-5 16,4 2-16,-7-3 15,2-2-15,2 0 16,5-1-16,4-2 15,6 0 1,4-4-16,7 2 16,-14-4-16,-5 2 15,0-3-15,-2 3 16,15-3-16,12 0 16,7-3-16,9 2 15,0-4-15,7-1 16,-15 3-16,-7 2 15,-9-3-15,-7 5 16,5-2-16,2 0 16,4 0-16,5 3 15,-5-1 1,2 3-16,3-3 16,6 1-16,-14 1 15,-5 2-15,-3 0 16,-2 2-1,12-2-15,10 4 16,-14-1-16,-3-2 16,-10-1-16,-4 2 15,-8-2-15,-3 2 16,1-2-16,1 0 16,-4 0-16,2 0 15,-10-2-15,-3 0 16,-1 1-16,0 1 15,7-3-15,4 2 16,4-4-16,10 3 16,0-3-1,1 4-15,-3-4 16,-2 4-16,-1-4 16,-3 5-16,12-4 15,10 0-15,11-2 16,11 0-16,-18 0 15,-4 1 1,5-1-16,3 1 16,10 0-16,9-1 15,-2-1-15,4 2 16,-12-2-16,-4 3 16,-9-2-16,-6 3 15,-11 0-15,-9-1 16,-3 1-16,-7 3 15,4-2-15,-3 0 16,-1 0-16,1 0 16,-1-2-16,1 1 15,-6 0 1,0 0-16,-4-1 16,-3 0-16,6-1 15,7-2-15,-1-1 16,0 2-16,-3-2 15,2 1 1,-10 1-16,-23 6 16,30-8-16,-30 8 15,0 0-15,26-6 16,-26 6-16,0 0 16,0 0-16,0 0 15,0 0-15,22-7 16,-22 7-16,0 0 15,0 0-15,0 0 16,0 0-16,0 0 16,0 0-1,0 0-15,0 0 16,0 0-16,0 0 16,0 0-16,18-12 15,-18 12-15,0 0 16,0 0-16,0 0 15,0 0 1,0 0-16,0 0 16,0 0-16,0 0 15,0 0-15,0 0 16,0 0-16,0 0 16,0 0-16,0 0 15</inkml:trace>
  <inkml:trace contextRef="#ctx0" brushRef="#br0" timeOffset="74599.88">17921 6635 0,'0'0'0,"0"0"15,0 0-15,0 0 16,0 0-16,0 0 16,0 0-16,0 0 15,0 0-15,0 0 16,0 0-1,0 0-15,0 0 16,0 0-16,0 0 16,30-4-16,1 1 15,123-5-15,0 0 16,-53 4-16,-31 5 16,34-4-16,13-1 15,-26-1-15,-12 5 16,7-4-16,4 1 15,-18 1-15,-9 2 16,-8-3-16,-5 3 16,-11-2-1,-8 2-15,-6-2 16,-4 4-16,-21-2 16,25 0-16,-25 0 15,0 0 1,22 0-16,-22 0 15,0 0-15,0 0 16,0 0-16,0 0 16,0 0-16,0 0 15,0 0-15,22 0 16,-22 0-16,0 0 16,0 0-16,0 0 15,0 0-15,0 0 16,0 0-16,0 0 15</inkml:trace>
  <inkml:trace contextRef="#ctx0" brushRef="#br0" timeOffset="76427.71">17871 7970 0,'0'0'16,"0"0"-16,0 0 15,16 7-15,-16-7 16,105 30-16,-14-3 16,2-10-16,2-7 15,21 0-15,15 2 16,-15-1-16,-3 4 16,-5-7-16,2-1 15,-13-6-15,-6 1 16,-8-2-16,-7 0 15,-12 0-15,-7 0 16,-9 0 0,-5 0-16,-7 0 15,-5 0-15,-7 0 16,-24 0-16,29 0 16,-29 0-16,0 0 15,25 0 1,-25 0-16,0 0 15,0 0-15,0 0 16,0 0-16,0 0 16,0 0-16,20-2 15,-20 2-15,0 0 16,0 0-16,0 0 16,0 0-16,0 0 15,0 0-15,0 0 16,0 0-16,0 0 15,0 0-15,0 0 16,0 0 0,0 0-16,0 0 15,0 0-15,0 0 16,0 0-16,0 0 16,0 0-16,0 0 15,0 0-15,0 0 16,0 0-1,0 0-15,21-10 16,-21 10-16,0 0 16,0 0-16,0 0 15,0 0-15,0 0 16,0 0-16,0 0 16,0 0-16,0 0 15,0 0-15,0 0 16,0 0-16,0 0 15,0 0-15,0 0 16,0 0-16,0 0 16,0 0-1,0 0-15,0 0 16,0 0-16,0 0 16,0 0-16,0 0 15,0 0 1,0 0-16,0 0 15,0 0-15,0 0 16,0 0-16,0 0 16,0 0-16,0 0 15,0 0-15,0 0 16,0 0-16,0 0 16,0 0-16,0 0 15,0 0-15,0 0 16,0 0-16,0 0 15,0 0-15,0 0 16,0 0 0,0 0-16,0 0 15,0 0-15,0 0 16,0 0-16,0 0 16,0 0-16,0 0 15,0 0 1,0 0-16,0 0 15,0 0-15,0 0 16,0 0-16,0 0 16,0 0-16,0 0 15,0 0-15,0 0 16,0 0-16,0 0 16,0 0-16,0 0 15,0 0-15,0 0 16,0 0-16,0 0 15,0 0-15,0 0 16,0 0 0,0 0-16,0 0 15,0 0-15,0 0 16,0 0-16,0 0 16,0 0-16</inkml:trace>
  <inkml:trace contextRef="#ctx0" brushRef="#br0" timeOffset="78834.1">21145 5646 0,'0'0'16,"0"0"-16,0 0 16,0 0-16,0 0 15,0 0-15,0 0 16,0 0-16,0 0 16,0 0-16,0 0 15,0 0-15,0 0 16,0 0-16,0 0 15,-19-8-15,19 8 16,-85-27 0,19 9-16,7 6 15,7 8-15,-10-3 16,0 3-16,0-4 16,4 2-16,-6-3 15,-5 5-15,-8-5 16,-7 1-1,5 1-15,4 0 16,-2-2-16,2 3 16,2-2-16,4 4 15,13-3-15,10 6 16,-10-4-16,1 5 16,-8 0-16,-4 5 15,18-1-15,11 3 16,2-3-16,9 4 15,4-5-15,23-3 16,-30 11 0,30-11-16,-25 8 15,25-8-15,-28 18 16,15-1-16,-6 4 16,2 5-16,0 10 15,4 7 1,7 12-16,9 13 15,0-15-15,3 1 16,1-7-16,1-4 16,-2 4-16,5 2 15,-2 5-15,3 8 16,0 4-16,1 9 16,-1-18-16,-1-3 15,2-2-15,2-1 16,5 22-16,6 16 15,-1-3-15,2 10 16,-12-34 0,-5-19-16,-4 16 15,0 6-15,-4 18 16,-2 16-16,-2-23 16,1-8-16,-1-13 15,1-14-15,-1 15 16,0 6-1,-1 31-15,0 23 16,0-45-16,3-15 16,-2-25-16,2 3 15,-1-10-15,1-1 16,-2 0-16,2-1 16,-2-4-16,4-4 15,-2-14-15,0 18 16,0-18-16,0 13 15,0-13-15,0 0 16,0 15 0,0-15-16,28 12 15,-2-5-15,44 6 16,1 4-16,18-10 16,13-6-16,-17-2 15,-8-6-15,3-2 16,1 0-1,9-3-15,6 0 16,17-2-16,17-3 16,2 0-16,9 2 15,-14 0-15,-9 7 16,-13 2-16,-11 4 16,-13-3-16,-8 5 15,-10-2-15,-8 2 16,-13-2-16,-9 4 15,-8-2-15,-25 0 16,30 2 0,-30-2-16,0 0 15,27 5-15,-27-5 16,0 0-16,0 0 16,23 4-16,-23-4 15,0 0 1,0 0-16,19-19 15,-14-28-15,2 2 16,0-62-16,-1 5 16,-9-36-16,-5-18 15,1 42-15,0 23 16,2 45-16,1 3 16,-3 2-16,1 1 15,-3-24-15,-2-14 16,-3-9-16,1-8 15,2 9-15,0 11 16,2-50 0,1-25-16,6 42 15,8 19-15,-1 17 16,2 18-16,-1-42 16,3-17-16,-4 30 15,1 19-15,-4 31 16,-1 2-1,-1 6-15,2 7 16,-2-3-16,0 5 16,0 2-16,0 14 15,0-22-15,0 22 16,0-12-16,0 12 16,0 0-16,0 0 15,0-15-15,0 15 16,0 0-16,-2-11 15,2 11-15,-20-13 16,-22 1-16,1 1 16,-14 5-1,-6 4-15,-9 2 16,-6 7-16,3-2 16,3 4-16,15-5 15,13-1 1,-1 2-16,7 0 15,-5-2-15,-1 1 16,-2 1-16,-3 0 16,3-1-16,0 3 15,10-3-15,7 1 16,6-4-16,21-1 16,0 0-16,-26 5 15</inkml:trace>
  <inkml:trace contextRef="#ctx0" brushRef="#br0" timeOffset="79771.77">17941 6609 0,'0'0'16,"0"0"-16,0 0 15,0 0-15,0 0 16,0 0-16,0 0 16,0 0-16,0 0 15,0 0-15,0 0 16,0 0-16,0 0 15,58-7-15,-1-2 16,190-7 0,2-1-16,-170 13 15,2 1-15,21 3 16,17 3-16,-43-1 16,-20 3-16,-7-3 15,-10 1 1,-6 0-16,-5 1 15,-4-2-15,-3-1 16,-21-1-16,37 5 16,-37-5-16,38 7 15</inkml:trace>
  <inkml:trace contextRef="#ctx0" brushRef="#br0" timeOffset="81584.02">17833 6597 0,'0'0'15,"0"0"-15,0 0 16,0 0 0,0 0-16,0 0 15,0 0-15,0 0 16,0 0-16,0 0 16,0 0-16,24 0 15,-1 3 1,89 1-16,1 0 15,-32-6-15,-18-4 16,16 3-16,9 6 16,4-6-16,7 1 15,-8 0-15,-3 2 16,3-3-16,3 3 16,-16 0-16,-10 3 15,-15-3-15,-12 2 16,-11-2-16,-8 5 15,-22-5-15,24 2 16,-24-2 0,0 0-16,0 0 15,23 4-15,-23-4 16,0 0-16,0 0 16,0 0-16,0 0 15,0 0-15,0 0 16,0 0-1,0 0-15,0 0 16,22 10-16,-22-10 16,0 0-16,0 0 15,0 0-15,0 0 16,0 0-16,0 0 16,0 0-16,0 0 15</inkml:trace>
  <inkml:trace contextRef="#ctx0" brushRef="#br0" timeOffset="83083.66">20214 14179 0,'0'0'16,"0"0"-16,0 0 15,0 0-15,0 0 16,0 0-16,0 0 15,0 0-15,0 0 16,19-2 0,-19 2-16,136-9 15,-19 2-15,-17-6 16,-12 1-16,6-1 16,5 3-16,-22-1 15,-9 5-15,5-2 16,-1 2-1,-18 1-15,-13 3 16,-10 2-16,-9 2 16,-22-2-16,36 5 15,-36-5-15,28 6 16,-28-6-16,0 0 16,25 10-16,-25-10 15,0 0-15,0 0 16</inkml:trace>
  <inkml:trace contextRef="#ctx0" brushRef="#br0" timeOffset="83474.42">20183 14514 0,'0'0'15,"0"0"-15,0 0 16,0 0-16,0 0 16,0 0-16,0 0 15,0 0-15,0 0 16,44 2-16,0 2 16,158-8-16,2 2 15,-141 1-15,1 1 16,33-7-16,24 1 15,-37-3-15,-12 2 16,-14 2 0,-13 1-16,-7-2 15,-6 3-15,-7-1 16,-25 4-16,29-4 16,-29 4-16,0 0 15,22-2 1,-22 2-16,0 0 15,0 0-15,0 0 16</inkml:trace>
  <inkml:trace contextRef="#ctx0" brushRef="#br0" timeOffset="86411.75">10786 4005 0,'0'0'0,"0"0"16,0 0-16,0 0 15,0 0-15,0 0 16,0 0-1,0 0-15,0 0 16,0 0-16,0 0 16,0 0-16,0 0 15,0 0-15,0 0 16,0 0-16,0 0 16,0 0-16,0 0 15,0 0-15,0 0 16,0 0-16,0 0 15,-21-10-15,0-1 16,-55-11-16,-1 1 16,21 6-1,17 7-15,-3-3 16,1 5-16,-3-2 16,-1 4-16,0-4 15,0 1 1,0-1-16,4 4 15,0-3-15,2 1 16,2 0-16,4 2 16,0-1-16,4 2 15,-5-1-15,2 0 16,-5-1-16,-3 5 16,-3 0-16,-1 5 15,8-1-15,9 3 16,-5 0-16,1 3 15,-3 3-15,-1 4 16,1-5 0,2 2-16,4-3 15,6-3-15,0 0 16,3 4-16,-11 11 16,-2 8-16,-6 9 15,-4 9 1,11-7-16,5-1 15,5-3-15,4-2 16,1-2-16,3-1 16,1-4-16,4-3 15,2-3-15,2 0 16,-1 5-16,2 4 16,0 13-16,3 12 15,3-1-15,4 11 16,4-7-16,2 2 15,0-13-15,8-8 16,5-7 0,10-5-16,2 8 15,5 5-15,2-3 16,5 5-16,-8-9 16,-6-1-16,6 2 15,4 1-15,4-4 16,3 3-1,-2-9-15,4-2 16,-2-6-16,3 0 16,-2-2-16,1 0 15,9-3-15,7 3 16,-5-14-16,-4-3 16,1-9-16,0-6 15,1-6-15,4-3 16,-3-10-16,-1-5 15,-16 2-15,-9 2 16,0-7-16,2 1 16,3-5-1,2-2-15,-2-2 16,3-5-16,3-15 16,6-9-16,-22 11 15,-7 8 1,-12 10-16,-6 16 15,-4-12-15,-2-1 16,-3-20-16,-1-7 16,-9-6-16,-4-5 15,-4 12-15,-8 11 16,4 12-16,-1 16 16,-4-4-16,1 9 15,-24-10-15,-14 0 16,-1 8-16,-9 6 15,5 14-15,1 16 16,4 1 0,3 6-16,1 2 15,5 5-15,-14 8 16,-9 11-16</inkml:trace>
  <inkml:trace contextRef="#ctx0" brushRef="#br0" timeOffset="88333.83">10208 5455 0,'0'0'0,"0"0"16,0 0-16,0 0 16,0 0-16,0 0 15,0 0 1,0 0-16,0 0 15,0 0-15,0 0 16,0 0-16,0 0 16,0 0-16,0 0 15,-11 41-15,-2-3 16,-18 109-16,1 3 16,28-99-16,-1 3 15,14 19-15,7 15 16,-5 26-16,3 24 15,0-55-15,3-27 16,10 9 0,6 2-16,11 28 15,10 23-15,-5-29 16,1-10-16,9-5 16,10-6-16,-3 11 15,3 6-15,9 5 16,13 10-1,-6-23-15,-3-10 16,19-6-16,10-6 16,5 12-16,7 6 15,-11-11-15,-1-1 16,8 1-16,6 4 16,3-18-16,6-11 15,20-1-15,21-2 16,-17-2-16,-6 0 15,-1-1-15,0 0 16,3 0 0,3 1-16,7 1 15,11 5-15,1-2 16,5 1-16,3-3 16,5-4-16,4-8 15,4 0-15,7-16 16,4-9-1,-12 1-15,-4 2 16,4-3-16,4-1 16,-7-3-16,-2 1 15,13 0-15,7 0 16,-16 0-16,-7-1 16,1 4-16,-3 6 15,-6 0-15,-6 2 16,-7 9-16,-7 11 15,-16 10-15,-11 11 16,8 0 0,1 7-16,-12 8 15,-5 7-15,-26-18 16,-17-9-16,4 0 16,0 3-16,6 5 15,5 7 1,-14 12-16,-10 11 15,-17-15-15,-11-2 16,-3 0-16,-3 2 16,-2 25-16,-4 21 15,-7-23-15,-4-5 16,-1-8-16,1-1 16,4 24-16,7 20 15,-10-25-15,-5-7 16,-4-17-16,-3-12 15,4 20-15,0 15 16,0 0 0,0 6-16,-6-31 15,-3-16-15,0-2 16,1-3-16,-2 7 16,1 4-16,-3 4 15,0 3-15,-3-5 16,1-1-1,-3-14-15,0-13 16,-1-6-16,1-8 16,-2 0-16,0 2 15,-2 1-15,3 4 16,-3 2-16,1 6 16,0-4-16,0 0 15,0-6-15,3-5 16,-2 2-16,0 4 15,1-3-15,-1 3 16,1-3-16,-1 1 16,-1 1-1,2 3-15,-1 0 16,1-2-16,-1-5 16,2-1-16,-2-4 15,2 0 1,0-12-16,-1 20 15,1-20-15,0 12 16,0-12-16,0 0 16,0 0-16,0 0 15,0 13-15,0-13 16,0 0-16,0 0 16,0 0-16,3 12 15,-3-12-15,0 0 16</inkml:trace>
  <inkml:trace contextRef="#ctx0" brushRef="#br0" timeOffset="89005.68">21171 12010 0,'0'0'16,"0"0"-16,0 0 16,0 0-16,0 0 15,-18 2-15,18-2 16,-73 12-16,17-1 16,18 1-16,15 2 15,-6 5-15,4 9 16,0-4-16,6 8 15,1-6-15,3 1 16,1-4 0,6-2-16,-1-5 15,1-2-15,0-1 16,8-13-16,-17 18 16,17-18-16,-27 17 15,2-9-15,-5-8 16,-3-3-1,10 2-15,23 1 16,-30-2-16,30 2 16,0 0-16,-28-12 15,28 12-15,-18-21 16,3 2-16,-1-4 16,-3-1-16,2 1 15,9 11-15,0-1 16,8 13-16,-8-12 15,8 12-15,0 0 16,-7-13-16,7 13 16,0 0-1,9 14-15,15 22 16,1 1-16,2 3 16,2 1-16,-5-10 15,-1-3 1,-2 0-16,1-4 15,-9-7-15,-1-2 16,-3-3-16,1 2 16</inkml:trace>
  <inkml:trace contextRef="#ctx0" brushRef="#br0" timeOffset="99769.3">19061 6797 0,'0'0'0,"0"0"16,0 0-16,0 0 16,0 0-16,0 0 15,0 0-15,0 0 16,0 0-16,0 0 16,0 0-1,-32-22-15,2 1 16,-36-15-16,2 2 15,6 13-15,8 15 16,-24 2-16,-12 11 16,18-10-16,9-1 15,-12 4-15,-4 4 16,2 2-16,3 5 16,10 3-16,10 4 15,-19 12-15,-9 7 16,-3 6-1,-5 11-15,6-6 16,6 1-16,10-9 16,7-3-16,7-4 15,11 0-15,-2 13 16,4 12-16,4-5 16,7 5-1,1 0-15,3 2 16,8-10-16,5-7 15,4 19-15,7 11 16,16 30-16,14 26 16,-2-43-16,6-18 15,15-10-15,14-13 16,14 14-16,15 3 16,7-3-16,13 4 15,5-14-15,11-6 16,-7-6-16,1-1 15,9-12 1,5-9-16,-9-18 16,-2-13-16,-16-10 15,-6-10-15,-3 3 16,1 3-16,-6-12 16,-3-4-1,-16 9-15,-10 5 16,-18 4-16,-14 12 15,-6-7-15,-5 5 16,-9-26-16,-2-12 16,-13-22-16,-4-18 15,0 24-15,0 15 16,-6-14-16,-6 1 16,-13-32-16,-6-20 15,-5 33-15,-2 19 16,-12 14-16,-5 21 15,-8-4 1,-5 8-16,-14-5 16,-6 5-16,0 9 15,0 10-15,3 1 16,0 7 0,-5-4-16,1 0 15,18 2-15,16 6 16,-9-3-16,-1 6 15,-1 3-15,-1 8 16,10 3-16,5 5 16,8-5-16,11 0 15</inkml:trace>
  <inkml:trace contextRef="#ctx0" brushRef="#br0" timeOffset="102097.15">17432 7669 0,'0'0'0,"0"0"16,0 0-16,0 0 16,0 0-16,0 0 15,0 0-15,0 0 16,0 0-16,0 0 16,0 0-1,0 0-15,0 0 16,0 0-16,0 0 15,0 0-15,0 0 16,0 0-16,0 0 16,0 0-16,0 0 15,0 0-15,0 0 16,-25-17-16,1 1 16,-38-3-16,3-2 15,12 13-15,12 11 16,-21 2-1,-7 3-15,5-2 16,2 5-16,15-7 16,13 0-16,1-2 15,27-2-15,-41 5 16,41-5 0,-31 5-16,31-5 15,0 0-15,-24 5 16,24-5-16,0 0 15,0 0-15,0 0 16,0 0-16,-17 19 16,15-1-16,2 2 15,3 13-15,4 12 16,2-5-16,7 6 16,-2-5-16,6 3 15,-2-6-15,4 4 16,-7-11-1,-1-4-15</inkml:trace>
  <inkml:trace contextRef="#ctx0" brushRef="#br0" timeOffset="103815.41">17941 11341 0,'0'0'15,"0"0"-15,0 0 16,0 0-16,0 0 16,45-19-16,0 2 15</inkml:trace>
  <inkml:trace contextRef="#ctx0" brushRef="#br0" timeOffset="104502.84">7054 9833 0,'0'0'15,"0"0"-15,0 0 16,-20-4-16,20 4 15,-120-21-15,20 7 16</inkml:trace>
  <inkml:trace contextRef="#ctx0" brushRef="#br0" timeOffset="110079.8">7946 9831 0,'0'0'15,"0"0"-15,0 0 16,0 0-16,0 0 16,0 0-16,0 0 15,0 0-15,0 0 16,0 0-16,0 0 16,0 0-16,0 0 15,0 0 1,0 0-16,0 0 15,0 0-15,-29-8 16,1-2-16,-71-2 16,1 3-1,22 6-15,15 8 16,-28-4-16,-13 5 16,-9-1-16,-13 1 15,-21 15-15,-13 14 16,7 13-16,4 14 15,34-18-15,26-5 16,-11-2-16,5 2 16,-1-2-16,1 0 15,13-6-15,10-1 16,-3-2-16,3 1 16,-10 5-16,-1 4 15,8 29 1,5 22-16,18-29 15,16-8-15,4-3 16,11 1-16,0 26 16,10 22-16,4-5 15,6 3 1,17-19-16,15-9 16,11 15-16,9 8 15,9 8-15,11 9 16,13-33-16,13-18 15,19-17-15,15-16 16,18 5-16,16-2 16,-12-35-16,0-22 15,-4-24-15,0-17 16,6 5-16,7 1 16,-24 4-1,-13 0-15,14-6 16,8 0-16,3-28 15,7-15-15,-46 26 16,-23 13-16,8-20 16,-5-6-1,-30 6-15,-19 2 16,-24 44-16,-1 1 16,-10 7-16,-9 8 15,-20-17-15,-15-6 16,-4-11-16,-9-8 15,-23-11-15,-15-11 16,-27 10-16,-19 9 16,-14 13-16,-11 16 15,13 14-15,5 14 16,6 16-16,5 15 16,0 7-1,4 10-15,-1 35 16,-1 27-16</inkml:trace>
  <inkml:trace contextRef="#ctx0" brushRef="#br0" timeOffset="113470.32">7978 11108 0,'0'0'0,"0"0"15,0 0-15,12 9 16,-12-9-16,85 50 16,-13-9-1,4-10-15,7-2 16,21-4-16,18-1 16,-1 5-16,4 7 15,22-11-15,16-3 16,2-18-16,6-12 15,1 2-15,7 1 16,12-2-16,16 1 16,7-3-16,11 3 15,2-4-15,11 1 16,7-5 0,3 0-16,3-5 15,2 2-15,4-1 16,8 1-16,-3-2 15,-1 3-15,-8 1 16,-2 7-16,3 8 16,2 10-1,-12 12-15,-2 8 16,-6-6-16,-1-4 16,-5 0-16,-3 3 15,-11-6-15,-6 5 16,-13-6-16,-9 3 15,-14-4-15,-12 1 16,6 13-16,1 13 16,-15 9-16,-6 15 15,-37-14-15,-26-2 16,-2-8-16,-11-3 16,-9-3-1,-10 4-15,-7 24 16,-7 21-16,-6-15 15,-3 1-15,-5-6 16,-4 1-16,-1 13 16,2 13-1,-6 10-15,1 15 16,-8-37-16,-2-18 16,0-4-16,-1-3 15,1 8-15,1 9 16,1-16-16,0-6 15,-1-13-15,2-7 16,-1-3-16,2-3 16,-6-12-16,1 1 15,-6-13-15,0 0 16,11 14-16,-11-14 16,0 0-1,8 14-15,-8-14 16,0 0-16,0 0 15,0 0-15,0 0 16,13 12 0,-13-12-16,0 0 15,0 0-15,0 0 16,0 0-16,0 0 16,0 0-16,0 0 15,0 0-15,0 0 16,0 0-16,0 0 15,-13-37-15,-9 6 16,0 1-16,0-2 16,2 8-16,5 4 15,2 2-15,13 18 16,-15-18 0,15 18-16,-9-13 15,9 13-15,0 0 16,0 0-16,0 0 15,0 0-15,45-12 16,1 12-16,11-2 16,13 2-1,-9 4-15,2 5 16,-5-2-16,-3 5 16,-13-5-16,-10 1 15,-7-1-15,-25-7 16,31 10-16,-31-10 15,0 0-15,22 11 16,-22-11-16,0 0 16,0 0-16,0 0 15,9 12-15,-9-12 16,-15 25-16,5-3 16,-3-2-1,0-5-15,-1 0 16,3 1-16,-4-1 15,-2 4-15,-11-1 16,-6 7-16,-12-5 16,-11 3-1,3-9-15,0-3 16,2-2-16,2-1 16,0-2-16,4 2 15,-2-2-15,1 5 16,-5 22-16,2 20 15</inkml:trace>
  <inkml:trace contextRef="#ctx0" brushRef="#br0" timeOffset="118250.51">21255 13490 0,'0'0'15,"0"0"-15,0 0 16,0 0-16,0 0 16,0 0-1,0 0-15,0 0 16,0 0-16,0 0 15,0 0-15,0 0 16,0 0-16,0 0 16,0 0-1,0 0-15,0 0 16,0 0-16,0 0 16,0 0-16,0 0 15,-19-24-15,0 1 16,-31-27-16,3 1 15,25 26-15,0 0 16,-7-4-16,-6 3 16,-8 1-16,-7 7 15,4 4-15,1 5 16,2-4 0,6 5-16,0 8 15,4 11-15,-5 9 16,1 14-16,1-5 15,2 4-15,2-6 16,4-1-16,-3 2 16,-1 2-1,-2 10-15,-3 8 16,3 8-16,6 12 16,1-2-16,7 7 15,3-20-15,9-9 16,3 7-16,5 8 15,6 17-15,8 16 16,-3-12-16,2-3 16,3-23-16,4-16 15,5-5-15,9-4 16,6 0-16,6 3 16,29 3-1,20 8-15,-2-9 16,8-6-16,-14-9 15,-4-8-15,10-16 16,6-8-16,-16-4 16,-9-4-1,-2 1-15,-1 0 16,-10 0-16,-6 2 16,-13 2-16,-10 1 15,-1-8-15,0-1 16,-2-15-16,0-9 15,-4-14-15,-2-13 16,-5 7-16,-3 4 16,-8-6-16,-4 0 15,-10-23-15,-6-14 16,-4 9-16,0 3 16,-2 26-1,3 24-15,-4 6 16,2 13-16,-4-5 15,-1 4-15,-7-1 16,-3 0-16,-11-3 16,-9 2-1,-16-4-15,-11 2 16,-3 9-16,-2 7 16,14 10-16,12 8 15,7 2-15,6 5 16,2 0-16,2 3 15,3 2-15,4 2 16,5-3-16,9 0 16</inkml:trace>
  <inkml:trace contextRef="#ctx0" brushRef="#br0" timeOffset="119515.98">19710 12978 0,'0'0'16,"0"0"-16,0 0 15,0 0-15,0 0 16,0 0-16,0 0 16,-23 0-1,1 2-15,-119 23 16,1 2-16,41-5 15,33-1-15,-56 12 16,-26 13-16,45 5 16,21 9-1,5-13-15,11-1 16,10-4-16,10-3 16,9 12-16,10 13 15,9 25-15,10 26 16,-4-48-16,4-17 15,8 15-15,7 6 16,24 23-16,22 16 16,-9-32-16,6-14 15,20-8-15,17-9 16,6-13 0,12-10-16,-9-8 15,-6-3-15,5-9 16,1-5-16,4-16 15,7-10-15,-8-19 16,-5-14 0,0-6-16,2-6 15,-32 20-15,-20 13 16,-22 16-16,2 2 16,-10 5-16,0 3 15,-3-8-15,0 1 16,-20-65-16,1 2 15,-9-17-15,-3-10 16,0 44-16,2 28 16,-8-5-16,-2 9 15,-11-11-15,-5-3 16,-6 4 0,-2 2-16,-13 7 15,-7 6-15,-2 4 16,-4 9-16,15 3 15,11 9-15,4 4 16,10 8 0,-7 2-16,1 5 15,9-5-15,10 1 16,25-11-16,-30 14 16,30-14-16,0 0 15,-23 11-15,23-11 16,0 0-16,0 0 15,-15 12-15,15-12 16,0 0-16,0 0 16,-9 15-16,9-15 15</inkml:trace>
  <inkml:trace contextRef="#ctx0" brushRef="#br0" timeOffset="121265.69">7209 10851 0,'0'0'0,"0"0"16,0 0 0,0 0-16,0 0 15,0 0-15,0 0 16,0 0-16,0 0 16,0 0-16,0 0 15,0 0-15,0 0 16,0 0-16,0 0 15,11 34-15,-2 2 16,4 10-16,5 6 16,-14-33-16,2 0 15,-1-6-15,1-1 16,-6-12 0,21 14-16,2-18 15,0 2-15,35-27 16,-1 1-16,42-25 15,28-10 1,5-6-16,17-5 16,6-9-16,14-6 15,-39 13-15,-24 5 16,-7 12-16,-11 11 16,-19 7-16,-14 9 15,-13 8-15,-15 9 16,-27 15-16,29-14 15,-29 14-15,0 0 16,0 0-16,0 0 16,21-9-16,-21 9 15</inkml:trace>
  <inkml:trace contextRef="#ctx0" brushRef="#br0" timeOffset="128451.56">1421 6647 0,'0'0'0,"0"0"0,0 0 31,0 0-31,0 0 16,0 0-16,0 0 0,0 0 16,0 0-16,0 0 15,0 0 1,0 0-16,0 0 15,0 0-15,0 0 16,14 35-16,-1 0 16,78 118-16,0 2 15,-58-129-15,1 0 16,10 3-16,6 4 16,-18-13-16,-7-1 15,-25-19-15,28 17 16,-28-17-16,23 8 15,-23-8-15,25-2 16,-7-37 0,2 2-16,-2-92 15,0 3-15,-1 10 16,-1 12-16,-6-28 16,-1-15-16,-11-11 15,-3-12 1,0 50-16,0 31 15,2 37-15,0 4 16,1 32-16,0 2 16,2 14-16,0 0 15,0 0-15,4 23 16,22 130-16,2 2 16</inkml:trace>
  <inkml:trace contextRef="#ctx0" brushRef="#br0" timeOffset="129121.27">2607 5909 0,'0'0'16,"0"0"-16,0 0 31,-1 83-31,1 2 16,-9 190-16,1 1 0,6-226 15,0 2-15,-1 15 16,2 19-16,-1-67 16,2 1-1,-2-7-15,2-13 16,0 0-16,0 0 15,-25-69-15,4-3 16,-33-144-16,-1 4 16,55 134-16,0-1 15,2 20-15,2 16 16,0 2-16,0 8 16,0 15-16,-1 1 15,-3 17-15,6-17 16,-6 17-16,0 0 15,62 31 1,-13 3-16,46 93 16,0 3-16,-7 57 15,-3 40-15,-29-94 16,-20-48-16,-3 29 16,-6 5-1,-16-69-15,1 2 16,-10-39-16,1 5 15,-3-18-15,0 0 16</inkml:trace>
  <inkml:trace contextRef="#ctx0" brushRef="#br0" timeOffset="129371.56">2589 6628 0,'0'0'15,"0"0"-15,0 0 16,0 0-16,0 0 15,0 0 1,0 0-16,0 0 16,0 0-16,0 0 15,0 0-15,48-31 16,1 0 0,122-112-16,-1 4 15,-145 117-15,1 2 16,6-7-16,5-4 15,-4 2-15,0 2 16</inkml:trace>
  <inkml:trace contextRef="#ctx0" brushRef="#br0" timeOffset="129824.58">3201 5818 0,'0'0'0,"0"0"16,0 0-16,0 0 16,0 0-16,0 0 15,0 0-15,0 0 16,0 0-16,0 0 16,0 0-1,34-16-15,1 0 16,62-5-16,3-1 15,-73 37-15,0-1 16,0 32-16,-1 20 16,-14 0-16,-8 8 15,-9-1-15,-9 3 16,9 1-16,7 1 16,-5-21-16,-1-14 15,3-21-15,1 1 16,5-10-16,-5-13 15,89-13 1,-10-7-16,75-95 16,-1-2-16,-37 39 15,-25 28-15,0-12 16,-8 2-16,-43 32 16,1 2-1,-41 26-15,28-12 16</inkml:trace>
  <inkml:trace contextRef="#ctx0" brushRef="#br0" timeOffset="133386.25">2824 10968 0,'0'0'0,"0"0"16,0 0 0,0 0-16,0 0 15,0 0-15,0 0 16,0 0-16,0 0 15,0 0-15,0 0 16,0 0-16,0 0 16,0 0-16,0 0 15,0 0-15,0 0 16,0 0-16,0 0 16,0 0-16,0 0 15,-2 21-15,1 1 16,37 197-1,0 2-15,-6-143 16,0-2-16,-9-5 16,-1 1-16,-10-47 15,0-1-15,-5-11 16,-1-1 0,-4-12-16,0 0 15,-25-42-15,1-1 16,-63-97-16,0 1 15,46 75-15,1 0 16,-7-23-16,-5-10 16,29 16-16,19 12 15,1 9-15,6 12 16,11-25-16,10-7 16,4 9-16,11 5 15,7 12-15,10 15 16,9 10-1,10 16-15,-11 20 16,-3 20-16,-12 23 16,-3 24-16,-17-26 15,-11-10-15,-6 15 16,-9 8 0,-48 72-16,3-1 15,-40-19-15,-23-9 16,40-40-16,20-29 15,20-14-15,3 0 16,22-21-16,-25 7 16</inkml:trace>
  <inkml:trace contextRef="#ctx0" brushRef="#br0" timeOffset="133979.99">3189 10190 0,'0'0'16,"0"0"-16,0 0 15,0 0-15,0 0 16,0 0-16,0 0 15,0 0-15,0 0 16,27 70-16,-1-2 16,69 171-16,2 1 15,-86-209-15,2 0 16,6 12-16,4 13 16,-10-25-16,-5-11 15,-2-6-15,0-1 16,-6-13-1,7 14-15,-7-14 16,0 0-16,8-53 16,-1 6-16,7-62 15,3 1-15,-7 25 16,0 21 0,-2 17-16,2 18 15,0 2-15,4 10 16,-14 15-16,17-13 15,8 34-15,2 4 16,4 23-16,5 20 16,-7-20-16,-1-2 15,-3-1-15,-3 5 16,2-5-16,2 0 16,-6-10-16,0-2 15,5-11-15,3-10 16,10-23-1,8-15-15</inkml:trace>
  <inkml:trace contextRef="#ctx0" brushRef="#br0" timeOffset="134901.97">4185 10360 0,'0'0'16,"0"0"-16,0 0 15,0 0-15,0 0 16,0 0-16,0 0 15,0 0-15,0 0 16,0 0-16,0 0 16,0 0-16,0 0 15,0 0-15,0 0 16,0 0-16,0 0 16,23 15-16,-1 0 15,35-11-15,1-2 16,-22-15-1,-13-6-15,-2 5 16,-21 14-16,26-19 16,-26 19-16,0 0 15,23-12-15,-23 12 16,0 0 0,0 0-16,0 0 15,0 0-15,0 0 16,-15-12-16,15 12 15,-42-4-15,13 4 16,6 2-16,23-2 16,-35 16-16,22 0 15,3 7-15,5 11 16,8 23-16,2 2 16,5-11-16,5-2 15,0-15 1,2-6-16,3-6 15,5-7-15,11-20 16,8-13-16,13-62 16,1 3-16,-24-5 15,-10 2-15,-4 27 16,-3 19 0,-7 6-16,-5 10 15,-4 9-15,-1 12 16,4-14-16,-4 14 15,0 0-15,0 0 16,12 91-16,-6-2 16,2 64-16,3 43 15,-23-41-15,-12-10 16,7 1-16,0 4 16,2-37-16,6-18 15,-4 3-15,5-3 16,5-32-1,6-15-15,2 10 16,5 4-16,-3-8 16,0-4-16,-6-30 15,2 3-15,-3-23 16,2 21 0,-2-21-16,0 0 15,0 0-15,0 0 16,-35-76-16,4-1 15,-14-35-15,-7-22 16,20 28-16,12 18 16</inkml:trace>
  <inkml:trace contextRef="#ctx0" brushRef="#br0" timeOffset="135558.06">5341 10110 0,'0'0'0,"0"0"15,0 0-15,0 0 16,0 0 0,-19-27-16,2 0 15,-77-35-15,0 0 16,20 58-16,16 41 15,-3 3-15,4 17 16,16-21-16,15-8 16,7 2-16,14 0 15,13 16-15,14 14 16,14 6-16,18 11 16,0-13-16,8-5 15,7-16-15,9-13 16,-20-3-1,-11-6-15,-22-13 16,0 1-16,-25-9 16,0 0-16,0 0 15,20 5-15,-20-5 16,-21 0 0,-16 2-16,2 0 15,7-2-15,5 2 16,23-2-16,-31-2 15,20-49-15,2 1 16,31-57-16,0-1 16,8-18-16,7-8 15,6 22-15,8 17 16,-5 39-16,4 35 16,-9-3-16,-2 9 15,-7 4-15,-6 8 16,3 21-1,0 19-15,-4 26 16,0 26-16,-4-30 16,-1-5-16,-8-12 15,-3-11-15,-5-13 16,1 1 0,-5-19-16,-1 16 15</inkml:trace>
  <inkml:trace contextRef="#ctx0" brushRef="#br0" timeOffset="135714.21">5343 9382 0,'0'0'15,"0"0"-15,0 0 16,0 0-16,0 0 16,0 0-16,0 0 15,0 0-15,0 0 16</inkml:trace>
  <inkml:trace contextRef="#ctx0" brushRef="#br0" timeOffset="136026.64">6113 9276 0,'0'0'15,"0"0"-15,0 0 16,0 0-16,0 0 16,-9 9-16,9-9 15,-97 143-15,6-9 16,40-41-16,29-27 16,2 11-16,15 0 15,5-16 1,8-7-16,19-20 15,17-14-15,41-36 16,1-1-16,16-31 16,16-20-16,-35 24 15,-19 14 1</inkml:trace>
  <inkml:trace contextRef="#ctx0" brushRef="#br0" timeOffset="136745.45">6881 9335 0,'0'0'16,"8"2"-16,-8-2 16,0 0-16,0 0 15,0 0-15,0 0 16,-19 17-16,-6-3 16,-69 56-16,1 3 15,63-40 1,1 2-16,0-2 15,7 0-15,3-11 16,8-3-16,11-19 16,-10 24-16,10-24 15,5 11-15,21-2 16,1 1 0,44-26-16,0 2 15,0-35-15,1-15 16,-26-2-16,-13-5 15,-12 22-15,-8 16 16,-8 17-16,4 1 16,-9 15-16,11-12 15,-11 12-15,0 0 16,27 25-16,-14-4 16,-1-3-16,2 0 15,3-6 1,4-1-16,15-13 15,9-4-15,13-21 16,12-10-16,-12-13 16,0-10-16,-8-33 15,-5-21 1,-20-8-16,-15-7 16,-2 21-16,-2 13 15,-5 18-15,-1 17 16,-1 35-16,0 0 15,-1 13-15,-1 0 16,3 12-16,0 0 16,0 0-16,0 0 15,-10 102-15,2-12 16,49 85-16,-3 4 16,-5-60-16,-8-31 15,14-12 1,8-15-16,32 25 15,23 12-15,-21-20 16,-7-8-16</inkml:trace>
  <inkml:trace contextRef="#ctx0" brushRef="#br0" timeOffset="136932.81">8309 9013 0,'0'0'15,"0"0"-15,0 0 16,0 0-16,0 0 16</inkml:trace>
  <inkml:trace contextRef="#ctx0" brushRef="#br0" timeOffset="143375.28">20268 14338 0,'0'0'15,"0"0"-15,0 0 16,0 0-1,0 0-15,0 0 16,0 0 0,0 0-16,0 0 15,0 0-15,0 0 16,0 0-16,0 0 16,0 0-16,0 0 15,33-6-15,0 1 16,104-15-16,2 2 15,-38 5-15,-25 8 16,30-7-16,11-2 16,-11 2-16,-2 1 15,-11 1-15,-7 1 16,-5 3 0,-2 2-16,-11 1 15,-7 3-15,-17-3 16,-15 6-16,-29-3 15,37 3-15,-37-3 16,0 0 0,21 4-16,-21-4 15</inkml:trace>
  <inkml:trace contextRef="#ctx0" brushRef="#br0" timeOffset="144828.31">20409 14348 0,'0'0'16,"0"0"-16,0 0 16,25-5-16,0 0 15,116-21-15,0-2 16,-43 12-16,-26 7 15,41-11-15,20-3 16,-18 4-16,-5 5 16,-13 2-16,-12 6 15,-21 0-15,-14 3 16,-23 2 0,0 1-16,-27 0 15,29 1-15,-29-1 16,0 0-16,25 3 15,-25-3-15,0 0 16,0 0 0,0 0-16,23 6 15,-23-6-15,0 0 16,0 0-16,0 0 16,0 0-16,0 0 15,0 0-15,0 0 16,0 0-16,0 0 15,0 0-15,0 0 16,0 0-16,17 12 16,-17-12-16,0 0 15,0 0 1,0 0-16,0 0 16,0 0-16,0 0 15,0 0-15,0 0 16,0 0-16,0 0 15,0 0-15,0 0 16,0 0 0,0 0-16,0 0 15,0 0-15,0 0 16,0 0-16,0 0 16,0 0-16,0 0 15,0 0-15,0 0 16,0 0-16,0 0 15,0 0-15,0 0 16,0 0-16,0 0 16,0 0-16,0 0 15,0 0-15,0 0 16,0 0 0,0 0-16,0 0 15,0 0-15,0 0 16,0 0-16,0 0 15,0 0-15,0 0 16,0 0 0,0 0-16,9 13 15,-9-13-15,0 0 16,0 0-16,0 0 16,0 0-16,0 0 15,0 0-15,0 0 16,0 0-16,0 0 15,0 0-15,0 0 16,0 0-16,0 0 16,0 0-16,0 0 15,0 0-15,0 0 16,0 0 0,0 0-16,0 0 15,0 0-15,0 0 16,0 0-16,0 0 15,0 0-15,0 0 16,0 0 0,0 0-16,0 0 15,0 0-15,0 0 16,0 0-16,0 0 16,0 0-16,0 0 15,0 0-15,0 0 16,0 0-16,0 0 15,0 0-15,0 0 16,0 0-16,0 0 16,0 0-16,0 0 15,0 0-15,0 0 16,0 0 0,0 0-16,0 0 15,0 0-15,0 0 16,0 0-16</inkml:trace>
  <inkml:trace contextRef="#ctx0" brushRef="#br0" timeOffset="145640.76">19202 14503 0,'0'0'16,"0"0"-16,0 0 16,0 0-16,0 0 15,0 0-15,0 0 16,0 0 0,0 0-16,0 0 15,0 0-15,0 0 16,0 0-16,0 0 15,0 0-15,0 0 16,0 0-16,0 0 16,0 0-1,0 0-15,0 0 16</inkml:trace>
  <inkml:trace contextRef="#ctx0" brushRef="#br0" timeOffset="147202.79">1923 8337 0,'0'0'16,"0"0"-16,0 0 15,0 0-15,0 0 16,0 0-16,0 0 16,0 0-16,0 0 15,0 0-15,0 0 16,0 0-16,0 0 15,0 0-15,0 0 16,0 0-16,0 0 16,0 0-16,0 0 15,31-24-15,2 1 16,96-51 0,1 2-16,-26-1 15,-16 5-15,38-16 16,19-7-16,-21 8 15,-6 4-15,34-13 16,22-10 0,-48 25-16,-22 15 15,7-4-15,-3 6 16,-23 15-16,-17 16 16,1-2-16,-1 4 15,3 3-15,5 5 16</inkml:trace>
  <inkml:trace contextRef="#ctx0" brushRef="#br0" timeOffset="147624.67">2450 8510 0,'0'0'16,"0"0"-16,0 0 16,0 0-16,0 0 15,32-17-15,-1 3 16,145-84-16,1 1 15,-62 38-15,-43 26 16,124-76-16,-1 4 16,-30 6-16,-16 8 15,1-4-15,-2 4 16,-21 7 0,-13 7-16,-18 11 15,-17 12-15,-16 11 16,-15 11-16,-12 8 15,-11 9 1,0-2-16,0 8 16,1 2-16,2 7 15</inkml:trace>
  <inkml:trace contextRef="#ctx0" brushRef="#br0" timeOffset="149094.04">20792 14531 0,'0'0'0,"0"0"16,0 0-16,0 0 15,0 0-15,0 0 16,0 0-16,0 0 15,0 0-15,0 0 16,0 0-16,0 0 16,0 0-1,0 0-15,0 0 16,0 0-16,0 0 16,0 0-16,0 0 15,0 0-15,0 0 16,39-10-16,-2 5 15,140-34-15,0 2 16,-110 24-16,4 4 16,18-11-16,16 2 15,-29 3-15,-12 5 16,-15-1 0,-11 5-16,-10 0 15,-6 6-15,-22 0 16,0 0-16,0 0 15,0 0-15</inkml:trace>
  <inkml:trace contextRef="#ctx0" brushRef="#br0" timeOffset="149375.32">20660 14707 0,'0'0'15,"0"0"-15,0 0 16,0 0-16,0 0 16,0 0-16,0 0 15,44-13-15,1 0 16,131-36 0,-2 1-16,-94 35 15,-1 4-15,31-16 16,20-4-16,-36 8 15,-12 9-15,-8-5 16,-4 5 0,-18 0-16,-8 5 15</inkml:trace>
  <inkml:trace contextRef="#ctx0" brushRef="#br0" timeOffset="163591.14">19732 12544 0,'0'0'16,"0"0"-16,8 0 15</inkml:trace>
  <inkml:trace contextRef="#ctx0" brushRef="#br0" timeOffset="166090.68">19489 6604 0,'0'0'15,"0"0"-15,0 0 16,0 0-16,0 0 15,0 0-15,0 0 16,0 0-16,0 0 16,20-2-16,-20 2 15,104-2-15,-18 2 16,-1-3-16,0 3 16,0-4-16,1-1 15,10 0-15,7 3 16,-10-2-16,-4 2 15,-7-1 1,-8 3-16,4-1 16,1 2-16,-20-1 15,-9 0-15,0 0 16,-1 0-16,0 0 16,0 0-1,-6 0-15,-2 0 16,-12 0-16,-29 0 15</inkml:trace>
  <inkml:trace contextRef="#ctx0" brushRef="#br0" timeOffset="167434.15">18715 14144 0,'0'0'16,"0"0"-1,0 0-15,0 0 16,0 0-16,0 0 16,0 0-16,0 0 15,0 0-15,13-8 16,-13 8-16,157-46 16,-11 7-1,-32 21-15,-20 18 16,10-18-16,3 1 15,-22 8-15,-9 7 16,-14-2-16,-11 4 16,0 0-16,-1 1 15,-14-1-15,-8 5 16,-28-5-16,28 2 16,-28-2-16,0 0 15,0 0-15,0 0 16,-104 18-16,11-1 15,-6-3 1,-3 3-16,6-5 16,7 1-16,14-5 15,16 2-15,15-3 16,18-3-16,26-4 16,-23 2-1,23-2-15,0 0 16,-23 2-16,23-2 15,0 0-15,0 0 16,36-2-16,5 0 16,94-4-16,0-1 15,-13 2-15,-7-2 16,-8 1-16,-7 1 16,-18-1-16,-15 5 15,-29-2-15,-2 1 16,-11 1-16,-25 1 15,33-3 1,-33 3-16,0 0 16,22 3-16,-22-3 15,0 0-15,0 0 16,0 0 0,0 0-16,0 0 15,0 0-15,22 0 16,-22 0-16,0 0 15,0 0-15,0 0 16,0 0-16,25-3 16,5-1-16,0 1 15,-4-1-15,-2 4 16,-24 0-16,0 0 16</inkml:trace>
  <inkml:trace contextRef="#ctx0" brushRef="#br0" timeOffset="170012.05">18725 8297 0,'0'0'15,"0"0"-15,0 0 16,0 0-16,0 0 16,0 0-16,0 0 15,28-2-15,2 0 16,83-3-1,-2 1-15,-6-4 16,-4 1-16,40-5 16,25 5-16,3-5 15,11 0-15,-25 2 16,-9 3-16,-17 0 16,-11 1-1,-2 0-15,-6 2 16,-21 1-16,-12 3 15,-14-1-15,-14-2 16,-6 1-16,-5 4 16,-7-2-16,-4 3 15,-27-3-15,33 1 16,-33-1-16,0 0 16,27 0-16,-27 0 15,0 0-15,0 0 16,0 0-16,21 0 15,-21 0 1,0 0-16,0 0 16,0 0-16,0 0 15,0 0-15,0 0 16,0 0-16,0 0 16,0 0-1,0 0-15,20 9 16,-20-9-16,0 0 15,0 0-15,0 0 16,0 0-16,0 0 16,0 0-16,0 0 15,0 0-15,0 0 16,0 0-16,0 0 16,0 0-16,0 0 15,0 0-15,0 0 16,0 0-16,0 0 15,0 0 1,0 0-16,0 0 16,0 0-16,0 0 15,0 0-15,0 0 16,0 0 0,0 0-16,0 0 15,0 0-15,0 0 16,0 0-16,0 0 15,0 0-15,0 0 16,0 0-16,0 0 16,0 0-16,0 0 15,0 0-15,0 0 16,0 0-16,0 0 16,0 0-16,0 0 15,0 0-15,0 0 16,0 0-1,0 0-15,0 0 16,0 0-16,0 0 16,0 0-16,0 0 15,0 0-15,0 0 16,0 0-16,0 0 16,0 0-1,0 0-15,0 0 16,0 0-16,0 0 15,0 0-15,0 0 16,0 0-16,0 0 16,0 0-16,0 0 15,0 0-15,0 0 16,0 0-16,0 0 16,0 0-16,0 0 15,0 0-15,0 0 16,0 0-16,0 0 15,0 0 1,0 0-16,0 0 16,0 0-16,0 0 15,0 0-15,0 0 16,0 0-16,0 0 16,0 0-1,0 0-15,0 0 16,0 0-16,0 0 15,0 0-15,0 0 16,0 0-16,0 0 16,0 0-16,0 0 15,0 0-15,0 0 16,0 0-16,0 0 16,0 0-16,0 0 15,0 0-15,0 0 16,0 0-16,0 0 15,0 0 1,0 0-16,0 0 16,0 0-16,0 0 15,0 0-15,0 0 16,0 0 0,0 0-16,0 0 15,0 0-15,0 0 16,0 0-16,0 0 15,0 0-15,0 0 16,0 0-16,0 0 16,0 0-16,0 0 15,0 0-15,0 0 16,0 0-16,0 0 16,0 0-16,0 0 15,0 0-15,0 0 16,0 0-1,0 0-15,0 0 16,0 0-16,0 0 16,0 0-16,0 0 15,0 0-15,0 0 16,0 0-16,0 0 16,0 0-1,0 0-15,0 0 16,0 0-16,0 0 15,0 0-15,0 0 16,0 0-16,0 0 16,0 0-16,0 0 15,0 0-15,0 0 16,0 0-16,0 0 16,0 0-16,0 0 15,0 0-15,0 0 16,0 0-16,0 0 15,0 0 1,0 0-16,0 0 16,0 0-16</inkml:trace>
  <inkml:trace contextRef="#ctx0" brushRef="#br0" timeOffset="171464.74">16840 5986 0,'0'0'16,"0"0"-16,0 0 16,0 0-16,0 0 15,0 0-15,0 0 16,0 0-1,0 0-15,0 0 16,0 0-16,26 7 16,1 4-16,50 16 15,3 2-15,-28-11 16,-11-3-16,11 10 16,6 10-1,-3 6-15,3 8 16,-8-11-16,-3-3 15,-11-2-15,-6-1 16,-7-7-16,-6-3 16,-4-6-16,-3 1 15,-10-17-15,14 18 16,-14-18-16,8 14 16,-8-14-16,0 0 15,6 16-15,-6-16 16</inkml:trace>
  <inkml:trace contextRef="#ctx0" brushRef="#br0" timeOffset="171980.34">17857 5797 0,'0'0'16,"5"3"-16,-5-3 16,0 0-16,0 0 15,0 0-15,0 0 16,0 0-1,0 0-15,-13 24 16,-4-3-16,-29 36 16,1 2-16,5-21 15,6-10-15,-21 17 16,-11 11 0,-7 12-16,-8 13 15,15-24-15,10-5 16,6-8-16,12-6 15,2-6-15,4-3 16,4-6-16,5-4 16,1-5-16,22-14 15,-31 17-15,31-17 16,-20 7-16,20-7 16,0 0-16,0 0 15,-21 9-15,21-9 16,0 0-1,0 0-15</inkml:trace>
  <inkml:trace contextRef="#ctx0" brushRef="#br0" timeOffset="173448.65">17354 13319 0,'0'0'16,"0"0"-16,0 0 15,0 0-15,0 0 16,0 0-16,0 0 16,12 8-16,-12-8 15,75 52-15,-9-9 16,-8-12-1,0-8-15,5 9 16,7 2-16,-12 10 16,-2 7-16,-11-11 15,-6-5-15,-6 6 16,-5 7 0,-1-9-16,-2 1 15,-6-9-15,0-2 16,-2-3-16,-1 1 15,-2-5-15,-3 3 16,-5-8-16,1-3 16,-4-1-16,3-1 15,-6-12-15,4 17 16,-4-17-16,0 0 16,0 0-16,0 0 15</inkml:trace>
  <inkml:trace contextRef="#ctx0" brushRef="#br0" timeOffset="173948.69">18053 13490 0,'0'0'16,"0"0"-16,0 0 16,0 0-16,0 0 15,0 0-15,0 0 16,0 0-16,0 0 16,0 0-16,0 0 15,0 0-15,0 0 16,0 0-1,0 0-15,0 0 16,0 0-16,0 0 16,0 0-16,-11 18 15,1 0-15,-46 77 16,0 0 0,2-18-16,5-9 15,-4-16-15,2-12 16,8 0-16,10-3 15,-14 2-15,0 5 16,5-9-16,6 0 16,9-13-16,9-7 15,3-2-15,15-13 16,-14 14-16,14-14 16,0 0-16,0 0 15</inkml:trace>
  <inkml:trace contextRef="#ctx0" brushRef="#br0" timeOffset="176088.8">18318 7977 0,'0'0'15,"0"0"-15,0 0 16,0 0-16,0 0 16,0 0-16,0 0 15,0 0-15,0 0 16,0 0-1,0 0-15,0 0 16,0 0-16,0 0 16,0 0-16,0 0 15,0 0 1,0 0-16,0 0 16,0 0-16,0 0 15,0 0-15,0 0 16,-25-11-16,0 1 15,-52-25-15,0-1 16,18 5-16,11 7 16,-33-10-16,-16 1 15,-18-10-15,-12-5 16,-2 16-16,-1 11 16,-35-17-16,-18-3 15,7 2 1,-4 2-16,-16-23 15,-12-15-15,2 11 16,4 6-16,-9-8 16,-2 0-16,-10-5 15,-7-1 1,8-8-16,6-5 16,4 6-16,1 7 15,-7-5-15,-1 1 16,-3-1-16,2 6 15,1-2-15,6 3 16,4 18-16,6 16 16,16 14-16,14 13 15,16-9-15,22 1 16,14 3-16,15 6 16,0-7-16,12 1 15,11-3 1,15 3-16,10-2 15,13 1-15,11 0 16,10 3-16,24 12 16,-32-17-16,32 17 15,-26-15-15,26 15 16,-22-12 0,22 12-16,0 0 15,0 0-15,0 0 16</inkml:trace>
  <inkml:trace contextRef="#ctx0" brushRef="#br0" timeOffset="176479.43">11385 5603 0,'0'0'15,"0"0"-15,0 0 16,18-4-16,-18 4 16,64-15-16,-17 8 15,-47 7-15,37-10 16,-37 10-1,0 0-15,24-6 16,-24 6-16,0 0 16,0 0-16,0 0 15,0 0 1,-32 5-16,4 0 16,-14 6-16,-11 4 15,4-1-15,2 5 16,-5 0-16,4 5 15,-7 1-15,0 4 16,10-4-16,7 0 16,1 1-16,3 3 15,10-6-15,7-2 16,10-3-16,13-1 16,34 22-16,4 3 15,86 1 1,-3 0-16,-1 12 15,1 8-15</inkml:trace>
  <inkml:trace contextRef="#ctx0" brushRef="#br0" timeOffset="213317.02">17590 18038 0,'0'0'0,"0"0"0,0 0 0,0 0 0,0 0 0,35-9 16,0 0-16,143-44 15,3-1-15,-54 26 16,-31 16-16,89-23 16,53-6-1,-54 31-15,-17 18 16,39-10-16,25 0 15,-21 6-15,-2 5 16,-14-5-16,-7 2 16,-26-3-16,-15 2 15,-22-1-15,-17 0 16,-13 1-16,-12 1 16,-27-2-16,-19-1 15,-36-3-15,38 5 16,-38-5-16,0 0 15,-29-2 1,-2-1-16,-164-7 16,2 1-16,30 0 15,26 6-15,-68-3 16,-37 3-16,19 12 16,2 15-1,12 1-15,11 10 16,31-10-16,28-3 15,-6 0-15,4 1 16,29-6-16,22-1 16,15-9-16,23-2 15,52-5-15,-40 0 16,40 0-16,-23 0 16,23 0-16,0 0 15,0 0-15,-23-3 16,23 3-16,0 0 15,0 0 1,0 0-16,111-6 16,-1 3-16,63-7 15,42 4-15,-47 0 16,-16 2-16,46-4 16,26 1-16,-34-1 15,-11 4 1,3 0-16,-2 4 15,-18 1-15,-10 6 16,2-3-16,2 3 16,-26 0-16,-14-1 15,-22-1-15,-18-1 16,-17-2-16,-15 2 16,-22-1-16,2 1 15</inkml:trace>
  <inkml:trace contextRef="#ctx0" brushRef="#br0" timeOffset="-168014.43">10831 3988 0,'0'0'16,"0"0"-16,0 0 16,0 0-16,0 0 15,0 0-15,0 0 16,0 0-16,0 0 15,0 0-15,0 0 16,-22-6-16,-1 0 16,-67-13-1,4 3-15,22 7 16,16 7-16,-10-4 16,5 4-16,-8-2 15,-2 0 1,0 0-16,4 0 15,-6-1-15,-1 5 16,-3 0-16,-4 2 16,4 1-16,5 1 15,12-2-15,9 2 16,10 0-16,10 5 16,-7 5-16,0 7 15,-6 23-15,-4 16 16,3 6-16,-1 5 15,10-15-15,7-8 16,7-15 0,5-13-16,0 3 15,4 0-15,-4 17 16,4 11-16,-3 21 16,1 19-16,4-17 15,3-3 1,5-19-16,6-13 15,3 0-15,7-3 16,5 2-16,7 8 16,8-5-16,6 0 15,-2-5-15,5-3 16,8-5-16,8 2 16,-5-12-16,3 0 15,-4-13-15,0-5 16,4-8-16,5-7 15,2-11-15,0-9 16,-13 4 0,-4 0-16,-7 1 15,-2 8-15,1-8 16,2 3-16,8-20 16,10-4-16,-8-21 15,0-7-15,-21 19 16,-13 10-1,-4 12-15,-9 8 16,-3 5-16,-3 10 16,-2-11-16,-1-3 15,-6-29-15,3 0 16,-6-8-16,-2-2 16,-8 12-16,-3 11 15,-6 0-15,0 3 16,0 2-16,-5 7 15,-1 6-15,3 9 16,-3 1-16,-3 6 16,3 2-1,1 4-15,7-1 16,24 6-16,-34-6 16,34 6-16,-26-2 15,26 2 1,0 0-16,0 0 15,-22 2-15,22-2 16,0 0-16,0 0 16,0 0-16,0 0 15,0 0-15,0 0 16,0 0-16,-21 4 16,21-4-16,0 0 15,0 0-15,0 0 16,0 0-16,0 0 15,0 0-15,0 0 16,0 0 0,0 0-16,0 0 15,0 0-15,0 0 16,-13 13-16,13-13 16,0 0-16,0 0 15,0 0-15,0 0 16,0 0-1,0 0-15,0 0 16,0 0-16,0 0 16,0 0-16,0 0 15,0 0-15,0 0 16,0 0-16,0 0 16,0 0-16,0 0 15,0 0-15,0 0 16,0 0-16,0 0 15</inkml:trace>
  <inkml:trace contextRef="#ctx0" brushRef="#br0" timeOffset="-166404.77">15363 3480 0,'0'0'16,"0"0"-16,0 0 16,0 0-16,0 0 15,-33-6-15,0-1 16,-105-5-16,3 2 16,31 2-16,23 5 15,-57-8-15,-25 1 16,16 0-16,5 3 15,-43-3-15,-26 0 16,9 1-16,0 4 16,-12-4-1,-8 5-15,-15 0 16,-11 7-16,-10-6 16,-7 6-16,3-3 15,4 0-15,-2-5 16,3 3-1,-9-5-15,-4-3 16,-1-2-16,1 1 16,6-5-16,5-2 15,-3-4-15,4 4 16,-8-2-16,-3 1 16,3-2-16,7 5 15,3-3-15,6 3 16,-2-4-16,3 4 15,1 2-15,3 5 16,-16 14-16,-10 10 16,-7 7-1,-5 13-15,25-8 16,19 1-16,11-4 16,21-1-16,8-3 15,15 1 1,24-11-16,22-3 15,1-14-15,9-7 16,-7-1-16,1 1 16,31 2-16,21 1 15,5 1-15,10 1 16,13 2-16,11 0 16,6 1-16,11 4 15,1-2-15,25 4 16,-33-6-16,33 6 15,-21-7-15,21 7 16,0 0 0,0 0-16,0 0 15,0 0-15,-23-6 16,23 6-16,0 0 16,0 0-16,0 0 15,0 0-15,0 0 16,0 0-1,0 0-15,0 0 16,0 0-16,0 0 16,-21-12-16,21 12 15,0 0-15,0 0 16,0 0-16,0 0 16,-4 12-16,4-12 15,-4 19-15,4-2 16,-1-5-16,1 2 15,-2-1-15,1-1 16,1-12-16,-4 23 16,4-23-1,-1 11-15,1-11 16,0 0-16,-3 16 16,3-16-16,1 12 15,-1-12-15,21 29 16,-1-9-1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25:53.3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20506 6046 0,'0'0'0,"0"0"16,0 0-16,0 0 15,0 0-15,0 0 16,0 0 0,0 0-16,0 0 15,0 0-15,0 0 16,0 0-16,0 0 15,0 0-15,0 0 16,19 0-16,-19 0 16,128-3-16,-17 3 15,-2-8-15,0-5 16,16 3-16,16 2 16,-10-8-16,0-4 15,14 1-15,14-2 16,-15-1-1,-2 6-15,-21 2 16,-12 6-16,-20 1 16,-14 7-16,-19-2 15,-14 4-15,-9-2 16,-10 3 0,1-3-16,1 1 15,0-1-15,0 3 16</inkml:trace>
  <inkml:trace contextRef="#ctx0" brushRef="#br0" timeOffset="1484.4">20390 5124 0,'0'0'15,"0"0"-15,0 0 16,0 0-16,0 0 15,0 0-15,0 0 16,0 0-16,0 0 16,0 0-16,0 0 15,58-10-15,2 3 16,181-10-16,2 1 16,-129 6-16,0 3 15,54-3 1,36-1-16,-60 3 15,-26 4-15,24 0 16,8 2-16,-37 4 16,-20 5-16,-12-4 15,-13 3-15,-16-1 16,-12 3 0,-7-4-16,-8 0 15,-25-4-15,23 4 16,-23-4-16,0 0 15,0 0-15,0 0 16,0 0-16,21 6 16,-21-6-16,0 0 15,0 0-15,0 0 16,0 0-16,0 0 16,0 0-16,0 0 15,0 0-15,17 12 16,-17-12-1,0 0-15,0 0 16,0 0-16,0 0 16,0 0-16,0 0 15,0 0-15,0 0 16,0 0 0,0 0-16,0 0 15,0 0-15,0 0 16,0 0-16,0 0 15,0 0-15,0 0 16,0 0-16,0 0 16,0 0-16,0 0 15,0 0-15,0 0 16,0 0-16,0 0 16,0 0-16,0 0 15,0 0-15,0 0 16,0 0-1,0 0-15,0 0 16,0 0-16,0 0 16,0 0-16,0 0 15,0 0-15,0 0 16,0 0 0,0 0-16,0 0 15</inkml:trace>
  <inkml:trace contextRef="#ctx0" brushRef="#br0" timeOffset="5687.07">8519 6002 0,'0'0'16,"0"0"-16,0 0 16,0 0-16,0 0 15,0 0-15,0 0 16,0 0-16,0 0 16,0 0-16,0 0 15,-3 22-15,1 1 16,7 136-1,-3 3-15,11-34 16,8-20-16,-5 30 16,1 15-16,27-10 15,19 0-15,36-11 16,32-2 0,-6-24-16,8-19 15,32-9-15,25-11 16,-3 8-16,9 5 15,17-16-15,19-13 16,6 2-16,13-1 16,5-14-16,10-11 15,14-15-15,13-10 16,13 2-16,17-1 16,6-10-16,11-2 15,-3 2-15,2 1 16,-9-3-1,0 5-15,-4-2 16,-2-2-16,0 12 16,2 3-16,-14 38 15,-8 25 1,-19 2-16,-14 13 16,-31-14-16,-23 0 15,-58-7-15,-43-4 16,20 52-16,4 35 15,-30-49-15,-14-23 16,25 70-16,12 41 16,-31 2-16,-14 16 15,-6-44-15,-7-24 16,8 57-16,3 30 16,-21-20-16,-10-1 15,-12-52 1,-8-36-16,4 24 15,2 8-15,-2-9 16,0-3-16,4 7 16,7 6-16,-7-17 15,0-6-15,-5-7 16,0-2 0,-8-17-16,-5-5 15,-13-28-15,-4-20 16,0 37-16,0 18 15,-3-5-15,-1 5 16,-1-26-16,-1-10 16,-2 28-16,1 15 15,-2-13-15,-1 4 16,-1-53-16,2 3 16,-1-25-16,1 0 15,-1-10-15,2 0 16,0-13-1,-2 17-15,2-17 16,0 0-16,-1 12 16,1-12-16</inkml:trace>
  <inkml:trace contextRef="#ctx0" brushRef="#br0" timeOffset="6374.68">20388 13203 0,'0'0'16,"0"0"-16,0 0 16,0 0-16,0 0 15,-23 8-15,2 1 16,-57 24-1,2 2-15,18-5 16,16-2-16,-20 6 16,-6 10-16,10-9 15,7-1 1,9-9-16,11-3 16,3 1-16,7 4 15,-2 1-15,4 2 16,1-3-16,1 1 15,3-4-15,2-3 16,12-21-16,-13 24 16,13-24-16,0 0 15,0 0-15,0 0 16,0 0-16,-28-13 16,13 1-16,-3-2 15,18 14 1,-19-17-16,19 17 15,0 0-15,-16-14 16,16 14-16,0 0 16,0 0-16,0 0 15,0 0-15,0 0 16,-8-12 0,8 12-16,0 0 15,61 26-15,-18 1 16,12 14-16,8 11 15,-16-13-15,-2-1 16,-10-10-16,-5-3 16,-7-2-16,-4-3 15,-5-4-15,-3-2 16,-11-14-16,14 18 16,-14-18-16,0 0 15</inkml:trace>
  <inkml:trace contextRef="#ctx0" brushRef="#br0" timeOffset="6843.44">20308 13141 0,'0'0'0,"0"0"15,0 0-15,0 0 16,0 0 0,-19 25-16,2 0 15,-53 72-15,-1 2 16,43-59-16,-1 1 15,-8 37-15,-7 28 16,1-18-16,-2 4 16,18-32-16,12-19 15,-10 19-15,0 9 16</inkml:trace>
  <inkml:trace contextRef="#ctx0" brushRef="#br0" timeOffset="8343.54">18912 13809 0,'0'0'15,"-8"43"-15,1 1 16,7-44-16,0 0 16,0 0-16,0 0 15,-31-35 1,-1-1-16,-117-43 15,2-1-15,42 60 16,28 42-16,-52 6 16,-23 19-16,20-13 15,8 4-15,-5 4 16,1 3 0,21-10-16,16-4 15,8-2-15,14 2 16,1 16-16,7 14 15,9 15-15,13 19 16,16-34-16,15-18 16,9 40-16,15 24 15,1 8-15,8 16 16,2-55-16,4-26 16,18-3-16,17-9 15,8 16-15,12 10 16,5-6-1,9 3-15,-5-13 16,0-7-16,-7-16 16,-3-12-16,9-20 15,7-13-15,6-13 16,9-9 0,8-9-16,10-7 15,-30 1-15,-15-4 16,-13-24-16,-10-12 15,-8 18-15,-8 13 16,-15 15-16,-10 13 16,-2-5-16,-2 3 15,-6-20-15,-5-8 16,-21-29-16,-14-20 16,-25-41-16,-20-30 15,11 50-15,-1 22 16,7 44-1,6 42-15,-21 0 16,-9 19-16,5-9 16,1 2-16,1 6 15,4 11 1,2 1-16,2 8 16,6-2-16,5 6 15,9-3-15,11 3 16,3-3-16,7 0 15,21-9-15,-30 17 16,30-17-16,-17 12 16,17-12-16,-9 28 15</inkml:trace>
  <inkml:trace contextRef="#ctx0" brushRef="#br0" timeOffset="10155.98">18976 15083 0,'0'0'0,"0"0"16,0 0-16,0 0 16,0 0-16,0 0 15,0 0-15,0 0 16,0 0 0,0 0-16,0 0 15,42-2-15,1 0 16,173-23-16,2 0 15,-115 12-15,1 3 16,22-9-16,17-3 16,-38 1-16,-14 3 15,2 1-15,-2 2 16,-22 3-16,-11 1 16,-2 3-16,-3 4 15,-16 2-15,-11 7 16,-26-5-1,23 6-15</inkml:trace>
  <inkml:trace contextRef="#ctx0" brushRef="#br0" timeOffset="11311.96">19031 15463 0,'0'0'15,"0"0"-15,0 0 16,0 0-16,0 0 16,0 0-16,0 0 15,0 0-15,0 0 16,28-11-1,2 2-15,128-43 16,3 2-16,-85 29 16,1 1-16,25-11 15,15-2-15,-38 10 16,-19 11 0,-10-1-16,-11 7 15,-7 0-15,-9 3 16,-23 3-16,26-2 15,-26 2-15,0 0 16,0 0-16,26 0 16,-26 0-16,0 0 15,0 0-15,0 0 16,0 0-16,0 0 16,21 7-16,-21-7 15,0 0-15,0 0 16,0 0-1,0 0-15,0 0 16,0 0-16,0 0 16,0 0-16,0 0 15,0 0-15,0 0 16,0 0 0,0 0-16,0 0 15,0 0-15,0 0 16,0 0-16,0 0 15,0 0-15,0 0 16,0 0-16,0 0 16,0 0-16,0 0 15,0 0-15,0 0 16,0 0-16,0 0 16,0 0-16,21 8 15,-21-8-15,0 0 16,0 0-1,0 0-15,0 0 16,0 0-16,0 0 16,0 0-16,0 0 15,0 0-15,0 0 16,0 0 0,0 0-16,0 0 15,0 0-15,0 0 16,0 0-16,0 0 15,0 0-15,0 0 16,0 0-16,0 0 16,0 0-16,0 0 15,0 0-15,0 0 16,0 0-16,0 0 16,0 0-16,0 0 15,0 0 1,0 0-16,0 0 15,0 0-15,0 0 16,0 0-16,0 0 16,0 0-16,0 0 15,0 0-15,0 0 16,0 0 0,0 0-16,0 0 15,0 0-15,0 0 16,0 0-16,0 0 15,0 0-15,0 0 16</inkml:trace>
  <inkml:trace contextRef="#ctx0" brushRef="#br0" timeOffset="14655.06">17524 14550 0,'0'0'16,"0"0"-16,0 0 15,0 0-15,0 0 16,0 0-16,0 0 16,0 0-16,0 0 15,0 0-15,0 0 16,0 0-1,0 0-15,0 0 16,0 0-16,0 0 16,0 0-16,0 0 15,0 0 1,0 0-16,0 0 16,0 0-16,0 0 15,-33 5-15,0 4 16,-56 8-16,-1-2 15,56-13-15,-1 1 16,-3-6-16,2 3 16,-11-4-16,-3-2 15,-7 0-15,-8 5 16,-14-9-16,-12 1 16,2-16-16,-2-9 15,18-26 1,14-18-16,4 14 15,8 4-15,0-1 16,2 4-16,-18-38 16,-11-20-16,6-11 15,-1-13 1,11 9-16,10 3 16,5 1-16,4 6 15,2 8-15,8 9 16,-4-19-16,3-8 15,17 72-15,1 0 16,0-1-16,2-1 16,-5-42-16,-2-24 15,9 12-15,5 0 16,9-40-16,8-28 16,3-33-16,3-32 15,2 82 1,2 43-16,7-51 15,7-18-15,1 24 16,4 11-16,-1 24 16,0 21-16,18-3 15,13 9-15,20-13 16,19-2 0,-6 18-16,4 18 15,25 7-15,19 13 16,-21-8-16,-2 1 15,15-2-15,11 4 16,-27 9-16,-12 12 16,1 9-16,-3 12 15,-14 6-15,-6 9 16,5 1-16,5 8 16,-7-2-16,0 3 15,-10-1 1,-3 3-16,-15-1 15,-10 1-15,-32 0 16,0 0-16,-29 0 16,27 0-16,-27 0 15,0 0 1,0 0-16,23 0 16,-23 0-16,0 0 15,0 0-15,0 0 16,0 0-16,0 0 15,0 0-15,0 0 16,0 0-16,21 0 16,-21 0-16,0 0 15,0 0-15,0 0 16,0 0-16,0 0 16,0 0-16,0 0 15,0 0 1,0 0-16,0 0 15,0 0-15,0 0 16,0 0-16,0 0 16,0 0-16,0 0 15,0 0 1,0 0-16,0 0 16,0 0-16,0 0 15,0 0-15,-8-15 16,8 15-16,-34-18 15,34 18-15,-35-16 16,8 5-16,-2 3 16,-3-3-16,2 0 15,-3-2-15,-1 1 16,-2-5-16,-2 3 16,10 1-16,6 4 15,22 9 1,-24-10-16,24 10 15,0 0-15,0 0 16,-20-10-16,20 10 16,0 0-16,0 0 15,0 0 1,0 0-16,0 0 16,0 0-16,0 0 15,57 23-15,-14-3 16,0-1-16,4-1 15,-18-5-15,-6-2 16,-23-11-16,26 12 16,-26-12-16,0 0 15,21 8-15,-21-8 16,0 0-16,0 0 16,0 0-16,-10 15 15,-75 66 1,1-2-16,40 8 15,27 7-15</inkml:trace>
  <inkml:trace contextRef="#ctx0" brushRef="#br0" timeOffset="18060.64">11195 7024 0,'0'0'16,"0"0"-16,0 0 15,0 0-15,0 0 16,0 0-16,0 0 15,0 0-15,0 0 16,24 42-16,2 2 16,51 152-16,-3-1 15,-51-152-15,-1 3 16,-2-3-16,4 5 16,-7-20-16,-4-5 15,-13-23 1,16 19-16,-16-19 15,0 0-15,23-19 16,-10-2-16,8-69 16,3 0-1,-5-10-15,4-2 16,-12 30-16,-4 18 16,-1 0-16,2 9 15,-5 9-15,2 12 16,-5 4-16,3 5 15,-3 15-15,0 0 16</inkml:trace>
  <inkml:trace contextRef="#ctx0" brushRef="#br0" timeOffset="18638.75">12411 6668 0,'0'0'16,"0"0"-16,0 0 15,0 0-15,0 0 16,-17 35-16,3 0 15,-65 153-15,4 0 16,47-101-16,4 0 16,-8 6-16,0 4 15,24-69-15,-1 0 16,4-16-16,2 3 16,3-15-1,-4 13-15,4-13 16,6-21-16,17-111 15,1 1-15,-3 9 16,-2 8-16,0 0 16,2 7-16,-1 27 15,-1 21 1,8 12-16,7 14 16,-13 4-16,-2 10 15,-1 6-15,-18 13 16,44 7-16,-9 14 15,21 80-15,2 1 16,-8 42-16,0 30 16,-3-30-16,-2-7 15,-16-46-15,-10-29 16,-11-37-16,-1 0 16,0-9-16,-3-1 15,-4-15 1,0 0-16</inkml:trace>
  <inkml:trace contextRef="#ctx0" brushRef="#br0" timeOffset="18873.08">12161 7275 0,'0'0'16,"0"0"-16,0 0 16,0 0-16,0 0 15,0 0-15,0 0 16,0 0-16,0 0 15,24-10-15,3 1 16,178-52-16,1 2 16,-126 37-16,-2-1 15,17-16-15,16-6 16,-40 8-16,-18 3 16,-24 18-1,3 2-15</inkml:trace>
  <inkml:trace contextRef="#ctx0" brushRef="#br0" timeOffset="19326">13051 6928 0,'0'0'0,"0"0"15,0 0 1,0 0-16,0 0 16,0 0-16,0 0 15,0 0-15,0 0 16,7-4-16,-7 4 15,129-56-15,-2 4 16,-8 20-16,2 15 16,-42-4-16,-22 5 15,-8 7-15,-9 11 16,-4 24-16,-4 16 16,-21 17-16,-13 17 15,-26 22 1,-21 19-16,6-13 15,-1 1-15,9-28 16,1-18-16,18-27 16,0 1-16,6-19 15,2 2 1,8-16-16,0 0 16,50-14-16,0 0 15,122-51-15,-1 1 16,-39-2-16,-28 2 15,-5 12-15,-9 11 16,-22 6-16,-18 8 16,-21 13-16,-1-1 15</inkml:trace>
  <inkml:trace contextRef="#ctx0" brushRef="#br0" timeOffset="21216.44">19045 15043 0,'0'0'16,"0"0"-16,0 0 16</inkml:trace>
  <inkml:trace contextRef="#ctx0" brushRef="#br0" timeOffset="22278.83">18819 15072 0,'0'0'16,"0"0"-16,0 0 16,0 0-1,0 0-15,0 0 16,0 0-16,0 0 15,0 0-15,0 0 16,0 0-16,0 0 16,0 0-1,-56 0-15,2 0 16,-112 0-16,2 3 16,95-6-16,1 1 15,-28 0-15,-18 4 16,27-4-16,10 2 15,-12-2-15,-4 4 16,30-2-16,22 2 16,3-2-16,13 0 15,4 0-15,21 0 16,-25 0-16,25 0 16,0 0-1,0 0-15,45-6 16,10 2-16,80-11 15,1 1-15,6-7 16,7 0-16,9-26 16,11-14-1,-43 12-15,-25 8 16,2 2-16,-1 3 16,-53 18-16,1 0 15,-25 9-15,-1 1 16,-24 8-16,0 0 15,0 0-15,22-8 16,-44 14-16,22-6 16,-145 37-16,21-3 15,7-3-15,7 3 16,-14 10-16,-6 8 16,29-15-1,18-2-15,14-9 16,16-5-16,-4 0 15,7 0-15,3-7 16,6-1-16,11-7 16,30-6-1,-33 8-15,33-8 16,0 0-16,-25 6 16,25-6-16,0 0 15,23-6-15,1-1 16</inkml:trace>
  <inkml:trace contextRef="#ctx0" brushRef="#br0" timeOffset="25621.78">18800 7763 0,'0'0'0,"0"0"16,0 0-16,0 0 15,0 0-15,0 0 16,0 0-16,0 0 15,0 0-15,0 0 16,0 0 0,0 0-16,0 0 15,0 0-15,0 0 16,0 0-16,0 0 16,0 0-16,0 0 15,0 0-15,0 0 16,0 0-16,0 0 15,0 0-15,0 0 16,0 0-16,0 0 16,0 0-16,0 0 15,0 0-15,0 0 16,33-1 0,1-2-16,123-13 15,0-1-15,-79 7 16,0 2-16,43-7 15,29 1-15,-34 6 16,-14 3 0,18-3-16,5 2 15,-13-3-15,-2 6 16,-10-2-16,-2 3 16,-7 0-16,-2 2 15,-12 0-15,-8 2 16,-19-2-16,-12 2 15,-10-2-15,-28 0 16,31 0-16,-31 0 16,0 0-16,27 0 15,-27 0-15,0 0 16,0 0 0,0 0-16,0 0 15,0 0-15</inkml:trace>
  <inkml:trace contextRef="#ctx0" brushRef="#br0" timeOffset="26558.97">18011 7084 0,'0'0'16,"0"0"-16,0 0 15,0 0-15,0 0 16,0 0-16,0 0 16,0 0-16,0 0 15,0 0-15,0 0 16,0 0 0,0 0-16,20 5 15,1 2-15,43 26 16,0 0-16,-7 14 15,-6 15 1,-5-6-16,-1 3 16,-13-14-16,-9-11 15,-2-4-15,-2-5 16,-2-2-16,0 1 16,-1-5-16,-2-1 15,1-3-15,0 1 16,-15-16-16,31 21 15,-31-21-15,30 10 16,-30-10-16,22 0 16</inkml:trace>
  <inkml:trace contextRef="#ctx0" brushRef="#br0" timeOffset="27059.11">18722 7089 0,'0'0'15,"0"0"-15,0 0 16,0 0-16,0 0 16,0 0-16,0 0 15,0 0-15,0 0 16,0 0 0,0 0-16,0 0 15,0 0-15,0 0 16,0 0-16,0 0 15,0 0-15,-21 7 16,21-7 0,-102 63-16,19-4 15,3 38-15,0 27 16,9-39-16,7-13 16,12-12-16,13-10 15,-5 0-15,6-3 16,5-8-16,8-4 15,6-12-15,9-7 16,0-3-16,10-13 16</inkml:trace>
  <inkml:trace contextRef="#ctx0" brushRef="#br0" timeOffset="45462.84">10353 4516 0,'0'0'16,"0"0"-16,0 0 15,0 0-15,0 0 16,0 0-16,0 0 16,0 0-16,0 0 15,-15 28-15,1 1 16,-15 62-16,0 0 16,21-44-16,0-3 15,0-9-15,0-4 16,0 14-16,0 12 15,1 31 1,4 24-16,-5-29 16,5-10-16,0-25 15,6-14-15,-3 16 16,3 7-16,3 57 16,1-1-1,-4-21-15,2-11 16,-2-9-16,0-4 15,-3 1-15,2 3 16,-4-40-16,2 2 16,-1-13-16,1-7 15,0-14-15,0 18 16</inkml:trace>
  <inkml:trace contextRef="#ctx0" brushRef="#br0" timeOffset="46228.29">2295 4670 0,'0'0'0,"0"0"0,0 0 15,0 0 1,0 0-16,0 0 16,0 0-16,0 0 15,0 0-15,-19 44 16,2 1-16,-24 92 16,2-1-1,17-14-15,14-8 16,-11 4-16,0 1 15,9-3-15,8 1 16,-1-27-16,3-12 16,1-41-16,1 4 15,0-10-15,2 0 16,10-5-16,8-1 16</inkml:trace>
  <inkml:trace contextRef="#ctx0" brushRef="#br0" timeOffset="47493.92">2041 4695 0,'0'0'15,"0"0"-15,0 0 16,0 0-16,0 0 16,0 0-16,0 0 15,28-18-15,0-1 16,32-12-16,1 2 16,-9 8-16,-6 7 15,40-2-15,27 1 16,-2-6-16,12 1 15,5 9 1,7 11-16,22 0 16,20 8-16,4-4 15,10 1-15,11 0 16,11-2-16,-6 1 16,3 0-1,-3-4-15,-1 3 16,11-3-16,7 3 15,5-3-15,10 0 16,2-2-16,6 2 16,5-4-16,9 0 15,14-2-15,12 2 16,-8-4-16,2-1 16,-5-4-16,-4 4 15,10-3-15,10-1 16,-6-2-16,4 3 15,-12-3 1,1 6-16,-2 2 16,3 7-16,-10 7 15,1 8-15,-12-6 16,-6-1-16,0 0 16,1 3-1,-1-10-15,-2-1 16,-21-12-16,-12-4 15,-28 1-15,-21 6 16,-18-2-16,-13 2 16,-1 1-16,-6 2 15,-15 2-15,-13 6 16,-13 0-16,-10 2 16,-9-2-16,-6 2 15,-11-2-15,-9 0 16,-25-2-16,3 3 15,-23-3 1,0 0-16,20 1 16,-20-1-16,0 0 15,0 0-15,0 0 16,21 0-16,-21 0 16,0 0-1,0 0-15,0 0 16,0 0-16,0 0 15,0 0-15,0 0 16,0 0-16,0 0 16,0 0-16,20 13 15,-20-13-15,0 0 16,0 0-16,0 0 16,0 0-16,-10 12 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6:41:17.9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845 8185 0,'0'0'0,"0"0"0,0 0 0,0 0 15,0 0-15,0 0 16,0 0-16,0 0 16,0 0-1,0 0-15,0 0 16,0 0-16,0 0 15,0 0-15,0 0 16,0 0-16,0 0 16,0 0-16,0 0 15,11-3-15,-11 3 16,116-15-16,-14 4 16,3-3-16,7-3 15,0-5-15,8-1 16,-13 0-16,-4 2 15,12-14 1,6-8-16,-21 4 16,-9 4-16,-44 16 15,-1 1-15,-15 4 16,-9 6-16,-22 8 16,38-14-16,-38 14 15,0 0 1,25-10-16,-25 10 15,0 0-15,22-6 16,-22 6-16,33-17 16,16-26-16,2 1 15,12-47-15,9-31 16,-23 38-16,-11 15 16,-10 15-16,-10 20 15,0-13-15,1-2 16,-18-38-16,-7-26 15,-13 20 1,-6 9-16,-46-20 16,-31-8-16,-9-7 15,-13-10-15,-8 36 16,-7 21-16,-17 37 16,-10 36-1,12-8-15,8 12 16,-14 40-16,-5 32 15,16-5-15,9 13 16,18-10-16,17-3 16,1 42-16,12 31 15,19-44-15,20-18 16,7 6-16,15-1 16,16 24-16,16 16 15,13-36-15,13-19 16,40 33-16,31 21 15,-22-31 1,0-12-16,38-28 16,26-23-16,0 0 15,10-6-15</inkml:trace>
  <inkml:trace contextRef="#ctx0" brushRef="#br0" timeOffset="2218.75">21503 9713 0,'0'0'16,"0"0"-16,0 0 15,0 0-15,0 0 16,0 0-16,0 0 15,0 0-15,0 0 16,3-29 0,1 2-16,-8-43 15,1 2-15,-15 16 16,-7 17-16,-25-4 16,-16 4-1,-8 12-15,-10 14 16,11 9-16,9 11 15,-14 6-15,-5 10 16,-20 32-16,-14 30 16,29-31-16,17-8 15,7-3-15,9-1 16,16-9-16,12-6 16,16 22-16,14 18 15,18 3-15,19 9 16,6-16-16,12-6 15,22-11 1,19-7-16,-8 5 16,1 1-16,6-7 15,4-2-15,-14-9 16,-5-5-16,-12-5 16,-9-3-1,10-7-15,2-3 16,0-27-16,3-14 15,-8-2-15,-3-7 16,-8 3-16,-3 2 16,-14-4-16,-7 1 15,-10-11-15,-9-5 16,-18-27-16,-12-13 16,-6 21-16,-1 11 15,-20-9-15,-10-1 16,-17-17-16,-11-9 15,-3 33 1,-3 21-16</inkml:trace>
  <inkml:trace contextRef="#ctx0" brushRef="#br0" timeOffset="27573.94">18689 10439 0,'0'0'16,"0"0"-16,0 0 15,0 0 1,0 0-16,0 0 16,0 0-16,0 0 15,0 0-15,33 10 16,1 1-16,112 5 15,0 2 1,-39-13-16,-23-5 16,42 8-16,23 4 15,-30-7-15,-10-1 16,-7-1-16,-5 4 16,-23-4-16,-16-3 15,-16 0-15,-10 1 16,-9-1-16,-23 0 15,27 0-15,-27 0 16,0 0-16,23 0 16,-23 0-16,0 0 15,0 0-15,0 0 16,0 0 0,0 0-16,0 0 15,0 0-15,21 0 16,-21 0-16,0 0 15,0 0-15,0 0 16,0 0 0,0 0-16,0 0 15,0 0-15,0 0 16,0 0-16,22-1 16,-22 1-16,0 0 15,0 0-15,0 0 16,0 0-16,0 0 15,0 0-15,0 0 16,0 0-16,0 0 16,0 0-16,0 0 15,0 0 1,0 0-16,0 0 16,0 0-16,0 0 15,0 0-15,0 0 16,0 0-16,0 0 15,0 0 1,0 0-16,0 0 16,0 0-16,0 0 15,0 0-15,0 0 16,0 0-16,0 0 16,0 0-16,0 0 15,0 0-15,0 0 16,0 0-16,0 0 15,0 0-15,0 0 16,0 0-16,0 0 16,0 0-16,0 0 15,0 0 1,0 0-16,0 0 16,0 0-16,0 0 15,0 0-15,0 0 16,0 0-16,0 0 15,0 0 1,0 0-16,0 0 16,0 0-16,0 0 15,0 0-15,0 0 16,0 0-16,0 0 16,0 0-16,0 0 15</inkml:trace>
  <inkml:trace contextRef="#ctx0" brushRef="#br0" timeOffset="29011.41">22311 10501 0,'0'0'15,"0"0"-15,0 0 16,0 0-16,0 0 15,0 0-15,0 0 16,0 0-16,0 0 16,0 0-16,0 0 15,0 0 1,0 0-16,14 0 16,-14 0-16,157 0 15,-13-2-15,-15-11 16,-8-5-16,29 5 15,19 5 1,-44-4-16,-18 2 16,-8-1-16,-10 5 15,-17-2-15,-12 4 16,-17-2-16,-17 5 16,-26 1-16,34-2 15,-34 2-15,0 0 16,0 0-16,24-2 15,-24 2-15,0 0 16,0 0-16,0 0 16,0 0-16,0 0 15,0 0 1,22 0-16,-22 0 16,0 0-16,0 0 15,0 0-15,0 0 16,0 0-16,0 0 15,0 0 1,0 0-16,0 0 16,0 0-16,0 0 15,0 0-15,0 0 16,0 0-16,0 0 16,0 0-16,0 0 15,0 0-15,0 0 16,0 0-16,0 0 15,18-12-15,-18 12 16,0 0-16,0 0 16,0 0-16,0 0 15,0 0 1,0 0-16,0 0 16,0 0-16,0 0 15,0 0-15,0 0 16,0 0-16,0 0 15,0 0 1,0 0-16,0 0 16,0 0-16,0 0 15,0 0-15,0 0 16,0 0-16,0 0 16,0 0-16,0 0 15,0 0-15,0 0 16,0 0-16,0 0 15,0 0-15,0 0 16,0 0-16,0 0 16,0 0-16,0 0 15,0 0 1,0 0-16,0 0 16,0 0-16,0 0 15,0 0-15,0 0 16,0 0-16,0 0 15,0 0-15,0 0 16,0 0 0,0 0-16,0 0 15,0 0-15,0 0 16</inkml:trace>
  <inkml:trace contextRef="#ctx0" brushRef="#br0" timeOffset="30604.78">22892 10499 0,'0'0'16,"0"0"-16,0 0 15,0 0-15,0 0 16</inkml:trace>
  <inkml:trace contextRef="#ctx0" brushRef="#br0" timeOffset="31682.88">20264 10426 0,'0'0'16,"0"0"-16,0 0 16,0 0-16,0 0 15,0 0-15,0 0 16,0 0-16,0 0 15,0 0-15,0 0 16,0 0-16,0 0 16,0 0-16,0 0 15,0 0 1,0 0-16,0 0 16,0 0-16,0 0 15,0 0-15,35-1 16,1-1-16,104-11 15,-2 0 1,-38 5-16,-28 6 16,36-6-16,18 2 15,-22-3-15,-7 5 16,4-2-16,4 0 16,-19 0-16,-11 4 15,-17-3-15,-12 5 16,-10-2-16,-14 2 15,-22 0-15,30-2 16,-30 2-16,0 0 16,0 0-16,25 0 15,-25 0 1,0 0-16,0 0 16,-35-2-16,-34-2 15,2 2-15</inkml:trace>
  <inkml:trace contextRef="#ctx0" brushRef="#br0" timeOffset="33588.98">20520 10729 0,'0'0'15,"0"0"-15,0 0 16,0 0-16,0 0 15,0 0-15,0 0 16,0 0-16,0 0 16,0 0-16,0 0 15,0 0 1,0 0-16,0 0 16,0 0-16,30-9 15,0 1-15,111-19 16,2 0-16,-55 13 15,-32 8 1,29-9-16,9 0 16,-37 5-16,-23 6 15,-4-3-15,-7 6 16,-23 1-16,21-4 16,-21 4-16,0 0 15,0 0-15,24-4 16,-24 4-16,0 0 15,0 0-15,0 0 16,0 0-16,0 0 16,0 0-16,21 0 15,-21 0 1,0 0-16,0 0 16,0 0-16,0 0 15,0 0-15,0 0 16,0 0-16,0 0 15,0 0 1,0 0-16,0 0 16,0 0-16,0 0 15,0 0-15,0 0 16,0 0-16,0 0 16,0 0-16,0 0 15,0 0-15,0 0 16,0 0-16,0 0 15,0 0-15,0 0 16,0 0-16,0 0 16,0 0-1,0 0-15,0 0 16,21 0-16,-21 0 16,0 0-16,0 0 15,0 0-15,0 0 16,0 0-16,0 0 15,0 0 1,0 0-16,0 0 16,0 0-16,0 0 15,0 0-15,0 0 16,0 0-16,0 0 16,0 0-16,0 0 15,0 0-15,0 0 16,0 0-16,0 0 15,0 0-15,0 0 16,0 0-16,0 0 16,0 0-16,0 0 15,0 0 1,0 0-16,0 0 16,0 0-16,0 0 15,0 0-15,0 0 16,0 0-16,0 0 15,0 0 1,0 0-16,0 0 16,0 0-16,0 0 15,0 0-15,0 0 16,0 0-16,0 0 16,0 0-16,0 0 15,0 0-15,0 0 16,0 0-16,0 0 15,0 0-15,0 0 16,0 0-16,0 0 16,0 0-16,0 0 15,0 0 1,0 0-16,0 0 16,0 0-16,0 0 15,0 0-15,0 0 16,0 0-1,0 0-15,0 0 16,0 0-16,0 0 16,0 0-16,0 0 15,0 0-15,0 0 16,0 0-16,0 0 16,0 0-16,0 0 15,0 0-15,0 0 16,0 0-16,0 0 15,0 0-15,0 0 16,0 0-16,0 0 16,0 0-1,0 0-15,0 0 16,0 0-16,0 0 16,0 0-16,0 0 15,0 0-15,0 0 16,0 0-16,0 0 15,0 0 1,0 0-16,0 0 16,0 0-16,0 0 15,0 0-15,0 0 16,0 0-16,0 0 16,0 0-16,0 0 15,0 0-15,0 0 16,0 0-16,0 0 15,0 0-15,0 0 16,0 0-16,0 0 16,0 0-16,0 0 15,0 0 1,0 0-16,0 0 16,0 0-16,0 0 15,0 0-15,0 0 16,0 0-16,0 0 15,0 0 1,0 0-16,0 0 16,0 0-16,0 0 15,0 0-15,0 0 16,0 0-16,0 0 16,0 0-16,0 0 15,0 0-15,0 0 16,0 0-16,0 0 15</inkml:trace>
  <inkml:trace contextRef="#ctx0" brushRef="#br0" timeOffset="36369.6">23742 10340 0,'0'0'16,"0"0"-16,0 0 16,0 0-16,0 0 15,0 0 1,0 0-16,0 0 16,0 0-16,0 0 15,0 0-15,20-21 16,0 2-16,14-45 15,3 2 1,-17-4-16,-7 2 16,-3 8-16,-2 11 15,-3 3-15,1 11 16,-2-6-16,0 4 16,-1-2-16,2 0 15,-2-1-15,0 3 16,-1 5-16,2 3 15,-3 4-15,1 9 16,-2 12-16,2-17 16,-2 17-16,0 0 15,1-16 1,-1 16-16,0 0 16,3-13-16,-3 13 15,0 0-15,0 0 16,0 0-1,0 0-15,-3-12 16,3 12-16,0 0 16,-30-14-16,9 7 15,-41-15-15,3-1 16,-24-6-16,-15 4 16,-10 0-16,-13 7 15,-23-1-15,-16 2 16,7 3-16,4 3 15,-19-1-15,-9 2 16,-5 2-16,-3 1 16,-7 1-1,-4 2-15,15 2 16,9 2-16,-5-2 16,1 4-16,2-2 15,4 0-15,-1 0 16,2 2-16,5-2 15,6 4 1,4-2-16,5 2 16,17-2-16,13 4 15,-5-1-15,5 1 16,6 0-16,7 2 16,12-2-16,10 3 15,5-3-15,5 2 16,15-4-16,13 3 15,-9-4-15,0 4 16,1-3-16,1 2 16,10-4-16,10 3 15,0-3 1,3 2-16,8-4 16,22 0-16,-24 2 15,24-2-15,0 0 16,-22 4-16,22-4 15,0 0 1,0 0-16,-21 4 16,21-4-16,0 0 15,-13 21-15,10-4 16,-4 24-16,1 2 16,5 2-16,2 5 15,1-8-15,5-3 16,-2 6-16,2 5 15,-1 16-15,5 15 16,-3-5-16,1 5 16,-4-25-16,0-11 15,-3-10 1,0-10-16,-2-4 16,0-3-16,-2 1 15,2 1-15,-2 1 16,2 2-1,-2-4-15,2-3 16,-1-3-16,1-13 16,-2 14-16,2-14 15,0 0-15,-2 16 16,2-16-16,0 16 16,19-5-16,-1 2 15,35 2-15,2 1 16,15-10-16,13-2 15,12-5-15,10-6 16,-5 1-16,2-1 16,5-1-1,9 0-15,5-5 16,9 3-16,-12-1 16,-5 4-16,17-3 15,13 3-15,-19 5 16,-5 8-16,8-1 15,5 3 1,0-2-16,6 4 16,-8-2-16,-1 3 15,14-3-15,9 2 16,-15-2-16,-3 3 16,-2-3-16,-1 1 15,10-1-15,9 3 16,-11-5-16,-1 1 15,0-4-15,5-2 16,-7-6-16,4-4 16,-11 0-16,-4 0 15,-9-1 1,-6-1-16,-14 0 16,-10 3-16,-9-2 15,-8 4-15,-1-3 16,-4 3-16,-6-2 15,-9 4 1,-12-2-16,-5 4 16,-7-3-16,-25 5 15,34-2-15,-34 2 16,24-2-16,-24 2 16,0 0-16,21 0 15,-21 0-15,0 0 16,0 0-16,0 0 15,0 0-15,0 0 16,0 0-16,0 0 16,21-6-16,-21 6 15,0 0 1,0 0-16,0 0 16,0 0-16,0 0 15,0 0-15,0 0 16,0 0-1,0 0-15,0 0 16,15-14-16,-15 14 16,6-19-16,-6 19 15,1-24-15,-1 7 16,0-12-16,0-7 16,0-5-16,0-6 15,2 1-15,3 1 16,-4 8-16,3 9 15,-4 2-15,1 7 16,-1 3-16,2 3 16,-2 13-1,1-14-15,-1 14 16,0 0-16,2-13 16,-2 13-16,0 0 15,3-12-15,-3 12 16,0 0-16,0 0 15,0 0 1,0-12-16,0 12 16,0 0-16,0 0 15,0 0-15,0 0 16,0 0-16,0 0 16,0 0-16,0 0 15,3-12-15,-3 12 16,0 0-16,0 0 15,0 0-15,0 0 16,3 26-16,-3-5 16</inkml:trace>
  <inkml:trace contextRef="#ctx0" brushRef="#br0" timeOffset="44805.5">14666 8684 0,'0'0'16,"0"0"-16,0 0 16,0 0-16,0 0 15,0 0-15,0 0 16,33 6-16,3 1 15,91 27-15,-1 2 16,-16 11 0,-10 11-16,42 5 15,28 12-15,-34-10 16,-14-3-16,32 6 16,17 8-16,-21-17 15,-7-6 1,6 5-16,4 6 15,-20-11-15,-7-3 16,4 2-16,2 2 16,-22-15-16,-10-7 15,4-6-15,4-5 16,-23-5-16,-10-1 16,-36-9-16,2 2 15,-41-8-15,30 3 16,-30-3-16,0 0 15,0 0-15,25 5 16,-25-5 0,0 0-16,0 0 15,0 0-15,0 0 16,0 0-16,0 0 16,5-12-16,-13-1 15,8 13 1,-19-28-16,6 7 15,-7-11-15,-1-2 16,0-4-16,0 0 16,4 6-16,1 5 15,2 0-15,0 4 16,0-2-16,0 5 16,-2 0-16,1 5 15,-1 3-15,16 12 16,-27-18-16,27 18 15,0 0-15,-25-3 16,25 3 0,-5 12-16,16 17 15,3 2-15,24 22 16,1 2-16,7-14 16,4-6-16,-13-10 15,-2-5 1,-12-7-16,-23-13 15,29 12-15,-29-12 16,0 0-16,0 0 16,0 0-16,0 0 15,-83 25-15,4-4 16,2 6-16,2 6 16</inkml:trace>
  <inkml:trace contextRef="#ctx0" brushRef="#br0" timeOffset="47070.64">23516 10278 0,'0'0'0,"0"0"0,0 0 15,0 0 1,0 0-16,0 0 16,0 0-16,0 0 15,0 0-15,0 0 16,0 0-16,0 0 16,0 0-1,28-9-15,0 1 16,20 7-16,13 4 15,-24 6-15,-11 5 16,5 8-16,2 10 16,17 38-16,1 2 15,4 15-15,3 13 16,-10-26-16,-4-12 16,16 33-16,12 21 15,-5-13-15,-1 1 16,-9-16-16,-7-5 15,11 28 1,9 20-16,-27-18 16,-13-1-16,-8 20 15,-8 15-15,-11-4 16,-6 6-16,-5-22 16,-2-10-1,-3-8-15,0-3 16,-6 14-16,-1 12 15,1-24-15,2-13 16,4-29-16,3-19 16,-3 14-16,2 5 15,0-19-15,3-5 16,3-20-16,0 2 16,3-11-16,0 0 15,2-13-15,-3 14 16</inkml:trace>
  <inkml:trace contextRef="#ctx0" brushRef="#br0" timeOffset="47601.99">24932 13346 0,'0'0'16,"0"0"-16,0 0 15,0 0-15,0 0 16,0 0-16,0 0 16,0 0-16,0 0 15,0 0-15,0 0 16,0 0-16,0 0 16,-16 16-16,2 2 15,-25 35-15,3 0 16,9-17-16,6-12 15,5-5 1,6-7-16,10-12 16,-24 10-16,-12-20 15,2 1-15,-8-24 16,-3-7-16,17 4 16,13 4-1,-1 6-15,9 12 16,7 14-16,-9-16 15,9 16-15,0 0 16,-8-13-16,8 13 16,0 0-16,-12 17 15,3-1-15,-2 1 16,2-1-16,3 6 16,1 3-16,5 5 15,5 9-15,5 13 16,15-1-16,11 9 15,-10-17 1,-5-9-16</inkml:trace>
  <inkml:trace contextRef="#ctx0" brushRef="#br0" timeOffset="52757.78">24225 14562 0,'0'0'0,"0"0"15,0 0-15,0 0 16,0 0-16,0 0 16,0 0-1,0 0-15,0 0 16,-13-17-16,0 0 15,-27-51-15,0 2 16,22 33-16,2 3 16,4 8-16,6 10 15,6 12-15,-11-14 16,11 14-16,0 0 16,-9-17-16,9 17 15,0 0-15,0 0 16,0 0-16,0 0 15,18 46 1,-2-3-16,0 31 16,1 24-16,-12 25 15,-3 31-15,-1-61 16,-1-27-16,0-4 16,2-11-1,-1 14-15,4 5 16,-5-21-16,1-9 15,-1-9-15,3-8 16,-3-11-16,2 0 16,-2-12-16,0 0 15,7-12-15,-1-7 16</inkml:trace>
  <inkml:trace contextRef="#ctx0" brushRef="#br0" timeOffset="53508.36">24009 14123 0,'0'0'0,"0"0"16,0 0-1,0 0-15,0 0 16,14-2-16,-14 2 15,131-8-15,-15 3 16,9 5-16,10 10 16,-14-10-16,-5 1 15,-14 5-15,-11 9 16,-11 1-16,-5 7 16,-18-6-16,-14-3 15,-11-2-15,-6-1 16,-26-11-16,27 14 15,-27-14 1,0 0-16,21 15 16,-21-15-16,0 0 15,15 18-15,-30 29 16,4 1-16,-2 14 16,-1 15-1,-7 16-15,-2 19 16,4-25-16,4-7 15,2-28-15,9-19 16,-3 6-16,4 3 16,1 10-16,4 9 15,0 1-15,4 6 16,-3-16-16,2-4 16,-2-15-16,1-6 15,0-5-15,0 0 16,0-6-16,0 1 15,-4-17 1,4 16-16,-4-16 16,0 0-16,-29 21 15,4-9-15,-67 11 16,2 2-16,-7-13 16,-2-4-1,15-8-15,13-2 16,-8-14-16,5-7 15,0-2-15,7 0 16,10 3-16,12 1 16,6 5-16,12 3 15,27 13-15,-28-14 16</inkml:trace>
  <inkml:trace contextRef="#ctx0" brushRef="#br0" timeOffset="54195.79">24105 14690 0,'0'0'0,"0"0"16,0 0-16,0 0 15,0 0 1,0 0-16,0 0 15,0 0-15,0 0 16,0 0-16,0 0 16,0 0-16,0 0 15,0 0-15,0 0 16,0 0-16,0 0 16,28 8-16,2 2 15,88 9-15,-1 1 16,-34-15-16,-20-12 15,8 6 1,2-2-16,-11 1 16,-4 2-16,-5-2 15,-1 4-15,-9-2 16,-5 5-16,-5-4 16,-4 1-1,-4 1-15,-3-1 16,-22-2-16,30 4 15</inkml:trace>
  <inkml:trace contextRef="#ctx0" brushRef="#br0" timeOffset="54633.31">24038 15093 0,'0'0'0,"0"0"15,0 0-15,0 0 16,0 0-16,20-2 16,2-1-16,56 3 15,-1 3 1,-13-1-16,-6 2 15,25-2-15,18 0 16,-12 1-16,1 0 16,-4-1-16,-2 1 15,-9-2-15,-5 2 16,-22-3-16,-16 2 16,-3-2-16,-6 0 15,-23 0-15,29 0 16,-29 0-16,0 0 15,24 0 1,-24 0-16,0 0 16,0 0-16,0 0 15,0 0-15</inkml:trace>
  <inkml:trace contextRef="#ctx0" brushRef="#br0" timeOffset="56133.41">24761 14923 0,'0'0'16,"0"0"-16,0 0 16,0 0-16,0 0 15,0 0-15,0 0 16,0 0-16,0 0 15,0 0-15,0 0 16,0 0 0,0 0-16,0 0 15,0 0-15,0 0 16,0 0-16,0 0 16,0 0-16,0 0 15,0 0 1,0 0-16,0 0 15,0 0-15,0 0 16,0 0-16,0 0 16,0 0-16,0 0 15,0 0-15,0 0 16,0 0-16,0 0 16,0 0-16,0 0 15,-16 13-15,0-1 16,-37 26-16,-2-2 15,8-10 1,9-10-16,-12 11 16,-5 4-16,-14 15 15,-10 11-15,-19 7 16,-11 9-16,-6 3 16,-10 9-1,-3-17-15,-6-4 16,-24-12-16,-12-9 15,-1 13-15,0 6 16,-19-2-16,-12 2 16,10-4-16,7-2 15,-12-13-15,-5-7 16,12-12-16,8-5 16,-15-1-16,-6-1 15,-7-3-15,-5 1 16,-10-3-16,-5 1 15,-3-5 1,-2 0-16,3-3 16,0-4-16,9-1 15,8-1-15,3-10 16,6-3-16,12-9 16,8-4-1,20 3-15,18-1 16,7 0-16,13 4 15,10-2-15,14 2 16,10-14-16,11-4 16,14 0-16,14-2 15,5 5-15,11 5 16,6 2-16,8 7 16,5 1-16,7 8 15,-2-1-15,15 14 16,-20-25-16,12 11 15,6-6 1,9-5-16,24-21 16,2 0-16,2-5 15,4-5-15,2 16 16,0 12-16,-7 9 16,-1 11-1,-8 2-15,-25 6 16,35 0-16,-35 0 15,23 2-15,-23-2 16,0 0-16,25 18 16,-26-5-16,-7 5 15,-44 38-15,0 0 16,-10 12-16,-6 10 16,7-13-16,2-5 15,17-17-15,14-12 16,1-6-16,9-4 15,2-5 1,4-3-16,12-13 16,-10 16-16,10-16 15,25 25-15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621.76471" units="1/cm"/>
          <inkml:channelProperty channel="Y" name="resolution" value="1105.49927" units="1/cm"/>
          <inkml:channelProperty channel="T" name="resolution" value="1" units="1/dev"/>
        </inkml:channelProperties>
      </inkml:inkSource>
      <inkml:timestamp xml:id="ts0" timeString="2025-09-09T07:26:58.1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8318 3232 0,'0'0'15,"-24"23"-15,3-1 16,21-22-16,41-13 16,70-1-1,-1 2-15,-24 4 16,-12 8-16,35-3 15,21 3-15,-1-4 16,8 2-16,-1 0 16,3 2-16,13-2 15,12 2 1,15-3-16,14 3 16,-5-1-16,2 1 15,10-2-15,3 2 16,6-3-16,7 3 15,-2 0-15,7 3 16,-1 0-16,4 4 16,5-3-16,4 5 15,10-4-15,8 1 16,14-3-16,14 0 16,-6-6-1,5-3-15,-12-6 16,-5-4-16,-3 7 15,-2 0-15,10-2 16,7 3-16,2 2 16,4 6-16,-10 0 15,-1 2 1,-1-2-16,-2 3 16,-1-3-16,-3 0 15,-9 0-15,-6 0 16,-10 0-16,-6 0 15,-3 0-15,-3 0 16,-1-3-16,-2 3 16,-21-2-16,-12 2 15,-22-1-15,-17 2 16,18-1-16,8 0 16,-33 0-1,-17 0-15,-17 0 16,-17 0-16,-15 0 15,-12 2-15,-15-2 16,-15 0-16,-5 0 16,-29 0-1,34 0-15,-34 0 16,0 0-16,22 0 16,-22 0-16,0 0 15,0 0-15,0 0 16</inkml:trace>
  <inkml:trace contextRef="#ctx0" brushRef="#br0" timeOffset="5077.1">6247 3455 0,'0'0'16,"0"0"-16,0 0 15,0 0-15,0 0 16,-27-10-16,2 2 15,-96-40-15,3 0 16,26 8-16,20 8 16,-38-16-16,-20-3 15,-15 3-15,-18 3 16,-11 23 0,-15 22-16,2 13 15,0 15-15,-13 19 16,-5 17-16,-1-10 15,-1 1-15,6-4 16,6 3 0,-15 0-16,-8 5 15,26-9-15,15-6 16,4 10-16,7 8 16,31-12-16,25-5 15,-2-3-15,6-1 16,5 11-16,7 10 15,18 41-15,14 33 16,26-86-16,0 0 16,19 7-16,15 10 15,44 57-15,-1 2 16,16-35 0,10-23-16,49-3 15,37-8-15,24 10 16,30 3-16,2-27 15,12-17-15,19-38 16,18-26 0,-3 20-16,6 12 15,-8-14-15,-1-8 16,-10 6-16,-3 1 16,-10-1-16,-6 0 15,-7-10-15,-4-1 16,-20-29-16,-15-18 15,-27 12-15,-21 5 16,2-1-16,-6 3 16,-26-1-16,-17-1 15,-21-30-15,-19-17 16,-17 67 0,0 2-16,-15 3 15,-8 9-15,-32-48 16,2 1-16,-15-25 15,-9-13-15,-36 20 16,-30 6 0,-1 24-16,-6 21 15,7-13-15,7 0 16,-4 10-16,0 10 16,20 13-16,13 12 15,3 6-15,9 6 16,-5 5-16,-2 9 15,13 6-15,11 8 16,7-4-16,9 1 16,6 1-16,9 2 15</inkml:trace>
  <inkml:trace contextRef="#ctx0" brushRef="#br0" timeOffset="7436.93">515 5665 0,'0'0'16,"0"0"-16,0 0 16,0 0-16,0 0 15,0 0-15,0 0 16,0 0-16,0 0 15,0 0-15,0 0 16,0 0-16,0 0 16,0 0-16,0 0 15,2 33-15,-1 3 16,15 94 0,1-1-16,-9-72 15,1-2-15,-1 8 16,0 9-16,-3-31 15,0-12-15,-5-29 16,4 23 0,-4-23-16,0 0 15,-2-12-15,2-3 16,-2-85-16,2 1 16,9-27-16,5-14 15,-1 53-15,-1 33 16,0 9-16,1 16 15,-1-2-15,3 6 16,-7 7-16,0 5 16,-3 1-16,-5 12 15,9-12-15,-9 12 16,0 0 0,0 0-16,-14 40 15,-2 4-15,-34 72 16,2 1-16,20-63 15,0 2-15,11-17 16,9-8 0,5 7-16,6 1 15,4-7-15,8 0 16,4-10-16,9-5 16,16-6-16,11-5 15,5-4-15,10 0 16,-5-15-16,1-7 15,-2-7-15,0-5 16,2-39-16,2-26 16,-21 3-16,-11 0 15,-23 54 1,1 1-16,-11 23 16,0 1-16,-1 2 15,-2 13-15,0-16 16,0 16-16,-4-15 15,4 15-15,0 0 16,-26-16 0,26 16-16,-33 8 15,18 16-15,2 19 16,1-7-16,3 5 16,5-2-16,5 3 15,2-5-15,6 3 16,1-11-16,5-4 15,5-5-15,6-3 16,7-3-16,7-2 16,8-12-16,10-6 15,5-29-15,6-16 16,-13-9 0,-4-8-16,-13 15 15,-6 10-15,-6 7 16,-7 6-16,-2 1 15,-3 4-15,-4-2 16,-1 4 0,-3-5-16,-2 1 15,-10-7-15,-5-2 16,2 7-16,3 6 16,0 9-16,2 1 15,3 13-15,-7-16 16,7 16-16,-7-13 15,7 13-15,0 0 16,0 0-16,3 17 16,2 13-16,3 4 15,-4-5-15,3-3 16,-1-3 0,4-1-16,0-4 15,2 2-15,0-6 16,1-1-16,-13-13 15,42 17-15,-14-12 16,9 5 0,-9-13-16,0-1 15,-1-15-15,-1-9 16,1-6-16,-1 0 16,-8 2-16,-4 4 15,-6 4-15,-3 10 16,-2 1-16,-3 13 15,5-16-15,-5 16 16,0 0-16,0 0 16,0 0-16,5 18 15,3 31 1,0-1-16,6 32 16,4 23-16,4 13 15,6 20-15,-2-22 16,3-8-16,-1 21 15,6 15-15,-10-32 16,-2-16 0,-12 6-16,-9 4 15,-17-13-15,-12-4 16,-5-29-16,-6-17 16,-11-6-16,-5-5 15,-5-10-15,-4-2 16,8-11-16,7-2 15,3-10-15,10-2 16,-3-19-16,3-10 16,1-43-16,5-28 15,7 0-15,7-7 16,32-38 0,23-27-16,16 33 15,17 11-15,5-3 16,8 1-16,-2 15 15,7 11-15,-4 12 16,2 15 0,-14 2-16,-5 6 15</inkml:trace>
  <inkml:trace contextRef="#ctx0" brushRef="#br0" timeOffset="9170.9">4491 7240 0,'0'0'16,"0"0"-16,0 0 15,0 0-15,0 0 16,0 0 0,0 0-16,0 0 15,0 0-15,0 0 16,0 0-16,0 0 15,0 0-15,0 0 16,0 0 0</inkml:trace>
  <inkml:trace contextRef="#ctx0" brushRef="#br0" timeOffset="9670.91">4723 6992 0,'0'0'16,"0"0"-16,0 0 15,0 0 1,0 0-16,0 0 16,0 0-16,0 0 15,0 0-15,0 0 16,0 0-16,-24 7 15,-1-2-15,-97 31 16,1 1-16,20-12 16,17-6-1,-26 7-15,-6 10 16,-2-8-16,0 3 16,-14 10-16,-7 14 15,15 2-15,10 12 16,-1-15-16,2-3 15,23-7-15,18-7 16,0-6-16,9-4 16,2-5-16,6 1 15,11-8-15,14-5 16,5-4 0,25-6-16,-25 6 15,25-6-15,0 0 16,0 0-16,-22 5 15,22-5-15,0 0 16,25-17 0</inkml:trace>
  <inkml:trace contextRef="#ctx0" brushRef="#br0" timeOffset="10108.31">2821 7283 0,'0'0'15,"0"0"-15,0 0 16,0 0-16,0 0 15,0 0-15,0 0 16,0 0-16,0 0 16,0 0-16,0 0 15,0 0-15,0 0 16,-16 19 0,2 3-16,-43 60 15,1 2-15,26-50 16,2-1-16,1-11 15,5-3-15,3-4 16,7-3 0,12-12-16,-19 16 15,19-16-15,0 0 16,-8 13-16,8-13 16,14 15-16,-14-15 15,46 27-15,-12-12 16,10-2-16,10-2 15,-3-11-15,3-7 16,-9-1-16,-4-1 16,-19 7-16,0 2 15,-22 0-15,0 0 16,0 0 0,-2 21-16</inkml:trace>
  <inkml:trace contextRef="#ctx0" brushRef="#br0" timeOffset="18122.31">6943 6649 0,'0'0'15,"0"0"-15,0 0 16,0 0 0,0 0-16,0 0 15,0 0-15,0 0 16,0 0-16,0 0 16,0 0-16,0 0 15,0 0 1,0 0-16,0 0 15,0 0-15,0 0 16,0 0-16,0 0 16,0 0-16,0 0 15,0 0-15,0 0 16,0 0-16,0 0 16,33-2-16,2 2 15,108 2-15,3 2 16,-75-4-16,2 3 15,29-3-15,22 1 16,-4-1 0,5 4-16,6-2 15,8 5-15,-4-2 16,3 6-16,19 0 16,16 3-16,-9-4 15,-3 3-15,-3-3 16,1 0-1,5 1-15,6 1 16,-3-1-16,-3 1 16,-21-3-16,-15 0 15,-6-2-15,-11 1 16,-8-2-16,-13 1 16,-9-3-16,-7 0 15,-10-2-15,-12 2 16,-29-4-16,1 2 15,-24-2-15,0 0 16,25 0-16,-25 0 16,0 0-1,0 0-15,22 0 16,-22 0-16,0 0 16,0 0-16,0 0 15,0 0 1,0 0-16,0 0 15,0 0-15,-20-15 16,-9 7-16,-2 0 16,6-1-16,25 9 15,-36-12-15,36 12 16,-39-8-16,39 8 16,-41-11-16,41 11 15,-36-7-15,36 7 16,-38-13-16,38 13 15,-42-20-15,22 13 16,-12-6 0,-3-1-16,-5 0 15,-2-1-15,5 2 16,1 6-16,-1-1 16,7 1-16,5 1 15,3 4 1,22 2-16,-29-4 15,29 4-15,0 0 16,-29-3-16,29 3 16,0 0-16,0 0 15,0 0-15,0 0 16,0 0-16,0 0 16,0 0-16,0 0 15,0 0-15,10 11 16,-10-11-16,0 0 15,0 0-15,0 0 16,0 0 0,21 1-16,-21-1 15,0 0-15,0 0 16,-28 0-16,-7-5 16,1 1-16,7 1 15,6 3-15,21 0 16,-23-3-1,23 3-15,0 0 16,-23-4-16,23 4 16,0 0-16,0 0 15,0 0-15,0 0 16,0 0-16,0 0 16,36 34-16,-7-9 15,15 15-15,15 11 16,-7 1-16,1 4 15,-16-15-15,-8-8 16,-7-6-16,-7-4 16,-2-4-1,-4-5-15,-9-14 16,5 20-16,-19 7 16,1 2-16</inkml:trace>
  <inkml:trace contextRef="#ctx0" brushRef="#br0" timeOffset="19544.16">4525 9572 0,'0'0'16,"0"0"-16,0 0 15,0 0-15,0 0 16,0 0-16,0 0 15,0 0-15,0 0 16,0 0-16,0 0 16,0 0-1,0 0-15,0 0 16,0 0-16,25 9 16,0-1-16,79 11 15,1 1 1,5-13-16,3-5 15,42 1-15,32 6 16,-14-21-16,4-13 16,29 6-16,20 4 15,-8-7-15,6 4 16,1 11-16,6 14 16,4 6-16,5 14 15,9-10-15,11 2 16,3 2-16,9 4 15,-4-6-15,4 3 16,-15-6 0,-8 1-16,-33-7 15,-24-4-15,-92-6 16,-2 3-16,-9-6 16,-8-1-16,-23 0 15,-17 4-15,-4-2 16,-6 2-1,-7-2-15,-24 2 16,25 0-16,-25 0 16,0 0-16,0 0 15,0 0-15,0 0 16,12-14-16,-12 14 16,-29-27-16,6 9 15,-6 2-15,2 4 16,1-2-16,7-1 15,-9 1-15,2-1 16,6 3 0,20 12-16,0 0 15,-26-14-15,26 14 16,0 0-16,0 0 16,0 0-16,44-23 15,2 10-15,17-1 16,17 2-1,-26 12-15,-6 12 16,-3-4-16,-5 5 16,-6-6-16,-7 4 15,-27-11-15,27 14 16,-27-14-16,12 23 16,-15-2-16,-4 5 15,-44 23-15,3-2 16,-83 52-16,-1 1 15</inkml:trace>
  <inkml:trace contextRef="#ctx0" brushRef="#br0" timeOffset="25777.2">18747 10844 0,'0'0'15,"0"0"-15,0 0 16</inkml:trace>
  <inkml:trace contextRef="#ctx0" brushRef="#br0" timeOffset="26355.29">18657 6172 0,'0'0'0,"0"0"16,0 0-16,0 0 16,0 0-16,0 0 15,0 0-15,0 0 16,0 0-16,-3 49 16,0 1-1,-9 225-15,0 1 16,3-62-16,3-43 15,-2 46-15,3 19 16,0-68-16,2-38 16,2 9-16,2-8 15,6-9-15,5-7 16,2-14-16,2-7 16,1 9-16,2 6 15,-3-9-15,1 3 16,-6-29-16,-1-16 15,0 2 1,0-1-16,-5-19 16,-1-13-16,-2-13 15,1 1-15,-3-15 16,0 0-16</inkml:trace>
  <inkml:trace contextRef="#ctx0" brushRef="#br0" timeOffset="26761.35">19277 8537 0,'0'0'16,"0"0"-16,0 0 15,0 0-15,0 0 16,0 0-16,0 0 16,-41 78-16,1 3 15,-95 145-15,-1 3 16,110-198-16,1 0 15,-52 2 1,3 2-16,18-12 16,15-5-16,8-9 15,11-5-15,22-4 16,-30 2-16,30-2 16,-23-2-1,23 2-15,0 0 16,-23-4-16,23 4 15,0 0-15,0 0 16,0 0-16,0 0 16,58 4-16,-17 0 15,2 13-15,4 8 16,-9 13-16,-4 18 16,-6-6-16,-3 4 15</inkml:trace>
  <inkml:trace contextRef="#ctx0" brushRef="#br0" timeOffset="39914.87">19057 6111 0,'0'0'16,"0"0"-16,0 0 15,0 0-15,0 0 16,0 0-16,0 0 16,0 0-16,0 0 15,0 0-15,0 0 16,0 0-16,0 0 16,0 0-1,0 0-15,0 0 16,0 0-16,0 0 15,0 0-15,0 0 16,0 0-16,0 0 16,0 0-1,0 0-15,0 0 16,0 0-16,0 0 16,0 0-16,0 0 15,0 0-15,0 0 16,16 22-16,3-2 15,12 23-15,2 3 16,-12-16-16,-9-6 16,1 2-16,-4 1 15,-1 9-15,3 7 16,-3-6 0,0 2-16,1 10 15,4 10-15,-4 35 16,4 28-16,-2-32 15,-2-9-15,-2 9 16,2 7-16,-6 25 16,-2 22-16,-5-29 15,-4-8 1,0 22-16,2 14 16,-4-9-16,0 5 15,0-5-15,4 2 16,-3-15-16,2-9 15,-1 17-15,2 8 16,-2-24-16,2-7 16,0-3-16,1-3 15,-2-5-15,3-3 16,-1-52-16,4 1 16,-1-22-16,2 1 15,-1-1 1,1 3-16,0-7 15,0-15-15,12 14 16,-12-14-16,47-4 16,-15 0-1,1-4-15,4-2 16,-13-2-16,-2-1 16,-22 13-16,33-19 15,-33 19-15,18-12 16,-18 12-16,0 0 15,13-12-15,-13 12 16,0 0-16,0 0 16,0 0-16,0 0 15,-58-3-15,15 3 16,6 0-16,5 4 16,9-4-1,23 0-15,-32 3 16,32-3-16,-31 1 15,31-1-15,-27 3 16,27-3-16,0 0 16,0 0-1,-21 0-15,21 0 16,0 0-16,0 0 16,0 0-16,0 0 15,21 6-15,1 0 16,27 7-16,3-1 15</inkml:trace>
  <inkml:trace contextRef="#ctx0" brushRef="#br0" timeOffset="43814.74">19276 12562 0,'0'0'15,"0"0"-15,0 0 32,0 0-32,0 0 15,0 0-15,0 0 0,0 0 16,0 0 0,0 0-16,0 0 15,0 0-15,0 0 16,0 42-16,0 1 15,-8 230-15,1 0 16,-2-143-16,3 2 16,-10 34-16,-4 22 15,4-50-15,7-22 16,-4 8-16,2-2 16,0-10-16,3-5 15,-1 17 1,6 15-16,0-15 15,4 0-15,-1 8 16,2 11-16,1-14 16,4-3-16,-3-19 15,-1-11-15,0-12 16,0-9-16,-3-44 16,2 1-1,-2-11-15,1-7 16,-1-1-16,0-13 15,5 14-15,-5-14 16</inkml:trace>
  <inkml:trace contextRef="#ctx0" brushRef="#br0" timeOffset="44080.3">19641 15516 0,'0'0'0,"15"-12"16,-15 12 0,0 0-16,0 0 15,0 0-15,0 0 16,0 0-16,-49 28 15,-59 33-15,2 1 16,61-27-16,2 2 16</inkml:trace>
  <inkml:trace contextRef="#ctx0" brushRef="#br0" timeOffset="44220.8">18957 15823 0,'0'0'15,"0"0"-15,0 0 16,0 0-1,0 0-15,0 0 16,0 0-16,0 0 16,0 0-16,0 0 15,0 0-15,34 2 16,3 0 0</inkml:trace>
  <inkml:trace contextRef="#ctx0" brushRef="#br0" timeOffset="44892.78">19011 12415 0,'0'0'0,"0"0"16,0 0-1,0 0-15,0 0 16,0 0-16,0 0 15,0 0-15,0 0 16,0 0-16,0 0 16,9-1-16,-9 1 15,127-11-15,-8 1 16,-15-1-16,-7 3 16,-15 4-16,-13 6 15,-16-4-15,-12 0 16,-41 2-16,38 0 15,-38 0 1,0 0-16,0 0 16,0 0-16,0 0 15,-36 2-15,-125 17 16,1-1 0,18 11-16,14 8 15,9 5-15,14 9 16,25-12-16,24-1 15,13-11-15,18-7 16,25-20-16,-13 19 16,13-19-16,19 13 15,71 3-15,1 0 16,23-3-16,18 2 16,-29-19-16,-10-9 15,-6 5-15,-3 4 16</inkml:trace>
  <inkml:trace contextRef="#ctx0" brushRef="#br0" timeOffset="59123.95">5051 5772 0,'0'0'16,"0"0"-16,0 0 15,0 0-15,0 0 16,0 0-16,0 0 16,0 0-16,0 0 15,0 0-15,0 0 16,0 0 0,0 0-16,12 19 15,-1 2-15,24 35 16,0 1-16,-9-23 15,-2-14-15,-4-1 16,4-2 0,1-8-16,1 2 15,17-11-15,13-2 16,47-69-16,0 3 16,14-24-16,12-17 15,-23 15-15,-11 5 16,-2-10-16,-5-5 15,-10 20-15,-9 13 16,-16 11-16,-10 17 16,-5 5-16,-7 12 15,-7 3-15,-7 9 16,-17 14 0,16-16-16,-16 16 15,0 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94" cy="512646"/>
          </a:xfrm>
          <a:prstGeom prst="rect">
            <a:avLst/>
          </a:prstGeom>
        </p:spPr>
        <p:txBody>
          <a:bodyPr vert="horz" lIns="100179" tIns="50090" rIns="100179" bIns="5009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4021505" y="0"/>
            <a:ext cx="3076694" cy="512646"/>
          </a:xfrm>
          <a:prstGeom prst="rect">
            <a:avLst/>
          </a:prstGeom>
        </p:spPr>
        <p:txBody>
          <a:bodyPr vert="horz" lIns="100179" tIns="50090" rIns="100179" bIns="5009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B8966A15-D1F4-4B4D-A49B-D4C3A45EDE9C}" type="datetimeFigureOut">
              <a:rPr lang="en-US"/>
              <a:pPr>
                <a:defRPr/>
              </a:pPr>
              <a:t>9/9/2025</a:t>
            </a:fld>
            <a:endParaRPr 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8350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179" tIns="50090" rIns="100179" bIns="50090" rtlCol="0" anchor="ctr"/>
          <a:lstStyle/>
          <a:p>
            <a:pPr lvl="0"/>
            <a:endParaRPr lang="en-US" noProof="0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710261" y="4860983"/>
            <a:ext cx="5678779" cy="4606950"/>
          </a:xfrm>
          <a:prstGeom prst="rect">
            <a:avLst/>
          </a:prstGeom>
        </p:spPr>
        <p:txBody>
          <a:bodyPr vert="horz" lIns="100179" tIns="50090" rIns="100179" bIns="50090" rtlCol="0">
            <a:normAutofit/>
          </a:bodyPr>
          <a:lstStyle/>
          <a:p>
            <a:pPr lvl="0"/>
            <a:r>
              <a:rPr lang="sv-SE" noProof="0"/>
              <a:t>Klicka här för att ändra format på bakgrundstexten</a:t>
            </a:r>
          </a:p>
          <a:p>
            <a:pPr lvl="1"/>
            <a:r>
              <a:rPr lang="sv-SE" noProof="0"/>
              <a:t>Nivå två</a:t>
            </a:r>
          </a:p>
          <a:p>
            <a:pPr lvl="2"/>
            <a:r>
              <a:rPr lang="sv-SE" noProof="0"/>
              <a:t>Nivå tre</a:t>
            </a:r>
          </a:p>
          <a:p>
            <a:pPr lvl="3"/>
            <a:r>
              <a:rPr lang="sv-SE" noProof="0"/>
              <a:t>Nivå fyra</a:t>
            </a:r>
          </a:p>
          <a:p>
            <a:pPr lvl="4"/>
            <a:r>
              <a:rPr lang="sv-SE" noProof="0"/>
              <a:t>Nivå fem</a:t>
            </a:r>
            <a:endParaRPr lang="en-US" noProof="0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721968"/>
            <a:ext cx="3076694" cy="510358"/>
          </a:xfrm>
          <a:prstGeom prst="rect">
            <a:avLst/>
          </a:prstGeom>
        </p:spPr>
        <p:txBody>
          <a:bodyPr vert="horz" lIns="100179" tIns="50090" rIns="100179" bIns="5009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4021505" y="9721968"/>
            <a:ext cx="3076694" cy="510358"/>
          </a:xfrm>
          <a:prstGeom prst="rect">
            <a:avLst/>
          </a:prstGeom>
        </p:spPr>
        <p:txBody>
          <a:bodyPr vert="horz" lIns="100179" tIns="50090" rIns="100179" bIns="5009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</a:defRPr>
            </a:lvl1pPr>
          </a:lstStyle>
          <a:p>
            <a:pPr>
              <a:defRPr/>
            </a:pPr>
            <a:fld id="{176D7977-68D1-4252-9F88-452108E30D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38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B58EE1-150D-7C49-A34F-690C4D6CDB04}" type="slidenum">
              <a:rPr lang="en-US"/>
              <a:pPr/>
              <a:t>3</a:t>
            </a:fld>
            <a:endParaRPr lang="en-US"/>
          </a:p>
        </p:txBody>
      </p:sp>
      <p:sp>
        <p:nvSpPr>
          <p:cNvPr id="141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2700" cy="38211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12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7499" y="4860089"/>
            <a:ext cx="5204305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 dirty="0">
                <a:latin typeface="Times-Roman" charset="0"/>
              </a:rPr>
              <a:t>Early machines had things like mercury delay lines (</a:t>
            </a:r>
            <a:r>
              <a:rPr lang="en-US" dirty="0" err="1">
                <a:latin typeface="Times-Roman" charset="0"/>
              </a:rPr>
              <a:t>jse</a:t>
            </a:r>
            <a:r>
              <a:rPr lang="en-US" dirty="0">
                <a:latin typeface="Times-Roman" charset="0"/>
              </a:rPr>
              <a:t>)</a:t>
            </a:r>
          </a:p>
          <a:p>
            <a:r>
              <a:rPr lang="en-US" dirty="0">
                <a:latin typeface="Times-Roman" charset="0"/>
              </a:rPr>
              <a:t>Photo from David Gesswein </a:t>
            </a:r>
            <a:r>
              <a:rPr lang="en-US" dirty="0">
                <a:solidFill>
                  <a:srgbClr val="0000EE"/>
                </a:solidFill>
                <a:latin typeface="Times-Roman" charset="0"/>
              </a:rPr>
              <a:t>djg@pdp8.net</a:t>
            </a:r>
          </a:p>
        </p:txBody>
      </p:sp>
    </p:spTree>
    <p:extLst>
      <p:ext uri="{BB962C8B-B14F-4D97-AF65-F5344CB8AC3E}">
        <p14:creationId xmlns:p14="http://schemas.microsoft.com/office/powerpoint/2010/main" val="29186558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D62F2D-FA58-AB42-9D7B-855CCBA2322C}" type="slidenum">
              <a:rPr lang="en-US"/>
              <a:pPr/>
              <a:t>5</a:t>
            </a:fld>
            <a:endParaRPr lang="en-US"/>
          </a:p>
        </p:txBody>
      </p:sp>
      <p:sp>
        <p:nvSpPr>
          <p:cNvPr id="1461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1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85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2B19C0-4737-BF44-93F4-B9B875658A6A}" type="slidenum">
              <a:rPr lang="en-US"/>
              <a:pPr/>
              <a:t>6</a:t>
            </a:fld>
            <a:endParaRPr lang="en-US"/>
          </a:p>
        </p:txBody>
      </p:sp>
      <p:sp>
        <p:nvSpPr>
          <p:cNvPr id="1460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0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16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041A85-5294-8D41-A2B1-AB6CB46010AA}" type="slidenum">
              <a:rPr lang="en-US"/>
              <a:pPr/>
              <a:t>7</a:t>
            </a:fld>
            <a:endParaRPr lang="en-US"/>
          </a:p>
        </p:txBody>
      </p:sp>
      <p:sp>
        <p:nvSpPr>
          <p:cNvPr id="141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18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Use RAS/CAS to reduce average latency.</a:t>
            </a:r>
          </a:p>
        </p:txBody>
      </p:sp>
    </p:spTree>
    <p:extLst>
      <p:ext uri="{BB962C8B-B14F-4D97-AF65-F5344CB8AC3E}">
        <p14:creationId xmlns:p14="http://schemas.microsoft.com/office/powerpoint/2010/main" val="2403415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08045-81A1-B648-AAB6-35995F3CCACE}" type="slidenum">
              <a:rPr lang="en-US"/>
              <a:pPr/>
              <a:t>8</a:t>
            </a:fld>
            <a:endParaRPr lang="en-US"/>
          </a:p>
        </p:txBody>
      </p:sp>
      <p:sp>
        <p:nvSpPr>
          <p:cNvPr id="1462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064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BC828D-0AD0-4DB5-9474-145D505CF3A2}" type="slidenum">
              <a:rPr lang="en-US"/>
              <a:pPr/>
              <a:t>10</a:t>
            </a:fld>
            <a:endParaRPr lang="en-US"/>
          </a:p>
        </p:txBody>
      </p:sp>
      <p:sp>
        <p:nvSpPr>
          <p:cNvPr id="10813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7311" y="4560570"/>
            <a:ext cx="4564380" cy="4322763"/>
          </a:xfrm>
          <a:ln/>
        </p:spPr>
        <p:txBody>
          <a:bodyPr lIns="95643" tIns="46982" rIns="95643" bIns="46982"/>
          <a:lstStyle/>
          <a:p>
            <a:endParaRPr lang="en-US"/>
          </a:p>
        </p:txBody>
      </p:sp>
      <p:sp>
        <p:nvSpPr>
          <p:cNvPr id="108134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2037"/>
          </a:xfrm>
          <a:ln cap="flat"/>
        </p:spPr>
      </p:sp>
    </p:spTree>
    <p:extLst>
      <p:ext uri="{BB962C8B-B14F-4D97-AF65-F5344CB8AC3E}">
        <p14:creationId xmlns:p14="http://schemas.microsoft.com/office/powerpoint/2010/main" val="2483656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5B4D7C-05F8-E746-BCB7-00CAD162DF8F}" type="slidenum">
              <a:rPr lang="en-US"/>
              <a:pPr/>
              <a:t>12</a:t>
            </a:fld>
            <a:endParaRPr lang="en-US"/>
          </a:p>
        </p:txBody>
      </p:sp>
      <p:sp>
        <p:nvSpPr>
          <p:cNvPr id="141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10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346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D2B161-8397-9A4F-8916-FEA3F11FAB3E}" type="slidenum">
              <a:rPr lang="en-US"/>
              <a:pPr/>
              <a:t>14</a:t>
            </a:fld>
            <a:endParaRPr lang="en-US"/>
          </a:p>
        </p:txBody>
      </p:sp>
      <p:sp>
        <p:nvSpPr>
          <p:cNvPr id="1427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27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Due to cost</a:t>
            </a:r>
          </a:p>
          <a:p>
            <a:r>
              <a:rPr lang="en-US"/>
              <a:t>Due to size of DRAM</a:t>
            </a:r>
          </a:p>
          <a:p>
            <a:r>
              <a:rPr lang="en-US"/>
              <a:t>Due to cost and wire delays (wires on-chip cost much less, and are faster)</a:t>
            </a:r>
          </a:p>
        </p:txBody>
      </p:sp>
    </p:spTree>
    <p:extLst>
      <p:ext uri="{BB962C8B-B14F-4D97-AF65-F5344CB8AC3E}">
        <p14:creationId xmlns:p14="http://schemas.microsoft.com/office/powerpoint/2010/main" val="693210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08464A-7152-A545-983D-9A2D6980091E}" type="slidenum">
              <a:rPr lang="en-US"/>
              <a:pPr/>
              <a:t>15</a:t>
            </a:fld>
            <a:endParaRPr lang="en-US"/>
          </a:p>
        </p:txBody>
      </p:sp>
      <p:sp>
        <p:nvSpPr>
          <p:cNvPr id="12789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78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85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825CFD-D3AC-4030-9113-EE404FAA1C41}" type="slidenum">
              <a:rPr lang="en-US"/>
              <a:pPr/>
              <a:t>17</a:t>
            </a:fld>
            <a:endParaRPr lang="en-US"/>
          </a:p>
        </p:txBody>
      </p:sp>
      <p:sp>
        <p:nvSpPr>
          <p:cNvPr id="10833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7311" y="4560570"/>
            <a:ext cx="4564380" cy="4322763"/>
          </a:xfrm>
          <a:noFill/>
          <a:ln/>
        </p:spPr>
        <p:txBody>
          <a:bodyPr lIns="95643" tIns="46982" rIns="95643" bIns="46982">
            <a:normAutofit fontScale="92500" lnSpcReduction="10000"/>
          </a:bodyPr>
          <a:lstStyle/>
          <a:p>
            <a:r>
              <a:rPr lang="en-US"/>
              <a:t>The principle of locality states that programs access a relatively small portion of the address space at  any instant of time.</a:t>
            </a:r>
          </a:p>
          <a:p>
            <a:r>
              <a:rPr lang="en-US"/>
              <a:t>This is kind of like in real life, we all have a lot of friends.  But at any given time most of us can  only  keep in touch with a small group of them.</a:t>
            </a:r>
          </a:p>
          <a:p>
            <a:r>
              <a:rPr lang="en-US"/>
              <a:t>There are two different types of locality: Temporal and Spatial. Temporal locality is the locality in time  which says if an item is referenced, it  will tend to be referenced again soon.</a:t>
            </a:r>
          </a:p>
          <a:p>
            <a:r>
              <a:rPr lang="en-US"/>
              <a:t>This is like saying if you just talk to one of your friends, it is likely that you will talk to him or her again soon.</a:t>
            </a:r>
          </a:p>
          <a:p>
            <a:r>
              <a:rPr lang="en-US"/>
              <a:t>This makes sense. For example, if you just have lunch with a friend, you may say, let’s go to the ball game this Sunday.  So you will talk to him again soon.</a:t>
            </a:r>
          </a:p>
          <a:p>
            <a:r>
              <a:rPr lang="en-US"/>
              <a:t>Spatial locality is the locality in space.  It says if an item is referenced, items whose addresses are close by tend to be referenced soon.</a:t>
            </a:r>
          </a:p>
          <a:p>
            <a:r>
              <a:rPr lang="en-US"/>
              <a:t>Once again, using our analogy.  We can usually divide our friends into groups.  Like friends from high school, friends from work, friends from home.</a:t>
            </a:r>
          </a:p>
          <a:p>
            <a:r>
              <a:rPr lang="en-US"/>
              <a:t>Let’s say you just talk to one of your friends from high school and she may say something like: “So did you hear so and so just won the lottery.”</a:t>
            </a:r>
          </a:p>
          <a:p>
            <a:r>
              <a:rPr lang="en-US"/>
              <a:t>You probably will say NO, I better give him a call and find out more.</a:t>
            </a:r>
          </a:p>
          <a:p>
            <a:r>
              <a:rPr lang="en-US"/>
              <a:t>So this is an example of spatial locality.  You just talked to a friend from your high school days.  As a result, you end up talking to another high school friend.  Or at least in this case, you hope he still remember you are his friend.</a:t>
            </a:r>
          </a:p>
          <a:p>
            <a:endParaRPr lang="en-US"/>
          </a:p>
          <a:p>
            <a:r>
              <a:rPr lang="en-US"/>
              <a:t>+3 = 10 min. (X:50)</a:t>
            </a:r>
          </a:p>
        </p:txBody>
      </p:sp>
      <p:sp>
        <p:nvSpPr>
          <p:cNvPr id="10833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2037"/>
          </a:xfrm>
          <a:ln cap="flat"/>
        </p:spPr>
      </p:sp>
    </p:spTree>
    <p:extLst>
      <p:ext uri="{BB962C8B-B14F-4D97-AF65-F5344CB8AC3E}">
        <p14:creationId xmlns:p14="http://schemas.microsoft.com/office/powerpoint/2010/main" val="3013238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016773-5073-443D-AEB9-E69B71031837}" type="slidenum">
              <a:rPr lang="en-US"/>
              <a:pPr/>
              <a:t>20</a:t>
            </a:fld>
            <a:endParaRPr lang="en-US"/>
          </a:p>
        </p:txBody>
      </p:sp>
      <p:sp>
        <p:nvSpPr>
          <p:cNvPr id="10874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7311" y="4560570"/>
            <a:ext cx="4564380" cy="4322763"/>
          </a:xfrm>
          <a:noFill/>
          <a:ln/>
        </p:spPr>
        <p:txBody>
          <a:bodyPr lIns="95643" tIns="46982" rIns="95643" bIns="46982">
            <a:normAutofit fontScale="92500"/>
          </a:bodyPr>
          <a:lstStyle/>
          <a:p>
            <a:r>
              <a:rPr lang="en-US" dirty="0"/>
              <a:t>A HIT is when the data the processor wants to access is found in the upper level (Blk X).</a:t>
            </a:r>
          </a:p>
          <a:p>
            <a:r>
              <a:rPr lang="en-US" dirty="0"/>
              <a:t>The fraction of the memory access that are HIT is defined as HIT rate.</a:t>
            </a:r>
          </a:p>
          <a:p>
            <a:r>
              <a:rPr lang="en-US" dirty="0"/>
              <a:t>HIT Time is the time to access the Upper Level where the data is found (X).  It consists of:</a:t>
            </a:r>
          </a:p>
          <a:p>
            <a:r>
              <a:rPr lang="en-US" dirty="0"/>
              <a:t>(a) Time to access this level.</a:t>
            </a:r>
          </a:p>
          <a:p>
            <a:r>
              <a:rPr lang="en-US" dirty="0"/>
              <a:t>(b) AND the time to determine if this is a Hit or Miss.</a:t>
            </a:r>
          </a:p>
          <a:p>
            <a:r>
              <a:rPr lang="en-US" dirty="0"/>
              <a:t>If the data the processor wants cannot be found in the Upper level.  Then we have a miss and we need to retrieve the data (Blk Y) from the lower level.</a:t>
            </a:r>
          </a:p>
          <a:p>
            <a:r>
              <a:rPr lang="en-US" dirty="0"/>
              <a:t>By definition (definition of Hit: Fraction), the miss rate is just 1 minus the hit rate.</a:t>
            </a:r>
          </a:p>
          <a:p>
            <a:r>
              <a:rPr lang="en-US" dirty="0"/>
              <a:t>This miss penalty also consists of two parts:</a:t>
            </a:r>
          </a:p>
          <a:p>
            <a:r>
              <a:rPr lang="en-US" dirty="0"/>
              <a:t>(a) The time it takes to replace a block (Blk Y to </a:t>
            </a:r>
            <a:r>
              <a:rPr lang="en-US" dirty="0" err="1"/>
              <a:t>BlkX</a:t>
            </a:r>
            <a:r>
              <a:rPr lang="en-US" dirty="0"/>
              <a:t>) in the upper level.</a:t>
            </a:r>
          </a:p>
          <a:p>
            <a:r>
              <a:rPr lang="en-US" dirty="0"/>
              <a:t>(b) And then the time it takes to deliver this new block to the processor.</a:t>
            </a:r>
          </a:p>
          <a:p>
            <a:r>
              <a:rPr lang="en-US" dirty="0"/>
              <a:t>It is very important that your Hit Time to be much </a:t>
            </a:r>
            <a:r>
              <a:rPr lang="en-US" dirty="0" err="1"/>
              <a:t>much</a:t>
            </a:r>
            <a:r>
              <a:rPr lang="en-US" dirty="0"/>
              <a:t> smaller than your miss penalty.  Otherwise, there will be no reason to build a memory hierarchy.</a:t>
            </a:r>
          </a:p>
          <a:p>
            <a:endParaRPr lang="en-US" dirty="0"/>
          </a:p>
          <a:p>
            <a:r>
              <a:rPr lang="en-US" dirty="0"/>
              <a:t>+2 = 14 min. (X:54)</a:t>
            </a:r>
          </a:p>
          <a:p>
            <a:endParaRPr lang="en-US" dirty="0"/>
          </a:p>
        </p:txBody>
      </p:sp>
      <p:sp>
        <p:nvSpPr>
          <p:cNvPr id="108749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2037"/>
          </a:xfrm>
          <a:ln cap="flat"/>
        </p:spPr>
      </p:sp>
    </p:spTree>
    <p:extLst>
      <p:ext uri="{BB962C8B-B14F-4D97-AF65-F5344CB8AC3E}">
        <p14:creationId xmlns:p14="http://schemas.microsoft.com/office/powerpoint/2010/main" val="968536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1068F9-B6B0-4897-8514-78EB91B9DEA5}" type="slidenum">
              <a:rPr lang="en-US"/>
              <a:pPr/>
              <a:t>23</a:t>
            </a:fld>
            <a:endParaRPr lang="en-US"/>
          </a:p>
        </p:txBody>
      </p:sp>
      <p:sp>
        <p:nvSpPr>
          <p:cNvPr id="109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109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7901" y="4560570"/>
            <a:ext cx="5359400" cy="4322763"/>
          </a:xfrm>
        </p:spPr>
        <p:txBody>
          <a:bodyPr/>
          <a:lstStyle/>
          <a:p>
            <a:r>
              <a:rPr lang="en-US" dirty="0"/>
              <a:t>Simplest scheme is to extract bits from ‘block number’ to determine ‘set’ (</a:t>
            </a:r>
            <a:r>
              <a:rPr lang="en-US" dirty="0" err="1"/>
              <a:t>jse</a:t>
            </a:r>
            <a:r>
              <a:rPr lang="en-US" dirty="0"/>
              <a:t>)</a:t>
            </a:r>
          </a:p>
          <a:p>
            <a:r>
              <a:rPr lang="en-US" dirty="0"/>
              <a:t>More sophisticated schemes will hash the block number ---- why could that be good/bad?</a:t>
            </a:r>
          </a:p>
        </p:txBody>
      </p:sp>
    </p:spTree>
    <p:extLst>
      <p:ext uri="{BB962C8B-B14F-4D97-AF65-F5344CB8AC3E}">
        <p14:creationId xmlns:p14="http://schemas.microsoft.com/office/powerpoint/2010/main" val="1057535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EFEB6D-6EAB-450C-8C0C-0B000CDE0523}" type="slidenum">
              <a:rPr lang="en-US"/>
              <a:pPr/>
              <a:t>29</a:t>
            </a:fld>
            <a:endParaRPr lang="en-US"/>
          </a:p>
        </p:txBody>
      </p:sp>
      <p:sp>
        <p:nvSpPr>
          <p:cNvPr id="109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76787" cy="3584575"/>
          </a:xfrm>
          <a:ln/>
        </p:spPr>
      </p:sp>
      <p:sp>
        <p:nvSpPr>
          <p:cNvPr id="1098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5360" y="4556127"/>
            <a:ext cx="5363211" cy="4324985"/>
          </a:xfrm>
        </p:spPr>
        <p:txBody>
          <a:bodyPr lIns="95109" tIns="47554" rIns="95109" bIns="47554"/>
          <a:lstStyle/>
          <a:p>
            <a:r>
              <a:rPr lang="en-US" dirty="0"/>
              <a:t>Larger block size will reduce compulsory misses (first miss to a block).</a:t>
            </a:r>
          </a:p>
          <a:p>
            <a:r>
              <a:rPr lang="en-US" dirty="0"/>
              <a:t>Larger blocks may increase conflict misses since the number of blocks</a:t>
            </a:r>
          </a:p>
          <a:p>
            <a:r>
              <a:rPr lang="en-US" dirty="0"/>
              <a:t>is smaller.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2134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1F1880-39F3-B849-9762-40EB0B75D7A1}" type="slidenum">
              <a:rPr lang="en-US"/>
              <a:pPr/>
              <a:t>33</a:t>
            </a:fld>
            <a:endParaRPr lang="en-US"/>
          </a:p>
        </p:txBody>
      </p:sp>
      <p:sp>
        <p:nvSpPr>
          <p:cNvPr id="1543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3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48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879CAB-0025-594F-A5CE-91DD953A6AA4}" type="slidenum">
              <a:rPr lang="en-US"/>
              <a:pPr/>
              <a:t>35</a:t>
            </a:fld>
            <a:endParaRPr lang="en-US"/>
          </a:p>
        </p:txBody>
      </p:sp>
      <p:sp>
        <p:nvSpPr>
          <p:cNvPr id="1481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17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How are writes to istream handled?</a:t>
            </a:r>
          </a:p>
        </p:txBody>
      </p:sp>
    </p:spTree>
    <p:extLst>
      <p:ext uri="{BB962C8B-B14F-4D97-AF65-F5344CB8AC3E}">
        <p14:creationId xmlns:p14="http://schemas.microsoft.com/office/powerpoint/2010/main" val="20395053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00DFD0-9B15-5D41-B709-180819A9C591}" type="slidenum">
              <a:rPr lang="en-US"/>
              <a:pPr/>
              <a:t>36</a:t>
            </a:fld>
            <a:endParaRPr lang="en-US"/>
          </a:p>
        </p:txBody>
      </p:sp>
      <p:sp>
        <p:nvSpPr>
          <p:cNvPr id="1483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37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Design the largest primary cache without slowing down the clock</a:t>
            </a:r>
          </a:p>
          <a:p>
            <a:r>
              <a:rPr lang="en-US"/>
              <a:t>Or adding pipeline stages.</a:t>
            </a:r>
          </a:p>
        </p:txBody>
      </p:sp>
    </p:spTree>
    <p:extLst>
      <p:ext uri="{BB962C8B-B14F-4D97-AF65-F5344CB8AC3E}">
        <p14:creationId xmlns:p14="http://schemas.microsoft.com/office/powerpoint/2010/main" val="31845610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F9CE97-CB9D-C746-B214-C0239D00167B}" type="slidenum">
              <a:rPr lang="en-US"/>
              <a:pPr/>
              <a:t>37</a:t>
            </a:fld>
            <a:endParaRPr lang="en-US"/>
          </a:p>
        </p:txBody>
      </p:sp>
      <p:sp>
        <p:nvSpPr>
          <p:cNvPr id="149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91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0898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E420CB-F852-3B42-9687-227F1D453EDD}" type="slidenum">
              <a:rPr lang="en-US"/>
              <a:pPr/>
              <a:t>38</a:t>
            </a:fld>
            <a:endParaRPr lang="en-US"/>
          </a:p>
        </p:txBody>
      </p:sp>
      <p:sp>
        <p:nvSpPr>
          <p:cNvPr id="1485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58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887295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2F17D4-B91E-9A46-A430-8EBAABAB7F9F}" type="slidenum">
              <a:rPr lang="en-US"/>
              <a:pPr/>
              <a:t>39</a:t>
            </a:fld>
            <a:endParaRPr lang="en-US"/>
          </a:p>
        </p:txBody>
      </p:sp>
      <p:sp>
        <p:nvSpPr>
          <p:cNvPr id="148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878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Requested block first…. </a:t>
            </a:r>
          </a:p>
          <a:p>
            <a:endParaRPr lang="en-US"/>
          </a:p>
          <a:p>
            <a:r>
              <a:rPr lang="en-US"/>
              <a:t>The following could be in the slide…</a:t>
            </a:r>
          </a:p>
          <a:p>
            <a:r>
              <a:rPr lang="en-US"/>
              <a:t>spatial locality reduces compulsory misses and     	capacity reload misses</a:t>
            </a:r>
          </a:p>
          <a:p>
            <a:pPr lvl="1"/>
            <a:r>
              <a:rPr lang="en-US"/>
              <a:t>  fewer blocks may increase conflict miss rate</a:t>
            </a:r>
          </a:p>
          <a:p>
            <a:pPr lvl="1"/>
            <a:r>
              <a:rPr lang="en-US"/>
              <a:t>  larger blocks may increase miss penalty</a:t>
            </a:r>
          </a:p>
          <a:p>
            <a:pPr lvl="1">
              <a:spcBef>
                <a:spcPct val="0"/>
              </a:spcBef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953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6EE92C8-F3ED-E344-A8DC-1FB5E23AB384}" type="slidenum">
              <a:rPr lang="en-US"/>
              <a:pPr/>
              <a:t>40</a:t>
            </a:fld>
            <a:endParaRPr lang="en-US"/>
          </a:p>
        </p:txBody>
      </p:sp>
      <p:sp>
        <p:nvSpPr>
          <p:cNvPr id="1490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0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Completely serial (jse)</a:t>
            </a:r>
          </a:p>
        </p:txBody>
      </p:sp>
    </p:spTree>
    <p:extLst>
      <p:ext uri="{BB962C8B-B14F-4D97-AF65-F5344CB8AC3E}">
        <p14:creationId xmlns:p14="http://schemas.microsoft.com/office/powerpoint/2010/main" val="35279639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B610F2-F181-204D-BDCB-7AEDCBB4EC70}" type="slidenum">
              <a:rPr lang="en-US"/>
              <a:pPr/>
              <a:t>41</a:t>
            </a:fld>
            <a:endParaRPr lang="en-US"/>
          </a:p>
        </p:txBody>
      </p:sp>
      <p:sp>
        <p:nvSpPr>
          <p:cNvPr id="1492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29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pPr marL="228600" indent="-228600"/>
            <a:r>
              <a:rPr lang="en-US" sz="1600"/>
              <a:t>Need to bypass from write buffer if read address matches write buffer tag!</a:t>
            </a:r>
          </a:p>
          <a:p>
            <a:pPr marL="228600" indent="-22860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933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5CFE49-1DDC-324F-AB7B-DA52B0862878}" type="slidenum">
              <a:rPr lang="en-US"/>
              <a:pPr/>
              <a:t>42</a:t>
            </a:fld>
            <a:endParaRPr lang="en-US"/>
          </a:p>
        </p:txBody>
      </p:sp>
      <p:sp>
        <p:nvSpPr>
          <p:cNvPr id="149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50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64745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A3B88A-5425-F749-AC98-2E95D747A66E}" type="slidenum">
              <a:rPr lang="en-US"/>
              <a:pPr/>
              <a:t>43</a:t>
            </a:fld>
            <a:endParaRPr lang="en-US"/>
          </a:p>
        </p:txBody>
      </p:sp>
      <p:sp>
        <p:nvSpPr>
          <p:cNvPr id="149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97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Deisgners of the MIPS M/1000 estimated that waiting for a four-word buffer to empty</a:t>
            </a:r>
          </a:p>
          <a:p>
            <a:r>
              <a:rPr lang="en-US"/>
              <a:t>increased the read miss penalty by a factor of 1.5.</a:t>
            </a:r>
          </a:p>
        </p:txBody>
      </p:sp>
    </p:spTree>
    <p:extLst>
      <p:ext uri="{BB962C8B-B14F-4D97-AF65-F5344CB8AC3E}">
        <p14:creationId xmlns:p14="http://schemas.microsoft.com/office/powerpoint/2010/main" val="13824385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2639F6E-3ECE-C647-B337-F779F5549089}" type="slidenum">
              <a:rPr lang="en-US"/>
              <a:pPr/>
              <a:t>44</a:t>
            </a:fld>
            <a:endParaRPr lang="en-US"/>
          </a:p>
        </p:txBody>
      </p:sp>
      <p:sp>
        <p:nvSpPr>
          <p:cNvPr id="154931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77938" y="984250"/>
            <a:ext cx="4543425" cy="340836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93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7" y="4860089"/>
            <a:ext cx="5207386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216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950071-C93C-FF42-9DDC-60EF4BC53818}" type="slidenum">
              <a:rPr lang="en-US"/>
              <a:pPr/>
              <a:t>45</a:t>
            </a:fld>
            <a:endParaRPr lang="en-US"/>
          </a:p>
        </p:txBody>
      </p:sp>
      <p:sp>
        <p:nvSpPr>
          <p:cNvPr id="155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13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New slide (jse)</a:t>
            </a:r>
          </a:p>
        </p:txBody>
      </p:sp>
    </p:spTree>
    <p:extLst>
      <p:ext uri="{BB962C8B-B14F-4D97-AF65-F5344CB8AC3E}">
        <p14:creationId xmlns:p14="http://schemas.microsoft.com/office/powerpoint/2010/main" val="12854032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EBDE70-4969-DE40-9FC5-847066B1D134}" type="slidenum">
              <a:rPr lang="en-US"/>
              <a:pPr/>
              <a:t>49</a:t>
            </a:fld>
            <a:endParaRPr lang="en-US"/>
          </a:p>
        </p:txBody>
      </p:sp>
      <p:sp>
        <p:nvSpPr>
          <p:cNvPr id="155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3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If two is good, then three must be better (jse)</a:t>
            </a:r>
          </a:p>
        </p:txBody>
      </p:sp>
    </p:spTree>
    <p:extLst>
      <p:ext uri="{BB962C8B-B14F-4D97-AF65-F5344CB8AC3E}">
        <p14:creationId xmlns:p14="http://schemas.microsoft.com/office/powerpoint/2010/main" val="836553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D9CBE8-E38E-F341-9284-4AE348082965}" type="slidenum">
              <a:rPr lang="en-US"/>
              <a:pPr/>
              <a:t>51</a:t>
            </a:fld>
            <a:endParaRPr lang="en-US"/>
          </a:p>
        </p:txBody>
      </p:sp>
      <p:sp>
        <p:nvSpPr>
          <p:cNvPr id="1546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6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Reduces compulsory misses, can increase conflict and</a:t>
            </a:r>
          </a:p>
          <a:p>
            <a:r>
              <a:rPr lang="en-US"/>
              <a:t>capacity misses.</a:t>
            </a:r>
          </a:p>
        </p:txBody>
      </p:sp>
    </p:spTree>
    <p:extLst>
      <p:ext uri="{BB962C8B-B14F-4D97-AF65-F5344CB8AC3E}">
        <p14:creationId xmlns:p14="http://schemas.microsoft.com/office/powerpoint/2010/main" val="39078072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430AB8-F3E8-C945-87EE-DA711275EC13}" type="slidenum">
              <a:rPr lang="en-US"/>
              <a:pPr/>
              <a:t>52</a:t>
            </a:fld>
            <a:endParaRPr lang="en-US"/>
          </a:p>
        </p:txBody>
      </p:sp>
      <p:sp>
        <p:nvSpPr>
          <p:cNvPr id="1548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482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 dirty="0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47380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380B60-8C41-7945-9844-26C9603729E8}" type="slidenum">
              <a:rPr lang="en-US"/>
              <a:pPr/>
              <a:t>53</a:t>
            </a:fld>
            <a:endParaRPr lang="en-US"/>
          </a:p>
        </p:txBody>
      </p:sp>
      <p:sp>
        <p:nvSpPr>
          <p:cNvPr id="155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03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Need to check the stream buffer if the requested block is in there.</a:t>
            </a:r>
          </a:p>
          <a:p>
            <a:r>
              <a:rPr lang="en-US"/>
              <a:t>Never more than one 32-byte block in the stream buffer.</a:t>
            </a:r>
          </a:p>
        </p:txBody>
      </p:sp>
    </p:spTree>
    <p:extLst>
      <p:ext uri="{BB962C8B-B14F-4D97-AF65-F5344CB8AC3E}">
        <p14:creationId xmlns:p14="http://schemas.microsoft.com/office/powerpoint/2010/main" val="26228320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B177C9-52D0-7544-B3BE-3DA420E92DDB}" type="slidenum">
              <a:rPr lang="en-US"/>
              <a:pPr/>
              <a:t>54</a:t>
            </a:fld>
            <a:endParaRPr lang="en-US"/>
          </a:p>
        </p:txBody>
      </p:sp>
      <p:sp>
        <p:nvSpPr>
          <p:cNvPr id="155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2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/>
              <a:t>HP PA 7200 uses OBL prefetching</a:t>
            </a:r>
          </a:p>
          <a:p>
            <a:endParaRPr lang="en-US"/>
          </a:p>
          <a:p>
            <a:r>
              <a:rPr lang="en-US"/>
              <a:t>Tag prefetching is twice as effective as prefetch-on-miss in</a:t>
            </a:r>
          </a:p>
          <a:p>
            <a:r>
              <a:rPr lang="en-US"/>
              <a:t>reducing miss rates.</a:t>
            </a:r>
          </a:p>
        </p:txBody>
      </p:sp>
    </p:spTree>
    <p:extLst>
      <p:ext uri="{BB962C8B-B14F-4D97-AF65-F5344CB8AC3E}">
        <p14:creationId xmlns:p14="http://schemas.microsoft.com/office/powerpoint/2010/main" val="10081131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D7C2E8-3C3D-B445-93ED-6C06A76D60FA}" type="slidenum">
              <a:rPr lang="en-US"/>
              <a:pPr/>
              <a:t>55</a:t>
            </a:fld>
            <a:endParaRPr lang="en-US"/>
          </a:p>
        </p:txBody>
      </p:sp>
      <p:sp>
        <p:nvSpPr>
          <p:cNvPr id="155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3300" y="776288"/>
            <a:ext cx="5091113" cy="38195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4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9" y="4858396"/>
            <a:ext cx="5205845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18" tIns="47558" rIns="95118" bIns="47558">
            <a:prstTxWarp prst="textNoShape">
              <a:avLst/>
            </a:prstTxWarp>
          </a:bodyPr>
          <a:lstStyle/>
          <a:p>
            <a:r>
              <a:rPr lang="en-US" dirty="0"/>
              <a:t>Cache should be non-blocking or lockup-free.</a:t>
            </a:r>
          </a:p>
          <a:p>
            <a:r>
              <a:rPr lang="en-US" dirty="0"/>
              <a:t>By that we mean that the processor can proceed while the prefetched</a:t>
            </a:r>
          </a:p>
          <a:p>
            <a:r>
              <a:rPr lang="en-US" dirty="0"/>
              <a:t>Data is being fetched; and the caches continue to supply instructions</a:t>
            </a:r>
          </a:p>
          <a:p>
            <a:r>
              <a:rPr lang="en-US" dirty="0"/>
              <a:t>And data while waiting for the prefetched data to return.</a:t>
            </a:r>
          </a:p>
        </p:txBody>
      </p:sp>
    </p:spTree>
    <p:extLst>
      <p:ext uri="{BB962C8B-B14F-4D97-AF65-F5344CB8AC3E}">
        <p14:creationId xmlns:p14="http://schemas.microsoft.com/office/powerpoint/2010/main" val="335029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A6A9FB-EEF0-1A46-AB74-244BAB2E5907}" type="slidenum">
              <a:rPr lang="en-US"/>
              <a:pPr/>
              <a:t>56</a:t>
            </a:fld>
            <a:endParaRPr lang="en-US"/>
          </a:p>
        </p:txBody>
      </p:sp>
      <p:sp>
        <p:nvSpPr>
          <p:cNvPr id="1556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56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2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2871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1581CE-9B63-394C-9788-06C3A0C4654C}" type="slidenum">
              <a:rPr lang="en-US"/>
              <a:pPr/>
              <a:t>62</a:t>
            </a:fld>
            <a:endParaRPr lang="en-US"/>
          </a:p>
        </p:txBody>
      </p:sp>
      <p:sp>
        <p:nvSpPr>
          <p:cNvPr id="1618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4287" cy="3821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8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 altLang="ko-KR">
                <a:ea typeface="굴림" charset="-127"/>
                <a:cs typeface="굴림" charset="-127"/>
              </a:rPr>
              <a:t>Portability on machines with different memory configurations.</a:t>
            </a:r>
          </a:p>
        </p:txBody>
      </p:sp>
    </p:spTree>
    <p:extLst>
      <p:ext uri="{BB962C8B-B14F-4D97-AF65-F5344CB8AC3E}">
        <p14:creationId xmlns:p14="http://schemas.microsoft.com/office/powerpoint/2010/main" val="1322410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8E3698-8743-1846-A4B7-A150278E3AFF}" type="slidenum">
              <a:rPr lang="en-US"/>
              <a:pPr/>
              <a:t>68</a:t>
            </a:fld>
            <a:endParaRPr lang="en-US"/>
          </a:p>
        </p:txBody>
      </p:sp>
      <p:sp>
        <p:nvSpPr>
          <p:cNvPr id="162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50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039" y="4861781"/>
            <a:ext cx="5201223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endParaRPr lang="ko-KR" altLang="en-US">
              <a:ea typeface="AppleMyungjo" charset="-127"/>
              <a:cs typeface="AppleMyungjo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71897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93DD48-7234-7D49-80D8-2564C3784A37}" type="slidenum">
              <a:rPr lang="en-US"/>
              <a:pPr/>
              <a:t>72</a:t>
            </a:fld>
            <a:endParaRPr lang="en-US"/>
          </a:p>
        </p:txBody>
      </p:sp>
      <p:sp>
        <p:nvSpPr>
          <p:cNvPr id="16926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79525" y="984250"/>
            <a:ext cx="4540250" cy="34067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2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7" y="4860088"/>
            <a:ext cx="5207386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57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A38F50-FA05-5A4B-8627-CB1860D055A7}" type="slidenum">
              <a:rPr lang="en-US"/>
              <a:pPr/>
              <a:t>73</a:t>
            </a:fld>
            <a:endParaRPr lang="en-US"/>
          </a:p>
        </p:txBody>
      </p:sp>
      <p:sp>
        <p:nvSpPr>
          <p:cNvPr id="1674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4287" cy="38211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74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Need to restart instruction.</a:t>
            </a:r>
          </a:p>
          <a:p>
            <a:r>
              <a:rPr lang="en-US"/>
              <a:t>Soft and hard page faults.</a:t>
            </a:r>
          </a:p>
        </p:txBody>
      </p:sp>
    </p:spTree>
    <p:extLst>
      <p:ext uri="{BB962C8B-B14F-4D97-AF65-F5344CB8AC3E}">
        <p14:creationId xmlns:p14="http://schemas.microsoft.com/office/powerpoint/2010/main" val="6624916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832431-74DD-E743-9F33-0821DD3E2AB9}" type="slidenum">
              <a:rPr lang="en-US"/>
              <a:pPr/>
              <a:t>74</a:t>
            </a:fld>
            <a:endParaRPr lang="en-US"/>
          </a:p>
        </p:txBody>
      </p:sp>
      <p:sp>
        <p:nvSpPr>
          <p:cNvPr id="1719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9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5331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97A1B1-C6C7-C446-99DA-6038C074CACB}" type="slidenum">
              <a:rPr lang="en-US"/>
              <a:pPr/>
              <a:t>75</a:t>
            </a:fld>
            <a:endParaRPr lang="en-US"/>
          </a:p>
        </p:txBody>
      </p:sp>
      <p:sp>
        <p:nvSpPr>
          <p:cNvPr id="171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589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97A1B1-C6C7-C446-99DA-6038C074CACB}" type="slidenum">
              <a:rPr lang="en-US"/>
              <a:pPr/>
              <a:t>76</a:t>
            </a:fld>
            <a:endParaRPr lang="en-US"/>
          </a:p>
        </p:txBody>
      </p:sp>
      <p:sp>
        <p:nvSpPr>
          <p:cNvPr id="1712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2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289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DB7107-9289-174E-A25C-1A3A4DED27F6}" type="slidenum">
              <a:rPr lang="en-US"/>
              <a:pPr/>
              <a:t>77</a:t>
            </a:fld>
            <a:endParaRPr lang="en-US"/>
          </a:p>
        </p:txBody>
      </p:sp>
      <p:sp>
        <p:nvSpPr>
          <p:cNvPr id="1713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3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338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93DD48-7234-7D49-80D8-2564C3784A37}" type="slidenum">
              <a:rPr lang="en-US"/>
              <a:pPr/>
              <a:t>78</a:t>
            </a:fld>
            <a:endParaRPr lang="en-US"/>
          </a:p>
        </p:txBody>
      </p:sp>
      <p:sp>
        <p:nvSpPr>
          <p:cNvPr id="16926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79525" y="984250"/>
            <a:ext cx="4540250" cy="34067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2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5957" y="4860088"/>
            <a:ext cx="5207386" cy="460625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1860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CB84F0-15BA-244B-AC6B-5BBD5D240918}" type="slidenum">
              <a:rPr lang="en-US"/>
              <a:pPr/>
              <a:t>79</a:t>
            </a:fld>
            <a:endParaRPr lang="en-US"/>
          </a:p>
        </p:txBody>
      </p:sp>
      <p:sp>
        <p:nvSpPr>
          <p:cNvPr id="168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5875" cy="3822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88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Two processes sharing the same file,</a:t>
            </a:r>
          </a:p>
          <a:p>
            <a:r>
              <a:rPr lang="en-US"/>
              <a:t>Map the same memory segment to different</a:t>
            </a:r>
          </a:p>
          <a:p>
            <a:r>
              <a:rPr lang="en-US"/>
              <a:t>Parts of their address space.</a:t>
            </a:r>
          </a:p>
        </p:txBody>
      </p:sp>
    </p:spTree>
    <p:extLst>
      <p:ext uri="{BB962C8B-B14F-4D97-AF65-F5344CB8AC3E}">
        <p14:creationId xmlns:p14="http://schemas.microsoft.com/office/powerpoint/2010/main" val="3850933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6A95B7-CABA-D54F-AE3E-098345DA8470}" type="slidenum">
              <a:rPr lang="en-US"/>
              <a:pPr/>
              <a:t>80</a:t>
            </a:fld>
            <a:endParaRPr lang="en-US"/>
          </a:p>
        </p:txBody>
      </p:sp>
      <p:sp>
        <p:nvSpPr>
          <p:cNvPr id="169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5875" cy="3822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3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r>
              <a:rPr lang="en-US"/>
              <a:t>If they differ in the lower ‘a’ bits alone, and share a physical page.</a:t>
            </a:r>
          </a:p>
        </p:txBody>
      </p:sp>
    </p:spTree>
    <p:extLst>
      <p:ext uri="{BB962C8B-B14F-4D97-AF65-F5344CB8AC3E}">
        <p14:creationId xmlns:p14="http://schemas.microsoft.com/office/powerpoint/2010/main" val="85885083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B2FA53-C9A4-1C4F-B97F-A0B5917806B9}" type="slidenum">
              <a:rPr lang="en-US"/>
              <a:pPr/>
              <a:t>81</a:t>
            </a:fld>
            <a:endParaRPr lang="en-US"/>
          </a:p>
        </p:txBody>
      </p:sp>
      <p:sp>
        <p:nvSpPr>
          <p:cNvPr id="1714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4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433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1DCAC6A-73CA-C046-A447-0AE714663C4D}" type="slidenum">
              <a:rPr lang="en-US"/>
              <a:pPr/>
              <a:t>82</a:t>
            </a:fld>
            <a:endParaRPr lang="en-US"/>
          </a:p>
        </p:txBody>
      </p:sp>
      <p:sp>
        <p:nvSpPr>
          <p:cNvPr id="169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1713" y="774700"/>
            <a:ext cx="5095875" cy="3822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91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4417" y="4858396"/>
            <a:ext cx="5208926" cy="4607944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9" tIns="47540" rIns="95079" bIns="47540">
            <a:prstTxWarp prst="textNoShape">
              <a:avLst/>
            </a:prstTxWarp>
          </a:bodyPr>
          <a:lstStyle/>
          <a:p>
            <a:pPr lvl="1">
              <a:spcBef>
                <a:spcPct val="0"/>
              </a:spcBef>
            </a:pPr>
            <a:r>
              <a:rPr lang="en-US" sz="2400" b="1" dirty="0"/>
              <a:t>Consider 4-Kbyte pages and caches with 32-byte blocks</a:t>
            </a:r>
          </a:p>
          <a:p>
            <a:pPr lvl="1">
              <a:spcBef>
                <a:spcPct val="0"/>
              </a:spcBef>
            </a:pPr>
            <a:r>
              <a:rPr lang="en-US" sz="2400" b="1" dirty="0"/>
              <a:t>	 32-Kbyte cache 	</a:t>
            </a:r>
            <a:r>
              <a:rPr lang="en-US" sz="2400" b="1" dirty="0">
                <a:latin typeface="Symbol" charset="2"/>
              </a:rPr>
              <a:t></a:t>
            </a:r>
            <a:r>
              <a:rPr lang="en-US" sz="2400" b="1" dirty="0"/>
              <a:t> 2</a:t>
            </a:r>
            <a:r>
              <a:rPr lang="en-US" sz="2400" b="1" baseline="30000" dirty="0"/>
              <a:t>a </a:t>
            </a:r>
            <a:r>
              <a:rPr lang="en-US" sz="2400" b="1" dirty="0"/>
              <a:t>= 8  		</a:t>
            </a:r>
          </a:p>
          <a:p>
            <a:pPr lvl="2">
              <a:spcBef>
                <a:spcPct val="0"/>
              </a:spcBef>
            </a:pPr>
            <a:r>
              <a:rPr lang="en-US" sz="2400" b="1" dirty="0"/>
              <a:t>   4-Mbyte cache 	</a:t>
            </a:r>
            <a:r>
              <a:rPr lang="en-US" sz="2400" b="1" dirty="0">
                <a:latin typeface="Symbol" charset="2"/>
              </a:rPr>
              <a:t></a:t>
            </a:r>
            <a:r>
              <a:rPr lang="en-US" sz="2400" b="1" dirty="0"/>
              <a:t> 2</a:t>
            </a:r>
            <a:r>
              <a:rPr lang="en-US" sz="2400" b="1" baseline="30000" dirty="0"/>
              <a:t>a </a:t>
            </a:r>
            <a:r>
              <a:rPr lang="en-US" sz="2400" b="1" dirty="0"/>
              <a:t>=1024 		</a:t>
            </a:r>
            <a:r>
              <a:rPr lang="en-US" sz="2400" b="1" i="1" dirty="0"/>
              <a:t>No ! 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00722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44A592-8570-694E-9769-07812C0AACF6}" type="slidenum">
              <a:rPr lang="en-US"/>
              <a:pPr/>
              <a:t>83</a:t>
            </a:fld>
            <a:endParaRPr lang="en-US"/>
          </a:p>
        </p:txBody>
      </p:sp>
      <p:sp>
        <p:nvSpPr>
          <p:cNvPr id="171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1062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37085D-875E-D44A-80CF-3C547ACB4309}" type="slidenum">
              <a:rPr lang="en-US"/>
              <a:pPr/>
              <a:t>84</a:t>
            </a:fld>
            <a:endParaRPr lang="en-US"/>
          </a:p>
        </p:txBody>
      </p:sp>
      <p:sp>
        <p:nvSpPr>
          <p:cNvPr id="1716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6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65688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692B3D-372E-D34F-9032-9CB28DF7E90D}" type="slidenum">
              <a:rPr lang="en-US"/>
              <a:pPr/>
              <a:t>85</a:t>
            </a:fld>
            <a:endParaRPr lang="en-US"/>
          </a:p>
        </p:txBody>
      </p:sp>
      <p:sp>
        <p:nvSpPr>
          <p:cNvPr id="1717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7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280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443EA02-6999-594F-9E7E-B05CB6CAF4EE}" type="slidenum">
              <a:rPr lang="en-US"/>
              <a:pPr/>
              <a:t>86</a:t>
            </a:fld>
            <a:endParaRPr lang="en-US"/>
          </a:p>
        </p:txBody>
      </p:sp>
      <p:sp>
        <p:nvSpPr>
          <p:cNvPr id="1722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2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5898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E9DA32-E0E0-FC4D-A0DC-681F1DDA54F4}" type="slidenum">
              <a:rPr lang="en-US"/>
              <a:pPr/>
              <a:t>87</a:t>
            </a:fld>
            <a:endParaRPr lang="en-US"/>
          </a:p>
        </p:txBody>
      </p:sp>
      <p:sp>
        <p:nvSpPr>
          <p:cNvPr id="172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5873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188053-F834-2F42-A651-13E84E95A402}" type="slidenum">
              <a:rPr lang="en-US"/>
              <a:pPr/>
              <a:t>88</a:t>
            </a:fld>
            <a:endParaRPr lang="en-US"/>
          </a:p>
        </p:txBody>
      </p:sp>
      <p:sp>
        <p:nvSpPr>
          <p:cNvPr id="1744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4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38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A8D40B4-DE4B-3A46-A544-E86568F9DC45}" type="slidenum">
              <a:rPr lang="en-US"/>
              <a:pPr/>
              <a:t>89</a:t>
            </a:fld>
            <a:endParaRPr lang="en-US"/>
          </a:p>
        </p:txBody>
      </p:sp>
      <p:sp>
        <p:nvSpPr>
          <p:cNvPr id="1726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6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06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/>
              <a:t>Klicka här för att ändra format på underrubrik i bakgrunden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B81E7-0473-4982-81AD-4CA2D336817D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293CAD-5655-463B-A25B-1A2DCEAF66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3A9CC3-C0C5-49F5-88AB-58977EE0B2C7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EE58DA-F00E-43DF-8114-C98C33C3E2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365B79-F6D6-4B0E-BD06-246AA47F0CE8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139A8-A3CB-4D89-B56E-466500A60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2DA33B-DC5E-4FD6-A081-6F61144B8502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0C89C-BD9D-4CA6-88F1-F08A0EC92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7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828DB-6EF3-4A91-9B9E-2B942E1E2E42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8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9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CE19C-5BAD-4855-81A2-AAC784006E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D859B-AF57-46B3-A2B0-A2A7C45A26BF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4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5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BE227B-5649-4809-97B3-09E42CFB10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F68E7-AB34-4447-84BC-EE8D5E8F0E8A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3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4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516A0C-113C-43EC-867F-334DE3063E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9F593-DFDE-416B-AC8B-BB825FFBBE0F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024F-256A-4362-90E9-300E4B148A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772B3-C955-490F-9FF4-FB2C20160BAA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E21BE-C901-4538-A559-2D2780F2E1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BE8344-1D20-417D-A833-40FBF54018D6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827BA6-09B3-404D-A0B7-18943F532B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44632-4187-4D86-A367-8A0543D15ED1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81D57-A823-4812-99D7-EBAEFA0E57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</a:t>
            </a:r>
            <a:endParaRPr lang="en-US"/>
          </a:p>
        </p:txBody>
      </p:sp>
      <p:sp>
        <p:nvSpPr>
          <p:cNvPr id="9219" name="Platshållare för text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2EC020F-65F2-4049-8B1C-155A70F7CEA7}" type="datetime1">
              <a:rPr lang="sv-SE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CS252 s06 Adv. Memory Hieriarchy</a:t>
            </a:r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31C5373-8DEC-47D0-B15F-7EF4664B61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emiconductor.samsung.com/consumer-storage/internal-ssd/990-pro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customXml" Target="../ink/ink7.xml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ubri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v-SE" dirty="0"/>
              <a:t>Memory Hierarchies</a:t>
            </a:r>
            <a:endParaRPr lang="en-US" dirty="0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34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sv-SE"/>
              <a:t>Courtesy: Prof. Mats Brorsson, KTH, Sweden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A0D0F41-CB8C-4D29-91A1-D1A9020504B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724556-D18E-46ED-9248-8F43C52BEC9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59B1-33A4-DFE3-62B2-4F83D3D6C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7A3C5-05C4-24FD-77C8-84C5413AC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  <a:p>
            <a:pPr lvl="1"/>
            <a:r>
              <a:rPr lang="en-US" dirty="0"/>
              <a:t>DRAM</a:t>
            </a:r>
          </a:p>
          <a:p>
            <a:r>
              <a:rPr lang="en-US" dirty="0"/>
              <a:t>Caches</a:t>
            </a:r>
          </a:p>
          <a:p>
            <a:r>
              <a:rPr lang="en-US" dirty="0"/>
              <a:t>Memory Management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ED692-7C7D-3D8F-3059-FCA2AAD7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D0E49-1E3F-4C49-5D87-356C080D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8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D5188-89AE-5848-8C76-13C82806496C}" type="slidenum">
              <a:rPr lang="en-US"/>
              <a:pPr/>
              <a:t>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1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162800" cy="762000"/>
          </a:xfrm>
        </p:spPr>
        <p:txBody>
          <a:bodyPr/>
          <a:lstStyle/>
          <a:p>
            <a:r>
              <a:rPr lang="en-US"/>
              <a:t>Core Memory</a:t>
            </a:r>
          </a:p>
        </p:txBody>
      </p:sp>
      <p:sp>
        <p:nvSpPr>
          <p:cNvPr id="141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458200" cy="2336800"/>
          </a:xfrm>
          <a:noFill/>
          <a:ln/>
        </p:spPr>
        <p:txBody>
          <a:bodyPr/>
          <a:lstStyle/>
          <a:p>
            <a:r>
              <a:rPr lang="en-US" sz="2400" dirty="0"/>
              <a:t>Core memory was first large scale reliable main memory</a:t>
            </a:r>
          </a:p>
          <a:p>
            <a:pPr lvl="1"/>
            <a:r>
              <a:rPr lang="en-US" sz="2000" dirty="0"/>
              <a:t>Invented by Forrester in late 40s/early 50s at MIT for Whirlwind project</a:t>
            </a:r>
          </a:p>
          <a:p>
            <a:r>
              <a:rPr lang="en-US" sz="2400" dirty="0"/>
              <a:t>Bits stored as magnetization polarity on small ferrite cores threaded onto two-dimensional grid of wires</a:t>
            </a:r>
          </a:p>
          <a:p>
            <a:r>
              <a:rPr lang="en-US" sz="2400" dirty="0"/>
              <a:t>Coincident current pulses on X and Y wires would write cell and also sense original state (destructive reads)</a:t>
            </a:r>
          </a:p>
        </p:txBody>
      </p:sp>
      <p:pic>
        <p:nvPicPr>
          <p:cNvPr id="1411076" name="Picture 4" descr="g619fron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4008" y="3441696"/>
            <a:ext cx="4244851" cy="3299672"/>
          </a:xfrm>
          <a:prstGeom prst="rect">
            <a:avLst/>
          </a:prstGeom>
          <a:noFill/>
        </p:spPr>
      </p:pic>
      <p:sp>
        <p:nvSpPr>
          <p:cNvPr id="1411077" name="Text Box 5"/>
          <p:cNvSpPr txBox="1">
            <a:spLocks noChangeArrowheads="1"/>
          </p:cNvSpPr>
          <p:nvPr/>
        </p:nvSpPr>
        <p:spPr bwMode="auto">
          <a:xfrm>
            <a:off x="196279" y="6016625"/>
            <a:ext cx="4312221" cy="5355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charset="0"/>
              </a:rPr>
              <a:t>Core memory: DEC PDP-8/E Board,  </a:t>
            </a:r>
          </a:p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charset="0"/>
              </a:rPr>
              <a:t>4K words x 12 bits, (1968)</a:t>
            </a:r>
          </a:p>
        </p:txBody>
      </p:sp>
      <p:sp>
        <p:nvSpPr>
          <p:cNvPr id="1411078" name="Rectangle 6"/>
          <p:cNvSpPr>
            <a:spLocks noChangeArrowheads="1"/>
          </p:cNvSpPr>
          <p:nvPr/>
        </p:nvSpPr>
        <p:spPr bwMode="auto">
          <a:xfrm>
            <a:off x="268287" y="3391941"/>
            <a:ext cx="4303713" cy="277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Robust, non-volatile storage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on space shuttle computers until recently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Cores threaded onto wires by hand (25 billion a year at peak production)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Core access time ~ 1</a:t>
            </a:r>
            <a:r>
              <a:rPr lang="en-US" sz="2000" dirty="0">
                <a:solidFill>
                  <a:schemeClr val="tx1"/>
                </a:solidFill>
                <a:latin typeface="Symbol" charset="2"/>
              </a:rPr>
              <a:t>m</a:t>
            </a:r>
            <a:r>
              <a:rPr lang="en-US" sz="2000" dirty="0">
                <a:solidFill>
                  <a:schemeClr val="tx1"/>
                </a:solidFill>
              </a:rPr>
              <a:t>s</a:t>
            </a:r>
          </a:p>
          <a:p>
            <a:pPr marL="285750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83AD3-9D94-654D-5B35-E437EC0CD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 SSD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72BC2-697E-9D95-5FAB-3BCA01901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542" y="1166018"/>
            <a:ext cx="8229600" cy="4525963"/>
          </a:xfrm>
        </p:spPr>
        <p:txBody>
          <a:bodyPr/>
          <a:lstStyle/>
          <a:p>
            <a:r>
              <a:rPr lang="en-US" dirty="0"/>
              <a:t>Samsung 990 PRO</a:t>
            </a:r>
          </a:p>
          <a:p>
            <a:r>
              <a:rPr lang="en-US" dirty="0"/>
              <a:t>Capacity 4TB</a:t>
            </a:r>
          </a:p>
          <a:p>
            <a:r>
              <a:rPr lang="en-US" dirty="0"/>
              <a:t>Sequential read</a:t>
            </a:r>
          </a:p>
          <a:p>
            <a:pPr lvl="1"/>
            <a:r>
              <a:rPr lang="en-US" dirty="0"/>
              <a:t>4TB: Up to 7,450 MB/s</a:t>
            </a:r>
          </a:p>
          <a:p>
            <a:r>
              <a:rPr lang="en-US" dirty="0"/>
              <a:t>Sequential write</a:t>
            </a:r>
          </a:p>
          <a:p>
            <a:pPr lvl="1"/>
            <a:r>
              <a:rPr lang="en-US" dirty="0"/>
              <a:t>4TB: Up to 6,900 MB/s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344B6-177D-44D1-2901-D7BEEF393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93342-8196-E993-839E-07FE0BFF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9C2913-1595-CF84-CE7D-336CE6F2D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720" y="1568042"/>
            <a:ext cx="4808004" cy="15215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2120E61-0C20-E3A5-165E-0CC8FB1EB2F5}"/>
              </a:ext>
            </a:extLst>
          </p:cNvPr>
          <p:cNvSpPr txBox="1"/>
          <p:nvPr/>
        </p:nvSpPr>
        <p:spPr>
          <a:xfrm>
            <a:off x="816309" y="6075073"/>
            <a:ext cx="75113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</a:t>
            </a:r>
            <a:r>
              <a:rPr lang="en-US" sz="1400" dirty="0">
                <a:hlinkClick r:id="rId3"/>
              </a:rPr>
              <a:t>https://semiconductor.samsung.com/consumer-storage/internal-ssd/990-pro/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599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47CEF-0100-5D43-B2A3-239B7CB4809E}" type="slidenum">
              <a:rPr lang="en-US"/>
              <a:pPr/>
              <a:t>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1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0"/>
            <a:ext cx="7620000" cy="1143000"/>
          </a:xfrm>
        </p:spPr>
        <p:txBody>
          <a:bodyPr/>
          <a:lstStyle/>
          <a:p>
            <a:r>
              <a:rPr lang="en-US" dirty="0"/>
              <a:t>DRAM</a:t>
            </a:r>
            <a:br>
              <a:rPr lang="en-US" dirty="0"/>
            </a:br>
            <a:r>
              <a:rPr lang="en-US" sz="2400" dirty="0"/>
              <a:t>(Laptops/Desktops/Servers)</a:t>
            </a:r>
            <a:endParaRPr lang="en-US" dirty="0"/>
          </a:p>
        </p:txBody>
      </p:sp>
      <p:sp>
        <p:nvSpPr>
          <p:cNvPr id="1416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733800"/>
            <a:ext cx="5943600" cy="2438400"/>
          </a:xfrm>
          <a:noFill/>
          <a:ln/>
        </p:spPr>
        <p:txBody>
          <a:bodyPr/>
          <a:lstStyle/>
          <a:p>
            <a:pPr marL="342900" indent="-342900"/>
            <a:r>
              <a:rPr lang="en-US" sz="2000"/>
              <a:t>DIMM (Dual Inline Memory Module) contains multiple chips with clock/control/address signals connected in parallel (sometimes need buffers to drive signals to all chips)</a:t>
            </a:r>
          </a:p>
          <a:p>
            <a:pPr marL="342900" indent="-342900"/>
            <a:r>
              <a:rPr lang="en-US" sz="2000"/>
              <a:t>Data pins work together to return wide word (e.g., 64-bit data bus using 16x4-bit parts)</a:t>
            </a:r>
          </a:p>
          <a:p>
            <a:pPr marL="342900" indent="-342900"/>
            <a:endParaRPr lang="en-US" sz="2000"/>
          </a:p>
        </p:txBody>
      </p:sp>
      <p:grpSp>
        <p:nvGrpSpPr>
          <p:cNvPr id="2" name="Group 20"/>
          <p:cNvGrpSpPr/>
          <p:nvPr/>
        </p:nvGrpSpPr>
        <p:grpSpPr>
          <a:xfrm>
            <a:off x="838200" y="1371600"/>
            <a:ext cx="4708525" cy="1935163"/>
            <a:chOff x="609600" y="990600"/>
            <a:chExt cx="4708525" cy="1935163"/>
          </a:xfrm>
        </p:grpSpPr>
        <p:sp>
          <p:nvSpPr>
            <p:cNvPr id="1416196" name="Rectangle 4"/>
            <p:cNvSpPr>
              <a:spLocks noChangeArrowheads="1"/>
            </p:cNvSpPr>
            <p:nvPr/>
          </p:nvSpPr>
          <p:spPr bwMode="auto">
            <a:xfrm>
              <a:off x="4267200" y="1146175"/>
              <a:ext cx="914400" cy="1143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197" name="Line 5"/>
            <p:cNvSpPr>
              <a:spLocks noChangeShapeType="1"/>
            </p:cNvSpPr>
            <p:nvPr/>
          </p:nvSpPr>
          <p:spPr bwMode="auto">
            <a:xfrm>
              <a:off x="3733800" y="1908175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198" name="Line 6"/>
            <p:cNvSpPr>
              <a:spLocks noChangeShapeType="1"/>
            </p:cNvSpPr>
            <p:nvPr/>
          </p:nvSpPr>
          <p:spPr bwMode="auto">
            <a:xfrm>
              <a:off x="4648200" y="2289175"/>
              <a:ext cx="0" cy="533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199" name="Line 7"/>
            <p:cNvSpPr>
              <a:spLocks noChangeShapeType="1"/>
            </p:cNvSpPr>
            <p:nvPr/>
          </p:nvSpPr>
          <p:spPr bwMode="auto">
            <a:xfrm>
              <a:off x="3733800" y="1374775"/>
              <a:ext cx="533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200" name="Line 8"/>
            <p:cNvSpPr>
              <a:spLocks noChangeShapeType="1"/>
            </p:cNvSpPr>
            <p:nvPr/>
          </p:nvSpPr>
          <p:spPr bwMode="auto">
            <a:xfrm flipH="1">
              <a:off x="3886200" y="1831975"/>
              <a:ext cx="7620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201" name="Text Box 9"/>
            <p:cNvSpPr txBox="1">
              <a:spLocks noChangeArrowheads="1"/>
            </p:cNvSpPr>
            <p:nvPr/>
          </p:nvSpPr>
          <p:spPr bwMode="auto">
            <a:xfrm>
              <a:off x="762000" y="1527175"/>
              <a:ext cx="33528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Address lines multiplexed row/column address</a:t>
              </a:r>
            </a:p>
          </p:txBody>
        </p:sp>
        <p:sp>
          <p:nvSpPr>
            <p:cNvPr id="1416202" name="Text Box 10"/>
            <p:cNvSpPr txBox="1">
              <a:spLocks noChangeArrowheads="1"/>
            </p:cNvSpPr>
            <p:nvPr/>
          </p:nvSpPr>
          <p:spPr bwMode="auto">
            <a:xfrm>
              <a:off x="609600" y="1146175"/>
              <a:ext cx="33528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Clock and control signals</a:t>
              </a:r>
            </a:p>
          </p:txBody>
        </p:sp>
        <p:sp>
          <p:nvSpPr>
            <p:cNvPr id="1416203" name="Line 11"/>
            <p:cNvSpPr>
              <a:spLocks noChangeShapeType="1"/>
            </p:cNvSpPr>
            <p:nvPr/>
          </p:nvSpPr>
          <p:spPr bwMode="auto">
            <a:xfrm flipH="1">
              <a:off x="3886200" y="1298575"/>
              <a:ext cx="76200" cy="152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204" name="Line 12"/>
            <p:cNvSpPr>
              <a:spLocks noChangeShapeType="1"/>
            </p:cNvSpPr>
            <p:nvPr/>
          </p:nvSpPr>
          <p:spPr bwMode="auto">
            <a:xfrm flipH="1">
              <a:off x="4572000" y="2517775"/>
              <a:ext cx="152400" cy="76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6205" name="Text Box 13"/>
            <p:cNvSpPr txBox="1">
              <a:spLocks noChangeArrowheads="1"/>
            </p:cNvSpPr>
            <p:nvPr/>
          </p:nvSpPr>
          <p:spPr bwMode="auto">
            <a:xfrm>
              <a:off x="2625725" y="2284413"/>
              <a:ext cx="2082800" cy="6413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Data bus</a:t>
              </a:r>
            </a:p>
            <a:p>
              <a:pPr algn="ctr"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(4b,8b,16b,32b)</a:t>
              </a:r>
            </a:p>
          </p:txBody>
        </p:sp>
        <p:sp>
          <p:nvSpPr>
            <p:cNvPr id="1416206" name="Text Box 14"/>
            <p:cNvSpPr txBox="1">
              <a:spLocks noChangeArrowheads="1"/>
            </p:cNvSpPr>
            <p:nvPr/>
          </p:nvSpPr>
          <p:spPr bwMode="auto">
            <a:xfrm>
              <a:off x="4114800" y="1298575"/>
              <a:ext cx="1203325" cy="7016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sz="2000">
                  <a:solidFill>
                    <a:schemeClr val="tx1"/>
                  </a:solidFill>
                  <a:latin typeface="Verdana" charset="0"/>
                </a:rPr>
                <a:t>DRAM chip</a:t>
              </a:r>
            </a:p>
          </p:txBody>
        </p:sp>
        <p:sp>
          <p:nvSpPr>
            <p:cNvPr id="1416207" name="Text Box 15"/>
            <p:cNvSpPr txBox="1">
              <a:spLocks noChangeArrowheads="1"/>
            </p:cNvSpPr>
            <p:nvPr/>
          </p:nvSpPr>
          <p:spPr bwMode="auto">
            <a:xfrm>
              <a:off x="3627438" y="1905000"/>
              <a:ext cx="609600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>
                  <a:solidFill>
                    <a:schemeClr val="tx1"/>
                  </a:solidFill>
                  <a:latin typeface="Verdana" charset="0"/>
                </a:rPr>
                <a:t>~12</a:t>
              </a:r>
            </a:p>
          </p:txBody>
        </p:sp>
        <p:sp>
          <p:nvSpPr>
            <p:cNvPr id="1416208" name="Text Box 16"/>
            <p:cNvSpPr txBox="1">
              <a:spLocks noChangeArrowheads="1"/>
            </p:cNvSpPr>
            <p:nvPr/>
          </p:nvSpPr>
          <p:spPr bwMode="auto">
            <a:xfrm>
              <a:off x="3646488" y="990600"/>
              <a:ext cx="479425" cy="33655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>
                  <a:solidFill>
                    <a:schemeClr val="tx1"/>
                  </a:solidFill>
                  <a:latin typeface="Verdana" charset="0"/>
                </a:rPr>
                <a:t>~7</a:t>
              </a:r>
            </a:p>
          </p:txBody>
        </p:sp>
      </p:grpSp>
      <p:pic>
        <p:nvPicPr>
          <p:cNvPr id="1416209" name="Picture 17" descr="modu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27750" y="1066800"/>
            <a:ext cx="2743200" cy="5334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605D5D-CE0A-AD4C-A101-D6DEDB52AA2D}" type="slidenum">
              <a:rPr lang="en-US"/>
              <a:pPr/>
              <a:t>6</a:t>
            </a:fld>
            <a:endParaRPr lang="en-US" b="0" dirty="0">
              <a:solidFill>
                <a:srgbClr val="FBBA03"/>
              </a:solidFill>
            </a:endParaRPr>
          </a:p>
        </p:txBody>
      </p:sp>
      <p:sp>
        <p:nvSpPr>
          <p:cNvPr id="1415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35436" y="123826"/>
            <a:ext cx="6248400" cy="1066800"/>
          </a:xfrm>
        </p:spPr>
        <p:txBody>
          <a:bodyPr/>
          <a:lstStyle/>
          <a:p>
            <a:r>
              <a:rPr lang="en-US" sz="3600" dirty="0"/>
              <a:t>DRAM Architecture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422400" y="990600"/>
            <a:ext cx="6403975" cy="3995738"/>
            <a:chOff x="896" y="624"/>
            <a:chExt cx="4034" cy="2517"/>
          </a:xfrm>
        </p:grpSpPr>
        <p:sp useBgFill="1">
          <p:nvSpPr>
            <p:cNvPr id="1415172" name="Rectangle 4"/>
            <p:cNvSpPr>
              <a:spLocks noChangeArrowheads="1"/>
            </p:cNvSpPr>
            <p:nvPr/>
          </p:nvSpPr>
          <p:spPr bwMode="auto">
            <a:xfrm>
              <a:off x="1712" y="1123"/>
              <a:ext cx="407" cy="1108"/>
            </a:xfrm>
            <a:prstGeom prst="rect">
              <a:avLst/>
            </a:prstGeom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73" name="Rectangle 5"/>
            <p:cNvSpPr>
              <a:spLocks noChangeArrowheads="1"/>
            </p:cNvSpPr>
            <p:nvPr/>
          </p:nvSpPr>
          <p:spPr bwMode="auto">
            <a:xfrm rot="16200000">
              <a:off x="1357" y="1464"/>
              <a:ext cx="1123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Row Address Decoder</a:t>
              </a:r>
            </a:p>
          </p:txBody>
        </p:sp>
        <p:sp>
          <p:nvSpPr>
            <p:cNvPr id="1415174" name="Line 6"/>
            <p:cNvSpPr>
              <a:spLocks noChangeShapeType="1"/>
            </p:cNvSpPr>
            <p:nvPr/>
          </p:nvSpPr>
          <p:spPr bwMode="auto">
            <a:xfrm>
              <a:off x="2123" y="1239"/>
              <a:ext cx="163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75" name="Line 7"/>
            <p:cNvSpPr>
              <a:spLocks noChangeShapeType="1"/>
            </p:cNvSpPr>
            <p:nvPr/>
          </p:nvSpPr>
          <p:spPr bwMode="auto">
            <a:xfrm>
              <a:off x="2123" y="1478"/>
              <a:ext cx="163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282" y="1239"/>
              <a:ext cx="155" cy="156"/>
              <a:chOff x="1776" y="1584"/>
              <a:chExt cx="188" cy="188"/>
            </a:xfrm>
          </p:grpSpPr>
          <p:sp useBgFill="1">
            <p:nvSpPr>
              <p:cNvPr id="1415177" name="Rectangle 9"/>
              <p:cNvSpPr>
                <a:spLocks noChangeArrowheads="1"/>
              </p:cNvSpPr>
              <p:nvPr/>
            </p:nvSpPr>
            <p:spPr bwMode="auto">
              <a:xfrm>
                <a:off x="1876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78" name="Line 10"/>
              <p:cNvSpPr>
                <a:spLocks noChangeShapeType="1"/>
              </p:cNvSpPr>
              <p:nvPr/>
            </p:nvSpPr>
            <p:spPr bwMode="auto">
              <a:xfrm flipV="1">
                <a:off x="1920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79" name="Line 11"/>
              <p:cNvSpPr>
                <a:spLocks noChangeShapeType="1"/>
              </p:cNvSpPr>
              <p:nvPr/>
            </p:nvSpPr>
            <p:spPr bwMode="auto">
              <a:xfrm flipH="1">
                <a:off x="1776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15180" name="Line 12"/>
            <p:cNvSpPr>
              <a:spLocks noChangeShapeType="1"/>
            </p:cNvSpPr>
            <p:nvPr/>
          </p:nvSpPr>
          <p:spPr bwMode="auto">
            <a:xfrm>
              <a:off x="2282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1" name="Line 13"/>
            <p:cNvSpPr>
              <a:spLocks noChangeShapeType="1"/>
            </p:cNvSpPr>
            <p:nvPr/>
          </p:nvSpPr>
          <p:spPr bwMode="auto">
            <a:xfrm>
              <a:off x="2520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2" name="Line 14"/>
            <p:cNvSpPr>
              <a:spLocks noChangeShapeType="1"/>
            </p:cNvSpPr>
            <p:nvPr/>
          </p:nvSpPr>
          <p:spPr bwMode="auto">
            <a:xfrm>
              <a:off x="2759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3" name="Line 15"/>
            <p:cNvSpPr>
              <a:spLocks noChangeShapeType="1"/>
            </p:cNvSpPr>
            <p:nvPr/>
          </p:nvSpPr>
          <p:spPr bwMode="auto">
            <a:xfrm>
              <a:off x="2998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4" name="Line 16"/>
            <p:cNvSpPr>
              <a:spLocks noChangeShapeType="1"/>
            </p:cNvSpPr>
            <p:nvPr/>
          </p:nvSpPr>
          <p:spPr bwMode="auto">
            <a:xfrm>
              <a:off x="3237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5" name="Line 17"/>
            <p:cNvSpPr>
              <a:spLocks noChangeShapeType="1"/>
            </p:cNvSpPr>
            <p:nvPr/>
          </p:nvSpPr>
          <p:spPr bwMode="auto">
            <a:xfrm>
              <a:off x="3475" y="1080"/>
              <a:ext cx="0" cy="13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186" name="Line 18"/>
            <p:cNvSpPr>
              <a:spLocks noChangeShapeType="1"/>
            </p:cNvSpPr>
            <p:nvPr/>
          </p:nvSpPr>
          <p:spPr bwMode="auto">
            <a:xfrm>
              <a:off x="2123" y="1717"/>
              <a:ext cx="163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4" name="Group 19"/>
            <p:cNvGrpSpPr>
              <a:grpSpLocks/>
            </p:cNvGrpSpPr>
            <p:nvPr/>
          </p:nvGrpSpPr>
          <p:grpSpPr bwMode="auto">
            <a:xfrm>
              <a:off x="2282" y="1478"/>
              <a:ext cx="155" cy="156"/>
              <a:chOff x="1776" y="1872"/>
              <a:chExt cx="188" cy="188"/>
            </a:xfrm>
          </p:grpSpPr>
          <p:sp useBgFill="1">
            <p:nvSpPr>
              <p:cNvPr id="1415188" name="Rectangle 20"/>
              <p:cNvSpPr>
                <a:spLocks noChangeArrowheads="1"/>
              </p:cNvSpPr>
              <p:nvPr/>
            </p:nvSpPr>
            <p:spPr bwMode="auto">
              <a:xfrm>
                <a:off x="1876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89" name="Line 21"/>
              <p:cNvSpPr>
                <a:spLocks noChangeShapeType="1"/>
              </p:cNvSpPr>
              <p:nvPr/>
            </p:nvSpPr>
            <p:spPr bwMode="auto">
              <a:xfrm flipV="1">
                <a:off x="1920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0" name="Line 22"/>
              <p:cNvSpPr>
                <a:spLocks noChangeShapeType="1"/>
              </p:cNvSpPr>
              <p:nvPr/>
            </p:nvSpPr>
            <p:spPr bwMode="auto">
              <a:xfrm flipH="1">
                <a:off x="1776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5" name="Group 23"/>
            <p:cNvGrpSpPr>
              <a:grpSpLocks/>
            </p:cNvGrpSpPr>
            <p:nvPr/>
          </p:nvGrpSpPr>
          <p:grpSpPr bwMode="auto">
            <a:xfrm>
              <a:off x="2282" y="1717"/>
              <a:ext cx="155" cy="156"/>
              <a:chOff x="1776" y="2160"/>
              <a:chExt cx="188" cy="188"/>
            </a:xfrm>
          </p:grpSpPr>
          <p:sp useBgFill="1">
            <p:nvSpPr>
              <p:cNvPr id="1415192" name="Rectangle 24"/>
              <p:cNvSpPr>
                <a:spLocks noChangeArrowheads="1"/>
              </p:cNvSpPr>
              <p:nvPr/>
            </p:nvSpPr>
            <p:spPr bwMode="auto">
              <a:xfrm>
                <a:off x="1876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3" name="Line 25"/>
              <p:cNvSpPr>
                <a:spLocks noChangeShapeType="1"/>
              </p:cNvSpPr>
              <p:nvPr/>
            </p:nvSpPr>
            <p:spPr bwMode="auto">
              <a:xfrm flipV="1">
                <a:off x="1920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4" name="Line 26"/>
              <p:cNvSpPr>
                <a:spLocks noChangeShapeType="1"/>
              </p:cNvSpPr>
              <p:nvPr/>
            </p:nvSpPr>
            <p:spPr bwMode="auto">
              <a:xfrm flipH="1">
                <a:off x="1776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6" name="Group 27"/>
            <p:cNvGrpSpPr>
              <a:grpSpLocks/>
            </p:cNvGrpSpPr>
            <p:nvPr/>
          </p:nvGrpSpPr>
          <p:grpSpPr bwMode="auto">
            <a:xfrm>
              <a:off x="2282" y="1955"/>
              <a:ext cx="155" cy="156"/>
              <a:chOff x="1776" y="2448"/>
              <a:chExt cx="188" cy="188"/>
            </a:xfrm>
          </p:grpSpPr>
          <p:sp useBgFill="1">
            <p:nvSpPr>
              <p:cNvPr id="1415196" name="Rectangle 28"/>
              <p:cNvSpPr>
                <a:spLocks noChangeArrowheads="1"/>
              </p:cNvSpPr>
              <p:nvPr/>
            </p:nvSpPr>
            <p:spPr bwMode="auto">
              <a:xfrm>
                <a:off x="1876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7" name="Line 29"/>
              <p:cNvSpPr>
                <a:spLocks noChangeShapeType="1"/>
              </p:cNvSpPr>
              <p:nvPr/>
            </p:nvSpPr>
            <p:spPr bwMode="auto">
              <a:xfrm flipV="1">
                <a:off x="1920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198" name="Line 30"/>
              <p:cNvSpPr>
                <a:spLocks noChangeShapeType="1"/>
              </p:cNvSpPr>
              <p:nvPr/>
            </p:nvSpPr>
            <p:spPr bwMode="auto">
              <a:xfrm flipH="1">
                <a:off x="1776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2520" y="1239"/>
              <a:ext cx="156" cy="156"/>
              <a:chOff x="2064" y="1584"/>
              <a:chExt cx="188" cy="188"/>
            </a:xfrm>
          </p:grpSpPr>
          <p:sp useBgFill="1">
            <p:nvSpPr>
              <p:cNvPr id="1415200" name="Rectangle 32"/>
              <p:cNvSpPr>
                <a:spLocks noChangeArrowheads="1"/>
              </p:cNvSpPr>
              <p:nvPr/>
            </p:nvSpPr>
            <p:spPr bwMode="auto">
              <a:xfrm>
                <a:off x="2164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1" name="Line 33"/>
              <p:cNvSpPr>
                <a:spLocks noChangeShapeType="1"/>
              </p:cNvSpPr>
              <p:nvPr/>
            </p:nvSpPr>
            <p:spPr bwMode="auto">
              <a:xfrm flipV="1">
                <a:off x="2208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2" name="Line 34"/>
              <p:cNvSpPr>
                <a:spLocks noChangeShapeType="1"/>
              </p:cNvSpPr>
              <p:nvPr/>
            </p:nvSpPr>
            <p:spPr bwMode="auto">
              <a:xfrm flipH="1">
                <a:off x="2064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8" name="Group 35"/>
            <p:cNvGrpSpPr>
              <a:grpSpLocks/>
            </p:cNvGrpSpPr>
            <p:nvPr/>
          </p:nvGrpSpPr>
          <p:grpSpPr bwMode="auto">
            <a:xfrm>
              <a:off x="2520" y="1478"/>
              <a:ext cx="156" cy="156"/>
              <a:chOff x="2064" y="1872"/>
              <a:chExt cx="188" cy="188"/>
            </a:xfrm>
          </p:grpSpPr>
          <p:sp useBgFill="1">
            <p:nvSpPr>
              <p:cNvPr id="1415204" name="Rectangle 36"/>
              <p:cNvSpPr>
                <a:spLocks noChangeArrowheads="1"/>
              </p:cNvSpPr>
              <p:nvPr/>
            </p:nvSpPr>
            <p:spPr bwMode="auto">
              <a:xfrm>
                <a:off x="2164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5" name="Line 37"/>
              <p:cNvSpPr>
                <a:spLocks noChangeShapeType="1"/>
              </p:cNvSpPr>
              <p:nvPr/>
            </p:nvSpPr>
            <p:spPr bwMode="auto">
              <a:xfrm flipV="1">
                <a:off x="2208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6" name="Line 38"/>
              <p:cNvSpPr>
                <a:spLocks noChangeShapeType="1"/>
              </p:cNvSpPr>
              <p:nvPr/>
            </p:nvSpPr>
            <p:spPr bwMode="auto">
              <a:xfrm flipH="1">
                <a:off x="2064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9" name="Group 39"/>
            <p:cNvGrpSpPr>
              <a:grpSpLocks/>
            </p:cNvGrpSpPr>
            <p:nvPr/>
          </p:nvGrpSpPr>
          <p:grpSpPr bwMode="auto">
            <a:xfrm>
              <a:off x="2520" y="1717"/>
              <a:ext cx="156" cy="156"/>
              <a:chOff x="2064" y="2160"/>
              <a:chExt cx="188" cy="188"/>
            </a:xfrm>
          </p:grpSpPr>
          <p:sp useBgFill="1">
            <p:nvSpPr>
              <p:cNvPr id="1415208" name="Rectangle 40"/>
              <p:cNvSpPr>
                <a:spLocks noChangeArrowheads="1"/>
              </p:cNvSpPr>
              <p:nvPr/>
            </p:nvSpPr>
            <p:spPr bwMode="auto">
              <a:xfrm>
                <a:off x="2164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09" name="Line 41"/>
              <p:cNvSpPr>
                <a:spLocks noChangeShapeType="1"/>
              </p:cNvSpPr>
              <p:nvPr/>
            </p:nvSpPr>
            <p:spPr bwMode="auto">
              <a:xfrm flipV="1">
                <a:off x="2208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0" name="Line 42"/>
              <p:cNvSpPr>
                <a:spLocks noChangeShapeType="1"/>
              </p:cNvSpPr>
              <p:nvPr/>
            </p:nvSpPr>
            <p:spPr bwMode="auto">
              <a:xfrm flipH="1">
                <a:off x="2064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43"/>
            <p:cNvGrpSpPr>
              <a:grpSpLocks/>
            </p:cNvGrpSpPr>
            <p:nvPr/>
          </p:nvGrpSpPr>
          <p:grpSpPr bwMode="auto">
            <a:xfrm>
              <a:off x="2520" y="1955"/>
              <a:ext cx="156" cy="156"/>
              <a:chOff x="2064" y="2448"/>
              <a:chExt cx="188" cy="188"/>
            </a:xfrm>
          </p:grpSpPr>
          <p:sp useBgFill="1">
            <p:nvSpPr>
              <p:cNvPr id="1415212" name="Rectangle 44"/>
              <p:cNvSpPr>
                <a:spLocks noChangeArrowheads="1"/>
              </p:cNvSpPr>
              <p:nvPr/>
            </p:nvSpPr>
            <p:spPr bwMode="auto">
              <a:xfrm>
                <a:off x="2164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3" name="Line 45"/>
              <p:cNvSpPr>
                <a:spLocks noChangeShapeType="1"/>
              </p:cNvSpPr>
              <p:nvPr/>
            </p:nvSpPr>
            <p:spPr bwMode="auto">
              <a:xfrm flipV="1">
                <a:off x="2208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4" name="Line 46"/>
              <p:cNvSpPr>
                <a:spLocks noChangeShapeType="1"/>
              </p:cNvSpPr>
              <p:nvPr/>
            </p:nvSpPr>
            <p:spPr bwMode="auto">
              <a:xfrm flipH="1">
                <a:off x="2064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2759" y="1239"/>
              <a:ext cx="156" cy="156"/>
              <a:chOff x="2352" y="1584"/>
              <a:chExt cx="188" cy="188"/>
            </a:xfrm>
          </p:grpSpPr>
          <p:sp useBgFill="1">
            <p:nvSpPr>
              <p:cNvPr id="1415216" name="Rectangle 48"/>
              <p:cNvSpPr>
                <a:spLocks noChangeArrowheads="1"/>
              </p:cNvSpPr>
              <p:nvPr/>
            </p:nvSpPr>
            <p:spPr bwMode="auto">
              <a:xfrm>
                <a:off x="2452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7" name="Line 49"/>
              <p:cNvSpPr>
                <a:spLocks noChangeShapeType="1"/>
              </p:cNvSpPr>
              <p:nvPr/>
            </p:nvSpPr>
            <p:spPr bwMode="auto">
              <a:xfrm flipV="1">
                <a:off x="2496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18" name="Line 50"/>
              <p:cNvSpPr>
                <a:spLocks noChangeShapeType="1"/>
              </p:cNvSpPr>
              <p:nvPr/>
            </p:nvSpPr>
            <p:spPr bwMode="auto">
              <a:xfrm flipH="1">
                <a:off x="2352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2" name="Group 51"/>
            <p:cNvGrpSpPr>
              <a:grpSpLocks/>
            </p:cNvGrpSpPr>
            <p:nvPr/>
          </p:nvGrpSpPr>
          <p:grpSpPr bwMode="auto">
            <a:xfrm>
              <a:off x="2759" y="1478"/>
              <a:ext cx="156" cy="156"/>
              <a:chOff x="2352" y="1872"/>
              <a:chExt cx="188" cy="188"/>
            </a:xfrm>
          </p:grpSpPr>
          <p:sp useBgFill="1">
            <p:nvSpPr>
              <p:cNvPr id="1415220" name="Rectangle 52"/>
              <p:cNvSpPr>
                <a:spLocks noChangeArrowheads="1"/>
              </p:cNvSpPr>
              <p:nvPr/>
            </p:nvSpPr>
            <p:spPr bwMode="auto">
              <a:xfrm>
                <a:off x="2452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1" name="Line 53"/>
              <p:cNvSpPr>
                <a:spLocks noChangeShapeType="1"/>
              </p:cNvSpPr>
              <p:nvPr/>
            </p:nvSpPr>
            <p:spPr bwMode="auto">
              <a:xfrm flipV="1">
                <a:off x="2496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2" name="Line 54"/>
              <p:cNvSpPr>
                <a:spLocks noChangeShapeType="1"/>
              </p:cNvSpPr>
              <p:nvPr/>
            </p:nvSpPr>
            <p:spPr bwMode="auto">
              <a:xfrm flipH="1">
                <a:off x="2352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3" name="Group 55"/>
            <p:cNvGrpSpPr>
              <a:grpSpLocks/>
            </p:cNvGrpSpPr>
            <p:nvPr/>
          </p:nvGrpSpPr>
          <p:grpSpPr bwMode="auto">
            <a:xfrm>
              <a:off x="2759" y="1717"/>
              <a:ext cx="156" cy="156"/>
              <a:chOff x="2352" y="2160"/>
              <a:chExt cx="188" cy="188"/>
            </a:xfrm>
          </p:grpSpPr>
          <p:sp useBgFill="1">
            <p:nvSpPr>
              <p:cNvPr id="1415224" name="Rectangle 56"/>
              <p:cNvSpPr>
                <a:spLocks noChangeArrowheads="1"/>
              </p:cNvSpPr>
              <p:nvPr/>
            </p:nvSpPr>
            <p:spPr bwMode="auto">
              <a:xfrm>
                <a:off x="2452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5" name="Line 57"/>
              <p:cNvSpPr>
                <a:spLocks noChangeShapeType="1"/>
              </p:cNvSpPr>
              <p:nvPr/>
            </p:nvSpPr>
            <p:spPr bwMode="auto">
              <a:xfrm flipV="1">
                <a:off x="2496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6" name="Line 58"/>
              <p:cNvSpPr>
                <a:spLocks noChangeShapeType="1"/>
              </p:cNvSpPr>
              <p:nvPr/>
            </p:nvSpPr>
            <p:spPr bwMode="auto">
              <a:xfrm flipH="1">
                <a:off x="2352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4" name="Group 59"/>
            <p:cNvGrpSpPr>
              <a:grpSpLocks/>
            </p:cNvGrpSpPr>
            <p:nvPr/>
          </p:nvGrpSpPr>
          <p:grpSpPr bwMode="auto">
            <a:xfrm>
              <a:off x="2759" y="1955"/>
              <a:ext cx="156" cy="156"/>
              <a:chOff x="2352" y="2448"/>
              <a:chExt cx="188" cy="188"/>
            </a:xfrm>
          </p:grpSpPr>
          <p:sp useBgFill="1">
            <p:nvSpPr>
              <p:cNvPr id="1415228" name="Rectangle 60"/>
              <p:cNvSpPr>
                <a:spLocks noChangeArrowheads="1"/>
              </p:cNvSpPr>
              <p:nvPr/>
            </p:nvSpPr>
            <p:spPr bwMode="auto">
              <a:xfrm>
                <a:off x="2452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29" name="Line 61"/>
              <p:cNvSpPr>
                <a:spLocks noChangeShapeType="1"/>
              </p:cNvSpPr>
              <p:nvPr/>
            </p:nvSpPr>
            <p:spPr bwMode="auto">
              <a:xfrm flipV="1">
                <a:off x="2496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0" name="Line 62"/>
              <p:cNvSpPr>
                <a:spLocks noChangeShapeType="1"/>
              </p:cNvSpPr>
              <p:nvPr/>
            </p:nvSpPr>
            <p:spPr bwMode="auto">
              <a:xfrm flipH="1">
                <a:off x="2352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5" name="Group 63"/>
            <p:cNvGrpSpPr>
              <a:grpSpLocks/>
            </p:cNvGrpSpPr>
            <p:nvPr/>
          </p:nvGrpSpPr>
          <p:grpSpPr bwMode="auto">
            <a:xfrm>
              <a:off x="2998" y="1239"/>
              <a:ext cx="156" cy="156"/>
              <a:chOff x="2640" y="1584"/>
              <a:chExt cx="188" cy="188"/>
            </a:xfrm>
          </p:grpSpPr>
          <p:sp useBgFill="1">
            <p:nvSpPr>
              <p:cNvPr id="1415232" name="Rectangle 64"/>
              <p:cNvSpPr>
                <a:spLocks noChangeArrowheads="1"/>
              </p:cNvSpPr>
              <p:nvPr/>
            </p:nvSpPr>
            <p:spPr bwMode="auto">
              <a:xfrm>
                <a:off x="2740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3" name="Line 65"/>
              <p:cNvSpPr>
                <a:spLocks noChangeShapeType="1"/>
              </p:cNvSpPr>
              <p:nvPr/>
            </p:nvSpPr>
            <p:spPr bwMode="auto">
              <a:xfrm flipV="1">
                <a:off x="2784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4" name="Line 66"/>
              <p:cNvSpPr>
                <a:spLocks noChangeShapeType="1"/>
              </p:cNvSpPr>
              <p:nvPr/>
            </p:nvSpPr>
            <p:spPr bwMode="auto">
              <a:xfrm flipH="1">
                <a:off x="2640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6" name="Group 67"/>
            <p:cNvGrpSpPr>
              <a:grpSpLocks/>
            </p:cNvGrpSpPr>
            <p:nvPr/>
          </p:nvGrpSpPr>
          <p:grpSpPr bwMode="auto">
            <a:xfrm>
              <a:off x="2998" y="1478"/>
              <a:ext cx="156" cy="156"/>
              <a:chOff x="2640" y="1872"/>
              <a:chExt cx="188" cy="188"/>
            </a:xfrm>
          </p:grpSpPr>
          <p:sp useBgFill="1">
            <p:nvSpPr>
              <p:cNvPr id="1415236" name="Rectangle 68"/>
              <p:cNvSpPr>
                <a:spLocks noChangeArrowheads="1"/>
              </p:cNvSpPr>
              <p:nvPr/>
            </p:nvSpPr>
            <p:spPr bwMode="auto">
              <a:xfrm>
                <a:off x="2740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7" name="Line 69"/>
              <p:cNvSpPr>
                <a:spLocks noChangeShapeType="1"/>
              </p:cNvSpPr>
              <p:nvPr/>
            </p:nvSpPr>
            <p:spPr bwMode="auto">
              <a:xfrm flipV="1">
                <a:off x="2784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38" name="Line 70"/>
              <p:cNvSpPr>
                <a:spLocks noChangeShapeType="1"/>
              </p:cNvSpPr>
              <p:nvPr/>
            </p:nvSpPr>
            <p:spPr bwMode="auto">
              <a:xfrm flipH="1">
                <a:off x="2640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7" name="Group 71"/>
            <p:cNvGrpSpPr>
              <a:grpSpLocks/>
            </p:cNvGrpSpPr>
            <p:nvPr/>
          </p:nvGrpSpPr>
          <p:grpSpPr bwMode="auto">
            <a:xfrm>
              <a:off x="2998" y="1717"/>
              <a:ext cx="156" cy="156"/>
              <a:chOff x="2640" y="2160"/>
              <a:chExt cx="188" cy="188"/>
            </a:xfrm>
          </p:grpSpPr>
          <p:sp useBgFill="1">
            <p:nvSpPr>
              <p:cNvPr id="1415240" name="Rectangle 72"/>
              <p:cNvSpPr>
                <a:spLocks noChangeArrowheads="1"/>
              </p:cNvSpPr>
              <p:nvPr/>
            </p:nvSpPr>
            <p:spPr bwMode="auto">
              <a:xfrm>
                <a:off x="2740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1" name="Line 73"/>
              <p:cNvSpPr>
                <a:spLocks noChangeShapeType="1"/>
              </p:cNvSpPr>
              <p:nvPr/>
            </p:nvSpPr>
            <p:spPr bwMode="auto">
              <a:xfrm flipV="1">
                <a:off x="2784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2" name="Line 74"/>
              <p:cNvSpPr>
                <a:spLocks noChangeShapeType="1"/>
              </p:cNvSpPr>
              <p:nvPr/>
            </p:nvSpPr>
            <p:spPr bwMode="auto">
              <a:xfrm flipH="1">
                <a:off x="2640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8" name="Group 75"/>
            <p:cNvGrpSpPr>
              <a:grpSpLocks/>
            </p:cNvGrpSpPr>
            <p:nvPr/>
          </p:nvGrpSpPr>
          <p:grpSpPr bwMode="auto">
            <a:xfrm>
              <a:off x="2998" y="1955"/>
              <a:ext cx="156" cy="156"/>
              <a:chOff x="2640" y="2448"/>
              <a:chExt cx="188" cy="188"/>
            </a:xfrm>
          </p:grpSpPr>
          <p:sp useBgFill="1">
            <p:nvSpPr>
              <p:cNvPr id="1415244" name="Rectangle 76"/>
              <p:cNvSpPr>
                <a:spLocks noChangeArrowheads="1"/>
              </p:cNvSpPr>
              <p:nvPr/>
            </p:nvSpPr>
            <p:spPr bwMode="auto">
              <a:xfrm>
                <a:off x="2740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5" name="Line 77"/>
              <p:cNvSpPr>
                <a:spLocks noChangeShapeType="1"/>
              </p:cNvSpPr>
              <p:nvPr/>
            </p:nvSpPr>
            <p:spPr bwMode="auto">
              <a:xfrm flipV="1">
                <a:off x="2784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6" name="Line 78"/>
              <p:cNvSpPr>
                <a:spLocks noChangeShapeType="1"/>
              </p:cNvSpPr>
              <p:nvPr/>
            </p:nvSpPr>
            <p:spPr bwMode="auto">
              <a:xfrm flipH="1">
                <a:off x="2640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9" name="Group 79"/>
            <p:cNvGrpSpPr>
              <a:grpSpLocks/>
            </p:cNvGrpSpPr>
            <p:nvPr/>
          </p:nvGrpSpPr>
          <p:grpSpPr bwMode="auto">
            <a:xfrm>
              <a:off x="3237" y="1239"/>
              <a:ext cx="155" cy="156"/>
              <a:chOff x="2928" y="1584"/>
              <a:chExt cx="188" cy="188"/>
            </a:xfrm>
          </p:grpSpPr>
          <p:sp useBgFill="1">
            <p:nvSpPr>
              <p:cNvPr id="1415248" name="Rectangle 80"/>
              <p:cNvSpPr>
                <a:spLocks noChangeArrowheads="1"/>
              </p:cNvSpPr>
              <p:nvPr/>
            </p:nvSpPr>
            <p:spPr bwMode="auto">
              <a:xfrm>
                <a:off x="3028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49" name="Line 81"/>
              <p:cNvSpPr>
                <a:spLocks noChangeShapeType="1"/>
              </p:cNvSpPr>
              <p:nvPr/>
            </p:nvSpPr>
            <p:spPr bwMode="auto">
              <a:xfrm flipV="1">
                <a:off x="3072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0" name="Line 82"/>
              <p:cNvSpPr>
                <a:spLocks noChangeShapeType="1"/>
              </p:cNvSpPr>
              <p:nvPr/>
            </p:nvSpPr>
            <p:spPr bwMode="auto">
              <a:xfrm flipH="1">
                <a:off x="2928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0" name="Group 83"/>
            <p:cNvGrpSpPr>
              <a:grpSpLocks/>
            </p:cNvGrpSpPr>
            <p:nvPr/>
          </p:nvGrpSpPr>
          <p:grpSpPr bwMode="auto">
            <a:xfrm>
              <a:off x="3237" y="1478"/>
              <a:ext cx="155" cy="156"/>
              <a:chOff x="2928" y="1872"/>
              <a:chExt cx="188" cy="188"/>
            </a:xfrm>
          </p:grpSpPr>
          <p:sp useBgFill="1">
            <p:nvSpPr>
              <p:cNvPr id="1415252" name="Rectangle 84"/>
              <p:cNvSpPr>
                <a:spLocks noChangeArrowheads="1"/>
              </p:cNvSpPr>
              <p:nvPr/>
            </p:nvSpPr>
            <p:spPr bwMode="auto">
              <a:xfrm>
                <a:off x="3028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3" name="Line 85"/>
              <p:cNvSpPr>
                <a:spLocks noChangeShapeType="1"/>
              </p:cNvSpPr>
              <p:nvPr/>
            </p:nvSpPr>
            <p:spPr bwMode="auto">
              <a:xfrm flipV="1">
                <a:off x="3072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4" name="Line 86"/>
              <p:cNvSpPr>
                <a:spLocks noChangeShapeType="1"/>
              </p:cNvSpPr>
              <p:nvPr/>
            </p:nvSpPr>
            <p:spPr bwMode="auto">
              <a:xfrm flipH="1">
                <a:off x="2928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1" name="Group 87"/>
            <p:cNvGrpSpPr>
              <a:grpSpLocks/>
            </p:cNvGrpSpPr>
            <p:nvPr/>
          </p:nvGrpSpPr>
          <p:grpSpPr bwMode="auto">
            <a:xfrm>
              <a:off x="3237" y="1717"/>
              <a:ext cx="155" cy="156"/>
              <a:chOff x="2928" y="2160"/>
              <a:chExt cx="188" cy="188"/>
            </a:xfrm>
          </p:grpSpPr>
          <p:sp useBgFill="1">
            <p:nvSpPr>
              <p:cNvPr id="1415256" name="Rectangle 88"/>
              <p:cNvSpPr>
                <a:spLocks noChangeArrowheads="1"/>
              </p:cNvSpPr>
              <p:nvPr/>
            </p:nvSpPr>
            <p:spPr bwMode="auto">
              <a:xfrm>
                <a:off x="3028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7" name="Line 89"/>
              <p:cNvSpPr>
                <a:spLocks noChangeShapeType="1"/>
              </p:cNvSpPr>
              <p:nvPr/>
            </p:nvSpPr>
            <p:spPr bwMode="auto">
              <a:xfrm flipV="1">
                <a:off x="3072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58" name="Line 90"/>
              <p:cNvSpPr>
                <a:spLocks noChangeShapeType="1"/>
              </p:cNvSpPr>
              <p:nvPr/>
            </p:nvSpPr>
            <p:spPr bwMode="auto">
              <a:xfrm flipH="1">
                <a:off x="2928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2" name="Group 91"/>
            <p:cNvGrpSpPr>
              <a:grpSpLocks/>
            </p:cNvGrpSpPr>
            <p:nvPr/>
          </p:nvGrpSpPr>
          <p:grpSpPr bwMode="auto">
            <a:xfrm>
              <a:off x="3237" y="1955"/>
              <a:ext cx="155" cy="156"/>
              <a:chOff x="2928" y="2448"/>
              <a:chExt cx="188" cy="188"/>
            </a:xfrm>
          </p:grpSpPr>
          <p:sp useBgFill="1">
            <p:nvSpPr>
              <p:cNvPr id="1415260" name="Rectangle 92"/>
              <p:cNvSpPr>
                <a:spLocks noChangeArrowheads="1"/>
              </p:cNvSpPr>
              <p:nvPr/>
            </p:nvSpPr>
            <p:spPr bwMode="auto">
              <a:xfrm>
                <a:off x="3028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1" name="Line 93"/>
              <p:cNvSpPr>
                <a:spLocks noChangeShapeType="1"/>
              </p:cNvSpPr>
              <p:nvPr/>
            </p:nvSpPr>
            <p:spPr bwMode="auto">
              <a:xfrm flipV="1">
                <a:off x="3072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2" name="Line 94"/>
              <p:cNvSpPr>
                <a:spLocks noChangeShapeType="1"/>
              </p:cNvSpPr>
              <p:nvPr/>
            </p:nvSpPr>
            <p:spPr bwMode="auto">
              <a:xfrm flipH="1">
                <a:off x="2928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3" name="Group 95"/>
            <p:cNvGrpSpPr>
              <a:grpSpLocks/>
            </p:cNvGrpSpPr>
            <p:nvPr/>
          </p:nvGrpSpPr>
          <p:grpSpPr bwMode="auto">
            <a:xfrm>
              <a:off x="3475" y="1239"/>
              <a:ext cx="156" cy="156"/>
              <a:chOff x="3216" y="1584"/>
              <a:chExt cx="188" cy="188"/>
            </a:xfrm>
          </p:grpSpPr>
          <p:sp useBgFill="1">
            <p:nvSpPr>
              <p:cNvPr id="1415264" name="Rectangle 96"/>
              <p:cNvSpPr>
                <a:spLocks noChangeArrowheads="1"/>
              </p:cNvSpPr>
              <p:nvPr/>
            </p:nvSpPr>
            <p:spPr bwMode="auto">
              <a:xfrm>
                <a:off x="3316" y="1684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5" name="Line 97"/>
              <p:cNvSpPr>
                <a:spLocks noChangeShapeType="1"/>
              </p:cNvSpPr>
              <p:nvPr/>
            </p:nvSpPr>
            <p:spPr bwMode="auto">
              <a:xfrm flipV="1">
                <a:off x="3360" y="1584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6" name="Line 98"/>
              <p:cNvSpPr>
                <a:spLocks noChangeShapeType="1"/>
              </p:cNvSpPr>
              <p:nvPr/>
            </p:nvSpPr>
            <p:spPr bwMode="auto">
              <a:xfrm flipH="1">
                <a:off x="3216" y="172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4" name="Group 99"/>
            <p:cNvGrpSpPr>
              <a:grpSpLocks/>
            </p:cNvGrpSpPr>
            <p:nvPr/>
          </p:nvGrpSpPr>
          <p:grpSpPr bwMode="auto">
            <a:xfrm>
              <a:off x="3475" y="1478"/>
              <a:ext cx="156" cy="156"/>
              <a:chOff x="3216" y="1872"/>
              <a:chExt cx="188" cy="188"/>
            </a:xfrm>
          </p:grpSpPr>
          <p:sp useBgFill="1">
            <p:nvSpPr>
              <p:cNvPr id="1415268" name="Rectangle 100"/>
              <p:cNvSpPr>
                <a:spLocks noChangeArrowheads="1"/>
              </p:cNvSpPr>
              <p:nvPr/>
            </p:nvSpPr>
            <p:spPr bwMode="auto">
              <a:xfrm>
                <a:off x="3316" y="1972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69" name="Line 101"/>
              <p:cNvSpPr>
                <a:spLocks noChangeShapeType="1"/>
              </p:cNvSpPr>
              <p:nvPr/>
            </p:nvSpPr>
            <p:spPr bwMode="auto">
              <a:xfrm flipV="1">
                <a:off x="3360" y="1872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0" name="Line 102"/>
              <p:cNvSpPr>
                <a:spLocks noChangeShapeType="1"/>
              </p:cNvSpPr>
              <p:nvPr/>
            </p:nvSpPr>
            <p:spPr bwMode="auto">
              <a:xfrm flipH="1">
                <a:off x="3216" y="2016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5" name="Group 103"/>
            <p:cNvGrpSpPr>
              <a:grpSpLocks/>
            </p:cNvGrpSpPr>
            <p:nvPr/>
          </p:nvGrpSpPr>
          <p:grpSpPr bwMode="auto">
            <a:xfrm>
              <a:off x="3475" y="1717"/>
              <a:ext cx="156" cy="156"/>
              <a:chOff x="3216" y="2160"/>
              <a:chExt cx="188" cy="188"/>
            </a:xfrm>
          </p:grpSpPr>
          <p:sp useBgFill="1">
            <p:nvSpPr>
              <p:cNvPr id="1415272" name="Rectangle 104"/>
              <p:cNvSpPr>
                <a:spLocks noChangeArrowheads="1"/>
              </p:cNvSpPr>
              <p:nvPr/>
            </p:nvSpPr>
            <p:spPr bwMode="auto">
              <a:xfrm>
                <a:off x="3316" y="2260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3" name="Line 105"/>
              <p:cNvSpPr>
                <a:spLocks noChangeShapeType="1"/>
              </p:cNvSpPr>
              <p:nvPr/>
            </p:nvSpPr>
            <p:spPr bwMode="auto">
              <a:xfrm flipV="1">
                <a:off x="3360" y="2160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4" name="Line 106"/>
              <p:cNvSpPr>
                <a:spLocks noChangeShapeType="1"/>
              </p:cNvSpPr>
              <p:nvPr/>
            </p:nvSpPr>
            <p:spPr bwMode="auto">
              <a:xfrm flipH="1">
                <a:off x="3216" y="23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6" name="Group 107"/>
            <p:cNvGrpSpPr>
              <a:grpSpLocks/>
            </p:cNvGrpSpPr>
            <p:nvPr/>
          </p:nvGrpSpPr>
          <p:grpSpPr bwMode="auto">
            <a:xfrm>
              <a:off x="3475" y="1955"/>
              <a:ext cx="156" cy="156"/>
              <a:chOff x="3216" y="2448"/>
              <a:chExt cx="188" cy="188"/>
            </a:xfrm>
          </p:grpSpPr>
          <p:sp useBgFill="1">
            <p:nvSpPr>
              <p:cNvPr id="1415276" name="Rectangle 108"/>
              <p:cNvSpPr>
                <a:spLocks noChangeArrowheads="1"/>
              </p:cNvSpPr>
              <p:nvPr/>
            </p:nvSpPr>
            <p:spPr bwMode="auto">
              <a:xfrm>
                <a:off x="3316" y="2548"/>
                <a:ext cx="88" cy="88"/>
              </a:xfrm>
              <a:prstGeom prst="rect">
                <a:avLst/>
              </a:prstGeom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7" name="Line 109"/>
              <p:cNvSpPr>
                <a:spLocks noChangeShapeType="1"/>
              </p:cNvSpPr>
              <p:nvPr/>
            </p:nvSpPr>
            <p:spPr bwMode="auto">
              <a:xfrm flipV="1">
                <a:off x="3360" y="2448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5278" name="Line 110"/>
              <p:cNvSpPr>
                <a:spLocks noChangeShapeType="1"/>
              </p:cNvSpPr>
              <p:nvPr/>
            </p:nvSpPr>
            <p:spPr bwMode="auto">
              <a:xfrm flipH="1">
                <a:off x="3216" y="2592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15279" name="Line 111"/>
            <p:cNvSpPr>
              <a:spLocks noChangeShapeType="1"/>
            </p:cNvSpPr>
            <p:nvPr/>
          </p:nvSpPr>
          <p:spPr bwMode="auto">
            <a:xfrm>
              <a:off x="2123" y="1955"/>
              <a:ext cx="1631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80" name="Rectangle 112"/>
            <p:cNvSpPr>
              <a:spLocks noChangeArrowheads="1"/>
            </p:cNvSpPr>
            <p:nvPr/>
          </p:nvSpPr>
          <p:spPr bwMode="auto">
            <a:xfrm>
              <a:off x="2084" y="760"/>
              <a:ext cx="39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Col.</a:t>
              </a:r>
            </a:p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1</a:t>
              </a:r>
            </a:p>
          </p:txBody>
        </p:sp>
        <p:sp>
          <p:nvSpPr>
            <p:cNvPr id="1415281" name="Rectangle 113"/>
            <p:cNvSpPr>
              <a:spLocks noChangeArrowheads="1"/>
            </p:cNvSpPr>
            <p:nvPr/>
          </p:nvSpPr>
          <p:spPr bwMode="auto">
            <a:xfrm>
              <a:off x="3316" y="760"/>
              <a:ext cx="396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Col.</a:t>
              </a:r>
              <a:br>
                <a:rPr lang="en-US" sz="1800">
                  <a:solidFill>
                    <a:schemeClr val="tx1"/>
                  </a:solidFill>
                  <a:latin typeface="Verdana" charset="0"/>
                </a:rPr>
              </a:b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2</a:t>
              </a:r>
              <a:r>
                <a:rPr lang="en-US" sz="1800" baseline="30000">
                  <a:solidFill>
                    <a:schemeClr val="tx1"/>
                  </a:solidFill>
                  <a:latin typeface="Verdana" charset="0"/>
                </a:rPr>
                <a:t>M</a:t>
              </a:r>
            </a:p>
          </p:txBody>
        </p:sp>
        <p:sp>
          <p:nvSpPr>
            <p:cNvPr id="1415282" name="Rectangle 114"/>
            <p:cNvSpPr>
              <a:spLocks noChangeArrowheads="1"/>
            </p:cNvSpPr>
            <p:nvPr/>
          </p:nvSpPr>
          <p:spPr bwMode="auto">
            <a:xfrm>
              <a:off x="3784" y="1129"/>
              <a:ext cx="56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Row 1</a:t>
              </a:r>
            </a:p>
          </p:txBody>
        </p:sp>
        <p:sp>
          <p:nvSpPr>
            <p:cNvPr id="1415283" name="Rectangle 115"/>
            <p:cNvSpPr>
              <a:spLocks noChangeArrowheads="1"/>
            </p:cNvSpPr>
            <p:nvPr/>
          </p:nvSpPr>
          <p:spPr bwMode="auto">
            <a:xfrm>
              <a:off x="3784" y="1837"/>
              <a:ext cx="635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Row 2</a:t>
              </a:r>
              <a:r>
                <a:rPr lang="en-US" sz="1800" baseline="30000">
                  <a:solidFill>
                    <a:schemeClr val="tx1"/>
                  </a:solidFill>
                  <a:latin typeface="Verdana" charset="0"/>
                </a:rPr>
                <a:t>N</a:t>
              </a:r>
            </a:p>
          </p:txBody>
        </p:sp>
        <p:sp useBgFill="1">
          <p:nvSpPr>
            <p:cNvPr id="1415284" name="Rectangle 116"/>
            <p:cNvSpPr>
              <a:spLocks noChangeArrowheads="1"/>
            </p:cNvSpPr>
            <p:nvPr/>
          </p:nvSpPr>
          <p:spPr bwMode="auto">
            <a:xfrm>
              <a:off x="2144" y="2436"/>
              <a:ext cx="1487" cy="340"/>
            </a:xfrm>
            <a:prstGeom prst="rect">
              <a:avLst/>
            </a:prstGeom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85" name="Rectangle 117"/>
            <p:cNvSpPr>
              <a:spLocks noChangeArrowheads="1"/>
            </p:cNvSpPr>
            <p:nvPr/>
          </p:nvSpPr>
          <p:spPr bwMode="auto">
            <a:xfrm>
              <a:off x="2096" y="2424"/>
              <a:ext cx="1584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Column Decoder &amp; Sense Amplifiers</a:t>
              </a:r>
            </a:p>
          </p:txBody>
        </p:sp>
        <p:sp>
          <p:nvSpPr>
            <p:cNvPr id="1415286" name="Line 118"/>
            <p:cNvSpPr>
              <a:spLocks noChangeShapeType="1"/>
            </p:cNvSpPr>
            <p:nvPr/>
          </p:nvSpPr>
          <p:spPr bwMode="auto">
            <a:xfrm>
              <a:off x="1225" y="2571"/>
              <a:ext cx="91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87" name="Freeform 119"/>
            <p:cNvSpPr>
              <a:spLocks/>
            </p:cNvSpPr>
            <p:nvPr/>
          </p:nvSpPr>
          <p:spPr bwMode="auto">
            <a:xfrm>
              <a:off x="1424" y="1576"/>
              <a:ext cx="279" cy="996"/>
            </a:xfrm>
            <a:custGeom>
              <a:avLst/>
              <a:gdLst/>
              <a:ahLst/>
              <a:cxnLst>
                <a:cxn ang="0">
                  <a:pos x="0" y="1200"/>
                </a:cxn>
                <a:cxn ang="0">
                  <a:pos x="0" y="0"/>
                </a:cxn>
                <a:cxn ang="0">
                  <a:pos x="336" y="0"/>
                </a:cxn>
              </a:cxnLst>
              <a:rect l="0" t="0" r="r" b="b"/>
              <a:pathLst>
                <a:path w="337" h="1201">
                  <a:moveTo>
                    <a:pt x="0" y="1200"/>
                  </a:moveTo>
                  <a:lnTo>
                    <a:pt x="0" y="0"/>
                  </a:lnTo>
                  <a:lnTo>
                    <a:pt x="336" y="0"/>
                  </a:lnTo>
                </a:path>
              </a:pathLst>
            </a:custGeom>
            <a:noFill/>
            <a:ln w="12700" cap="rnd" cmpd="sng">
              <a:solidFill>
                <a:schemeClr val="tx1"/>
              </a:solidFill>
              <a:prstDash val="solid"/>
              <a:round/>
              <a:headEnd type="none" w="sm" len="sm"/>
              <a:tailEnd type="stealth" w="med" len="lg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88" name="Rectangle 120"/>
            <p:cNvSpPr>
              <a:spLocks noChangeArrowheads="1"/>
            </p:cNvSpPr>
            <p:nvPr/>
          </p:nvSpPr>
          <p:spPr bwMode="auto">
            <a:xfrm>
              <a:off x="1520" y="2344"/>
              <a:ext cx="237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M</a:t>
              </a:r>
            </a:p>
          </p:txBody>
        </p:sp>
        <p:sp>
          <p:nvSpPr>
            <p:cNvPr id="1415289" name="Rectangle 121"/>
            <p:cNvSpPr>
              <a:spLocks noChangeArrowheads="1"/>
            </p:cNvSpPr>
            <p:nvPr/>
          </p:nvSpPr>
          <p:spPr bwMode="auto">
            <a:xfrm>
              <a:off x="1328" y="1384"/>
              <a:ext cx="224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N</a:t>
              </a:r>
            </a:p>
          </p:txBody>
        </p:sp>
        <p:sp>
          <p:nvSpPr>
            <p:cNvPr id="1415290" name="Rectangle 122"/>
            <p:cNvSpPr>
              <a:spLocks noChangeArrowheads="1"/>
            </p:cNvSpPr>
            <p:nvPr/>
          </p:nvSpPr>
          <p:spPr bwMode="auto">
            <a:xfrm>
              <a:off x="896" y="2392"/>
              <a:ext cx="463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N+M</a:t>
              </a:r>
            </a:p>
          </p:txBody>
        </p:sp>
        <p:sp>
          <p:nvSpPr>
            <p:cNvPr id="1415291" name="Line 123"/>
            <p:cNvSpPr>
              <a:spLocks noChangeShapeType="1"/>
            </p:cNvSpPr>
            <p:nvPr/>
          </p:nvSpPr>
          <p:spPr bwMode="auto">
            <a:xfrm flipH="1">
              <a:off x="1702" y="2527"/>
              <a:ext cx="40" cy="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2" name="Line 124"/>
            <p:cNvSpPr>
              <a:spLocks noChangeShapeType="1"/>
            </p:cNvSpPr>
            <p:nvPr/>
          </p:nvSpPr>
          <p:spPr bwMode="auto">
            <a:xfrm flipH="1">
              <a:off x="1503" y="1532"/>
              <a:ext cx="40" cy="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3" name="Rectangle 125"/>
            <p:cNvSpPr>
              <a:spLocks noChangeArrowheads="1"/>
            </p:cNvSpPr>
            <p:nvPr/>
          </p:nvSpPr>
          <p:spPr bwMode="auto">
            <a:xfrm>
              <a:off x="2768" y="624"/>
              <a:ext cx="763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9900"/>
                  </a:solidFill>
                  <a:latin typeface="Verdana" charset="0"/>
                </a:rPr>
                <a:t>bit lines</a:t>
              </a:r>
            </a:p>
          </p:txBody>
        </p:sp>
        <p:sp>
          <p:nvSpPr>
            <p:cNvPr id="1415294" name="Line 126"/>
            <p:cNvSpPr>
              <a:spLocks noChangeShapeType="1"/>
            </p:cNvSpPr>
            <p:nvPr/>
          </p:nvSpPr>
          <p:spPr bwMode="auto">
            <a:xfrm flipH="1">
              <a:off x="2534" y="762"/>
              <a:ext cx="232" cy="302"/>
            </a:xfrm>
            <a:prstGeom prst="line">
              <a:avLst/>
            </a:prstGeom>
            <a:noFill/>
            <a:ln w="12700">
              <a:solidFill>
                <a:srgbClr val="0099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5" name="Rectangle 127"/>
            <p:cNvSpPr>
              <a:spLocks noChangeArrowheads="1"/>
            </p:cNvSpPr>
            <p:nvPr/>
          </p:nvSpPr>
          <p:spPr bwMode="auto">
            <a:xfrm>
              <a:off x="3971" y="748"/>
              <a:ext cx="959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FF0000"/>
                  </a:solidFill>
                  <a:latin typeface="Verdana" charset="0"/>
                </a:rPr>
                <a:t>word lines</a:t>
              </a:r>
            </a:p>
          </p:txBody>
        </p:sp>
        <p:sp>
          <p:nvSpPr>
            <p:cNvPr id="1415296" name="Line 128"/>
            <p:cNvSpPr>
              <a:spLocks noChangeShapeType="1"/>
            </p:cNvSpPr>
            <p:nvPr/>
          </p:nvSpPr>
          <p:spPr bwMode="auto">
            <a:xfrm flipH="1">
              <a:off x="3674" y="898"/>
              <a:ext cx="335" cy="34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7" name="Rectangle 129"/>
            <p:cNvSpPr>
              <a:spLocks noChangeArrowheads="1"/>
            </p:cNvSpPr>
            <p:nvPr/>
          </p:nvSpPr>
          <p:spPr bwMode="auto">
            <a:xfrm>
              <a:off x="3696" y="2152"/>
              <a:ext cx="1020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prstTxWarp prst="textNoShape">
                <a:avLst/>
              </a:prstTxWarp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Memory cell</a:t>
              </a:r>
              <a:br>
                <a:rPr lang="en-US" sz="1800">
                  <a:solidFill>
                    <a:schemeClr val="tx1"/>
                  </a:solidFill>
                  <a:latin typeface="Verdana" charset="0"/>
                </a:rPr>
              </a:b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(one bit)</a:t>
              </a:r>
            </a:p>
          </p:txBody>
        </p:sp>
        <p:sp>
          <p:nvSpPr>
            <p:cNvPr id="1415298" name="Line 130"/>
            <p:cNvSpPr>
              <a:spLocks noChangeShapeType="1"/>
            </p:cNvSpPr>
            <p:nvPr/>
          </p:nvSpPr>
          <p:spPr bwMode="auto">
            <a:xfrm flipH="1" flipV="1">
              <a:off x="3634" y="2115"/>
              <a:ext cx="120" cy="19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299" name="Line 131"/>
            <p:cNvSpPr>
              <a:spLocks noChangeShapeType="1"/>
            </p:cNvSpPr>
            <p:nvPr/>
          </p:nvSpPr>
          <p:spPr bwMode="auto">
            <a:xfrm>
              <a:off x="2878" y="2751"/>
              <a:ext cx="0" cy="3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stealth" w="med" len="lg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300" name="Line 132"/>
            <p:cNvSpPr>
              <a:spLocks noChangeShapeType="1"/>
            </p:cNvSpPr>
            <p:nvPr/>
          </p:nvSpPr>
          <p:spPr bwMode="auto">
            <a:xfrm flipH="1" flipV="1">
              <a:off x="2831" y="2895"/>
              <a:ext cx="99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5301" name="Rectangle 133"/>
            <p:cNvSpPr>
              <a:spLocks noChangeArrowheads="1"/>
            </p:cNvSpPr>
            <p:nvPr/>
          </p:nvSpPr>
          <p:spPr bwMode="auto">
            <a:xfrm>
              <a:off x="2910" y="2865"/>
              <a:ext cx="227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D</a:t>
              </a:r>
            </a:p>
          </p:txBody>
        </p:sp>
        <p:sp>
          <p:nvSpPr>
            <p:cNvPr id="1415302" name="Rectangle 134"/>
            <p:cNvSpPr>
              <a:spLocks noChangeArrowheads="1"/>
            </p:cNvSpPr>
            <p:nvPr/>
          </p:nvSpPr>
          <p:spPr bwMode="auto">
            <a:xfrm>
              <a:off x="2423" y="2927"/>
              <a:ext cx="457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sz="1800">
                  <a:solidFill>
                    <a:schemeClr val="tx1"/>
                  </a:solidFill>
                  <a:latin typeface="Verdana" charset="0"/>
                </a:rPr>
                <a:t>Data</a:t>
              </a:r>
            </a:p>
          </p:txBody>
        </p:sp>
      </p:grpSp>
      <p:sp>
        <p:nvSpPr>
          <p:cNvPr id="1415303" name="Text Box 135"/>
          <p:cNvSpPr txBox="1">
            <a:spLocks noChangeArrowheads="1"/>
          </p:cNvSpPr>
          <p:nvPr/>
        </p:nvSpPr>
        <p:spPr bwMode="auto">
          <a:xfrm>
            <a:off x="381000" y="5562600"/>
            <a:ext cx="84582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endParaRPr lang="en-US" sz="2400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1415304" name="Text Box 136"/>
          <p:cNvSpPr txBox="1">
            <a:spLocks noChangeArrowheads="1"/>
          </p:cNvSpPr>
          <p:nvPr/>
        </p:nvSpPr>
        <p:spPr bwMode="auto">
          <a:xfrm>
            <a:off x="381000" y="5029200"/>
            <a:ext cx="8521700" cy="12668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Verdana" charset="0"/>
              </a:rPr>
              <a:t> Bits stored in 2-dimensional arrays on chip</a:t>
            </a:r>
          </a:p>
          <a:p>
            <a:pPr>
              <a:buFontTx/>
              <a:buChar char="•"/>
            </a:pPr>
            <a:r>
              <a:rPr lang="en-US" sz="2000" dirty="0">
                <a:solidFill>
                  <a:schemeClr val="tx1"/>
                </a:solidFill>
                <a:latin typeface="Verdana" charset="0"/>
              </a:rPr>
              <a:t> Modern chips have around 4-8 logical banks on each chip</a:t>
            </a:r>
          </a:p>
          <a:p>
            <a:pPr lvl="1">
              <a:buFontTx/>
              <a:buChar char="–"/>
            </a:pPr>
            <a:r>
              <a:rPr lang="en-US" sz="1800" dirty="0">
                <a:solidFill>
                  <a:srgbClr val="56127A"/>
                </a:solidFill>
                <a:latin typeface="Verdana" charset="0"/>
              </a:rPr>
              <a:t> each logical bank physically implemented as many smaller arrays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16139-1FDB-6047-8FDA-22ED39B0BA1A}" type="slidenum">
              <a:rPr lang="en-US"/>
              <a:pPr/>
              <a:t>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1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76200"/>
            <a:ext cx="7162800" cy="838200"/>
          </a:xfrm>
        </p:spPr>
        <p:txBody>
          <a:bodyPr/>
          <a:lstStyle/>
          <a:p>
            <a:r>
              <a:rPr lang="en-US"/>
              <a:t>DRAM Operation</a:t>
            </a:r>
          </a:p>
        </p:txBody>
      </p:sp>
      <p:sp>
        <p:nvSpPr>
          <p:cNvPr id="141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685800"/>
            <a:ext cx="8216900" cy="5638800"/>
          </a:xfrm>
          <a:noFill/>
          <a:ln/>
        </p:spPr>
        <p:txBody>
          <a:bodyPr/>
          <a:lstStyle/>
          <a:p>
            <a:pPr marL="342900" indent="-342900">
              <a:spcBef>
                <a:spcPct val="0"/>
              </a:spcBef>
              <a:buFontTx/>
              <a:buNone/>
            </a:pPr>
            <a:r>
              <a:rPr lang="en-US" sz="2000" dirty="0"/>
              <a:t>Three steps in read/write access to a given bank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dirty="0"/>
              <a:t>Row access (RAS)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Decode row address, enable addressed row (often multiple Kbytes in a row)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Bit-lines share charge with storage cell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Small change in voltage detected by sense amplifiers which latch whole row of bits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Sense amplifiers drive bit-lines full rail to recharge storage cells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dirty="0"/>
              <a:t>Column access (CAS)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Decode column address to select small number of sense amplifier latches (4, 8, 16, or 32 bits depending on DRAM package)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On read, send latched bits out to chip pins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On write, charge sense amplifier latches which then charge storage cells to required value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Can perform multiple column accesses on same row without another row access (burst mode)</a:t>
            </a:r>
          </a:p>
          <a:p>
            <a:pPr marL="342900" indent="-342900">
              <a:spcBef>
                <a:spcPct val="0"/>
              </a:spcBef>
            </a:pPr>
            <a:r>
              <a:rPr lang="en-US" sz="2000" dirty="0"/>
              <a:t>Pre-charge</a:t>
            </a:r>
          </a:p>
          <a:p>
            <a:pPr marL="742950" lvl="1" indent="-285750">
              <a:spcBef>
                <a:spcPct val="0"/>
              </a:spcBef>
            </a:pPr>
            <a:r>
              <a:rPr lang="en-US" sz="1800" dirty="0"/>
              <a:t>Charges bit lines to known value, required before next row access</a:t>
            </a:r>
          </a:p>
          <a:p>
            <a:pPr marL="742950" lvl="1" indent="-285750">
              <a:spcBef>
                <a:spcPct val="0"/>
              </a:spcBef>
            </a:pPr>
            <a:endParaRPr lang="en-US" sz="1800" dirty="0"/>
          </a:p>
          <a:p>
            <a:pPr marL="342900" indent="-342900">
              <a:spcBef>
                <a:spcPct val="0"/>
              </a:spcBef>
              <a:buFontTx/>
              <a:buNone/>
            </a:pPr>
            <a:r>
              <a:rPr lang="en-US" sz="1200" dirty="0"/>
              <a:t>Each step has a latency of around 15-20ns in modern DRAMs</a:t>
            </a:r>
          </a:p>
          <a:p>
            <a:pPr marL="342900" indent="-342900">
              <a:spcBef>
                <a:spcPct val="0"/>
              </a:spcBef>
              <a:buFontTx/>
              <a:buNone/>
            </a:pPr>
            <a:r>
              <a:rPr lang="en-US" sz="1200" dirty="0"/>
              <a:t>Various DRAM standards (DDR, RDRAM) have different ways of encoding the signals for transmission to the DRAM, but all share same core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8AC73-7CE5-1548-894B-249BA76F2AA0}" type="slidenum">
              <a:rPr lang="en-US"/>
              <a:pPr/>
              <a:t>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1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-152400"/>
            <a:ext cx="7162800" cy="1143000"/>
          </a:xfrm>
        </p:spPr>
        <p:txBody>
          <a:bodyPr/>
          <a:lstStyle/>
          <a:p>
            <a:r>
              <a:rPr lang="en-US" sz="2800"/>
              <a:t>Double-Data Rate (DDR2) DRAM</a:t>
            </a:r>
            <a:endParaRPr lang="en-US"/>
          </a:p>
        </p:txBody>
      </p:sp>
      <p:sp>
        <p:nvSpPr>
          <p:cNvPr id="141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6172200"/>
            <a:ext cx="7772400" cy="533400"/>
          </a:xfrm>
          <a:noFill/>
          <a:ln/>
        </p:spPr>
        <p:txBody>
          <a:bodyPr wrap="none" anchor="ctr"/>
          <a:lstStyle/>
          <a:p>
            <a:pPr>
              <a:buFontTx/>
              <a:buNone/>
            </a:pPr>
            <a:r>
              <a:rPr lang="en-US" sz="1600" i="1"/>
              <a:t>[ Micron, 256Mb DDR2 SDRAM datasheet ]</a:t>
            </a:r>
          </a:p>
        </p:txBody>
      </p:sp>
      <p:pic>
        <p:nvPicPr>
          <p:cNvPr id="1419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838200"/>
            <a:ext cx="8153400" cy="52466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  <p:sp>
        <p:nvSpPr>
          <p:cNvPr id="1419269" name="Text Box 5"/>
          <p:cNvSpPr txBox="1">
            <a:spLocks noChangeArrowheads="1"/>
          </p:cNvSpPr>
          <p:nvPr/>
        </p:nvSpPr>
        <p:spPr bwMode="auto">
          <a:xfrm>
            <a:off x="1728788" y="2011363"/>
            <a:ext cx="720725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Row</a:t>
            </a:r>
          </a:p>
        </p:txBody>
      </p:sp>
      <p:sp>
        <p:nvSpPr>
          <p:cNvPr id="1419270" name="Text Box 6"/>
          <p:cNvSpPr txBox="1">
            <a:spLocks noChangeArrowheads="1"/>
          </p:cNvSpPr>
          <p:nvPr/>
        </p:nvSpPr>
        <p:spPr bwMode="auto">
          <a:xfrm>
            <a:off x="3525838" y="2011363"/>
            <a:ext cx="1128712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Column</a:t>
            </a:r>
          </a:p>
        </p:txBody>
      </p:sp>
      <p:sp>
        <p:nvSpPr>
          <p:cNvPr id="1419271" name="Text Box 7"/>
          <p:cNvSpPr txBox="1">
            <a:spLocks noChangeArrowheads="1"/>
          </p:cNvSpPr>
          <p:nvPr/>
        </p:nvSpPr>
        <p:spPr bwMode="auto">
          <a:xfrm>
            <a:off x="5076825" y="2011363"/>
            <a:ext cx="142716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Precharge</a:t>
            </a:r>
          </a:p>
        </p:txBody>
      </p:sp>
      <p:sp>
        <p:nvSpPr>
          <p:cNvPr id="1419272" name="Freeform 8"/>
          <p:cNvSpPr>
            <a:spLocks/>
          </p:cNvSpPr>
          <p:nvPr/>
        </p:nvSpPr>
        <p:spPr bwMode="auto">
          <a:xfrm>
            <a:off x="2209800" y="1371600"/>
            <a:ext cx="2174875" cy="558800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82" y="270"/>
              </a:cxn>
              <a:cxn ang="0">
                <a:pos x="250" y="131"/>
              </a:cxn>
              <a:cxn ang="0">
                <a:pos x="693" y="0"/>
              </a:cxn>
              <a:cxn ang="0">
                <a:pos x="861" y="4"/>
              </a:cxn>
              <a:cxn ang="0">
                <a:pos x="910" y="20"/>
              </a:cxn>
              <a:cxn ang="0">
                <a:pos x="1083" y="98"/>
              </a:cxn>
              <a:cxn ang="0">
                <a:pos x="1243" y="221"/>
              </a:cxn>
              <a:cxn ang="0">
                <a:pos x="1271" y="233"/>
              </a:cxn>
              <a:cxn ang="0">
                <a:pos x="1280" y="246"/>
              </a:cxn>
              <a:cxn ang="0">
                <a:pos x="1329" y="287"/>
              </a:cxn>
              <a:cxn ang="0">
                <a:pos x="1354" y="328"/>
              </a:cxn>
              <a:cxn ang="0">
                <a:pos x="1370" y="336"/>
              </a:cxn>
            </a:cxnLst>
            <a:rect l="0" t="0" r="r" b="b"/>
            <a:pathLst>
              <a:path w="1370" h="352">
                <a:moveTo>
                  <a:pt x="0" y="352"/>
                </a:moveTo>
                <a:cubicBezTo>
                  <a:pt x="21" y="319"/>
                  <a:pt x="52" y="294"/>
                  <a:pt x="82" y="270"/>
                </a:cubicBezTo>
                <a:cubicBezTo>
                  <a:pt x="134" y="225"/>
                  <a:pt x="189" y="168"/>
                  <a:pt x="250" y="131"/>
                </a:cubicBezTo>
                <a:cubicBezTo>
                  <a:pt x="379" y="51"/>
                  <a:pt x="543" y="12"/>
                  <a:pt x="693" y="0"/>
                </a:cubicBezTo>
                <a:cubicBezTo>
                  <a:pt x="749" y="1"/>
                  <a:pt x="805" y="0"/>
                  <a:pt x="861" y="4"/>
                </a:cubicBezTo>
                <a:cubicBezTo>
                  <a:pt x="900" y="6"/>
                  <a:pt x="883" y="10"/>
                  <a:pt x="910" y="20"/>
                </a:cubicBezTo>
                <a:cubicBezTo>
                  <a:pt x="972" y="41"/>
                  <a:pt x="1026" y="65"/>
                  <a:pt x="1083" y="98"/>
                </a:cubicBezTo>
                <a:cubicBezTo>
                  <a:pt x="1125" y="122"/>
                  <a:pt x="1201" y="211"/>
                  <a:pt x="1243" y="221"/>
                </a:cubicBezTo>
                <a:cubicBezTo>
                  <a:pt x="1252" y="225"/>
                  <a:pt x="1263" y="226"/>
                  <a:pt x="1271" y="233"/>
                </a:cubicBezTo>
                <a:cubicBezTo>
                  <a:pt x="1275" y="236"/>
                  <a:pt x="1276" y="242"/>
                  <a:pt x="1280" y="246"/>
                </a:cubicBezTo>
                <a:cubicBezTo>
                  <a:pt x="1294" y="259"/>
                  <a:pt x="1313" y="275"/>
                  <a:pt x="1329" y="287"/>
                </a:cubicBezTo>
                <a:cubicBezTo>
                  <a:pt x="1331" y="297"/>
                  <a:pt x="1346" y="320"/>
                  <a:pt x="1354" y="328"/>
                </a:cubicBezTo>
                <a:cubicBezTo>
                  <a:pt x="1358" y="332"/>
                  <a:pt x="1365" y="331"/>
                  <a:pt x="1370" y="33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273" name="Freeform 9"/>
          <p:cNvSpPr>
            <a:spLocks/>
          </p:cNvSpPr>
          <p:nvPr/>
        </p:nvSpPr>
        <p:spPr bwMode="auto">
          <a:xfrm>
            <a:off x="4402138" y="1347788"/>
            <a:ext cx="1465262" cy="557212"/>
          </a:xfrm>
          <a:custGeom>
            <a:avLst/>
            <a:gdLst/>
            <a:ahLst/>
            <a:cxnLst>
              <a:cxn ang="0">
                <a:pos x="0" y="316"/>
              </a:cxn>
              <a:cxn ang="0">
                <a:pos x="119" y="173"/>
              </a:cxn>
              <a:cxn ang="0">
                <a:pos x="493" y="0"/>
              </a:cxn>
              <a:cxn ang="0">
                <a:pos x="763" y="78"/>
              </a:cxn>
              <a:cxn ang="0">
                <a:pos x="841" y="148"/>
              </a:cxn>
              <a:cxn ang="0">
                <a:pos x="854" y="189"/>
              </a:cxn>
              <a:cxn ang="0">
                <a:pos x="870" y="222"/>
              </a:cxn>
              <a:cxn ang="0">
                <a:pos x="895" y="316"/>
              </a:cxn>
              <a:cxn ang="0">
                <a:pos x="875" y="303"/>
              </a:cxn>
            </a:cxnLst>
            <a:rect l="0" t="0" r="r" b="b"/>
            <a:pathLst>
              <a:path w="895" h="316">
                <a:moveTo>
                  <a:pt x="0" y="316"/>
                </a:moveTo>
                <a:cubicBezTo>
                  <a:pt x="13" y="260"/>
                  <a:pt x="77" y="211"/>
                  <a:pt x="119" y="173"/>
                </a:cubicBezTo>
                <a:cubicBezTo>
                  <a:pt x="229" y="71"/>
                  <a:pt x="341" y="9"/>
                  <a:pt x="493" y="0"/>
                </a:cubicBezTo>
                <a:cubicBezTo>
                  <a:pt x="566" y="5"/>
                  <a:pt x="702" y="17"/>
                  <a:pt x="763" y="78"/>
                </a:cubicBezTo>
                <a:cubicBezTo>
                  <a:pt x="787" y="102"/>
                  <a:pt x="824" y="115"/>
                  <a:pt x="841" y="148"/>
                </a:cubicBezTo>
                <a:cubicBezTo>
                  <a:pt x="847" y="160"/>
                  <a:pt x="848" y="175"/>
                  <a:pt x="854" y="189"/>
                </a:cubicBezTo>
                <a:cubicBezTo>
                  <a:pt x="858" y="200"/>
                  <a:pt x="870" y="222"/>
                  <a:pt x="870" y="222"/>
                </a:cubicBezTo>
                <a:cubicBezTo>
                  <a:pt x="874" y="247"/>
                  <a:pt x="895" y="292"/>
                  <a:pt x="895" y="316"/>
                </a:cubicBezTo>
                <a:lnTo>
                  <a:pt x="875" y="30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274" name="Text Box 10"/>
          <p:cNvSpPr txBox="1">
            <a:spLocks noChangeArrowheads="1"/>
          </p:cNvSpPr>
          <p:nvPr/>
        </p:nvSpPr>
        <p:spPr bwMode="auto">
          <a:xfrm>
            <a:off x="7562850" y="2011363"/>
            <a:ext cx="790575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Row’</a:t>
            </a:r>
          </a:p>
        </p:txBody>
      </p:sp>
      <p:sp>
        <p:nvSpPr>
          <p:cNvPr id="1419275" name="Freeform 11"/>
          <p:cNvSpPr>
            <a:spLocks/>
          </p:cNvSpPr>
          <p:nvPr/>
        </p:nvSpPr>
        <p:spPr bwMode="auto">
          <a:xfrm>
            <a:off x="5867400" y="1371600"/>
            <a:ext cx="2174875" cy="558800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82" y="270"/>
              </a:cxn>
              <a:cxn ang="0">
                <a:pos x="250" y="131"/>
              </a:cxn>
              <a:cxn ang="0">
                <a:pos x="693" y="0"/>
              </a:cxn>
              <a:cxn ang="0">
                <a:pos x="861" y="4"/>
              </a:cxn>
              <a:cxn ang="0">
                <a:pos x="910" y="20"/>
              </a:cxn>
              <a:cxn ang="0">
                <a:pos x="1083" y="98"/>
              </a:cxn>
              <a:cxn ang="0">
                <a:pos x="1243" y="221"/>
              </a:cxn>
              <a:cxn ang="0">
                <a:pos x="1271" y="233"/>
              </a:cxn>
              <a:cxn ang="0">
                <a:pos x="1280" y="246"/>
              </a:cxn>
              <a:cxn ang="0">
                <a:pos x="1329" y="287"/>
              </a:cxn>
              <a:cxn ang="0">
                <a:pos x="1354" y="328"/>
              </a:cxn>
              <a:cxn ang="0">
                <a:pos x="1370" y="336"/>
              </a:cxn>
            </a:cxnLst>
            <a:rect l="0" t="0" r="r" b="b"/>
            <a:pathLst>
              <a:path w="1370" h="352">
                <a:moveTo>
                  <a:pt x="0" y="352"/>
                </a:moveTo>
                <a:cubicBezTo>
                  <a:pt x="21" y="319"/>
                  <a:pt x="52" y="294"/>
                  <a:pt x="82" y="270"/>
                </a:cubicBezTo>
                <a:cubicBezTo>
                  <a:pt x="134" y="225"/>
                  <a:pt x="189" y="168"/>
                  <a:pt x="250" y="131"/>
                </a:cubicBezTo>
                <a:cubicBezTo>
                  <a:pt x="379" y="51"/>
                  <a:pt x="543" y="12"/>
                  <a:pt x="693" y="0"/>
                </a:cubicBezTo>
                <a:cubicBezTo>
                  <a:pt x="749" y="1"/>
                  <a:pt x="805" y="0"/>
                  <a:pt x="861" y="4"/>
                </a:cubicBezTo>
                <a:cubicBezTo>
                  <a:pt x="900" y="6"/>
                  <a:pt x="883" y="10"/>
                  <a:pt x="910" y="20"/>
                </a:cubicBezTo>
                <a:cubicBezTo>
                  <a:pt x="972" y="41"/>
                  <a:pt x="1026" y="65"/>
                  <a:pt x="1083" y="98"/>
                </a:cubicBezTo>
                <a:cubicBezTo>
                  <a:pt x="1125" y="122"/>
                  <a:pt x="1201" y="211"/>
                  <a:pt x="1243" y="221"/>
                </a:cubicBezTo>
                <a:cubicBezTo>
                  <a:pt x="1252" y="225"/>
                  <a:pt x="1263" y="226"/>
                  <a:pt x="1271" y="233"/>
                </a:cubicBezTo>
                <a:cubicBezTo>
                  <a:pt x="1275" y="236"/>
                  <a:pt x="1276" y="242"/>
                  <a:pt x="1280" y="246"/>
                </a:cubicBezTo>
                <a:cubicBezTo>
                  <a:pt x="1294" y="259"/>
                  <a:pt x="1313" y="275"/>
                  <a:pt x="1329" y="287"/>
                </a:cubicBezTo>
                <a:cubicBezTo>
                  <a:pt x="1331" y="297"/>
                  <a:pt x="1346" y="320"/>
                  <a:pt x="1354" y="328"/>
                </a:cubicBezTo>
                <a:cubicBezTo>
                  <a:pt x="1358" y="332"/>
                  <a:pt x="1365" y="331"/>
                  <a:pt x="1370" y="33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276" name="Line 12"/>
          <p:cNvSpPr>
            <a:spLocks noChangeShapeType="1"/>
          </p:cNvSpPr>
          <p:nvPr/>
        </p:nvSpPr>
        <p:spPr bwMode="auto">
          <a:xfrm>
            <a:off x="4343400" y="2514600"/>
            <a:ext cx="213360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19277" name="Text Box 13"/>
          <p:cNvSpPr txBox="1">
            <a:spLocks noChangeArrowheads="1"/>
          </p:cNvSpPr>
          <p:nvPr/>
        </p:nvSpPr>
        <p:spPr bwMode="auto">
          <a:xfrm>
            <a:off x="5638800" y="5334000"/>
            <a:ext cx="73501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b="1">
                <a:solidFill>
                  <a:schemeClr val="tx1"/>
                </a:solidFill>
              </a:rPr>
              <a:t>Data</a:t>
            </a:r>
          </a:p>
        </p:txBody>
      </p:sp>
      <p:sp>
        <p:nvSpPr>
          <p:cNvPr id="1419278" name="Text Box 14"/>
          <p:cNvSpPr txBox="1">
            <a:spLocks noChangeArrowheads="1"/>
          </p:cNvSpPr>
          <p:nvPr/>
        </p:nvSpPr>
        <p:spPr bwMode="auto">
          <a:xfrm>
            <a:off x="274320" y="392906"/>
            <a:ext cx="1295400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200MHz Clock</a:t>
            </a:r>
          </a:p>
        </p:txBody>
      </p:sp>
      <p:sp>
        <p:nvSpPr>
          <p:cNvPr id="1419279" name="Text Box 15"/>
          <p:cNvSpPr txBox="1">
            <a:spLocks noChangeArrowheads="1"/>
          </p:cNvSpPr>
          <p:nvPr/>
        </p:nvSpPr>
        <p:spPr bwMode="auto">
          <a:xfrm>
            <a:off x="6972300" y="6118225"/>
            <a:ext cx="1295400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800" b="1" dirty="0">
                <a:solidFill>
                  <a:schemeClr val="tx1"/>
                </a:solidFill>
              </a:rPr>
              <a:t>400Mb/s Data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FA12D-79FC-41FF-9427-F4F601A670B0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7DFFF-F7C6-49BD-89D4-7F742826B448}" type="slidenum">
              <a:rPr lang="en-US"/>
              <a:pPr/>
              <a:t>9</a:t>
            </a:fld>
            <a:endParaRPr lang="en-US" b="0" dirty="0">
              <a:solidFill>
                <a:srgbClr val="FBBA03"/>
              </a:solidFill>
            </a:endParaRPr>
          </a:p>
        </p:txBody>
      </p:sp>
      <p:sp>
        <p:nvSpPr>
          <p:cNvPr id="1079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3389"/>
            <a:ext cx="8229600" cy="1143000"/>
          </a:xfrm>
        </p:spPr>
        <p:txBody>
          <a:bodyPr/>
          <a:lstStyle/>
          <a:p>
            <a:r>
              <a:rPr lang="en-US" sz="3200" dirty="0"/>
              <a:t>Addressing the Processor-Memory Performance GAP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1079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525963"/>
          </a:xfrm>
        </p:spPr>
        <p:txBody>
          <a:bodyPr/>
          <a:lstStyle/>
          <a:p>
            <a:r>
              <a:rPr lang="en-US" dirty="0">
                <a:solidFill>
                  <a:srgbClr val="053DE8"/>
                </a:solidFill>
              </a:rPr>
              <a:t>Goal: </a:t>
            </a:r>
            <a:r>
              <a:rPr lang="en-US" dirty="0"/>
              <a:t>Illusion of large, fast, cheap memory</a:t>
            </a:r>
          </a:p>
          <a:p>
            <a:pPr lvl="1"/>
            <a:r>
              <a:rPr lang="en-US" dirty="0"/>
              <a:t>Let programs address a memory space that scales to the disk size, at a speed that is usually as fast as register access</a:t>
            </a:r>
          </a:p>
          <a:p>
            <a:r>
              <a:rPr lang="en-US" dirty="0">
                <a:solidFill>
                  <a:srgbClr val="114FFB"/>
                </a:solidFill>
              </a:rPr>
              <a:t>Solution:  </a:t>
            </a:r>
            <a:r>
              <a:rPr lang="en-US" dirty="0"/>
              <a:t>Put smaller, faster “cache” memories between CPU and DRAM</a:t>
            </a:r>
          </a:p>
          <a:p>
            <a:pPr lvl="1"/>
            <a:r>
              <a:rPr lang="en-US" dirty="0"/>
              <a:t>Create a “memory hierarchy”</a:t>
            </a:r>
          </a:p>
          <a:p>
            <a:pPr algn="ctr" eaLnBrk="1" hangingPunct="1">
              <a:lnSpc>
                <a:spcPts val="2700"/>
              </a:lnSpc>
              <a:spcBef>
                <a:spcPct val="0"/>
              </a:spcBef>
              <a:buSzTx/>
              <a:buFontTx/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28174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ABFDA-7E8B-46DB-A960-93D8D1CAD7EA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8211-4A2B-4DFA-9B88-3232AC585E8E}" type="slidenum">
              <a:rPr lang="en-US"/>
              <a:pPr/>
              <a:t>10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0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7650" y="169863"/>
            <a:ext cx="8883650" cy="409575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Levels of the Memory Hierarchy</a:t>
            </a:r>
          </a:p>
        </p:txBody>
      </p:sp>
      <p:sp>
        <p:nvSpPr>
          <p:cNvPr id="1080323" name="Rectangle 3"/>
          <p:cNvSpPr>
            <a:spLocks noChangeArrowheads="1"/>
          </p:cNvSpPr>
          <p:nvPr/>
        </p:nvSpPr>
        <p:spPr bwMode="auto">
          <a:xfrm>
            <a:off x="419100" y="1460500"/>
            <a:ext cx="1360488" cy="627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CPU Registers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100s Bytes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&lt;10s ns</a:t>
            </a:r>
          </a:p>
        </p:txBody>
      </p:sp>
      <p:sp>
        <p:nvSpPr>
          <p:cNvPr id="1080324" name="Rectangle 4"/>
          <p:cNvSpPr>
            <a:spLocks noChangeArrowheads="1"/>
          </p:cNvSpPr>
          <p:nvPr/>
        </p:nvSpPr>
        <p:spPr bwMode="auto">
          <a:xfrm>
            <a:off x="419100" y="2286000"/>
            <a:ext cx="1306513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Cache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K Bytes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10-100 ns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1-0.1 cents/bit</a:t>
            </a:r>
          </a:p>
        </p:txBody>
      </p:sp>
      <p:sp>
        <p:nvSpPr>
          <p:cNvPr id="1080325" name="Rectangle 5"/>
          <p:cNvSpPr>
            <a:spLocks noChangeArrowheads="1"/>
          </p:cNvSpPr>
          <p:nvPr/>
        </p:nvSpPr>
        <p:spPr bwMode="auto">
          <a:xfrm>
            <a:off x="419100" y="3429000"/>
            <a:ext cx="2093913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Main Memory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M Bytes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200ns- 500ns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$.0001-.00001 cents /bit</a:t>
            </a:r>
          </a:p>
        </p:txBody>
      </p:sp>
      <p:sp>
        <p:nvSpPr>
          <p:cNvPr id="1080326" name="Rectangle 6"/>
          <p:cNvSpPr>
            <a:spLocks noChangeArrowheads="1"/>
          </p:cNvSpPr>
          <p:nvPr/>
        </p:nvSpPr>
        <p:spPr bwMode="auto">
          <a:xfrm>
            <a:off x="419100" y="4267200"/>
            <a:ext cx="1601788" cy="10112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Disk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G Bytes, 10 ms </a:t>
            </a:r>
            <a:br>
              <a:rPr lang="en-US" sz="1400" b="1">
                <a:solidFill>
                  <a:schemeClr val="tx1"/>
                </a:solidFill>
                <a:latin typeface="Comic Sans MS" pitchFamily="66" charset="0"/>
              </a:rPr>
            </a:b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(10,000,000 ns)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en-US" sz="1400" b="1">
              <a:solidFill>
                <a:schemeClr val="tx1"/>
              </a:solidFill>
              <a:latin typeface="Comic Sans MS" pitchFamily="66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10   - 10  cents/bit</a:t>
            </a:r>
          </a:p>
        </p:txBody>
      </p:sp>
      <p:sp>
        <p:nvSpPr>
          <p:cNvPr id="1080327" name="Rectangle 7"/>
          <p:cNvSpPr>
            <a:spLocks noChangeArrowheads="1"/>
          </p:cNvSpPr>
          <p:nvPr/>
        </p:nvSpPr>
        <p:spPr bwMode="auto">
          <a:xfrm>
            <a:off x="609600" y="4940300"/>
            <a:ext cx="284163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-5</a:t>
            </a:r>
          </a:p>
        </p:txBody>
      </p:sp>
      <p:sp>
        <p:nvSpPr>
          <p:cNvPr id="1080328" name="Rectangle 8"/>
          <p:cNvSpPr>
            <a:spLocks noChangeArrowheads="1"/>
          </p:cNvSpPr>
          <p:nvPr/>
        </p:nvSpPr>
        <p:spPr bwMode="auto">
          <a:xfrm>
            <a:off x="1016000" y="4914900"/>
            <a:ext cx="284163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-6</a:t>
            </a:r>
          </a:p>
        </p:txBody>
      </p:sp>
      <p:sp>
        <p:nvSpPr>
          <p:cNvPr id="1080329" name="Rectangle 9"/>
          <p:cNvSpPr>
            <a:spLocks noChangeArrowheads="1"/>
          </p:cNvSpPr>
          <p:nvPr/>
        </p:nvSpPr>
        <p:spPr bwMode="auto">
          <a:xfrm>
            <a:off x="419100" y="711200"/>
            <a:ext cx="1211263" cy="6270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Capacity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Access Time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Cost</a:t>
            </a:r>
          </a:p>
        </p:txBody>
      </p:sp>
      <p:sp>
        <p:nvSpPr>
          <p:cNvPr id="1080330" name="Rectangle 10"/>
          <p:cNvSpPr>
            <a:spLocks noChangeArrowheads="1"/>
          </p:cNvSpPr>
          <p:nvPr/>
        </p:nvSpPr>
        <p:spPr bwMode="auto">
          <a:xfrm>
            <a:off x="419100" y="5473700"/>
            <a:ext cx="796925" cy="8191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i="1">
                <a:solidFill>
                  <a:schemeClr val="tx1"/>
                </a:solidFill>
                <a:latin typeface="Comic Sans MS" pitchFamily="66" charset="0"/>
              </a:rPr>
              <a:t>Tape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infinite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sec-min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10</a:t>
            </a:r>
          </a:p>
        </p:txBody>
      </p:sp>
      <p:sp>
        <p:nvSpPr>
          <p:cNvPr id="1080331" name="Rectangle 11"/>
          <p:cNvSpPr>
            <a:spLocks noChangeArrowheads="1"/>
          </p:cNvSpPr>
          <p:nvPr/>
        </p:nvSpPr>
        <p:spPr bwMode="auto">
          <a:xfrm>
            <a:off x="679450" y="5988050"/>
            <a:ext cx="284163" cy="24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-8</a:t>
            </a:r>
          </a:p>
        </p:txBody>
      </p:sp>
      <p:sp>
        <p:nvSpPr>
          <p:cNvPr id="1080332" name="Rectangle 12"/>
          <p:cNvSpPr>
            <a:spLocks noChangeArrowheads="1"/>
          </p:cNvSpPr>
          <p:nvPr/>
        </p:nvSpPr>
        <p:spPr bwMode="auto">
          <a:xfrm>
            <a:off x="3289300" y="1460500"/>
            <a:ext cx="1193800" cy="431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33" name="Rectangle 13"/>
          <p:cNvSpPr>
            <a:spLocks noChangeArrowheads="1"/>
          </p:cNvSpPr>
          <p:nvPr/>
        </p:nvSpPr>
        <p:spPr bwMode="auto">
          <a:xfrm>
            <a:off x="3365500" y="1549400"/>
            <a:ext cx="11684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Registers</a:t>
            </a:r>
          </a:p>
        </p:txBody>
      </p:sp>
      <p:sp>
        <p:nvSpPr>
          <p:cNvPr id="1080334" name="Rectangle 14"/>
          <p:cNvSpPr>
            <a:spLocks noChangeArrowheads="1"/>
          </p:cNvSpPr>
          <p:nvPr/>
        </p:nvSpPr>
        <p:spPr bwMode="auto">
          <a:xfrm>
            <a:off x="3365500" y="2540000"/>
            <a:ext cx="812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Cache</a:t>
            </a:r>
          </a:p>
        </p:txBody>
      </p:sp>
      <p:sp>
        <p:nvSpPr>
          <p:cNvPr id="1080335" name="Rectangle 15"/>
          <p:cNvSpPr>
            <a:spLocks noChangeArrowheads="1"/>
          </p:cNvSpPr>
          <p:nvPr/>
        </p:nvSpPr>
        <p:spPr bwMode="auto">
          <a:xfrm>
            <a:off x="3441700" y="3606800"/>
            <a:ext cx="10033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Memory</a:t>
            </a:r>
          </a:p>
        </p:txBody>
      </p:sp>
      <p:sp>
        <p:nvSpPr>
          <p:cNvPr id="1080336" name="Rectangle 16"/>
          <p:cNvSpPr>
            <a:spLocks noChangeArrowheads="1"/>
          </p:cNvSpPr>
          <p:nvPr/>
        </p:nvSpPr>
        <p:spPr bwMode="auto">
          <a:xfrm>
            <a:off x="3441700" y="4673600"/>
            <a:ext cx="6096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Disk</a:t>
            </a:r>
          </a:p>
        </p:txBody>
      </p:sp>
      <p:sp>
        <p:nvSpPr>
          <p:cNvPr id="1080337" name="Rectangle 17"/>
          <p:cNvSpPr>
            <a:spLocks noChangeArrowheads="1"/>
          </p:cNvSpPr>
          <p:nvPr/>
        </p:nvSpPr>
        <p:spPr bwMode="auto">
          <a:xfrm>
            <a:off x="3517900" y="5816600"/>
            <a:ext cx="6604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solidFill>
                  <a:schemeClr val="tx1"/>
                </a:solidFill>
                <a:latin typeface="Comic Sans MS" pitchFamily="66" charset="0"/>
              </a:rPr>
              <a:t>Tape</a:t>
            </a:r>
          </a:p>
        </p:txBody>
      </p:sp>
      <p:sp>
        <p:nvSpPr>
          <p:cNvPr id="1080338" name="Rectangle 18"/>
          <p:cNvSpPr>
            <a:spLocks noChangeArrowheads="1"/>
          </p:cNvSpPr>
          <p:nvPr/>
        </p:nvSpPr>
        <p:spPr bwMode="auto">
          <a:xfrm>
            <a:off x="2908300" y="2451100"/>
            <a:ext cx="1955800" cy="5080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39" name="Rectangle 19"/>
          <p:cNvSpPr>
            <a:spLocks noChangeArrowheads="1"/>
          </p:cNvSpPr>
          <p:nvPr/>
        </p:nvSpPr>
        <p:spPr bwMode="auto">
          <a:xfrm>
            <a:off x="2603500" y="3517900"/>
            <a:ext cx="28702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0" name="Rectangle 20"/>
          <p:cNvSpPr>
            <a:spLocks noChangeArrowheads="1"/>
          </p:cNvSpPr>
          <p:nvPr/>
        </p:nvSpPr>
        <p:spPr bwMode="auto">
          <a:xfrm>
            <a:off x="2070100" y="4584700"/>
            <a:ext cx="3937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1" name="Rectangle 21"/>
          <p:cNvSpPr>
            <a:spLocks noChangeArrowheads="1"/>
          </p:cNvSpPr>
          <p:nvPr/>
        </p:nvSpPr>
        <p:spPr bwMode="auto">
          <a:xfrm>
            <a:off x="1765300" y="5651500"/>
            <a:ext cx="4699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2" name="Line 22"/>
          <p:cNvSpPr>
            <a:spLocks noChangeShapeType="1"/>
          </p:cNvSpPr>
          <p:nvPr/>
        </p:nvSpPr>
        <p:spPr bwMode="auto">
          <a:xfrm>
            <a:off x="3886200" y="1911350"/>
            <a:ext cx="0" cy="520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3" name="Line 23"/>
          <p:cNvSpPr>
            <a:spLocks noChangeShapeType="1"/>
          </p:cNvSpPr>
          <p:nvPr/>
        </p:nvSpPr>
        <p:spPr bwMode="auto">
          <a:xfrm>
            <a:off x="3886200" y="2978150"/>
            <a:ext cx="0" cy="520700"/>
          </a:xfrm>
          <a:prstGeom prst="line">
            <a:avLst/>
          </a:prstGeom>
          <a:noFill/>
          <a:ln w="12700">
            <a:solidFill>
              <a:schemeClr val="hlink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4" name="Line 24"/>
          <p:cNvSpPr>
            <a:spLocks noChangeShapeType="1"/>
          </p:cNvSpPr>
          <p:nvPr/>
        </p:nvSpPr>
        <p:spPr bwMode="auto">
          <a:xfrm>
            <a:off x="3886200" y="4044950"/>
            <a:ext cx="0" cy="520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5" name="Line 25"/>
          <p:cNvSpPr>
            <a:spLocks noChangeShapeType="1"/>
          </p:cNvSpPr>
          <p:nvPr/>
        </p:nvSpPr>
        <p:spPr bwMode="auto">
          <a:xfrm>
            <a:off x="3886200" y="5111750"/>
            <a:ext cx="0" cy="520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46" name="Rectangle 26"/>
          <p:cNvSpPr>
            <a:spLocks noChangeArrowheads="1"/>
          </p:cNvSpPr>
          <p:nvPr/>
        </p:nvSpPr>
        <p:spPr bwMode="auto">
          <a:xfrm>
            <a:off x="3975100" y="2006600"/>
            <a:ext cx="1701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Instr. Operands</a:t>
            </a:r>
          </a:p>
        </p:txBody>
      </p:sp>
      <p:sp>
        <p:nvSpPr>
          <p:cNvPr id="1080347" name="Rectangle 27"/>
          <p:cNvSpPr>
            <a:spLocks noChangeArrowheads="1"/>
          </p:cNvSpPr>
          <p:nvPr/>
        </p:nvSpPr>
        <p:spPr bwMode="auto">
          <a:xfrm>
            <a:off x="3975100" y="3073400"/>
            <a:ext cx="8001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Comic Sans MS" pitchFamily="66" charset="0"/>
              </a:rPr>
              <a:t>Blocks</a:t>
            </a:r>
          </a:p>
        </p:txBody>
      </p:sp>
      <p:sp>
        <p:nvSpPr>
          <p:cNvPr id="1080348" name="Rectangle 28"/>
          <p:cNvSpPr>
            <a:spLocks noChangeArrowheads="1"/>
          </p:cNvSpPr>
          <p:nvPr/>
        </p:nvSpPr>
        <p:spPr bwMode="auto">
          <a:xfrm>
            <a:off x="3975100" y="4140200"/>
            <a:ext cx="7747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Pages</a:t>
            </a:r>
          </a:p>
        </p:txBody>
      </p:sp>
      <p:sp>
        <p:nvSpPr>
          <p:cNvPr id="1080349" name="Rectangle 29"/>
          <p:cNvSpPr>
            <a:spLocks noChangeArrowheads="1"/>
          </p:cNvSpPr>
          <p:nvPr/>
        </p:nvSpPr>
        <p:spPr bwMode="auto">
          <a:xfrm>
            <a:off x="3975100" y="5207000"/>
            <a:ext cx="6096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Files</a:t>
            </a:r>
          </a:p>
        </p:txBody>
      </p:sp>
      <p:sp>
        <p:nvSpPr>
          <p:cNvPr id="1080351" name="Rectangle 31"/>
          <p:cNvSpPr>
            <a:spLocks noChangeArrowheads="1"/>
          </p:cNvSpPr>
          <p:nvPr/>
        </p:nvSpPr>
        <p:spPr bwMode="auto">
          <a:xfrm>
            <a:off x="6159500" y="1955800"/>
            <a:ext cx="1358900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prog./compiler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1-8 bytes</a:t>
            </a:r>
          </a:p>
        </p:txBody>
      </p:sp>
      <p:sp>
        <p:nvSpPr>
          <p:cNvPr id="1080352" name="Rectangle 32"/>
          <p:cNvSpPr>
            <a:spLocks noChangeArrowheads="1"/>
          </p:cNvSpPr>
          <p:nvPr/>
        </p:nvSpPr>
        <p:spPr bwMode="auto">
          <a:xfrm>
            <a:off x="6235700" y="2946400"/>
            <a:ext cx="1090613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cache cntl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8-128 bytes</a:t>
            </a:r>
          </a:p>
        </p:txBody>
      </p:sp>
      <p:sp>
        <p:nvSpPr>
          <p:cNvPr id="1080353" name="Rectangle 33"/>
          <p:cNvSpPr>
            <a:spLocks noChangeArrowheads="1"/>
          </p:cNvSpPr>
          <p:nvPr/>
        </p:nvSpPr>
        <p:spPr bwMode="auto">
          <a:xfrm>
            <a:off x="6324600" y="4013200"/>
            <a:ext cx="1219200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OS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512-4K bytes</a:t>
            </a:r>
          </a:p>
        </p:txBody>
      </p:sp>
      <p:sp>
        <p:nvSpPr>
          <p:cNvPr id="1080354" name="Rectangle 34"/>
          <p:cNvSpPr>
            <a:spLocks noChangeArrowheads="1"/>
          </p:cNvSpPr>
          <p:nvPr/>
        </p:nvSpPr>
        <p:spPr bwMode="auto">
          <a:xfrm>
            <a:off x="6286500" y="5080000"/>
            <a:ext cx="1270000" cy="434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user/operator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>
                <a:solidFill>
                  <a:schemeClr val="tx1"/>
                </a:solidFill>
                <a:latin typeface="Comic Sans MS" pitchFamily="66" charset="0"/>
              </a:rPr>
              <a:t>Mbytes</a:t>
            </a:r>
          </a:p>
        </p:txBody>
      </p:sp>
      <p:sp>
        <p:nvSpPr>
          <p:cNvPr id="1080355" name="Rectangle 35"/>
          <p:cNvSpPr>
            <a:spLocks noChangeArrowheads="1"/>
          </p:cNvSpPr>
          <p:nvPr/>
        </p:nvSpPr>
        <p:spPr bwMode="auto">
          <a:xfrm>
            <a:off x="7480300" y="635000"/>
            <a:ext cx="14351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latin typeface="Comic Sans MS" pitchFamily="66" charset="0"/>
              </a:rPr>
              <a:t>Upper Level</a:t>
            </a:r>
          </a:p>
        </p:txBody>
      </p:sp>
      <p:sp>
        <p:nvSpPr>
          <p:cNvPr id="1080356" name="Rectangle 36"/>
          <p:cNvSpPr>
            <a:spLocks noChangeArrowheads="1"/>
          </p:cNvSpPr>
          <p:nvPr/>
        </p:nvSpPr>
        <p:spPr bwMode="auto">
          <a:xfrm>
            <a:off x="7327900" y="5816600"/>
            <a:ext cx="14478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 b="1">
                <a:latin typeface="Comic Sans MS" pitchFamily="66" charset="0"/>
              </a:rPr>
              <a:t>Lower Level</a:t>
            </a:r>
          </a:p>
        </p:txBody>
      </p:sp>
      <p:sp>
        <p:nvSpPr>
          <p:cNvPr id="1080357" name="Line 37"/>
          <p:cNvSpPr>
            <a:spLocks noChangeShapeType="1"/>
          </p:cNvSpPr>
          <p:nvPr/>
        </p:nvSpPr>
        <p:spPr bwMode="auto">
          <a:xfrm flipV="1">
            <a:off x="7848600" y="1212850"/>
            <a:ext cx="0" cy="4432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58" name="Rectangle 38"/>
          <p:cNvSpPr>
            <a:spLocks noChangeArrowheads="1"/>
          </p:cNvSpPr>
          <p:nvPr/>
        </p:nvSpPr>
        <p:spPr bwMode="auto">
          <a:xfrm>
            <a:off x="7937500" y="1168400"/>
            <a:ext cx="6985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faster</a:t>
            </a:r>
          </a:p>
        </p:txBody>
      </p:sp>
      <p:sp>
        <p:nvSpPr>
          <p:cNvPr id="1080359" name="Line 39"/>
          <p:cNvSpPr>
            <a:spLocks noChangeShapeType="1"/>
          </p:cNvSpPr>
          <p:nvPr/>
        </p:nvSpPr>
        <p:spPr bwMode="auto">
          <a:xfrm>
            <a:off x="8458200" y="1606550"/>
            <a:ext cx="0" cy="3721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0360" name="Rectangle 40"/>
          <p:cNvSpPr>
            <a:spLocks noChangeArrowheads="1"/>
          </p:cNvSpPr>
          <p:nvPr/>
        </p:nvSpPr>
        <p:spPr bwMode="auto">
          <a:xfrm>
            <a:off x="8089900" y="5435600"/>
            <a:ext cx="787400" cy="2841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</a:pPr>
            <a:r>
              <a:rPr lang="en-US" sz="1800">
                <a:solidFill>
                  <a:schemeClr val="tx1"/>
                </a:solidFill>
                <a:latin typeface="Comic Sans MS" pitchFamily="66" charset="0"/>
              </a:rPr>
              <a:t>Larger</a:t>
            </a:r>
          </a:p>
        </p:txBody>
      </p:sp>
      <p:sp>
        <p:nvSpPr>
          <p:cNvPr id="1080361" name="Text Box 41"/>
          <p:cNvSpPr txBox="1">
            <a:spLocks noChangeArrowheads="1"/>
          </p:cNvSpPr>
          <p:nvPr/>
        </p:nvSpPr>
        <p:spPr bwMode="auto">
          <a:xfrm>
            <a:off x="1798638" y="1116013"/>
            <a:ext cx="1214437" cy="854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>
                <a:latin typeface="Comic Sans MS" pitchFamily="66" charset="0"/>
              </a:rPr>
              <a:t>Today’s </a:t>
            </a:r>
          </a:p>
          <a:p>
            <a:r>
              <a:rPr lang="en-US" sz="2000" b="1">
                <a:latin typeface="Comic Sans MS" pitchFamily="66" charset="0"/>
              </a:rPr>
              <a:t>Focus</a:t>
            </a:r>
          </a:p>
        </p:txBody>
      </p:sp>
      <p:sp>
        <p:nvSpPr>
          <p:cNvPr id="1080362" name="Line 42"/>
          <p:cNvSpPr>
            <a:spLocks noChangeShapeType="1"/>
          </p:cNvSpPr>
          <p:nvPr/>
        </p:nvSpPr>
        <p:spPr bwMode="auto">
          <a:xfrm>
            <a:off x="2270125" y="1935163"/>
            <a:ext cx="549275" cy="762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51464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CB18D-00D8-C66F-4327-35C1701CF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Typical Memory Hierarchy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97F93-87F6-5634-1E91-8B1A3C565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BF8AB-43AE-6196-F503-6178303F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0596A-05D3-3255-DF2F-FB5A56234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72" y="1909550"/>
            <a:ext cx="8229599" cy="309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9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2B84F-AB60-1647-838C-D0ADC2C558DE}" type="slidenum">
              <a:rPr lang="en-US"/>
              <a:pPr/>
              <a:t>12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0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368300" y="76200"/>
            <a:ext cx="7162800" cy="8382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CPU-Memory Bottleneck</a:t>
            </a:r>
          </a:p>
        </p:txBody>
      </p:sp>
      <p:sp>
        <p:nvSpPr>
          <p:cNvPr id="1409027" name="Rectangle 3"/>
          <p:cNvSpPr>
            <a:spLocks noChangeArrowheads="1"/>
          </p:cNvSpPr>
          <p:nvPr/>
        </p:nvSpPr>
        <p:spPr bwMode="auto">
          <a:xfrm>
            <a:off x="5105400" y="785813"/>
            <a:ext cx="1473200" cy="139858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Memory</a:t>
            </a:r>
          </a:p>
        </p:txBody>
      </p:sp>
      <p:sp>
        <p:nvSpPr>
          <p:cNvPr id="1409028" name="Rectangle 4"/>
          <p:cNvSpPr>
            <a:spLocks noChangeArrowheads="1"/>
          </p:cNvSpPr>
          <p:nvPr/>
        </p:nvSpPr>
        <p:spPr bwMode="auto">
          <a:xfrm>
            <a:off x="2590800" y="938213"/>
            <a:ext cx="1168400" cy="1079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CPU</a:t>
            </a:r>
          </a:p>
        </p:txBody>
      </p:sp>
      <p:sp>
        <p:nvSpPr>
          <p:cNvPr id="1409029" name="Line 5"/>
          <p:cNvSpPr>
            <a:spLocks noChangeShapeType="1"/>
          </p:cNvSpPr>
          <p:nvPr/>
        </p:nvSpPr>
        <p:spPr bwMode="auto">
          <a:xfrm flipV="1">
            <a:off x="3733800" y="1471613"/>
            <a:ext cx="1371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09030" name="Rectangle 6"/>
          <p:cNvSpPr>
            <a:spLocks noChangeArrowheads="1"/>
          </p:cNvSpPr>
          <p:nvPr/>
        </p:nvSpPr>
        <p:spPr bwMode="auto">
          <a:xfrm>
            <a:off x="685800" y="2383709"/>
            <a:ext cx="8131175" cy="373999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 anchor="ctr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Performance of high-speed computers is usually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limited by memory </a:t>
            </a:r>
            <a:r>
              <a:rPr lang="en-US" sz="2400" i="1" dirty="0">
                <a:solidFill>
                  <a:schemeClr val="tx1"/>
                </a:solidFill>
                <a:latin typeface="Verdana" charset="0"/>
              </a:rPr>
              <a:t>bandwidth </a:t>
            </a:r>
            <a:r>
              <a:rPr lang="en-US" sz="2400" dirty="0">
                <a:solidFill>
                  <a:schemeClr val="tx1"/>
                </a:solidFill>
                <a:latin typeface="Verdana" charset="0"/>
              </a:rPr>
              <a:t>&amp;</a:t>
            </a:r>
            <a:r>
              <a:rPr lang="en-US" sz="2400" i="1" dirty="0">
                <a:solidFill>
                  <a:schemeClr val="tx1"/>
                </a:solidFill>
                <a:latin typeface="Verdana" charset="0"/>
              </a:rPr>
              <a:t> latency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200" dirty="0">
              <a:solidFill>
                <a:schemeClr val="tx1"/>
              </a:solidFill>
              <a:latin typeface="Verdana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 Latency (time for a single access)</a:t>
            </a:r>
          </a:p>
          <a:p>
            <a:pPr lvl="2">
              <a:lnSpc>
                <a:spcPct val="90000"/>
              </a:lnSpc>
              <a:spcBef>
                <a:spcPct val="20000"/>
              </a:spcBef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Memory access time &gt;&gt; Processor cycle time</a:t>
            </a:r>
          </a:p>
          <a:p>
            <a:pPr lvl="3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sz="2000" i="1" dirty="0">
              <a:solidFill>
                <a:srgbClr val="56127A"/>
              </a:solidFill>
              <a:latin typeface="Verdana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 Bandwidth (number of accesses per unit time)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Number of data channels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Clock speed of memory</a:t>
            </a:r>
          </a:p>
          <a:p>
            <a:pPr lvl="2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sz="2400" dirty="0">
                <a:solidFill>
                  <a:srgbClr val="56127A"/>
                </a:solidFill>
                <a:latin typeface="Verdana" charset="0"/>
              </a:rPr>
              <a:t>Width of one channel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292975" cy="736600"/>
          </a:xfrm>
        </p:spPr>
        <p:txBody>
          <a:bodyPr/>
          <a:lstStyle/>
          <a:p>
            <a:r>
              <a:rPr lang="en-US"/>
              <a:t>Physical Size Affects Latency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1660D-4C45-964F-A040-C0D4146A75F8}" type="slidenum">
              <a:rPr lang="en-US" smtClean="0"/>
              <a:pPr/>
              <a:t>13</a:t>
            </a:fld>
            <a:endParaRPr lang="en-US" b="0">
              <a:solidFill>
                <a:srgbClr val="FBBA03"/>
              </a:solidFill>
            </a:endParaRPr>
          </a:p>
        </p:txBody>
      </p:sp>
      <p:grpSp>
        <p:nvGrpSpPr>
          <p:cNvPr id="6" name="Group 16"/>
          <p:cNvGrpSpPr/>
          <p:nvPr/>
        </p:nvGrpSpPr>
        <p:grpSpPr>
          <a:xfrm>
            <a:off x="609600" y="2209800"/>
            <a:ext cx="1295400" cy="2209800"/>
            <a:chOff x="609600" y="2209800"/>
            <a:chExt cx="1295400" cy="2209800"/>
          </a:xfrm>
        </p:grpSpPr>
        <p:sp>
          <p:nvSpPr>
            <p:cNvPr id="4" name="Rectangle 3"/>
            <p:cNvSpPr/>
            <p:nvPr/>
          </p:nvSpPr>
          <p:spPr bwMode="auto">
            <a:xfrm>
              <a:off x="609600" y="3124200"/>
              <a:ext cx="1295400" cy="129540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rPr>
                <a:t>Small Memory</a:t>
              </a:r>
            </a:p>
          </p:txBody>
        </p:sp>
        <p:cxnSp>
          <p:nvCxnSpPr>
            <p:cNvPr id="10" name="Straight Arrow Connector 9"/>
            <p:cNvCxnSpPr>
              <a:endCxn id="4" idx="0"/>
            </p:cNvCxnSpPr>
            <p:nvPr/>
          </p:nvCxnSpPr>
          <p:spPr bwMode="auto">
            <a:xfrm rot="5400000" flipH="1" flipV="1">
              <a:off x="285750" y="3448050"/>
              <a:ext cx="1295400" cy="64770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12" name="Rectangle 11"/>
            <p:cNvSpPr/>
            <p:nvPr/>
          </p:nvSpPr>
          <p:spPr bwMode="auto">
            <a:xfrm>
              <a:off x="762000" y="2209800"/>
              <a:ext cx="990600" cy="91440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rPr>
                <a:t>CPU</a:t>
              </a:r>
            </a:p>
          </p:txBody>
        </p:sp>
      </p:grpSp>
      <p:grpSp>
        <p:nvGrpSpPr>
          <p:cNvPr id="7" name="Group 17"/>
          <p:cNvGrpSpPr/>
          <p:nvPr/>
        </p:nvGrpSpPr>
        <p:grpSpPr>
          <a:xfrm>
            <a:off x="2743200" y="990600"/>
            <a:ext cx="4876800" cy="5181600"/>
            <a:chOff x="2743200" y="990600"/>
            <a:chExt cx="4876800" cy="5181600"/>
          </a:xfrm>
        </p:grpSpPr>
        <p:sp>
          <p:nvSpPr>
            <p:cNvPr id="5" name="Rectangle 4"/>
            <p:cNvSpPr/>
            <p:nvPr/>
          </p:nvSpPr>
          <p:spPr bwMode="auto">
            <a:xfrm>
              <a:off x="2743200" y="1905000"/>
              <a:ext cx="4876800" cy="426720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rPr>
                <a:t>Big Memory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 bwMode="auto">
            <a:xfrm rot="5400000" flipH="1" flipV="1">
              <a:off x="1790700" y="2857500"/>
              <a:ext cx="4267200" cy="2362200"/>
            </a:xfrm>
            <a:prstGeom prst="straightConnector1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14" name="Rectangle 13"/>
            <p:cNvSpPr/>
            <p:nvPr/>
          </p:nvSpPr>
          <p:spPr bwMode="auto">
            <a:xfrm>
              <a:off x="4572000" y="990600"/>
              <a:ext cx="990600" cy="914400"/>
            </a:xfrm>
            <a:prstGeom prst="rect">
              <a:avLst/>
            </a:prstGeom>
            <a:solidFill>
              <a:schemeClr val="bg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charset="0"/>
                </a:rPr>
                <a:t>CPU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152400" y="4800600"/>
            <a:ext cx="2362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 Signals have further to travel</a:t>
            </a: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 Fan out to more locations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DDEAB6-7160-8540-A030-3876E6A4E7DB}" type="slidenum">
              <a:rPr lang="en-US"/>
              <a:pPr/>
              <a:t>14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2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203200"/>
            <a:ext cx="7162800" cy="912813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Memory Hierarchy</a:t>
            </a:r>
          </a:p>
        </p:txBody>
      </p:sp>
      <p:sp>
        <p:nvSpPr>
          <p:cNvPr id="1426435" name="Rectangle 3"/>
          <p:cNvSpPr>
            <a:spLocks noChangeArrowheads="1"/>
          </p:cNvSpPr>
          <p:nvPr/>
        </p:nvSpPr>
        <p:spPr bwMode="auto">
          <a:xfrm>
            <a:off x="2971800" y="1219200"/>
            <a:ext cx="1981200" cy="1524000"/>
          </a:xfrm>
          <a:prstGeom prst="rect">
            <a:avLst/>
          </a:prstGeom>
          <a:solidFill>
            <a:srgbClr val="CFBDC8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Small,</a:t>
            </a:r>
          </a:p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Fast Memory</a:t>
            </a:r>
          </a:p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(RF, SRAM)</a:t>
            </a:r>
          </a:p>
        </p:txBody>
      </p:sp>
      <p:sp>
        <p:nvSpPr>
          <p:cNvPr id="1426436" name="Rectangle 4"/>
          <p:cNvSpPr>
            <a:spLocks noChangeArrowheads="1"/>
          </p:cNvSpPr>
          <p:nvPr/>
        </p:nvSpPr>
        <p:spPr bwMode="auto">
          <a:xfrm>
            <a:off x="228600" y="3429000"/>
            <a:ext cx="8763000" cy="252120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buFontTx/>
              <a:buChar char="•"/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 </a:t>
            </a:r>
            <a:r>
              <a:rPr lang="en-US" sz="2400" i="1">
                <a:solidFill>
                  <a:schemeClr val="tx1"/>
                </a:solidFill>
                <a:latin typeface="Verdana" charset="0"/>
              </a:rPr>
              <a:t>capacity</a:t>
            </a:r>
            <a:r>
              <a:rPr lang="en-US" sz="2400">
                <a:solidFill>
                  <a:schemeClr val="tx1"/>
                </a:solidFill>
                <a:latin typeface="Verdana" charset="0"/>
              </a:rPr>
              <a:t>:  Register &lt;&lt; SRAM &lt;&lt; DRAM</a:t>
            </a:r>
            <a:endParaRPr lang="en-US" sz="2400" i="1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 i="1">
                <a:solidFill>
                  <a:schemeClr val="tx1"/>
                </a:solidFill>
                <a:latin typeface="Verdana" charset="0"/>
              </a:rPr>
              <a:t> latency</a:t>
            </a:r>
            <a:r>
              <a:rPr lang="en-US" sz="2400">
                <a:solidFill>
                  <a:schemeClr val="tx1"/>
                </a:solidFill>
                <a:latin typeface="Verdana" charset="0"/>
              </a:rPr>
              <a:t>:   Register &lt;&lt; SRAM &lt;&lt; DRAM</a:t>
            </a:r>
            <a:endParaRPr lang="en-US" sz="2400" i="1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 </a:t>
            </a:r>
            <a:r>
              <a:rPr lang="en-US" sz="2400" i="1">
                <a:solidFill>
                  <a:schemeClr val="tx1"/>
                </a:solidFill>
                <a:latin typeface="Verdana" charset="0"/>
              </a:rPr>
              <a:t>bandwidth: </a:t>
            </a:r>
            <a:r>
              <a:rPr lang="en-US" sz="2400">
                <a:solidFill>
                  <a:schemeClr val="tx1"/>
                </a:solidFill>
                <a:latin typeface="Verdana" charset="0"/>
              </a:rPr>
              <a:t>on-chip &gt;&gt; off-chip</a:t>
            </a:r>
            <a:endParaRPr lang="en-US" sz="2400" i="1">
              <a:solidFill>
                <a:schemeClr val="tx1"/>
              </a:solidFill>
              <a:latin typeface="Verdana" charset="0"/>
            </a:endParaRPr>
          </a:p>
          <a:p>
            <a:pPr lvl="1">
              <a:spcBef>
                <a:spcPct val="0"/>
              </a:spcBef>
            </a:pPr>
            <a:endParaRPr lang="en-US" sz="1400" i="1">
              <a:solidFill>
                <a:schemeClr val="tx1"/>
              </a:solidFill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On a data access:</a:t>
            </a:r>
          </a:p>
          <a:p>
            <a:pPr lvl="1">
              <a:spcBef>
                <a:spcPct val="0"/>
              </a:spcBef>
            </a:pPr>
            <a:r>
              <a:rPr lang="en-US" sz="2400" i="1">
                <a:solidFill>
                  <a:srgbClr val="56127A"/>
                </a:solidFill>
                <a:latin typeface="Verdana" charset="0"/>
              </a:rPr>
              <a:t>if 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data </a:t>
            </a:r>
            <a:r>
              <a:rPr lang="en-US" sz="2400">
                <a:solidFill>
                  <a:srgbClr val="56127A"/>
                </a:solidFill>
                <a:latin typeface="Symbol" charset="2"/>
              </a:rPr>
              <a:t>Î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fast memory </a:t>
            </a:r>
            <a:r>
              <a:rPr lang="en-US" sz="2400" err="1">
                <a:solidFill>
                  <a:srgbClr val="56127A"/>
                </a:solidFill>
                <a:latin typeface="Symbol" charset="2"/>
              </a:rPr>
              <a:t>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low latency access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(SRAM)</a:t>
            </a:r>
          </a:p>
          <a:p>
            <a:pPr lvl="1">
              <a:spcBef>
                <a:spcPct val="0"/>
              </a:spcBef>
            </a:pPr>
            <a:r>
              <a:rPr lang="en-US" sz="2400" i="1">
                <a:solidFill>
                  <a:srgbClr val="56127A"/>
                </a:solidFill>
                <a:latin typeface="Verdana" charset="0"/>
              </a:rPr>
              <a:t>if 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data </a:t>
            </a:r>
            <a:r>
              <a:rPr lang="en-US" sz="2400">
                <a:solidFill>
                  <a:srgbClr val="56127A"/>
                </a:solidFill>
                <a:latin typeface="Symbol" charset="2"/>
              </a:rPr>
              <a:t>Ï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fast memory </a:t>
            </a:r>
            <a:r>
              <a:rPr lang="en-US" sz="2400" err="1">
                <a:solidFill>
                  <a:srgbClr val="56127A"/>
                </a:solidFill>
                <a:latin typeface="Symbol" charset="2"/>
              </a:rPr>
              <a:t>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long latency access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(DRAM)</a:t>
            </a:r>
            <a:endParaRPr lang="en-US" sz="2400" i="1">
              <a:solidFill>
                <a:schemeClr val="tx1"/>
              </a:solidFill>
              <a:latin typeface="Verdana" charset="0"/>
            </a:endParaRPr>
          </a:p>
        </p:txBody>
      </p:sp>
      <p:sp>
        <p:nvSpPr>
          <p:cNvPr id="1426437" name="Rectangle 5"/>
          <p:cNvSpPr>
            <a:spLocks noChangeArrowheads="1"/>
          </p:cNvSpPr>
          <p:nvPr/>
        </p:nvSpPr>
        <p:spPr bwMode="auto">
          <a:xfrm>
            <a:off x="838200" y="1600200"/>
            <a:ext cx="1016000" cy="83502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CPU</a:t>
            </a:r>
          </a:p>
        </p:txBody>
      </p:sp>
      <p:sp>
        <p:nvSpPr>
          <p:cNvPr id="1426438" name="Rectangle 6"/>
          <p:cNvSpPr>
            <a:spLocks noChangeArrowheads="1"/>
          </p:cNvSpPr>
          <p:nvPr/>
        </p:nvSpPr>
        <p:spPr bwMode="auto">
          <a:xfrm>
            <a:off x="5943600" y="762000"/>
            <a:ext cx="2819400" cy="2514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Big, Slow Memory</a:t>
            </a:r>
          </a:p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(DRAM)</a:t>
            </a:r>
          </a:p>
        </p:txBody>
      </p:sp>
      <p:sp>
        <p:nvSpPr>
          <p:cNvPr id="1426439" name="Oval 7"/>
          <p:cNvSpPr>
            <a:spLocks noChangeArrowheads="1"/>
          </p:cNvSpPr>
          <p:nvPr/>
        </p:nvSpPr>
        <p:spPr bwMode="auto">
          <a:xfrm>
            <a:off x="2209800" y="1295400"/>
            <a:ext cx="355600" cy="3111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A</a:t>
            </a:r>
          </a:p>
        </p:txBody>
      </p:sp>
      <p:sp>
        <p:nvSpPr>
          <p:cNvPr id="1426440" name="Oval 8"/>
          <p:cNvSpPr>
            <a:spLocks noChangeArrowheads="1"/>
          </p:cNvSpPr>
          <p:nvPr/>
        </p:nvSpPr>
        <p:spPr bwMode="auto">
          <a:xfrm>
            <a:off x="5257800" y="1295400"/>
            <a:ext cx="355600" cy="3111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ctr"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charset="0"/>
              </a:rPr>
              <a:t>B</a:t>
            </a:r>
          </a:p>
        </p:txBody>
      </p:sp>
      <p:sp>
        <p:nvSpPr>
          <p:cNvPr id="1426441" name="Rectangle 9"/>
          <p:cNvSpPr>
            <a:spLocks noChangeArrowheads="1"/>
          </p:cNvSpPr>
          <p:nvPr/>
        </p:nvSpPr>
        <p:spPr bwMode="auto">
          <a:xfrm>
            <a:off x="1752600" y="2743200"/>
            <a:ext cx="419100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i="1">
                <a:solidFill>
                  <a:schemeClr val="tx1"/>
                </a:solidFill>
                <a:latin typeface="Verdana" charset="0"/>
              </a:rPr>
              <a:t>holds frequently used data</a:t>
            </a:r>
          </a:p>
        </p:txBody>
      </p:sp>
      <p:sp>
        <p:nvSpPr>
          <p:cNvPr id="1426442" name="AutoShape 10"/>
          <p:cNvSpPr>
            <a:spLocks noChangeArrowheads="1"/>
          </p:cNvSpPr>
          <p:nvPr/>
        </p:nvSpPr>
        <p:spPr bwMode="auto">
          <a:xfrm>
            <a:off x="4953000" y="1981200"/>
            <a:ext cx="990600" cy="152400"/>
          </a:xfrm>
          <a:prstGeom prst="leftRightArrow">
            <a:avLst>
              <a:gd name="adj1" fmla="val 50000"/>
              <a:gd name="adj2" fmla="val 130000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26443" name="AutoShape 11"/>
          <p:cNvSpPr>
            <a:spLocks noChangeArrowheads="1"/>
          </p:cNvSpPr>
          <p:nvPr/>
        </p:nvSpPr>
        <p:spPr bwMode="auto">
          <a:xfrm>
            <a:off x="1828800" y="1600200"/>
            <a:ext cx="1143000" cy="838200"/>
          </a:xfrm>
          <a:prstGeom prst="leftRightArrow">
            <a:avLst>
              <a:gd name="adj1" fmla="val 50000"/>
              <a:gd name="adj2" fmla="val 27273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57848-939E-7E43-907B-1F30974904B2}" type="slidenum">
              <a:rPr lang="en-US"/>
              <a:pPr/>
              <a:t>15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27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 summary</a:t>
            </a:r>
          </a:p>
        </p:txBody>
      </p:sp>
      <p:sp>
        <p:nvSpPr>
          <p:cNvPr id="1277965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698500" y="1193800"/>
            <a:ext cx="7683500" cy="5207000"/>
          </a:xfrm>
        </p:spPr>
        <p:txBody>
          <a:bodyPr/>
          <a:lstStyle/>
          <a:p>
            <a:r>
              <a:rPr lang="en-US" sz="2000"/>
              <a:t>Dynamic RAM (DRAM) is main form of main memory storage in use today</a:t>
            </a:r>
          </a:p>
          <a:p>
            <a:pPr lvl="1"/>
            <a:r>
              <a:rPr lang="en-US" sz="1800"/>
              <a:t>Holds values on small capacitors, need refreshing (hence dynamic)</a:t>
            </a:r>
          </a:p>
          <a:p>
            <a:pPr lvl="1"/>
            <a:r>
              <a:rPr lang="en-US" sz="1800"/>
              <a:t>Slow multi-step access: pre-charge, read row, read column</a:t>
            </a:r>
          </a:p>
          <a:p>
            <a:r>
              <a:rPr lang="en-US" sz="2000"/>
              <a:t>Static RAM (SRAM) is faster but more expensive</a:t>
            </a:r>
          </a:p>
          <a:p>
            <a:pPr lvl="1"/>
            <a:r>
              <a:rPr lang="en-US" sz="1800"/>
              <a:t>Used to build on-chip memory for caches</a:t>
            </a:r>
          </a:p>
          <a:p>
            <a:r>
              <a:rPr lang="en-US" sz="2000"/>
              <a:t>Cache holds small set of values in fast memory (SRAM) close to processor</a:t>
            </a:r>
          </a:p>
          <a:p>
            <a:pPr lvl="1"/>
            <a:r>
              <a:rPr lang="en-US" sz="1800"/>
              <a:t>Need to develop search scheme to find values in cache, and replacement policy to make space for newly accessed locations</a:t>
            </a:r>
          </a:p>
          <a:p>
            <a:r>
              <a:rPr lang="en-US" sz="2000"/>
              <a:t>Caches exploit two forms of predictability in memory reference streams</a:t>
            </a:r>
          </a:p>
          <a:p>
            <a:pPr lvl="1"/>
            <a:r>
              <a:rPr lang="en-US" sz="1800"/>
              <a:t>Temporal locality, same location likely to be accessed again soon</a:t>
            </a:r>
          </a:p>
          <a:p>
            <a:pPr lvl="1"/>
            <a:r>
              <a:rPr lang="en-US" sz="1800"/>
              <a:t>Spatial locality, neighboring location likely to be accessed soon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FAEFF-2CA2-06F2-BD72-B6FDDFDF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C713-AFFA-C1DC-FF58-4D835F7F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3A6BD-C8D7-C598-8644-38B6D13FA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Memory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DRAM</a:t>
            </a:r>
          </a:p>
          <a:p>
            <a:r>
              <a:rPr lang="en-US" dirty="0"/>
              <a:t>Caches</a:t>
            </a:r>
          </a:p>
          <a:p>
            <a:r>
              <a:rPr lang="en-US" dirty="0"/>
              <a:t>Memory Management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3A42E-55EF-AD86-6B41-95A9E8C8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3A9CC3-C0C5-49F5-88AB-58977EE0B2C7}" type="datetime1">
              <a:rPr kumimoji="0" lang="sv-S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2025-09-09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8EDD2-6483-F1EF-320C-BA3ACE50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EE58DA-F00E-43DF-8114-C98C33C3E26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4088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1F37F-FFA8-47F6-8494-77BDAA12B027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6870B-A649-4985-ADD2-1707CDE2DF50}" type="slidenum">
              <a:rPr lang="en-US"/>
              <a:pPr/>
              <a:t>17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2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72375" cy="409575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Common Predictable Patterns</a:t>
            </a:r>
          </a:p>
        </p:txBody>
      </p:sp>
      <p:sp>
        <p:nvSpPr>
          <p:cNvPr id="1082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1338" y="1216025"/>
            <a:ext cx="8248650" cy="4908550"/>
          </a:xfrm>
          <a:noFill/>
          <a:ln/>
        </p:spPr>
        <p:txBody>
          <a:bodyPr lIns="90488" tIns="44450" rIns="90488" bIns="44450"/>
          <a:lstStyle/>
          <a:p>
            <a:pPr marL="228600" indent="-228600">
              <a:buFontTx/>
              <a:buNone/>
            </a:pPr>
            <a:r>
              <a:rPr lang="en-US" sz="2800" dirty="0"/>
              <a:t>Two predictable properties of memory references:</a:t>
            </a:r>
          </a:p>
          <a:p>
            <a:pPr lvl="1">
              <a:buFontTx/>
              <a:buNone/>
            </a:pPr>
            <a:endParaRPr lang="en-US" sz="2000" dirty="0"/>
          </a:p>
          <a:p>
            <a:pPr marL="228600" indent="-228600"/>
            <a:r>
              <a:rPr lang="en-US" sz="2800" u="sng" dirty="0">
                <a:solidFill>
                  <a:schemeClr val="hlink"/>
                </a:solidFill>
              </a:rPr>
              <a:t>Temporal Locality:</a:t>
            </a:r>
            <a:r>
              <a:rPr lang="en-US" sz="2800" dirty="0"/>
              <a:t> If a location is referenced, it is likely to be referenced again soon</a:t>
            </a:r>
          </a:p>
          <a:p>
            <a:pPr marL="228600" indent="-228600"/>
            <a:r>
              <a:rPr lang="en-US" sz="2800" u="sng" dirty="0">
                <a:solidFill>
                  <a:schemeClr val="hlink"/>
                </a:solidFill>
              </a:rPr>
              <a:t>Spatial Locality:</a:t>
            </a:r>
            <a:r>
              <a:rPr lang="en-US" sz="2800" dirty="0"/>
              <a:t> If a location is referenced it is likely that locations near it will be referenced soon (e.g., array access)</a:t>
            </a:r>
          </a:p>
        </p:txBody>
      </p:sp>
    </p:spTree>
    <p:extLst>
      <p:ext uri="{BB962C8B-B14F-4D97-AF65-F5344CB8AC3E}">
        <p14:creationId xmlns:p14="http://schemas.microsoft.com/office/powerpoint/2010/main" val="91448742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B607-7346-430A-BE29-911B3379D1F6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FBAC1-89E1-4170-88D8-0B7FC641702A}" type="slidenum">
              <a:rPr lang="en-US"/>
              <a:pPr/>
              <a:t>18</a:t>
            </a:fld>
            <a:endParaRPr lang="en-US" b="0">
              <a:solidFill>
                <a:srgbClr val="FBBA03"/>
              </a:solidFill>
            </a:endParaRPr>
          </a:p>
        </p:txBody>
      </p:sp>
      <p:pic>
        <p:nvPicPr>
          <p:cNvPr id="10844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4500" y="850900"/>
            <a:ext cx="8442325" cy="51800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  <p:sp>
        <p:nvSpPr>
          <p:cNvPr id="1084419" name="Rectangle 3"/>
          <p:cNvSpPr>
            <a:spLocks noGrp="1" noChangeArrowheads="1"/>
          </p:cNvSpPr>
          <p:nvPr>
            <p:ph type="title"/>
          </p:nvPr>
        </p:nvSpPr>
        <p:spPr>
          <a:xfrm>
            <a:off x="546100" y="38100"/>
            <a:ext cx="8064500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/>
              <a:t>Memory Reference Patterns</a:t>
            </a:r>
          </a:p>
        </p:txBody>
      </p:sp>
      <p:sp>
        <p:nvSpPr>
          <p:cNvPr id="1084420" name="Text Box 4"/>
          <p:cNvSpPr txBox="1">
            <a:spLocks noChangeArrowheads="1"/>
          </p:cNvSpPr>
          <p:nvPr/>
        </p:nvSpPr>
        <p:spPr bwMode="auto">
          <a:xfrm>
            <a:off x="1316736" y="6102350"/>
            <a:ext cx="773836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eaLnBrk="1" hangingPunct="1"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>
                <a:solidFill>
                  <a:schemeClr val="tx1"/>
                </a:solidFill>
                <a:latin typeface="Times" pitchFamily="2" charset="0"/>
              </a:rPr>
              <a:t>Source: Donald J. Hatfield, Jeanette Gerald: Program Restructuring for Virtual Memory. IBM Systems Journal 10(3): 168-192 (1971)</a:t>
            </a:r>
          </a:p>
        </p:txBody>
      </p:sp>
      <p:sp>
        <p:nvSpPr>
          <p:cNvPr id="1084421" name="Text Box 5"/>
          <p:cNvSpPr txBox="1">
            <a:spLocks noChangeArrowheads="1"/>
          </p:cNvSpPr>
          <p:nvPr/>
        </p:nvSpPr>
        <p:spPr bwMode="auto">
          <a:xfrm>
            <a:off x="8189913" y="6045200"/>
            <a:ext cx="533400" cy="16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>
            <a:spAutoFit/>
          </a:bodyPr>
          <a:lstStyle/>
          <a:p>
            <a:pPr algn="ctr" eaLnBrk="1" hangingPunct="1">
              <a:lnSpc>
                <a:spcPts val="1300"/>
              </a:lnSpc>
              <a:spcBef>
                <a:spcPct val="0"/>
              </a:spcBef>
              <a:tabLst>
                <a:tab pos="596900" algn="l"/>
                <a:tab pos="1511300" algn="l"/>
                <a:tab pos="2425700" algn="l"/>
                <a:tab pos="3340100" algn="l"/>
                <a:tab pos="4254500" algn="l"/>
                <a:tab pos="5168900" algn="l"/>
                <a:tab pos="6083300" algn="l"/>
                <a:tab pos="6997700" algn="l"/>
              </a:tabLst>
            </a:pPr>
            <a:r>
              <a:rPr lang="en-US" sz="1800" b="1">
                <a:solidFill>
                  <a:srgbClr val="053DE8"/>
                </a:solidFill>
                <a:latin typeface="Helvetica" pitchFamily="2" charset="0"/>
              </a:rPr>
              <a:t>Time</a:t>
            </a:r>
          </a:p>
        </p:txBody>
      </p:sp>
      <p:sp>
        <p:nvSpPr>
          <p:cNvPr id="1084422" name="Text Box 6"/>
          <p:cNvSpPr txBox="1">
            <a:spLocks noChangeArrowheads="1"/>
          </p:cNvSpPr>
          <p:nvPr/>
        </p:nvSpPr>
        <p:spPr bwMode="auto">
          <a:xfrm rot="16200000">
            <a:off x="-2032000" y="3106738"/>
            <a:ext cx="4460875" cy="27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 eaLnBrk="1" hangingPunct="1">
              <a:lnSpc>
                <a:spcPts val="1300"/>
              </a:lnSpc>
              <a:spcBef>
                <a:spcPct val="0"/>
              </a:spcBef>
              <a:tabLst>
                <a:tab pos="596900" algn="l"/>
                <a:tab pos="1511300" algn="l"/>
                <a:tab pos="2425700" algn="l"/>
                <a:tab pos="3340100" algn="l"/>
                <a:tab pos="4254500" algn="l"/>
                <a:tab pos="5168900" algn="l"/>
                <a:tab pos="6083300" algn="l"/>
                <a:tab pos="6997700" algn="l"/>
              </a:tabLst>
            </a:pPr>
            <a:r>
              <a:rPr lang="en-US" sz="1800" b="1">
                <a:solidFill>
                  <a:srgbClr val="053DE8"/>
                </a:solidFill>
                <a:latin typeface="Helvetica" pitchFamily="2" charset="0"/>
              </a:rPr>
              <a:t>Memory Address (one dot per access)</a:t>
            </a:r>
          </a:p>
        </p:txBody>
      </p:sp>
      <p:grpSp>
        <p:nvGrpSpPr>
          <p:cNvPr id="1084424" name="Group 8"/>
          <p:cNvGrpSpPr>
            <a:grpSpLocks/>
          </p:cNvGrpSpPr>
          <p:nvPr/>
        </p:nvGrpSpPr>
        <p:grpSpPr bwMode="auto">
          <a:xfrm>
            <a:off x="3987800" y="4635500"/>
            <a:ext cx="5014913" cy="1282700"/>
            <a:chOff x="2198" y="2555"/>
            <a:chExt cx="3159" cy="808"/>
          </a:xfrm>
        </p:grpSpPr>
        <p:sp>
          <p:nvSpPr>
            <p:cNvPr id="1084425" name="Freeform 9"/>
            <p:cNvSpPr>
              <a:spLocks/>
            </p:cNvSpPr>
            <p:nvPr/>
          </p:nvSpPr>
          <p:spPr bwMode="auto">
            <a:xfrm>
              <a:off x="2198" y="2555"/>
              <a:ext cx="639" cy="440"/>
            </a:xfrm>
            <a:custGeom>
              <a:avLst/>
              <a:gdLst/>
              <a:ahLst/>
              <a:cxnLst>
                <a:cxn ang="0">
                  <a:pos x="7777" y="1334"/>
                </a:cxn>
                <a:cxn ang="0">
                  <a:pos x="7777" y="7777"/>
                </a:cxn>
                <a:cxn ang="0">
                  <a:pos x="1334" y="7777"/>
                </a:cxn>
                <a:cxn ang="0">
                  <a:pos x="1334" y="1334"/>
                </a:cxn>
                <a:cxn ang="0">
                  <a:pos x="7777" y="1334"/>
                </a:cxn>
                <a:cxn ang="0">
                  <a:pos x="7777" y="1334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prstDash val="solid"/>
              <a:round/>
              <a:headEnd/>
              <a:tailEnd/>
            </a:ln>
            <a:effectLst>
              <a:outerShdw dist="63499" dir="2339991" algn="ctr" rotWithShape="0">
                <a:srgbClr val="0D0D0D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26" name="Line 10"/>
            <p:cNvSpPr>
              <a:spLocks noChangeShapeType="1"/>
            </p:cNvSpPr>
            <p:nvPr/>
          </p:nvSpPr>
          <p:spPr bwMode="auto">
            <a:xfrm rot="10800000">
              <a:off x="2846" y="2923"/>
              <a:ext cx="576" cy="120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27" name="Line 11"/>
            <p:cNvSpPr>
              <a:spLocks noChangeShapeType="1"/>
            </p:cNvSpPr>
            <p:nvPr/>
          </p:nvSpPr>
          <p:spPr bwMode="auto">
            <a:xfrm>
              <a:off x="4222" y="3019"/>
              <a:ext cx="448" cy="104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28" name="Freeform 12"/>
            <p:cNvSpPr>
              <a:spLocks/>
            </p:cNvSpPr>
            <p:nvPr/>
          </p:nvSpPr>
          <p:spPr bwMode="auto">
            <a:xfrm>
              <a:off x="4718" y="2763"/>
              <a:ext cx="639" cy="600"/>
            </a:xfrm>
            <a:custGeom>
              <a:avLst/>
              <a:gdLst/>
              <a:ahLst/>
              <a:cxnLst>
                <a:cxn ang="0">
                  <a:pos x="7777" y="1334"/>
                </a:cxn>
                <a:cxn ang="0">
                  <a:pos x="7777" y="7777"/>
                </a:cxn>
                <a:cxn ang="0">
                  <a:pos x="1334" y="7777"/>
                </a:cxn>
                <a:cxn ang="0">
                  <a:pos x="1334" y="1334"/>
                </a:cxn>
                <a:cxn ang="0">
                  <a:pos x="7777" y="1334"/>
                </a:cxn>
                <a:cxn ang="0">
                  <a:pos x="7777" y="1334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prstDash val="solid"/>
              <a:round/>
              <a:headEnd/>
              <a:tailEnd/>
            </a:ln>
            <a:effectLst>
              <a:outerShdw dist="63499" dir="2339991" algn="ctr" rotWithShape="0">
                <a:srgbClr val="0D0D0D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29" name="Text Box 13"/>
            <p:cNvSpPr txBox="1">
              <a:spLocks noChangeArrowheads="1"/>
            </p:cNvSpPr>
            <p:nvPr/>
          </p:nvSpPr>
          <p:spPr bwMode="auto">
            <a:xfrm>
              <a:off x="3242" y="2817"/>
              <a:ext cx="1172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Spatial</a:t>
              </a:r>
            </a:p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Locality</a:t>
              </a:r>
            </a:p>
          </p:txBody>
        </p:sp>
      </p:grpSp>
      <p:grpSp>
        <p:nvGrpSpPr>
          <p:cNvPr id="1084431" name="Group 15"/>
          <p:cNvGrpSpPr>
            <a:grpSpLocks/>
          </p:cNvGrpSpPr>
          <p:nvPr/>
        </p:nvGrpSpPr>
        <p:grpSpPr bwMode="auto">
          <a:xfrm>
            <a:off x="4203700" y="2536825"/>
            <a:ext cx="4762500" cy="762000"/>
            <a:chOff x="2317" y="1398"/>
            <a:chExt cx="3000" cy="480"/>
          </a:xfrm>
        </p:grpSpPr>
        <p:sp>
          <p:nvSpPr>
            <p:cNvPr id="1084432" name="Freeform 16"/>
            <p:cNvSpPr>
              <a:spLocks/>
            </p:cNvSpPr>
            <p:nvPr/>
          </p:nvSpPr>
          <p:spPr bwMode="auto">
            <a:xfrm>
              <a:off x="2317" y="1552"/>
              <a:ext cx="1735" cy="216"/>
            </a:xfrm>
            <a:custGeom>
              <a:avLst/>
              <a:gdLst/>
              <a:ahLst/>
              <a:cxnLst>
                <a:cxn ang="0">
                  <a:pos x="7777" y="1334"/>
                </a:cxn>
                <a:cxn ang="0">
                  <a:pos x="7777" y="7777"/>
                </a:cxn>
                <a:cxn ang="0">
                  <a:pos x="1334" y="7777"/>
                </a:cxn>
                <a:cxn ang="0">
                  <a:pos x="1334" y="1334"/>
                </a:cxn>
                <a:cxn ang="0">
                  <a:pos x="7777" y="1334"/>
                </a:cxn>
                <a:cxn ang="0">
                  <a:pos x="7777" y="1334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prstDash val="solid"/>
              <a:round/>
              <a:headEnd/>
              <a:tailEnd/>
            </a:ln>
            <a:effectLst>
              <a:outerShdw dist="63499" dir="2339991" algn="ctr" rotWithShape="0">
                <a:srgbClr val="0D0D0D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33" name="Line 17"/>
            <p:cNvSpPr>
              <a:spLocks noChangeShapeType="1"/>
            </p:cNvSpPr>
            <p:nvPr/>
          </p:nvSpPr>
          <p:spPr bwMode="auto">
            <a:xfrm flipH="1">
              <a:off x="4077" y="1488"/>
              <a:ext cx="208" cy="152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34" name="Text Box 18"/>
            <p:cNvSpPr txBox="1">
              <a:spLocks noChangeArrowheads="1"/>
            </p:cNvSpPr>
            <p:nvPr/>
          </p:nvSpPr>
          <p:spPr bwMode="auto">
            <a:xfrm>
              <a:off x="4145" y="1398"/>
              <a:ext cx="1172" cy="48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Temporal</a:t>
              </a:r>
            </a:p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 Locality</a:t>
              </a:r>
            </a:p>
          </p:txBody>
        </p:sp>
      </p:grpSp>
      <p:grpSp>
        <p:nvGrpSpPr>
          <p:cNvPr id="1084435" name="Group 19"/>
          <p:cNvGrpSpPr>
            <a:grpSpLocks/>
          </p:cNvGrpSpPr>
          <p:nvPr/>
        </p:nvGrpSpPr>
        <p:grpSpPr bwMode="auto">
          <a:xfrm>
            <a:off x="723900" y="841375"/>
            <a:ext cx="7392988" cy="949325"/>
            <a:chOff x="456" y="530"/>
            <a:chExt cx="4657" cy="598"/>
          </a:xfrm>
        </p:grpSpPr>
        <p:sp>
          <p:nvSpPr>
            <p:cNvPr id="1084436" name="Freeform 20"/>
            <p:cNvSpPr>
              <a:spLocks/>
            </p:cNvSpPr>
            <p:nvPr/>
          </p:nvSpPr>
          <p:spPr bwMode="auto">
            <a:xfrm>
              <a:off x="456" y="720"/>
              <a:ext cx="2351" cy="408"/>
            </a:xfrm>
            <a:custGeom>
              <a:avLst/>
              <a:gdLst/>
              <a:ahLst/>
              <a:cxnLst>
                <a:cxn ang="0">
                  <a:pos x="7777" y="1334"/>
                </a:cxn>
                <a:cxn ang="0">
                  <a:pos x="7777" y="7777"/>
                </a:cxn>
                <a:cxn ang="0">
                  <a:pos x="1334" y="7777"/>
                </a:cxn>
                <a:cxn ang="0">
                  <a:pos x="1334" y="1334"/>
                </a:cxn>
                <a:cxn ang="0">
                  <a:pos x="7777" y="1334"/>
                </a:cxn>
                <a:cxn ang="0">
                  <a:pos x="7777" y="1334"/>
                </a:cxn>
              </a:cxnLst>
              <a:rect l="0" t="0" r="r" b="b"/>
              <a:pathLst>
                <a:path w="9111" h="9111">
                  <a:moveTo>
                    <a:pt x="7777" y="1334"/>
                  </a:moveTo>
                  <a:cubicBezTo>
                    <a:pt x="9556" y="3113"/>
                    <a:pt x="9556" y="5998"/>
                    <a:pt x="7777" y="7777"/>
                  </a:cubicBezTo>
                  <a:cubicBezTo>
                    <a:pt x="5998" y="9556"/>
                    <a:pt x="3113" y="9556"/>
                    <a:pt x="1334" y="7777"/>
                  </a:cubicBezTo>
                  <a:cubicBezTo>
                    <a:pt x="-445" y="5998"/>
                    <a:pt x="-445" y="3113"/>
                    <a:pt x="1334" y="1334"/>
                  </a:cubicBezTo>
                  <a:cubicBezTo>
                    <a:pt x="3113" y="-445"/>
                    <a:pt x="5998" y="-445"/>
                    <a:pt x="7777" y="1334"/>
                  </a:cubicBezTo>
                  <a:close/>
                  <a:moveTo>
                    <a:pt x="7777" y="1334"/>
                  </a:moveTo>
                </a:path>
              </a:pathLst>
            </a:custGeom>
            <a:noFill/>
            <a:ln w="25400">
              <a:solidFill>
                <a:srgbClr val="053DE8"/>
              </a:solidFill>
              <a:prstDash val="solid"/>
              <a:round/>
              <a:headEnd/>
              <a:tailEnd/>
            </a:ln>
            <a:effectLst>
              <a:outerShdw dist="63499" dir="2339991" algn="ctr" rotWithShape="0">
                <a:srgbClr val="0D0D0D">
                  <a:alpha val="5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37" name="Line 21"/>
            <p:cNvSpPr>
              <a:spLocks noChangeShapeType="1"/>
            </p:cNvSpPr>
            <p:nvPr/>
          </p:nvSpPr>
          <p:spPr bwMode="auto">
            <a:xfrm flipH="1">
              <a:off x="2712" y="632"/>
              <a:ext cx="208" cy="152"/>
            </a:xfrm>
            <a:prstGeom prst="line">
              <a:avLst/>
            </a:prstGeom>
            <a:noFill/>
            <a:ln w="25400">
              <a:solidFill>
                <a:srgbClr val="053DE8"/>
              </a:solidFill>
              <a:round/>
              <a:headEnd/>
              <a:tailEnd type="stealth" w="med" len="med"/>
            </a:ln>
            <a:effectLst>
              <a:outerShdw dist="76199" dir="3420002" algn="ctr" rotWithShape="0">
                <a:srgbClr val="053DE8">
                  <a:alpha val="2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38" name="Text Box 22"/>
            <p:cNvSpPr txBox="1">
              <a:spLocks noChangeArrowheads="1"/>
            </p:cNvSpPr>
            <p:nvPr/>
          </p:nvSpPr>
          <p:spPr bwMode="auto">
            <a:xfrm>
              <a:off x="2902" y="530"/>
              <a:ext cx="22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 eaLnBrk="1" hangingPunct="1"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</a:pPr>
              <a:r>
                <a:rPr lang="en-US" sz="2600" b="1">
                  <a:solidFill>
                    <a:srgbClr val="053DE8"/>
                  </a:solidFill>
                  <a:latin typeface="Marker Felt" pitchFamily="32" charset="0"/>
                </a:rPr>
                <a:t>Bad </a:t>
              </a:r>
              <a:r>
                <a:rPr lang="en-US" sz="2400" b="1">
                  <a:solidFill>
                    <a:srgbClr val="053DE8"/>
                  </a:solidFill>
                </a:rPr>
                <a:t>locality behavior</a:t>
              </a:r>
              <a:r>
                <a:rPr lang="en-US" b="1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2046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E507-EEB3-41B4-839B-F5F9A85EAAE8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2759A-BAF7-47A8-8A96-BDEE033B0763}" type="slidenum">
              <a:rPr lang="en-US"/>
              <a:pPr/>
              <a:t>19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5442" name="Rectangle 2"/>
          <p:cNvSpPr>
            <a:spLocks noChangeArrowheads="1"/>
          </p:cNvSpPr>
          <p:nvPr/>
        </p:nvSpPr>
        <p:spPr bwMode="auto">
          <a:xfrm>
            <a:off x="746125" y="209550"/>
            <a:ext cx="7292975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0332B7"/>
                </a:solidFill>
              </a:rPr>
              <a:t>Caches</a:t>
            </a:r>
          </a:p>
        </p:txBody>
      </p:sp>
      <p:sp>
        <p:nvSpPr>
          <p:cNvPr id="1085443" name="Rectangle 3"/>
          <p:cNvSpPr>
            <a:spLocks noChangeArrowheads="1"/>
          </p:cNvSpPr>
          <p:nvPr/>
        </p:nvSpPr>
        <p:spPr bwMode="auto">
          <a:xfrm>
            <a:off x="457200" y="946150"/>
            <a:ext cx="78692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30000"/>
              </a:spcBef>
              <a:buSzPct val="100000"/>
            </a:pPr>
            <a:r>
              <a:rPr lang="en-US" sz="2400" dirty="0">
                <a:solidFill>
                  <a:schemeClr val="tx1"/>
                </a:solidFill>
              </a:rPr>
              <a:t>Caches exploit both types of predictability:</a:t>
            </a:r>
          </a:p>
          <a:p>
            <a:pPr marL="342900" indent="-342900">
              <a:lnSpc>
                <a:spcPct val="90000"/>
              </a:lnSpc>
              <a:spcBef>
                <a:spcPct val="30000"/>
              </a:spcBef>
              <a:buSzPct val="100000"/>
            </a:pPr>
            <a:endParaRPr lang="en-US" sz="24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400" dirty="0">
                <a:solidFill>
                  <a:schemeClr val="tx1"/>
                </a:solidFill>
              </a:rPr>
              <a:t>Exploit </a:t>
            </a:r>
            <a:r>
              <a:rPr lang="en-US" sz="2400" dirty="0"/>
              <a:t>temporal locality</a:t>
            </a:r>
            <a:r>
              <a:rPr lang="en-US" sz="2400" dirty="0">
                <a:solidFill>
                  <a:schemeClr val="tx1"/>
                </a:solidFill>
              </a:rPr>
              <a:t> by remembering the contents of recently accessed locations</a:t>
            </a:r>
            <a:br>
              <a:rPr lang="en-US" sz="2400" dirty="0">
                <a:solidFill>
                  <a:schemeClr val="tx1"/>
                </a:solidFill>
              </a:rPr>
            </a:br>
            <a:endParaRPr lang="en-US" sz="2400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ct val="30000"/>
              </a:spcBef>
              <a:buSzPct val="100000"/>
              <a:buFontTx/>
              <a:buChar char="–"/>
            </a:pPr>
            <a:r>
              <a:rPr lang="en-US" sz="2400" dirty="0">
                <a:solidFill>
                  <a:schemeClr val="tx1"/>
                </a:solidFill>
              </a:rPr>
              <a:t>Exploit </a:t>
            </a:r>
            <a:r>
              <a:rPr lang="en-US" sz="2400" dirty="0"/>
              <a:t>spatial locality</a:t>
            </a:r>
            <a:r>
              <a:rPr lang="en-US" sz="2400" dirty="0">
                <a:solidFill>
                  <a:schemeClr val="tx1"/>
                </a:solidFill>
              </a:rPr>
              <a:t> by fetching blocks of data around recently accessed locations</a:t>
            </a:r>
          </a:p>
        </p:txBody>
      </p:sp>
    </p:spTree>
    <p:extLst>
      <p:ext uri="{BB962C8B-B14F-4D97-AF65-F5344CB8AC3E}">
        <p14:creationId xmlns:p14="http://schemas.microsoft.com/office/powerpoint/2010/main" val="2632765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69A94-69D5-459A-BC36-3B042A46FAA9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9FF6-5354-4E38-946C-BB1EB79C18D1}" type="slidenum">
              <a:rPr lang="en-US"/>
              <a:pPr/>
              <a:t>20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6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33425" y="341313"/>
            <a:ext cx="7610475" cy="409575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Cache Algorithm (Read)</a:t>
            </a:r>
          </a:p>
        </p:txBody>
      </p:sp>
      <p:grpSp>
        <p:nvGrpSpPr>
          <p:cNvPr id="1086467" name="Group 3"/>
          <p:cNvGrpSpPr>
            <a:grpSpLocks/>
          </p:cNvGrpSpPr>
          <p:nvPr/>
        </p:nvGrpSpPr>
        <p:grpSpPr bwMode="auto">
          <a:xfrm>
            <a:off x="715963" y="2057400"/>
            <a:ext cx="3779837" cy="1798638"/>
            <a:chOff x="451" y="1296"/>
            <a:chExt cx="2381" cy="1133"/>
          </a:xfrm>
        </p:grpSpPr>
        <p:sp>
          <p:nvSpPr>
            <p:cNvPr id="1086468" name="Line 4"/>
            <p:cNvSpPr>
              <a:spLocks noChangeShapeType="1"/>
            </p:cNvSpPr>
            <p:nvPr/>
          </p:nvSpPr>
          <p:spPr bwMode="auto">
            <a:xfrm flipH="1">
              <a:off x="1776" y="1296"/>
              <a:ext cx="1056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6469" name="Rectangle 5"/>
            <p:cNvSpPr>
              <a:spLocks noChangeArrowheads="1"/>
            </p:cNvSpPr>
            <p:nvPr/>
          </p:nvSpPr>
          <p:spPr bwMode="auto">
            <a:xfrm>
              <a:off x="451" y="1468"/>
              <a:ext cx="1822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>
                  <a:latin typeface="Verdana" pitchFamily="32" charset="0"/>
                </a:rPr>
                <a:t>HIT</a:t>
              </a: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 - Found in Cache</a:t>
              </a:r>
            </a:p>
            <a:p>
              <a:pPr>
                <a:spcBef>
                  <a:spcPct val="0"/>
                </a:spcBef>
              </a:pPr>
              <a:endParaRPr lang="en-US" sz="2000">
                <a:solidFill>
                  <a:schemeClr val="tx1"/>
                </a:solidFill>
                <a:latin typeface="Verdana" pitchFamily="32" charset="0"/>
              </a:endParaRPr>
            </a:p>
          </p:txBody>
        </p:sp>
        <p:sp>
          <p:nvSpPr>
            <p:cNvPr id="1086470" name="Rectangle 6"/>
            <p:cNvSpPr>
              <a:spLocks noChangeArrowheads="1"/>
            </p:cNvSpPr>
            <p:nvPr/>
          </p:nvSpPr>
          <p:spPr bwMode="auto">
            <a:xfrm>
              <a:off x="575" y="1795"/>
              <a:ext cx="1113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Return copy</a:t>
              </a:r>
            </a:p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of data from</a:t>
              </a:r>
            </a:p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cache</a:t>
              </a:r>
            </a:p>
          </p:txBody>
        </p:sp>
      </p:grpSp>
      <p:grpSp>
        <p:nvGrpSpPr>
          <p:cNvPr id="1086471" name="Group 7"/>
          <p:cNvGrpSpPr>
            <a:grpSpLocks/>
          </p:cNvGrpSpPr>
          <p:nvPr/>
        </p:nvGrpSpPr>
        <p:grpSpPr bwMode="auto">
          <a:xfrm>
            <a:off x="4586288" y="2071688"/>
            <a:ext cx="4327525" cy="3611562"/>
            <a:chOff x="2889" y="1305"/>
            <a:chExt cx="2726" cy="2275"/>
          </a:xfrm>
        </p:grpSpPr>
        <p:sp>
          <p:nvSpPr>
            <p:cNvPr id="1086472" name="Line 8"/>
            <p:cNvSpPr>
              <a:spLocks noChangeShapeType="1"/>
            </p:cNvSpPr>
            <p:nvPr/>
          </p:nvSpPr>
          <p:spPr bwMode="auto">
            <a:xfrm>
              <a:off x="2889" y="1305"/>
              <a:ext cx="1056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6473" name="Rectangle 9"/>
            <p:cNvSpPr>
              <a:spLocks noChangeArrowheads="1"/>
            </p:cNvSpPr>
            <p:nvPr/>
          </p:nvSpPr>
          <p:spPr bwMode="auto">
            <a:xfrm>
              <a:off x="3436" y="1458"/>
              <a:ext cx="1716" cy="4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>
                  <a:latin typeface="Verdana" pitchFamily="32" charset="0"/>
                </a:rPr>
                <a:t>MISS</a:t>
              </a:r>
              <a:r>
                <a:rPr lang="en-US" sz="2000">
                  <a:solidFill>
                    <a:schemeClr val="tx1"/>
                  </a:solidFill>
                  <a:latin typeface="Verdana" pitchFamily="32" charset="0"/>
                </a:rPr>
                <a:t> - Not in cache</a:t>
              </a:r>
            </a:p>
            <a:p>
              <a:pPr>
                <a:spcBef>
                  <a:spcPct val="0"/>
                </a:spcBef>
              </a:pPr>
              <a:endParaRPr lang="en-US" sz="2000" u="sng">
                <a:solidFill>
                  <a:schemeClr val="tx1"/>
                </a:solidFill>
                <a:latin typeface="Verdana" pitchFamily="32" charset="0"/>
              </a:endParaRPr>
            </a:p>
          </p:txBody>
        </p:sp>
        <p:sp>
          <p:nvSpPr>
            <p:cNvPr id="1086474" name="Rectangle 10"/>
            <p:cNvSpPr>
              <a:spLocks noChangeArrowheads="1"/>
            </p:cNvSpPr>
            <p:nvPr/>
          </p:nvSpPr>
          <p:spPr bwMode="auto">
            <a:xfrm>
              <a:off x="3964" y="1986"/>
              <a:ext cx="1651" cy="1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Verdana" pitchFamily="32" charset="0"/>
                </a:rPr>
                <a:t>Read block of data from Main Memory</a:t>
              </a:r>
            </a:p>
            <a:p>
              <a:pPr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  <a:latin typeface="Verdana" pitchFamily="32" charset="0"/>
              </a:endParaRPr>
            </a:p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Verdana" pitchFamily="32" charset="0"/>
                </a:rPr>
                <a:t>Wait … </a:t>
              </a:r>
            </a:p>
            <a:p>
              <a:pPr>
                <a:spcBef>
                  <a:spcPct val="0"/>
                </a:spcBef>
              </a:pPr>
              <a:endParaRPr lang="en-US" sz="2000" dirty="0">
                <a:solidFill>
                  <a:schemeClr val="tx1"/>
                </a:solidFill>
                <a:latin typeface="Verdana" pitchFamily="32" charset="0"/>
              </a:endParaRPr>
            </a:p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Verdana" pitchFamily="32" charset="0"/>
                </a:rPr>
                <a:t>Return data to processor</a:t>
              </a:r>
            </a:p>
            <a:p>
              <a:pPr>
                <a:spcBef>
                  <a:spcPct val="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Verdana" pitchFamily="32" charset="0"/>
                </a:rPr>
                <a:t>and update cache</a:t>
              </a:r>
              <a:endParaRPr lang="en-US" sz="2000" u="sng" dirty="0">
                <a:solidFill>
                  <a:schemeClr val="tx1"/>
                </a:solidFill>
                <a:latin typeface="Verdana" pitchFamily="32" charset="0"/>
              </a:endParaRPr>
            </a:p>
          </p:txBody>
        </p:sp>
      </p:grpSp>
      <p:sp>
        <p:nvSpPr>
          <p:cNvPr id="1086475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57200" y="1493837"/>
            <a:ext cx="8229600" cy="4525963"/>
          </a:xfrm>
          <a:noFill/>
          <a:ln/>
        </p:spPr>
        <p:txBody>
          <a:bodyPr/>
          <a:lstStyle/>
          <a:p>
            <a:pPr marL="342900" indent="-342900">
              <a:buFontTx/>
              <a:buNone/>
            </a:pPr>
            <a:r>
              <a:rPr lang="en-US" sz="2800" dirty="0"/>
              <a:t>   </a:t>
            </a:r>
            <a:r>
              <a:rPr lang="en-US" sz="2400" dirty="0"/>
              <a:t>Look at Processor Address, search cache tags to find match then either,</a:t>
            </a:r>
            <a:endParaRPr lang="en-US" sz="2800" dirty="0"/>
          </a:p>
        </p:txBody>
      </p:sp>
      <p:sp>
        <p:nvSpPr>
          <p:cNvPr id="1086476" name="Text Box 12"/>
          <p:cNvSpPr txBox="1">
            <a:spLocks noChangeArrowheads="1"/>
          </p:cNvSpPr>
          <p:nvPr/>
        </p:nvSpPr>
        <p:spPr bwMode="auto">
          <a:xfrm>
            <a:off x="625475" y="4014788"/>
            <a:ext cx="5250155" cy="175432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b="1" dirty="0">
                <a:solidFill>
                  <a:srgbClr val="114FFB"/>
                </a:solidFill>
              </a:rPr>
              <a:t>Hit Rate </a:t>
            </a:r>
            <a:r>
              <a:rPr lang="en-US" sz="1800" b="1" dirty="0">
                <a:solidFill>
                  <a:schemeClr val="tx1"/>
                </a:solidFill>
              </a:rPr>
              <a:t>= fraction of accesses found in cache</a:t>
            </a:r>
          </a:p>
          <a:p>
            <a:r>
              <a:rPr lang="en-US" sz="1800" b="1" dirty="0">
                <a:solidFill>
                  <a:srgbClr val="114FFB"/>
                </a:solidFill>
              </a:rPr>
              <a:t>Miss Rate</a:t>
            </a:r>
            <a:r>
              <a:rPr lang="en-US" sz="1800" b="1" dirty="0">
                <a:solidFill>
                  <a:schemeClr val="tx1"/>
                </a:solidFill>
              </a:rPr>
              <a:t> = 1 – Hit rate</a:t>
            </a:r>
          </a:p>
          <a:p>
            <a:r>
              <a:rPr lang="en-US" sz="1800" b="1" dirty="0">
                <a:solidFill>
                  <a:srgbClr val="114FFB"/>
                </a:solidFill>
              </a:rPr>
              <a:t>Hit Time</a:t>
            </a:r>
            <a:r>
              <a:rPr lang="en-US" sz="1800" dirty="0">
                <a:solidFill>
                  <a:srgbClr val="114FFB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= Cache access time + 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	   time to determine HIT/MISS</a:t>
            </a:r>
          </a:p>
          <a:p>
            <a:r>
              <a:rPr lang="en-US" sz="1800" b="1" dirty="0">
                <a:solidFill>
                  <a:srgbClr val="114FFB"/>
                </a:solidFill>
              </a:rPr>
              <a:t>Miss Time</a:t>
            </a:r>
            <a:r>
              <a:rPr lang="en-US" sz="1800" b="1" dirty="0">
                <a:solidFill>
                  <a:schemeClr val="tx1"/>
                </a:solidFill>
              </a:rPr>
              <a:t> = time to replace block in cache + 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	       time to deliver block to processor</a:t>
            </a:r>
          </a:p>
        </p:txBody>
      </p:sp>
    </p:spTree>
    <p:extLst>
      <p:ext uri="{BB962C8B-B14F-4D97-AF65-F5344CB8AC3E}">
        <p14:creationId xmlns:p14="http://schemas.microsoft.com/office/powerpoint/2010/main" val="25603841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647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47814-45BB-4441-8645-F335393E0ED5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149EA-3AF7-4C91-91B1-76CF8562F021}" type="slidenum">
              <a:rPr lang="en-US"/>
              <a:pPr/>
              <a:t>21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8514" name="AutoShape 2"/>
          <p:cNvSpPr>
            <a:spLocks noChangeArrowheads="1"/>
          </p:cNvSpPr>
          <p:nvPr/>
        </p:nvSpPr>
        <p:spPr bwMode="auto">
          <a:xfrm>
            <a:off x="6184900" y="1612900"/>
            <a:ext cx="1346200" cy="8890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5" name="AutoShape 3"/>
          <p:cNvSpPr>
            <a:spLocks noChangeArrowheads="1"/>
          </p:cNvSpPr>
          <p:nvPr/>
        </p:nvSpPr>
        <p:spPr bwMode="auto">
          <a:xfrm>
            <a:off x="1308100" y="1536700"/>
            <a:ext cx="1346200" cy="889000"/>
          </a:xfrm>
          <a:prstGeom prst="roundRect">
            <a:avLst>
              <a:gd name="adj" fmla="val 12495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6" name="Line 4"/>
          <p:cNvSpPr>
            <a:spLocks noChangeShapeType="1"/>
          </p:cNvSpPr>
          <p:nvPr/>
        </p:nvSpPr>
        <p:spPr bwMode="auto">
          <a:xfrm flipH="1">
            <a:off x="1447800" y="4419600"/>
            <a:ext cx="1066800" cy="3048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7" name="Line 5"/>
          <p:cNvSpPr>
            <a:spLocks noChangeShapeType="1"/>
          </p:cNvSpPr>
          <p:nvPr/>
        </p:nvSpPr>
        <p:spPr bwMode="auto">
          <a:xfrm>
            <a:off x="3276600" y="3429000"/>
            <a:ext cx="228600" cy="3810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8" name="Line 6"/>
          <p:cNvSpPr>
            <a:spLocks noChangeShapeType="1"/>
          </p:cNvSpPr>
          <p:nvPr/>
        </p:nvSpPr>
        <p:spPr bwMode="auto">
          <a:xfrm flipH="1">
            <a:off x="3962400" y="3581400"/>
            <a:ext cx="457200" cy="2286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19" name="Rectangle 7"/>
          <p:cNvSpPr>
            <a:spLocks noChangeArrowheads="1"/>
          </p:cNvSpPr>
          <p:nvPr/>
        </p:nvSpPr>
        <p:spPr bwMode="auto">
          <a:xfrm>
            <a:off x="3746500" y="1612900"/>
            <a:ext cx="1346200" cy="812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0" name="Rectangle 8"/>
          <p:cNvSpPr>
            <a:spLocks noChangeArrowheads="1"/>
          </p:cNvSpPr>
          <p:nvPr/>
        </p:nvSpPr>
        <p:spPr bwMode="auto">
          <a:xfrm>
            <a:off x="292100" y="152400"/>
            <a:ext cx="716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3200" b="1">
                <a:solidFill>
                  <a:srgbClr val="0332B7"/>
                </a:solidFill>
              </a:rPr>
              <a:t>Inside a Cache</a:t>
            </a:r>
          </a:p>
        </p:txBody>
      </p:sp>
      <p:sp>
        <p:nvSpPr>
          <p:cNvPr id="1088521" name="Rectangle 9"/>
          <p:cNvSpPr>
            <a:spLocks noChangeArrowheads="1"/>
          </p:cNvSpPr>
          <p:nvPr/>
        </p:nvSpPr>
        <p:spPr bwMode="auto">
          <a:xfrm>
            <a:off x="3794125" y="1812925"/>
            <a:ext cx="1238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pitchFamily="32" charset="0"/>
              </a:rPr>
              <a:t>CACHE</a:t>
            </a:r>
          </a:p>
        </p:txBody>
      </p:sp>
      <p:sp>
        <p:nvSpPr>
          <p:cNvPr id="1088522" name="Rectangle 10"/>
          <p:cNvSpPr>
            <a:spLocks noChangeArrowheads="1"/>
          </p:cNvSpPr>
          <p:nvPr/>
        </p:nvSpPr>
        <p:spPr bwMode="auto">
          <a:xfrm>
            <a:off x="1279525" y="1782763"/>
            <a:ext cx="149542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Processor </a:t>
            </a:r>
          </a:p>
        </p:txBody>
      </p:sp>
      <p:sp>
        <p:nvSpPr>
          <p:cNvPr id="1088523" name="Rectangle 11"/>
          <p:cNvSpPr>
            <a:spLocks noChangeArrowheads="1"/>
          </p:cNvSpPr>
          <p:nvPr/>
        </p:nvSpPr>
        <p:spPr bwMode="auto">
          <a:xfrm>
            <a:off x="6308725" y="1706563"/>
            <a:ext cx="1298575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Main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Memory </a:t>
            </a:r>
          </a:p>
        </p:txBody>
      </p:sp>
      <p:sp>
        <p:nvSpPr>
          <p:cNvPr id="1088524" name="Line 12"/>
          <p:cNvSpPr>
            <a:spLocks noChangeShapeType="1"/>
          </p:cNvSpPr>
          <p:nvPr/>
        </p:nvSpPr>
        <p:spPr bwMode="auto">
          <a:xfrm>
            <a:off x="2667000" y="17526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5" name="Line 13"/>
          <p:cNvSpPr>
            <a:spLocks noChangeShapeType="1"/>
          </p:cNvSpPr>
          <p:nvPr/>
        </p:nvSpPr>
        <p:spPr bwMode="auto">
          <a:xfrm>
            <a:off x="2667000" y="22860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6" name="Line 14"/>
          <p:cNvSpPr>
            <a:spLocks noChangeShapeType="1"/>
          </p:cNvSpPr>
          <p:nvPr/>
        </p:nvSpPr>
        <p:spPr bwMode="auto">
          <a:xfrm>
            <a:off x="5105400" y="17526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7" name="Line 15"/>
          <p:cNvSpPr>
            <a:spLocks noChangeShapeType="1"/>
          </p:cNvSpPr>
          <p:nvPr/>
        </p:nvSpPr>
        <p:spPr bwMode="auto">
          <a:xfrm>
            <a:off x="5105400" y="22860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28" name="Rectangle 16"/>
          <p:cNvSpPr>
            <a:spLocks noChangeArrowheads="1"/>
          </p:cNvSpPr>
          <p:nvPr/>
        </p:nvSpPr>
        <p:spPr bwMode="auto">
          <a:xfrm>
            <a:off x="2727325" y="1370013"/>
            <a:ext cx="998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Address</a:t>
            </a:r>
          </a:p>
        </p:txBody>
      </p:sp>
      <p:sp>
        <p:nvSpPr>
          <p:cNvPr id="1088529" name="Rectangle 17"/>
          <p:cNvSpPr>
            <a:spLocks noChangeArrowheads="1"/>
          </p:cNvSpPr>
          <p:nvPr/>
        </p:nvSpPr>
        <p:spPr bwMode="auto">
          <a:xfrm>
            <a:off x="5089525" y="1370013"/>
            <a:ext cx="9985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Address</a:t>
            </a:r>
          </a:p>
        </p:txBody>
      </p:sp>
      <p:sp>
        <p:nvSpPr>
          <p:cNvPr id="1088530" name="Rectangle 18"/>
          <p:cNvSpPr>
            <a:spLocks noChangeArrowheads="1"/>
          </p:cNvSpPr>
          <p:nvPr/>
        </p:nvSpPr>
        <p:spPr bwMode="auto">
          <a:xfrm>
            <a:off x="5318125" y="2284413"/>
            <a:ext cx="665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Data</a:t>
            </a:r>
          </a:p>
        </p:txBody>
      </p:sp>
      <p:sp>
        <p:nvSpPr>
          <p:cNvPr id="1088531" name="Rectangle 19"/>
          <p:cNvSpPr>
            <a:spLocks noChangeArrowheads="1"/>
          </p:cNvSpPr>
          <p:nvPr/>
        </p:nvSpPr>
        <p:spPr bwMode="auto">
          <a:xfrm>
            <a:off x="2879725" y="2284413"/>
            <a:ext cx="665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Data</a:t>
            </a:r>
          </a:p>
        </p:txBody>
      </p:sp>
      <p:sp>
        <p:nvSpPr>
          <p:cNvPr id="1088532" name="Rectangle 20"/>
          <p:cNvSpPr>
            <a:spLocks noChangeArrowheads="1"/>
          </p:cNvSpPr>
          <p:nvPr/>
        </p:nvSpPr>
        <p:spPr bwMode="auto">
          <a:xfrm>
            <a:off x="2298700" y="3822700"/>
            <a:ext cx="4165600" cy="2260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3" name="Line 21"/>
          <p:cNvSpPr>
            <a:spLocks noChangeShapeType="1"/>
          </p:cNvSpPr>
          <p:nvPr/>
        </p:nvSpPr>
        <p:spPr bwMode="auto">
          <a:xfrm>
            <a:off x="2286000" y="4191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4" name="Line 22"/>
          <p:cNvSpPr>
            <a:spLocks noChangeShapeType="1"/>
          </p:cNvSpPr>
          <p:nvPr/>
        </p:nvSpPr>
        <p:spPr bwMode="auto">
          <a:xfrm>
            <a:off x="2286000" y="4572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5" name="Line 23"/>
          <p:cNvSpPr>
            <a:spLocks noChangeShapeType="1"/>
          </p:cNvSpPr>
          <p:nvPr/>
        </p:nvSpPr>
        <p:spPr bwMode="auto">
          <a:xfrm>
            <a:off x="2286000" y="4953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6" name="Line 24"/>
          <p:cNvSpPr>
            <a:spLocks noChangeShapeType="1"/>
          </p:cNvSpPr>
          <p:nvPr/>
        </p:nvSpPr>
        <p:spPr bwMode="auto">
          <a:xfrm>
            <a:off x="2286000" y="5334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7" name="Line 25"/>
          <p:cNvSpPr>
            <a:spLocks noChangeShapeType="1"/>
          </p:cNvSpPr>
          <p:nvPr/>
        </p:nvSpPr>
        <p:spPr bwMode="auto">
          <a:xfrm>
            <a:off x="2286000" y="5715000"/>
            <a:ext cx="274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8" name="Line 26"/>
          <p:cNvSpPr>
            <a:spLocks noChangeShapeType="1"/>
          </p:cNvSpPr>
          <p:nvPr/>
        </p:nvSpPr>
        <p:spPr bwMode="auto">
          <a:xfrm>
            <a:off x="50292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39" name="Line 27"/>
          <p:cNvSpPr>
            <a:spLocks noChangeShapeType="1"/>
          </p:cNvSpPr>
          <p:nvPr/>
        </p:nvSpPr>
        <p:spPr bwMode="auto">
          <a:xfrm>
            <a:off x="3200400" y="3810000"/>
            <a:ext cx="0" cy="22860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0" name="Line 28"/>
          <p:cNvSpPr>
            <a:spLocks noChangeShapeType="1"/>
          </p:cNvSpPr>
          <p:nvPr/>
        </p:nvSpPr>
        <p:spPr bwMode="auto">
          <a:xfrm>
            <a:off x="36576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1" name="Line 29"/>
          <p:cNvSpPr>
            <a:spLocks noChangeShapeType="1"/>
          </p:cNvSpPr>
          <p:nvPr/>
        </p:nvSpPr>
        <p:spPr bwMode="auto">
          <a:xfrm>
            <a:off x="41148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2" name="Line 30"/>
          <p:cNvSpPr>
            <a:spLocks noChangeShapeType="1"/>
          </p:cNvSpPr>
          <p:nvPr/>
        </p:nvSpPr>
        <p:spPr bwMode="auto">
          <a:xfrm>
            <a:off x="45720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3" name="Line 31"/>
          <p:cNvSpPr>
            <a:spLocks noChangeShapeType="1"/>
          </p:cNvSpPr>
          <p:nvPr/>
        </p:nvSpPr>
        <p:spPr bwMode="auto">
          <a:xfrm>
            <a:off x="6019800" y="3810000"/>
            <a:ext cx="0" cy="228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4" name="Line 32"/>
          <p:cNvSpPr>
            <a:spLocks noChangeShapeType="1"/>
          </p:cNvSpPr>
          <p:nvPr/>
        </p:nvSpPr>
        <p:spPr bwMode="auto">
          <a:xfrm>
            <a:off x="6019800" y="4191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5" name="Line 33"/>
          <p:cNvSpPr>
            <a:spLocks noChangeShapeType="1"/>
          </p:cNvSpPr>
          <p:nvPr/>
        </p:nvSpPr>
        <p:spPr bwMode="auto">
          <a:xfrm>
            <a:off x="6019800" y="4572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6" name="Line 34"/>
          <p:cNvSpPr>
            <a:spLocks noChangeShapeType="1"/>
          </p:cNvSpPr>
          <p:nvPr/>
        </p:nvSpPr>
        <p:spPr bwMode="auto">
          <a:xfrm>
            <a:off x="6019800" y="4953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7" name="Line 35"/>
          <p:cNvSpPr>
            <a:spLocks noChangeShapeType="1"/>
          </p:cNvSpPr>
          <p:nvPr/>
        </p:nvSpPr>
        <p:spPr bwMode="auto">
          <a:xfrm>
            <a:off x="6019800" y="5334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8" name="Line 36"/>
          <p:cNvSpPr>
            <a:spLocks noChangeShapeType="1"/>
          </p:cNvSpPr>
          <p:nvPr/>
        </p:nvSpPr>
        <p:spPr bwMode="auto">
          <a:xfrm>
            <a:off x="6019800" y="57150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49" name="Line 37"/>
          <p:cNvSpPr>
            <a:spLocks noChangeShapeType="1"/>
          </p:cNvSpPr>
          <p:nvPr/>
        </p:nvSpPr>
        <p:spPr bwMode="auto">
          <a:xfrm>
            <a:off x="5181600" y="40386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0" name="Line 38"/>
          <p:cNvSpPr>
            <a:spLocks noChangeShapeType="1"/>
          </p:cNvSpPr>
          <p:nvPr/>
        </p:nvSpPr>
        <p:spPr bwMode="auto">
          <a:xfrm>
            <a:off x="5181600" y="4343400"/>
            <a:ext cx="609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1" name="Line 39"/>
          <p:cNvSpPr>
            <a:spLocks noChangeShapeType="1"/>
          </p:cNvSpPr>
          <p:nvPr/>
        </p:nvSpPr>
        <p:spPr bwMode="auto">
          <a:xfrm>
            <a:off x="5181600" y="5943600"/>
            <a:ext cx="60960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2" name="Oval 40"/>
          <p:cNvSpPr>
            <a:spLocks noChangeArrowheads="1"/>
          </p:cNvSpPr>
          <p:nvPr/>
        </p:nvSpPr>
        <p:spPr bwMode="auto">
          <a:xfrm>
            <a:off x="2824163" y="5503863"/>
            <a:ext cx="4025900" cy="749300"/>
          </a:xfrm>
          <a:prstGeom prst="ellipse">
            <a:avLst/>
          </a:prstGeom>
          <a:noFill/>
          <a:ln w="127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3" name="Rectangle 41"/>
          <p:cNvSpPr>
            <a:spLocks noChangeArrowheads="1"/>
          </p:cNvSpPr>
          <p:nvPr/>
        </p:nvSpPr>
        <p:spPr bwMode="auto">
          <a:xfrm>
            <a:off x="669925" y="4678363"/>
            <a:ext cx="1374775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Address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   Tag</a:t>
            </a:r>
          </a:p>
        </p:txBody>
      </p:sp>
      <p:sp>
        <p:nvSpPr>
          <p:cNvPr id="1088554" name="Line 42"/>
          <p:cNvSpPr>
            <a:spLocks noChangeShapeType="1"/>
          </p:cNvSpPr>
          <p:nvPr/>
        </p:nvSpPr>
        <p:spPr bwMode="auto">
          <a:xfrm flipH="1">
            <a:off x="2286000" y="2438400"/>
            <a:ext cx="1447800" cy="13716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5" name="Line 43"/>
          <p:cNvSpPr>
            <a:spLocks noChangeShapeType="1"/>
          </p:cNvSpPr>
          <p:nvPr/>
        </p:nvSpPr>
        <p:spPr bwMode="auto">
          <a:xfrm>
            <a:off x="5105400" y="2438400"/>
            <a:ext cx="1371600" cy="137160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56" name="Rectangle 44"/>
          <p:cNvSpPr>
            <a:spLocks noChangeArrowheads="1"/>
          </p:cNvSpPr>
          <p:nvPr/>
        </p:nvSpPr>
        <p:spPr bwMode="auto">
          <a:xfrm>
            <a:off x="6842125" y="57451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88557" name="Rectangle 45"/>
          <p:cNvSpPr>
            <a:spLocks noChangeArrowheads="1"/>
          </p:cNvSpPr>
          <p:nvPr/>
        </p:nvSpPr>
        <p:spPr bwMode="auto">
          <a:xfrm>
            <a:off x="3184525" y="3819525"/>
            <a:ext cx="5461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Byte</a:t>
            </a:r>
          </a:p>
        </p:txBody>
      </p:sp>
      <p:sp>
        <p:nvSpPr>
          <p:cNvPr id="1088558" name="Rectangle 46"/>
          <p:cNvSpPr>
            <a:spLocks noChangeArrowheads="1"/>
          </p:cNvSpPr>
          <p:nvPr/>
        </p:nvSpPr>
        <p:spPr bwMode="auto">
          <a:xfrm>
            <a:off x="3641725" y="3819525"/>
            <a:ext cx="5461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Byte</a:t>
            </a:r>
          </a:p>
        </p:txBody>
      </p:sp>
      <p:sp>
        <p:nvSpPr>
          <p:cNvPr id="1088559" name="Rectangle 47"/>
          <p:cNvSpPr>
            <a:spLocks noChangeArrowheads="1"/>
          </p:cNvSpPr>
          <p:nvPr/>
        </p:nvSpPr>
        <p:spPr bwMode="auto">
          <a:xfrm>
            <a:off x="3184525" y="4200525"/>
            <a:ext cx="54610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lnSpc>
                <a:spcPct val="70000"/>
              </a:lnSpc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Byte</a:t>
            </a:r>
          </a:p>
        </p:txBody>
      </p:sp>
      <p:sp>
        <p:nvSpPr>
          <p:cNvPr id="1088560" name="Rectangle 48"/>
          <p:cNvSpPr>
            <a:spLocks noChangeArrowheads="1"/>
          </p:cNvSpPr>
          <p:nvPr/>
        </p:nvSpPr>
        <p:spPr bwMode="auto">
          <a:xfrm>
            <a:off x="7223125" y="3840163"/>
            <a:ext cx="70643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Line</a:t>
            </a:r>
          </a:p>
        </p:txBody>
      </p:sp>
      <p:sp>
        <p:nvSpPr>
          <p:cNvPr id="1088561" name="Rectangle 49"/>
          <p:cNvSpPr>
            <a:spLocks noChangeArrowheads="1"/>
          </p:cNvSpPr>
          <p:nvPr/>
        </p:nvSpPr>
        <p:spPr bwMode="auto">
          <a:xfrm>
            <a:off x="2498725" y="3884613"/>
            <a:ext cx="5699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100</a:t>
            </a:r>
          </a:p>
        </p:txBody>
      </p:sp>
      <p:sp>
        <p:nvSpPr>
          <p:cNvPr id="1088562" name="Rectangle 50"/>
          <p:cNvSpPr>
            <a:spLocks noChangeArrowheads="1"/>
          </p:cNvSpPr>
          <p:nvPr/>
        </p:nvSpPr>
        <p:spPr bwMode="auto">
          <a:xfrm>
            <a:off x="2498725" y="4265613"/>
            <a:ext cx="5699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304</a:t>
            </a:r>
          </a:p>
        </p:txBody>
      </p:sp>
      <p:sp>
        <p:nvSpPr>
          <p:cNvPr id="1088563" name="Rectangle 51"/>
          <p:cNvSpPr>
            <a:spLocks noChangeArrowheads="1"/>
          </p:cNvSpPr>
          <p:nvPr/>
        </p:nvSpPr>
        <p:spPr bwMode="auto">
          <a:xfrm>
            <a:off x="2438400" y="4648200"/>
            <a:ext cx="698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6848</a:t>
            </a:r>
          </a:p>
        </p:txBody>
      </p:sp>
      <p:sp>
        <p:nvSpPr>
          <p:cNvPr id="1088564" name="Line 52"/>
          <p:cNvSpPr>
            <a:spLocks noChangeShapeType="1"/>
          </p:cNvSpPr>
          <p:nvPr/>
        </p:nvSpPr>
        <p:spPr bwMode="auto">
          <a:xfrm flipH="1">
            <a:off x="6705600" y="4038600"/>
            <a:ext cx="5334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65" name="Arc 53"/>
          <p:cNvSpPr>
            <a:spLocks/>
          </p:cNvSpPr>
          <p:nvPr/>
        </p:nvSpPr>
        <p:spPr bwMode="auto">
          <a:xfrm>
            <a:off x="6553200" y="3810000"/>
            <a:ext cx="153988" cy="381000"/>
          </a:xfrm>
          <a:custGeom>
            <a:avLst/>
            <a:gdLst>
              <a:gd name="G0" fmla="+- 224 0 0"/>
              <a:gd name="G1" fmla="+- 21600 0 0"/>
              <a:gd name="G2" fmla="+- 21600 0 0"/>
              <a:gd name="T0" fmla="*/ 0 w 21824"/>
              <a:gd name="T1" fmla="*/ 1 h 43103"/>
              <a:gd name="T2" fmla="*/ 2265 w 21824"/>
              <a:gd name="T3" fmla="*/ 43103 h 43103"/>
              <a:gd name="T4" fmla="*/ 224 w 21824"/>
              <a:gd name="T5" fmla="*/ 21600 h 43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824" h="43103" fill="none" extrusionOk="0">
                <a:moveTo>
                  <a:pt x="0" y="1"/>
                </a:moveTo>
                <a:cubicBezTo>
                  <a:pt x="74" y="0"/>
                  <a:pt x="149" y="-1"/>
                  <a:pt x="224" y="0"/>
                </a:cubicBezTo>
                <a:cubicBezTo>
                  <a:pt x="12153" y="0"/>
                  <a:pt x="21824" y="9670"/>
                  <a:pt x="21824" y="21600"/>
                </a:cubicBezTo>
                <a:cubicBezTo>
                  <a:pt x="21824" y="32738"/>
                  <a:pt x="13353" y="42050"/>
                  <a:pt x="2265" y="43103"/>
                </a:cubicBezTo>
              </a:path>
              <a:path w="21824" h="43103" stroke="0" extrusionOk="0">
                <a:moveTo>
                  <a:pt x="0" y="1"/>
                </a:moveTo>
                <a:cubicBezTo>
                  <a:pt x="74" y="0"/>
                  <a:pt x="149" y="-1"/>
                  <a:pt x="224" y="0"/>
                </a:cubicBezTo>
                <a:cubicBezTo>
                  <a:pt x="12153" y="0"/>
                  <a:pt x="21824" y="9670"/>
                  <a:pt x="21824" y="21600"/>
                </a:cubicBezTo>
                <a:cubicBezTo>
                  <a:pt x="21824" y="32738"/>
                  <a:pt x="13353" y="42050"/>
                  <a:pt x="2265" y="43103"/>
                </a:cubicBezTo>
                <a:lnTo>
                  <a:pt x="224" y="21600"/>
                </a:lnTo>
                <a:close/>
              </a:path>
            </a:pathLst>
          </a:custGeom>
          <a:noFill/>
          <a:ln w="12700" cap="rnd">
            <a:solidFill>
              <a:schemeClr val="hlink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8566" name="Rectangle 54"/>
          <p:cNvSpPr>
            <a:spLocks noChangeArrowheads="1"/>
          </p:cNvSpPr>
          <p:nvPr/>
        </p:nvSpPr>
        <p:spPr bwMode="auto">
          <a:xfrm>
            <a:off x="1790700" y="2736724"/>
            <a:ext cx="1666875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copy of main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memory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location 100</a:t>
            </a:r>
          </a:p>
        </p:txBody>
      </p:sp>
      <p:sp>
        <p:nvSpPr>
          <p:cNvPr id="1088567" name="Rectangle 55"/>
          <p:cNvSpPr>
            <a:spLocks noChangeArrowheads="1"/>
          </p:cNvSpPr>
          <p:nvPr/>
        </p:nvSpPr>
        <p:spPr bwMode="auto">
          <a:xfrm>
            <a:off x="3952874" y="2782094"/>
            <a:ext cx="1666875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copy of main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memory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800" dirty="0">
                <a:solidFill>
                  <a:schemeClr val="tx1"/>
                </a:solidFill>
                <a:latin typeface="Verdana" pitchFamily="32" charset="0"/>
              </a:rPr>
              <a:t>location 101</a:t>
            </a:r>
          </a:p>
        </p:txBody>
      </p:sp>
      <p:sp>
        <p:nvSpPr>
          <p:cNvPr id="1088568" name="Rectangle 56"/>
          <p:cNvSpPr>
            <a:spLocks noChangeArrowheads="1"/>
          </p:cNvSpPr>
          <p:nvPr/>
        </p:nvSpPr>
        <p:spPr bwMode="auto">
          <a:xfrm>
            <a:off x="2438400" y="4994275"/>
            <a:ext cx="6413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416</a:t>
            </a:r>
          </a:p>
        </p:txBody>
      </p:sp>
    </p:spTree>
    <p:extLst>
      <p:ext uri="{BB962C8B-B14F-4D97-AF65-F5344CB8AC3E}">
        <p14:creationId xmlns:p14="http://schemas.microsoft.com/office/powerpoint/2010/main" val="1594106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BE384-A83C-453E-88FE-7C41F8FE9894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2E6E9-3D7C-4204-AE6F-0389DC24DD70}" type="slidenum">
              <a:rPr lang="en-US"/>
              <a:pPr/>
              <a:t>22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895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4 Questions for Memory Hierarchy</a:t>
            </a:r>
          </a:p>
        </p:txBody>
      </p:sp>
      <p:sp>
        <p:nvSpPr>
          <p:cNvPr id="1089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71488" y="1428750"/>
            <a:ext cx="8458200" cy="4114800"/>
          </a:xfrm>
          <a:noFill/>
          <a:ln/>
        </p:spPr>
        <p:txBody>
          <a:bodyPr lIns="90488" tIns="44450" rIns="90488" bIns="44450"/>
          <a:lstStyle/>
          <a:p>
            <a:r>
              <a:rPr lang="en-US" dirty="0"/>
              <a:t>Q1: Where can a block be placed in the cache? 	</a:t>
            </a:r>
          </a:p>
          <a:p>
            <a:pPr>
              <a:buFontTx/>
              <a:buNone/>
            </a:pPr>
            <a:r>
              <a:rPr lang="en-US" i="1" dirty="0">
                <a:solidFill>
                  <a:schemeClr val="hlink"/>
                </a:solidFill>
              </a:rPr>
              <a:t>		(Block placement)</a:t>
            </a:r>
            <a:endParaRPr lang="en-US" dirty="0"/>
          </a:p>
          <a:p>
            <a:r>
              <a:rPr lang="en-US" dirty="0"/>
              <a:t>Q2: How is a block found if it is in the cache?</a:t>
            </a:r>
            <a:br>
              <a:rPr lang="en-US" dirty="0"/>
            </a:br>
            <a:r>
              <a:rPr lang="en-US" i="1" dirty="0">
                <a:solidFill>
                  <a:schemeClr val="hlink"/>
                </a:solidFill>
              </a:rPr>
              <a:t> 	(Block identification)</a:t>
            </a:r>
            <a:endParaRPr lang="en-US" dirty="0"/>
          </a:p>
          <a:p>
            <a:r>
              <a:rPr lang="en-US" dirty="0"/>
              <a:t>Q3: Which block should be replaced on a miss?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>
                <a:solidFill>
                  <a:schemeClr val="hlink"/>
                </a:solidFill>
              </a:rPr>
              <a:t>(Block replacement)</a:t>
            </a:r>
            <a:endParaRPr lang="en-US" dirty="0"/>
          </a:p>
          <a:p>
            <a:r>
              <a:rPr lang="en-US" dirty="0"/>
              <a:t>Q4: What happens on a write? </a:t>
            </a:r>
            <a:br>
              <a:rPr lang="en-US" dirty="0"/>
            </a:br>
            <a:r>
              <a:rPr lang="en-US" dirty="0"/>
              <a:t>	</a:t>
            </a:r>
            <a:r>
              <a:rPr lang="en-US" i="1" dirty="0">
                <a:solidFill>
                  <a:schemeClr val="hlink"/>
                </a:solidFill>
              </a:rPr>
              <a:t>(Write strategy)</a:t>
            </a:r>
          </a:p>
        </p:txBody>
      </p:sp>
    </p:spTree>
    <p:extLst>
      <p:ext uri="{BB962C8B-B14F-4D97-AF65-F5344CB8AC3E}">
        <p14:creationId xmlns:p14="http://schemas.microsoft.com/office/powerpoint/2010/main" val="358039341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4D86E-4BC6-49A6-A32E-05EEDBB76358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D13F4-08FB-4F83-AA8F-8AA9FE3E980B}" type="slidenum">
              <a:rPr lang="en-US"/>
              <a:pPr/>
              <a:t>23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0562" name="Rectangle 2"/>
          <p:cNvSpPr>
            <a:spLocks noChangeArrowheads="1"/>
          </p:cNvSpPr>
          <p:nvPr/>
        </p:nvSpPr>
        <p:spPr bwMode="auto">
          <a:xfrm>
            <a:off x="2763838" y="3657600"/>
            <a:ext cx="1219200" cy="1066800"/>
          </a:xfrm>
          <a:prstGeom prst="rect">
            <a:avLst/>
          </a:prstGeom>
          <a:solidFill>
            <a:srgbClr val="3366FF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0563" name="Group 3"/>
          <p:cNvGrpSpPr>
            <a:grpSpLocks/>
          </p:cNvGrpSpPr>
          <p:nvPr/>
        </p:nvGrpSpPr>
        <p:grpSpPr bwMode="auto">
          <a:xfrm>
            <a:off x="2776538" y="3663950"/>
            <a:ext cx="1193800" cy="1054100"/>
            <a:chOff x="1749" y="2308"/>
            <a:chExt cx="752" cy="664"/>
          </a:xfrm>
        </p:grpSpPr>
        <p:sp>
          <p:nvSpPr>
            <p:cNvPr id="1090564" name="Rectangle 4"/>
            <p:cNvSpPr>
              <a:spLocks noChangeArrowheads="1"/>
            </p:cNvSpPr>
            <p:nvPr/>
          </p:nvSpPr>
          <p:spPr bwMode="auto">
            <a:xfrm>
              <a:off x="1749" y="2312"/>
              <a:ext cx="752" cy="6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5" name="Line 5"/>
            <p:cNvSpPr>
              <a:spLocks noChangeShapeType="1"/>
            </p:cNvSpPr>
            <p:nvPr/>
          </p:nvSpPr>
          <p:spPr bwMode="auto">
            <a:xfrm>
              <a:off x="1837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6" name="Line 6"/>
            <p:cNvSpPr>
              <a:spLocks noChangeShapeType="1"/>
            </p:cNvSpPr>
            <p:nvPr/>
          </p:nvSpPr>
          <p:spPr bwMode="auto">
            <a:xfrm>
              <a:off x="1933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7" name="Line 7"/>
            <p:cNvSpPr>
              <a:spLocks noChangeShapeType="1"/>
            </p:cNvSpPr>
            <p:nvPr/>
          </p:nvSpPr>
          <p:spPr bwMode="auto">
            <a:xfrm>
              <a:off x="2029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8" name="Line 8"/>
            <p:cNvSpPr>
              <a:spLocks noChangeShapeType="1"/>
            </p:cNvSpPr>
            <p:nvPr/>
          </p:nvSpPr>
          <p:spPr bwMode="auto">
            <a:xfrm>
              <a:off x="2125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69" name="Line 9"/>
            <p:cNvSpPr>
              <a:spLocks noChangeShapeType="1"/>
            </p:cNvSpPr>
            <p:nvPr/>
          </p:nvSpPr>
          <p:spPr bwMode="auto">
            <a:xfrm>
              <a:off x="2221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0" name="Line 10"/>
            <p:cNvSpPr>
              <a:spLocks noChangeShapeType="1"/>
            </p:cNvSpPr>
            <p:nvPr/>
          </p:nvSpPr>
          <p:spPr bwMode="auto">
            <a:xfrm>
              <a:off x="2317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1" name="Line 11"/>
            <p:cNvSpPr>
              <a:spLocks noChangeShapeType="1"/>
            </p:cNvSpPr>
            <p:nvPr/>
          </p:nvSpPr>
          <p:spPr bwMode="auto">
            <a:xfrm>
              <a:off x="2413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0572" name="Rectangle 12"/>
          <p:cNvSpPr>
            <a:spLocks noChangeArrowheads="1"/>
          </p:cNvSpPr>
          <p:nvPr/>
        </p:nvSpPr>
        <p:spPr bwMode="auto">
          <a:xfrm>
            <a:off x="7183438" y="3657600"/>
            <a:ext cx="152400" cy="1066800"/>
          </a:xfrm>
          <a:prstGeom prst="rect">
            <a:avLst/>
          </a:prstGeom>
          <a:solidFill>
            <a:srgbClr val="114FFB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0573" name="Group 13"/>
          <p:cNvGrpSpPr>
            <a:grpSpLocks/>
          </p:cNvGrpSpPr>
          <p:nvPr/>
        </p:nvGrpSpPr>
        <p:grpSpPr bwMode="auto">
          <a:xfrm>
            <a:off x="6586538" y="3663950"/>
            <a:ext cx="1193800" cy="1054100"/>
            <a:chOff x="4149" y="2308"/>
            <a:chExt cx="752" cy="664"/>
          </a:xfrm>
        </p:grpSpPr>
        <p:sp>
          <p:nvSpPr>
            <p:cNvPr id="1090574" name="Rectangle 14"/>
            <p:cNvSpPr>
              <a:spLocks noChangeArrowheads="1"/>
            </p:cNvSpPr>
            <p:nvPr/>
          </p:nvSpPr>
          <p:spPr bwMode="auto">
            <a:xfrm>
              <a:off x="4149" y="2312"/>
              <a:ext cx="752" cy="65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5" name="Line 15"/>
            <p:cNvSpPr>
              <a:spLocks noChangeShapeType="1"/>
            </p:cNvSpPr>
            <p:nvPr/>
          </p:nvSpPr>
          <p:spPr bwMode="auto">
            <a:xfrm>
              <a:off x="4237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6" name="Line 16"/>
            <p:cNvSpPr>
              <a:spLocks noChangeShapeType="1"/>
            </p:cNvSpPr>
            <p:nvPr/>
          </p:nvSpPr>
          <p:spPr bwMode="auto">
            <a:xfrm>
              <a:off x="4333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7" name="Line 17"/>
            <p:cNvSpPr>
              <a:spLocks noChangeShapeType="1"/>
            </p:cNvSpPr>
            <p:nvPr/>
          </p:nvSpPr>
          <p:spPr bwMode="auto">
            <a:xfrm>
              <a:off x="4429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8" name="Line 18"/>
            <p:cNvSpPr>
              <a:spLocks noChangeShapeType="1"/>
            </p:cNvSpPr>
            <p:nvPr/>
          </p:nvSpPr>
          <p:spPr bwMode="auto">
            <a:xfrm>
              <a:off x="4525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79" name="Line 19"/>
            <p:cNvSpPr>
              <a:spLocks noChangeShapeType="1"/>
            </p:cNvSpPr>
            <p:nvPr/>
          </p:nvSpPr>
          <p:spPr bwMode="auto">
            <a:xfrm>
              <a:off x="4621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80" name="Line 20"/>
            <p:cNvSpPr>
              <a:spLocks noChangeShapeType="1"/>
            </p:cNvSpPr>
            <p:nvPr/>
          </p:nvSpPr>
          <p:spPr bwMode="auto">
            <a:xfrm>
              <a:off x="4717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0581" name="Line 21"/>
            <p:cNvSpPr>
              <a:spLocks noChangeShapeType="1"/>
            </p:cNvSpPr>
            <p:nvPr/>
          </p:nvSpPr>
          <p:spPr bwMode="auto">
            <a:xfrm>
              <a:off x="4813" y="2308"/>
              <a:ext cx="0" cy="6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0582" name="Rectangle 22"/>
          <p:cNvSpPr>
            <a:spLocks noChangeArrowheads="1"/>
          </p:cNvSpPr>
          <p:nvPr/>
        </p:nvSpPr>
        <p:spPr bwMode="auto">
          <a:xfrm>
            <a:off x="6510338" y="3392488"/>
            <a:ext cx="1520825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0 1 2 3 4 5 6 7</a:t>
            </a:r>
          </a:p>
        </p:txBody>
      </p:sp>
      <p:sp>
        <p:nvSpPr>
          <p:cNvPr id="1090583" name="Rectangle 23"/>
          <p:cNvSpPr>
            <a:spLocks noChangeArrowheads="1"/>
          </p:cNvSpPr>
          <p:nvPr/>
        </p:nvSpPr>
        <p:spPr bwMode="auto">
          <a:xfrm>
            <a:off x="4529138" y="3405188"/>
            <a:ext cx="1458912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0     1      2     3</a:t>
            </a:r>
          </a:p>
        </p:txBody>
      </p:sp>
      <p:sp>
        <p:nvSpPr>
          <p:cNvPr id="1090584" name="Rectangle 24"/>
          <p:cNvSpPr>
            <a:spLocks noChangeArrowheads="1"/>
          </p:cNvSpPr>
          <p:nvPr/>
        </p:nvSpPr>
        <p:spPr bwMode="auto">
          <a:xfrm>
            <a:off x="4516438" y="3657600"/>
            <a:ext cx="304800" cy="1066800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5" name="Rectangle 25"/>
          <p:cNvSpPr>
            <a:spLocks noChangeArrowheads="1"/>
          </p:cNvSpPr>
          <p:nvPr/>
        </p:nvSpPr>
        <p:spPr bwMode="auto">
          <a:xfrm>
            <a:off x="4529138" y="3670300"/>
            <a:ext cx="279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6" name="Line 26"/>
          <p:cNvSpPr>
            <a:spLocks noChangeShapeType="1"/>
          </p:cNvSpPr>
          <p:nvPr/>
        </p:nvSpPr>
        <p:spPr bwMode="auto">
          <a:xfrm>
            <a:off x="4668838" y="36639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7" name="Rectangle 27"/>
          <p:cNvSpPr>
            <a:spLocks noChangeArrowheads="1"/>
          </p:cNvSpPr>
          <p:nvPr/>
        </p:nvSpPr>
        <p:spPr bwMode="auto">
          <a:xfrm>
            <a:off x="4910138" y="3670300"/>
            <a:ext cx="279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8" name="Line 28"/>
          <p:cNvSpPr>
            <a:spLocks noChangeShapeType="1"/>
          </p:cNvSpPr>
          <p:nvPr/>
        </p:nvSpPr>
        <p:spPr bwMode="auto">
          <a:xfrm>
            <a:off x="5049838" y="36639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89" name="Rectangle 29"/>
          <p:cNvSpPr>
            <a:spLocks noChangeArrowheads="1"/>
          </p:cNvSpPr>
          <p:nvPr/>
        </p:nvSpPr>
        <p:spPr bwMode="auto">
          <a:xfrm>
            <a:off x="5291138" y="3670300"/>
            <a:ext cx="279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0" name="Line 30"/>
          <p:cNvSpPr>
            <a:spLocks noChangeShapeType="1"/>
          </p:cNvSpPr>
          <p:nvPr/>
        </p:nvSpPr>
        <p:spPr bwMode="auto">
          <a:xfrm>
            <a:off x="5430838" y="36639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1" name="Rectangle 31"/>
          <p:cNvSpPr>
            <a:spLocks noChangeArrowheads="1"/>
          </p:cNvSpPr>
          <p:nvPr/>
        </p:nvSpPr>
        <p:spPr bwMode="auto">
          <a:xfrm>
            <a:off x="5672138" y="3670300"/>
            <a:ext cx="279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2" name="Line 32"/>
          <p:cNvSpPr>
            <a:spLocks noChangeShapeType="1"/>
          </p:cNvSpPr>
          <p:nvPr/>
        </p:nvSpPr>
        <p:spPr bwMode="auto">
          <a:xfrm>
            <a:off x="5811838" y="36639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3" name="Rectangle 33"/>
          <p:cNvSpPr>
            <a:spLocks noChangeArrowheads="1"/>
          </p:cNvSpPr>
          <p:nvPr/>
        </p:nvSpPr>
        <p:spPr bwMode="auto">
          <a:xfrm>
            <a:off x="1174750" y="3392488"/>
            <a:ext cx="1406525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Set Number</a:t>
            </a:r>
          </a:p>
        </p:txBody>
      </p:sp>
      <p:sp>
        <p:nvSpPr>
          <p:cNvPr id="1090594" name="Rectangle 34"/>
          <p:cNvSpPr>
            <a:spLocks noChangeArrowheads="1"/>
          </p:cNvSpPr>
          <p:nvPr/>
        </p:nvSpPr>
        <p:spPr bwMode="auto">
          <a:xfrm>
            <a:off x="1149350" y="3948113"/>
            <a:ext cx="1109663" cy="4587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pitchFamily="32" charset="0"/>
              </a:rPr>
              <a:t>Cache</a:t>
            </a:r>
          </a:p>
        </p:txBody>
      </p:sp>
      <p:sp>
        <p:nvSpPr>
          <p:cNvPr id="1090595" name="Rectangle 35"/>
          <p:cNvSpPr>
            <a:spLocks noChangeArrowheads="1"/>
          </p:cNvSpPr>
          <p:nvPr/>
        </p:nvSpPr>
        <p:spPr bwMode="auto">
          <a:xfrm>
            <a:off x="2678113" y="4795838"/>
            <a:ext cx="5667375" cy="1612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     Fully	 (2-way) Set        Direct</a:t>
            </a:r>
          </a:p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Associative	Associative         Mapped</a:t>
            </a:r>
          </a:p>
          <a:p>
            <a:pPr>
              <a:spcBef>
                <a:spcPct val="0"/>
              </a:spcBef>
            </a:pPr>
            <a:r>
              <a:rPr lang="en-US" sz="2000" dirty="0">
                <a:latin typeface="Verdana" pitchFamily="32" charset="0"/>
              </a:rPr>
              <a:t>anywhere</a:t>
            </a:r>
            <a:r>
              <a:rPr lang="en-US" sz="2000" dirty="0">
                <a:solidFill>
                  <a:srgbClr val="56127A"/>
                </a:solidFill>
                <a:latin typeface="Verdana" pitchFamily="32" charset="0"/>
              </a:rPr>
              <a:t>	</a:t>
            </a:r>
            <a:r>
              <a:rPr lang="en-US" sz="2000" dirty="0">
                <a:latin typeface="Verdana" pitchFamily="32" charset="0"/>
              </a:rPr>
              <a:t>anywhere in          only into</a:t>
            </a:r>
          </a:p>
          <a:p>
            <a:pPr>
              <a:spcBef>
                <a:spcPct val="0"/>
              </a:spcBef>
            </a:pPr>
            <a:r>
              <a:rPr lang="en-US" sz="2000" dirty="0">
                <a:latin typeface="Verdana" pitchFamily="32" charset="0"/>
              </a:rPr>
              <a:t>		      set 0                block 4</a:t>
            </a:r>
            <a:r>
              <a:rPr lang="en-US" sz="2000" dirty="0">
                <a:solidFill>
                  <a:srgbClr val="56127A"/>
                </a:solidFill>
                <a:latin typeface="Verdana" pitchFamily="32" charset="0"/>
              </a:rPr>
              <a:t>	</a:t>
            </a:r>
          </a:p>
          <a:p>
            <a:pPr>
              <a:spcBef>
                <a:spcPct val="0"/>
              </a:spcBef>
            </a:pPr>
            <a:r>
              <a:rPr lang="en-US" sz="2000" dirty="0">
                <a:solidFill>
                  <a:srgbClr val="56127A"/>
                </a:solidFill>
                <a:latin typeface="Verdana" pitchFamily="32" charset="0"/>
              </a:rPr>
              <a:t>        		 </a:t>
            </a:r>
            <a:r>
              <a:rPr lang="en-US" sz="2000" i="1" dirty="0">
                <a:latin typeface="Verdana" pitchFamily="32" charset="0"/>
              </a:rPr>
              <a:t>(12 mod 4)	   (12 mod 8)</a:t>
            </a:r>
          </a:p>
        </p:txBody>
      </p:sp>
      <p:sp>
        <p:nvSpPr>
          <p:cNvPr id="1090596" name="Rectangle 36"/>
          <p:cNvSpPr>
            <a:spLocks noChangeArrowheads="1"/>
          </p:cNvSpPr>
          <p:nvPr/>
        </p:nvSpPr>
        <p:spPr bwMode="auto">
          <a:xfrm>
            <a:off x="4600575" y="1790700"/>
            <a:ext cx="152400" cy="1066800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7" name="Rectangle 37"/>
          <p:cNvSpPr>
            <a:spLocks noChangeArrowheads="1"/>
          </p:cNvSpPr>
          <p:nvPr/>
        </p:nvSpPr>
        <p:spPr bwMode="auto">
          <a:xfrm>
            <a:off x="2784475" y="1803400"/>
            <a:ext cx="4851400" cy="1041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8" name="Line 38"/>
          <p:cNvSpPr>
            <a:spLocks noChangeShapeType="1"/>
          </p:cNvSpPr>
          <p:nvPr/>
        </p:nvSpPr>
        <p:spPr bwMode="auto">
          <a:xfrm>
            <a:off x="2924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599" name="Line 39"/>
          <p:cNvSpPr>
            <a:spLocks noChangeShapeType="1"/>
          </p:cNvSpPr>
          <p:nvPr/>
        </p:nvSpPr>
        <p:spPr bwMode="auto">
          <a:xfrm>
            <a:off x="3076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0" name="Line 40"/>
          <p:cNvSpPr>
            <a:spLocks noChangeShapeType="1"/>
          </p:cNvSpPr>
          <p:nvPr/>
        </p:nvSpPr>
        <p:spPr bwMode="auto">
          <a:xfrm>
            <a:off x="3228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1" name="Line 41"/>
          <p:cNvSpPr>
            <a:spLocks noChangeShapeType="1"/>
          </p:cNvSpPr>
          <p:nvPr/>
        </p:nvSpPr>
        <p:spPr bwMode="auto">
          <a:xfrm>
            <a:off x="3381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2" name="Line 42"/>
          <p:cNvSpPr>
            <a:spLocks noChangeShapeType="1"/>
          </p:cNvSpPr>
          <p:nvPr/>
        </p:nvSpPr>
        <p:spPr bwMode="auto">
          <a:xfrm>
            <a:off x="3533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3" name="Line 43"/>
          <p:cNvSpPr>
            <a:spLocks noChangeShapeType="1"/>
          </p:cNvSpPr>
          <p:nvPr/>
        </p:nvSpPr>
        <p:spPr bwMode="auto">
          <a:xfrm>
            <a:off x="3686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4" name="Line 44"/>
          <p:cNvSpPr>
            <a:spLocks noChangeShapeType="1"/>
          </p:cNvSpPr>
          <p:nvPr/>
        </p:nvSpPr>
        <p:spPr bwMode="auto">
          <a:xfrm>
            <a:off x="3838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5" name="Line 45"/>
          <p:cNvSpPr>
            <a:spLocks noChangeShapeType="1"/>
          </p:cNvSpPr>
          <p:nvPr/>
        </p:nvSpPr>
        <p:spPr bwMode="auto">
          <a:xfrm>
            <a:off x="3990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6" name="Line 46"/>
          <p:cNvSpPr>
            <a:spLocks noChangeShapeType="1"/>
          </p:cNvSpPr>
          <p:nvPr/>
        </p:nvSpPr>
        <p:spPr bwMode="auto">
          <a:xfrm>
            <a:off x="4143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7" name="Line 47"/>
          <p:cNvSpPr>
            <a:spLocks noChangeShapeType="1"/>
          </p:cNvSpPr>
          <p:nvPr/>
        </p:nvSpPr>
        <p:spPr bwMode="auto">
          <a:xfrm>
            <a:off x="4295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8" name="Line 48"/>
          <p:cNvSpPr>
            <a:spLocks noChangeShapeType="1"/>
          </p:cNvSpPr>
          <p:nvPr/>
        </p:nvSpPr>
        <p:spPr bwMode="auto">
          <a:xfrm>
            <a:off x="4448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09" name="Line 49"/>
          <p:cNvSpPr>
            <a:spLocks noChangeShapeType="1"/>
          </p:cNvSpPr>
          <p:nvPr/>
        </p:nvSpPr>
        <p:spPr bwMode="auto">
          <a:xfrm>
            <a:off x="4600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0" name="Line 50"/>
          <p:cNvSpPr>
            <a:spLocks noChangeShapeType="1"/>
          </p:cNvSpPr>
          <p:nvPr/>
        </p:nvSpPr>
        <p:spPr bwMode="auto">
          <a:xfrm>
            <a:off x="4752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1" name="Line 51"/>
          <p:cNvSpPr>
            <a:spLocks noChangeShapeType="1"/>
          </p:cNvSpPr>
          <p:nvPr/>
        </p:nvSpPr>
        <p:spPr bwMode="auto">
          <a:xfrm>
            <a:off x="4905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2" name="Line 52"/>
          <p:cNvSpPr>
            <a:spLocks noChangeShapeType="1"/>
          </p:cNvSpPr>
          <p:nvPr/>
        </p:nvSpPr>
        <p:spPr bwMode="auto">
          <a:xfrm>
            <a:off x="5057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3" name="Line 53"/>
          <p:cNvSpPr>
            <a:spLocks noChangeShapeType="1"/>
          </p:cNvSpPr>
          <p:nvPr/>
        </p:nvSpPr>
        <p:spPr bwMode="auto">
          <a:xfrm>
            <a:off x="5210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4" name="Line 54"/>
          <p:cNvSpPr>
            <a:spLocks noChangeShapeType="1"/>
          </p:cNvSpPr>
          <p:nvPr/>
        </p:nvSpPr>
        <p:spPr bwMode="auto">
          <a:xfrm>
            <a:off x="5362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5" name="Line 55"/>
          <p:cNvSpPr>
            <a:spLocks noChangeShapeType="1"/>
          </p:cNvSpPr>
          <p:nvPr/>
        </p:nvSpPr>
        <p:spPr bwMode="auto">
          <a:xfrm>
            <a:off x="5514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6" name="Line 56"/>
          <p:cNvSpPr>
            <a:spLocks noChangeShapeType="1"/>
          </p:cNvSpPr>
          <p:nvPr/>
        </p:nvSpPr>
        <p:spPr bwMode="auto">
          <a:xfrm>
            <a:off x="5667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7" name="Line 57"/>
          <p:cNvSpPr>
            <a:spLocks noChangeShapeType="1"/>
          </p:cNvSpPr>
          <p:nvPr/>
        </p:nvSpPr>
        <p:spPr bwMode="auto">
          <a:xfrm>
            <a:off x="5819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8" name="Line 58"/>
          <p:cNvSpPr>
            <a:spLocks noChangeShapeType="1"/>
          </p:cNvSpPr>
          <p:nvPr/>
        </p:nvSpPr>
        <p:spPr bwMode="auto">
          <a:xfrm>
            <a:off x="5972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19" name="Line 59"/>
          <p:cNvSpPr>
            <a:spLocks noChangeShapeType="1"/>
          </p:cNvSpPr>
          <p:nvPr/>
        </p:nvSpPr>
        <p:spPr bwMode="auto">
          <a:xfrm>
            <a:off x="6124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0" name="Line 60"/>
          <p:cNvSpPr>
            <a:spLocks noChangeShapeType="1"/>
          </p:cNvSpPr>
          <p:nvPr/>
        </p:nvSpPr>
        <p:spPr bwMode="auto">
          <a:xfrm>
            <a:off x="6276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1" name="Line 61"/>
          <p:cNvSpPr>
            <a:spLocks noChangeShapeType="1"/>
          </p:cNvSpPr>
          <p:nvPr/>
        </p:nvSpPr>
        <p:spPr bwMode="auto">
          <a:xfrm>
            <a:off x="6429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2" name="Line 62"/>
          <p:cNvSpPr>
            <a:spLocks noChangeShapeType="1"/>
          </p:cNvSpPr>
          <p:nvPr/>
        </p:nvSpPr>
        <p:spPr bwMode="auto">
          <a:xfrm>
            <a:off x="6581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3" name="Line 63"/>
          <p:cNvSpPr>
            <a:spLocks noChangeShapeType="1"/>
          </p:cNvSpPr>
          <p:nvPr/>
        </p:nvSpPr>
        <p:spPr bwMode="auto">
          <a:xfrm>
            <a:off x="6734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4" name="Line 64"/>
          <p:cNvSpPr>
            <a:spLocks noChangeShapeType="1"/>
          </p:cNvSpPr>
          <p:nvPr/>
        </p:nvSpPr>
        <p:spPr bwMode="auto">
          <a:xfrm>
            <a:off x="68865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5" name="Line 65"/>
          <p:cNvSpPr>
            <a:spLocks noChangeShapeType="1"/>
          </p:cNvSpPr>
          <p:nvPr/>
        </p:nvSpPr>
        <p:spPr bwMode="auto">
          <a:xfrm>
            <a:off x="70389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6" name="Line 66"/>
          <p:cNvSpPr>
            <a:spLocks noChangeShapeType="1"/>
          </p:cNvSpPr>
          <p:nvPr/>
        </p:nvSpPr>
        <p:spPr bwMode="auto">
          <a:xfrm>
            <a:off x="71913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7" name="Line 67"/>
          <p:cNvSpPr>
            <a:spLocks noChangeShapeType="1"/>
          </p:cNvSpPr>
          <p:nvPr/>
        </p:nvSpPr>
        <p:spPr bwMode="auto">
          <a:xfrm>
            <a:off x="73437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8" name="Line 68"/>
          <p:cNvSpPr>
            <a:spLocks noChangeShapeType="1"/>
          </p:cNvSpPr>
          <p:nvPr/>
        </p:nvSpPr>
        <p:spPr bwMode="auto">
          <a:xfrm>
            <a:off x="7496175" y="1797050"/>
            <a:ext cx="0" cy="1054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0629" name="Rectangle 69"/>
          <p:cNvSpPr>
            <a:spLocks noChangeArrowheads="1"/>
          </p:cNvSpPr>
          <p:nvPr/>
        </p:nvSpPr>
        <p:spPr bwMode="auto">
          <a:xfrm>
            <a:off x="2733675" y="1538288"/>
            <a:ext cx="1712913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0 1 2 3 4 5 6 7 8 9</a:t>
            </a:r>
          </a:p>
        </p:txBody>
      </p:sp>
      <p:sp>
        <p:nvSpPr>
          <p:cNvPr id="1090630" name="Rectangle 70"/>
          <p:cNvSpPr>
            <a:spLocks noChangeArrowheads="1"/>
          </p:cNvSpPr>
          <p:nvPr/>
        </p:nvSpPr>
        <p:spPr bwMode="auto">
          <a:xfrm>
            <a:off x="4257675" y="1325563"/>
            <a:ext cx="1712913" cy="460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1 1 1 1 1 1 1 1 1 1 0 1 2 3 4 5 6 7 8 9</a:t>
            </a:r>
          </a:p>
        </p:txBody>
      </p:sp>
      <p:sp>
        <p:nvSpPr>
          <p:cNvPr id="1090631" name="Rectangle 71"/>
          <p:cNvSpPr>
            <a:spLocks noChangeArrowheads="1"/>
          </p:cNvSpPr>
          <p:nvPr/>
        </p:nvSpPr>
        <p:spPr bwMode="auto">
          <a:xfrm>
            <a:off x="5756275" y="1325563"/>
            <a:ext cx="1712913" cy="460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2 2 2 2 2 2 2 2 2 2 0 1 2 3 4 5 6 7 8 9</a:t>
            </a:r>
          </a:p>
        </p:txBody>
      </p:sp>
      <p:sp>
        <p:nvSpPr>
          <p:cNvPr id="1090632" name="Rectangle 72"/>
          <p:cNvSpPr>
            <a:spLocks noChangeArrowheads="1"/>
          </p:cNvSpPr>
          <p:nvPr/>
        </p:nvSpPr>
        <p:spPr bwMode="auto">
          <a:xfrm>
            <a:off x="7127875" y="1325563"/>
            <a:ext cx="811213" cy="460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3 3</a:t>
            </a:r>
          </a:p>
          <a:p>
            <a:pPr algn="ctr" defTabSz="911225">
              <a:spcBef>
                <a:spcPct val="0"/>
              </a:spcBef>
            </a:pPr>
            <a:r>
              <a:rPr lang="en-US" sz="1200">
                <a:solidFill>
                  <a:schemeClr val="tx1"/>
                </a:solidFill>
                <a:latin typeface="Verdana" pitchFamily="32" charset="0"/>
              </a:rPr>
              <a:t>0 1</a:t>
            </a:r>
          </a:p>
        </p:txBody>
      </p:sp>
      <p:sp>
        <p:nvSpPr>
          <p:cNvPr id="1090633" name="Rectangle 73"/>
          <p:cNvSpPr>
            <a:spLocks noChangeArrowheads="1"/>
          </p:cNvSpPr>
          <p:nvPr/>
        </p:nvSpPr>
        <p:spPr bwMode="auto">
          <a:xfrm>
            <a:off x="1098550" y="2005013"/>
            <a:ext cx="1412875" cy="45878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chemeClr val="tx1"/>
                </a:solidFill>
                <a:latin typeface="Verdana" pitchFamily="32" charset="0"/>
              </a:rPr>
              <a:t>Memory</a:t>
            </a:r>
          </a:p>
        </p:txBody>
      </p:sp>
      <p:sp>
        <p:nvSpPr>
          <p:cNvPr id="1090634" name="Rectangle 74"/>
          <p:cNvSpPr>
            <a:spLocks noChangeArrowheads="1"/>
          </p:cNvSpPr>
          <p:nvPr/>
        </p:nvSpPr>
        <p:spPr bwMode="auto">
          <a:xfrm>
            <a:off x="1098550" y="1409700"/>
            <a:ext cx="16129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Block Number</a:t>
            </a:r>
          </a:p>
        </p:txBody>
      </p:sp>
      <p:sp>
        <p:nvSpPr>
          <p:cNvPr id="1090635" name="Rectangle 75"/>
          <p:cNvSpPr>
            <a:spLocks noChangeArrowheads="1"/>
          </p:cNvSpPr>
          <p:nvPr/>
        </p:nvSpPr>
        <p:spPr bwMode="auto">
          <a:xfrm>
            <a:off x="609600" y="5562600"/>
            <a:ext cx="1938338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b="1" dirty="0">
                <a:latin typeface="Verdana" pitchFamily="32" charset="0"/>
              </a:rPr>
              <a:t>Block 12 </a:t>
            </a:r>
          </a:p>
          <a:p>
            <a:pPr>
              <a:spcBef>
                <a:spcPct val="0"/>
              </a:spcBef>
            </a:pPr>
            <a:r>
              <a:rPr lang="en-US" sz="1800" b="1" dirty="0">
                <a:latin typeface="Verdana" pitchFamily="32" charset="0"/>
              </a:rPr>
              <a:t>can be placed</a:t>
            </a:r>
          </a:p>
        </p:txBody>
      </p:sp>
      <p:sp>
        <p:nvSpPr>
          <p:cNvPr id="1090636" name="Rectangle 76"/>
          <p:cNvSpPr>
            <a:spLocks noGrp="1" noChangeArrowheads="1"/>
          </p:cNvSpPr>
          <p:nvPr>
            <p:ph type="title"/>
          </p:nvPr>
        </p:nvSpPr>
        <p:spPr>
          <a:xfrm>
            <a:off x="1028700" y="247650"/>
            <a:ext cx="7162800" cy="1143000"/>
          </a:xfrm>
          <a:noFill/>
          <a:ln/>
        </p:spPr>
        <p:txBody>
          <a:bodyPr lIns="90488" tIns="44450" rIns="90488" bIns="44450"/>
          <a:lstStyle/>
          <a:p>
            <a:r>
              <a:rPr lang="en-US" sz="3600" dirty="0"/>
              <a:t>Q1: Where can a block be placed?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1090637" name="Text Box 77"/>
          <p:cNvSpPr txBox="1">
            <a:spLocks noChangeArrowheads="1"/>
          </p:cNvSpPr>
          <p:nvPr/>
        </p:nvSpPr>
        <p:spPr bwMode="auto">
          <a:xfrm>
            <a:off x="3246438" y="3384550"/>
            <a:ext cx="268287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chemeClr val="tx1"/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4328341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CDE8-8AE2-4DAB-85D1-F730A6E69C30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E8017-6B4B-423B-B786-518F580BAE6D}" type="slidenum">
              <a:rPr lang="en-US"/>
              <a:pPr/>
              <a:t>24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2610" name="Rectangle 2"/>
          <p:cNvSpPr>
            <a:spLocks noGrp="1" noChangeArrowheads="1"/>
          </p:cNvSpPr>
          <p:nvPr>
            <p:ph type="title"/>
          </p:nvPr>
        </p:nvSpPr>
        <p:spPr>
          <a:xfrm>
            <a:off x="849313" y="415925"/>
            <a:ext cx="7543800" cy="381000"/>
          </a:xfrm>
          <a:noFill/>
          <a:ln/>
        </p:spPr>
        <p:txBody>
          <a:bodyPr lIns="90488" tIns="44450" rIns="90488" bIns="44450"/>
          <a:lstStyle/>
          <a:p>
            <a:r>
              <a:rPr lang="en-US" dirty="0"/>
              <a:t>Q2: How is a block found?</a:t>
            </a:r>
          </a:p>
        </p:txBody>
      </p:sp>
      <p:sp>
        <p:nvSpPr>
          <p:cNvPr id="1092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Index selects which set to look in</a:t>
            </a:r>
          </a:p>
          <a:p>
            <a:r>
              <a:rPr lang="en-US" dirty="0"/>
              <a:t>Tag on each block</a:t>
            </a:r>
          </a:p>
          <a:p>
            <a:pPr lvl="1"/>
            <a:r>
              <a:rPr lang="en-US" dirty="0"/>
              <a:t>No need to check index or block offset</a:t>
            </a:r>
          </a:p>
          <a:p>
            <a:r>
              <a:rPr lang="en-US" dirty="0"/>
              <a:t>Increasing associativity shrinks index, expands tag.  Fully Associative caches have no index field.</a:t>
            </a:r>
          </a:p>
        </p:txBody>
      </p:sp>
      <p:grpSp>
        <p:nvGrpSpPr>
          <p:cNvPr id="1092612" name="Group 4"/>
          <p:cNvGrpSpPr>
            <a:grpSpLocks/>
          </p:cNvGrpSpPr>
          <p:nvPr/>
        </p:nvGrpSpPr>
        <p:grpSpPr bwMode="auto">
          <a:xfrm>
            <a:off x="1763713" y="4869657"/>
            <a:ext cx="5715000" cy="914400"/>
            <a:chOff x="1392" y="2688"/>
            <a:chExt cx="3600" cy="576"/>
          </a:xfrm>
        </p:grpSpPr>
        <p:sp>
          <p:nvSpPr>
            <p:cNvPr id="1092613" name="Rectangle 5"/>
            <p:cNvSpPr>
              <a:spLocks noChangeArrowheads="1"/>
            </p:cNvSpPr>
            <p:nvPr/>
          </p:nvSpPr>
          <p:spPr bwMode="auto">
            <a:xfrm>
              <a:off x="4128" y="2688"/>
              <a:ext cx="864" cy="57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1" dirty="0">
                  <a:solidFill>
                    <a:schemeClr val="tx1"/>
                  </a:solidFill>
                  <a:latin typeface="Comic Sans MS" pitchFamily="66" charset="0"/>
                </a:rPr>
                <a:t>Block</a:t>
              </a:r>
            </a:p>
            <a:p>
              <a:pPr algn="ctr">
                <a:spcBef>
                  <a:spcPct val="0"/>
                </a:spcBef>
              </a:pPr>
              <a:r>
                <a:rPr lang="en-US" sz="1800" b="1" dirty="0">
                  <a:solidFill>
                    <a:schemeClr val="tx1"/>
                  </a:solidFill>
                  <a:latin typeface="Comic Sans MS" pitchFamily="66" charset="0"/>
                </a:rPr>
                <a:t>Offset</a:t>
              </a:r>
            </a:p>
          </p:txBody>
        </p:sp>
        <p:sp>
          <p:nvSpPr>
            <p:cNvPr id="1092614" name="Rectangle 6"/>
            <p:cNvSpPr>
              <a:spLocks noChangeArrowheads="1"/>
            </p:cNvSpPr>
            <p:nvPr/>
          </p:nvSpPr>
          <p:spPr bwMode="auto">
            <a:xfrm>
              <a:off x="1392" y="2688"/>
              <a:ext cx="2736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1" dirty="0">
                  <a:solidFill>
                    <a:schemeClr val="tx1"/>
                  </a:solidFill>
                  <a:latin typeface="Comic Sans MS" pitchFamily="66" charset="0"/>
                </a:rPr>
                <a:t>Block Address</a:t>
              </a:r>
            </a:p>
          </p:txBody>
        </p:sp>
        <p:sp>
          <p:nvSpPr>
            <p:cNvPr id="1092615" name="Rectangle 7"/>
            <p:cNvSpPr>
              <a:spLocks noChangeArrowheads="1"/>
            </p:cNvSpPr>
            <p:nvPr/>
          </p:nvSpPr>
          <p:spPr bwMode="auto">
            <a:xfrm>
              <a:off x="3264" y="2976"/>
              <a:ext cx="86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1">
                  <a:solidFill>
                    <a:schemeClr val="tx1"/>
                  </a:solidFill>
                  <a:latin typeface="Comic Sans MS" pitchFamily="66" charset="0"/>
                </a:rPr>
                <a:t>Index</a:t>
              </a:r>
            </a:p>
          </p:txBody>
        </p:sp>
        <p:sp>
          <p:nvSpPr>
            <p:cNvPr id="1092616" name="Rectangle 8"/>
            <p:cNvSpPr>
              <a:spLocks noChangeArrowheads="1"/>
            </p:cNvSpPr>
            <p:nvPr/>
          </p:nvSpPr>
          <p:spPr bwMode="auto">
            <a:xfrm>
              <a:off x="1392" y="2976"/>
              <a:ext cx="1872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en-US" sz="1800" b="1">
                  <a:solidFill>
                    <a:schemeClr val="tx1"/>
                  </a:solidFill>
                  <a:latin typeface="Comic Sans MS" pitchFamily="66" charset="0"/>
                </a:rPr>
                <a:t>Tag</a:t>
              </a:r>
            </a:p>
          </p:txBody>
        </p:sp>
      </p:grpSp>
      <p:sp>
        <p:nvSpPr>
          <p:cNvPr id="1092617" name="Text Box 9"/>
          <p:cNvSpPr txBox="1">
            <a:spLocks noChangeArrowheads="1"/>
          </p:cNvSpPr>
          <p:nvPr/>
        </p:nvSpPr>
        <p:spPr bwMode="auto">
          <a:xfrm>
            <a:off x="3449637" y="4412457"/>
            <a:ext cx="2244725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b="1"/>
              <a:t>Memory Address</a:t>
            </a:r>
          </a:p>
        </p:txBody>
      </p:sp>
    </p:spTree>
    <p:extLst>
      <p:ext uri="{BB962C8B-B14F-4D97-AF65-F5344CB8AC3E}">
        <p14:creationId xmlns:p14="http://schemas.microsoft.com/office/powerpoint/2010/main" val="374276826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BCA3E-9C13-4E6D-AA0B-4582AD695F2D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86759-6B46-4F08-9AC2-9ECD1D828849}" type="slidenum">
              <a:rPr lang="en-US"/>
              <a:pPr/>
              <a:t>25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3634" name="Line 2"/>
          <p:cNvSpPr>
            <a:spLocks noChangeShapeType="1"/>
          </p:cNvSpPr>
          <p:nvPr/>
        </p:nvSpPr>
        <p:spPr bwMode="auto">
          <a:xfrm>
            <a:off x="2438400" y="5105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35" name="Rectangle 3" descr="Large confetti"/>
          <p:cNvSpPr>
            <a:spLocks noChangeArrowheads="1"/>
          </p:cNvSpPr>
          <p:nvPr/>
        </p:nvSpPr>
        <p:spPr bwMode="auto">
          <a:xfrm>
            <a:off x="1758950" y="3511550"/>
            <a:ext cx="4864100" cy="3683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36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162800" cy="1143000"/>
          </a:xfrm>
          <a:noFill/>
          <a:ln/>
        </p:spPr>
        <p:txBody>
          <a:bodyPr/>
          <a:lstStyle/>
          <a:p>
            <a:r>
              <a:rPr lang="en-US"/>
              <a:t>Direct-Mapped Cache</a:t>
            </a:r>
          </a:p>
        </p:txBody>
      </p:sp>
      <p:sp>
        <p:nvSpPr>
          <p:cNvPr id="1093637" name="Rectangle 5"/>
          <p:cNvSpPr>
            <a:spLocks noChangeArrowheads="1"/>
          </p:cNvSpPr>
          <p:nvPr/>
        </p:nvSpPr>
        <p:spPr bwMode="auto">
          <a:xfrm>
            <a:off x="1765300" y="2755900"/>
            <a:ext cx="48514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38" name="Line 6"/>
          <p:cNvSpPr>
            <a:spLocks noChangeShapeType="1"/>
          </p:cNvSpPr>
          <p:nvPr/>
        </p:nvSpPr>
        <p:spPr bwMode="auto">
          <a:xfrm>
            <a:off x="1752600" y="312420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39" name="Line 7"/>
          <p:cNvSpPr>
            <a:spLocks noChangeShapeType="1"/>
          </p:cNvSpPr>
          <p:nvPr/>
        </p:nvSpPr>
        <p:spPr bwMode="auto">
          <a:xfrm>
            <a:off x="1752600" y="350520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0" name="Line 8"/>
          <p:cNvSpPr>
            <a:spLocks noChangeShapeType="1"/>
          </p:cNvSpPr>
          <p:nvPr/>
        </p:nvSpPr>
        <p:spPr bwMode="auto">
          <a:xfrm>
            <a:off x="1752600" y="3886200"/>
            <a:ext cx="487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1" name="Line 9"/>
          <p:cNvSpPr>
            <a:spLocks noChangeShapeType="1"/>
          </p:cNvSpPr>
          <p:nvPr/>
        </p:nvSpPr>
        <p:spPr bwMode="auto">
          <a:xfrm>
            <a:off x="2971800" y="2590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2" name="Line 10"/>
          <p:cNvSpPr>
            <a:spLocks noChangeShapeType="1"/>
          </p:cNvSpPr>
          <p:nvPr/>
        </p:nvSpPr>
        <p:spPr bwMode="auto">
          <a:xfrm>
            <a:off x="3886200" y="2743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3" name="Line 11"/>
          <p:cNvSpPr>
            <a:spLocks noChangeShapeType="1"/>
          </p:cNvSpPr>
          <p:nvPr/>
        </p:nvSpPr>
        <p:spPr bwMode="auto">
          <a:xfrm>
            <a:off x="2057400" y="2590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4" name="Rectangle 12"/>
          <p:cNvSpPr>
            <a:spLocks noChangeArrowheads="1"/>
          </p:cNvSpPr>
          <p:nvPr/>
        </p:nvSpPr>
        <p:spPr bwMode="auto">
          <a:xfrm>
            <a:off x="2041525" y="23923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3645" name="Rectangle 13"/>
          <p:cNvSpPr>
            <a:spLocks noChangeArrowheads="1"/>
          </p:cNvSpPr>
          <p:nvPr/>
        </p:nvSpPr>
        <p:spPr bwMode="auto">
          <a:xfrm>
            <a:off x="4098925" y="23923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93646" name="Rectangle 14"/>
          <p:cNvSpPr>
            <a:spLocks noChangeArrowheads="1"/>
          </p:cNvSpPr>
          <p:nvPr/>
        </p:nvSpPr>
        <p:spPr bwMode="auto">
          <a:xfrm>
            <a:off x="1584325" y="2392363"/>
            <a:ext cx="5349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V</a:t>
            </a:r>
          </a:p>
        </p:txBody>
      </p:sp>
      <p:sp>
        <p:nvSpPr>
          <p:cNvPr id="1093647" name="Line 15"/>
          <p:cNvSpPr>
            <a:spLocks noChangeShapeType="1"/>
          </p:cNvSpPr>
          <p:nvPr/>
        </p:nvSpPr>
        <p:spPr bwMode="auto">
          <a:xfrm>
            <a:off x="4800600" y="2743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8" name="Line 16"/>
          <p:cNvSpPr>
            <a:spLocks noChangeShapeType="1"/>
          </p:cNvSpPr>
          <p:nvPr/>
        </p:nvSpPr>
        <p:spPr bwMode="auto">
          <a:xfrm>
            <a:off x="5715000" y="2743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49" name="Rectangle 17"/>
          <p:cNvSpPr>
            <a:spLocks noChangeArrowheads="1"/>
          </p:cNvSpPr>
          <p:nvPr/>
        </p:nvSpPr>
        <p:spPr bwMode="auto">
          <a:xfrm>
            <a:off x="1079500" y="1308100"/>
            <a:ext cx="4318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3650" name="Group 18"/>
          <p:cNvGrpSpPr>
            <a:grpSpLocks/>
          </p:cNvGrpSpPr>
          <p:nvPr/>
        </p:nvGrpSpPr>
        <p:grpSpPr bwMode="auto">
          <a:xfrm>
            <a:off x="1827213" y="5419725"/>
            <a:ext cx="325437" cy="473075"/>
            <a:chOff x="1151" y="3414"/>
            <a:chExt cx="205" cy="298"/>
          </a:xfrm>
        </p:grpSpPr>
        <p:sp>
          <p:nvSpPr>
            <p:cNvPr id="1093651" name="Line 19"/>
            <p:cNvSpPr>
              <a:spLocks noChangeShapeType="1"/>
            </p:cNvSpPr>
            <p:nvPr/>
          </p:nvSpPr>
          <p:spPr bwMode="auto">
            <a:xfrm>
              <a:off x="1354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3652" name="Line 20"/>
            <p:cNvSpPr>
              <a:spLocks noChangeShapeType="1"/>
            </p:cNvSpPr>
            <p:nvPr/>
          </p:nvSpPr>
          <p:spPr bwMode="auto">
            <a:xfrm>
              <a:off x="1152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3653" name="Line 21"/>
            <p:cNvSpPr>
              <a:spLocks noChangeShapeType="1"/>
            </p:cNvSpPr>
            <p:nvPr/>
          </p:nvSpPr>
          <p:spPr bwMode="auto">
            <a:xfrm flipH="1">
              <a:off x="1153" y="3416"/>
              <a:ext cx="2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3654" name="Arc 22"/>
            <p:cNvSpPr>
              <a:spLocks/>
            </p:cNvSpPr>
            <p:nvPr/>
          </p:nvSpPr>
          <p:spPr bwMode="auto">
            <a:xfrm>
              <a:off x="1249" y="3617"/>
              <a:ext cx="107" cy="94"/>
            </a:xfrm>
            <a:custGeom>
              <a:avLst/>
              <a:gdLst>
                <a:gd name="G0" fmla="+- 205 0 0"/>
                <a:gd name="G1" fmla="+- 0 0 0"/>
                <a:gd name="G2" fmla="+- 21600 0 0"/>
                <a:gd name="T0" fmla="*/ 21805 w 21805"/>
                <a:gd name="T1" fmla="*/ 0 h 21600"/>
                <a:gd name="T2" fmla="*/ 0 w 21805"/>
                <a:gd name="T3" fmla="*/ 21599 h 21600"/>
                <a:gd name="T4" fmla="*/ 205 w 21805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05" h="21600" fill="none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600"/>
                    <a:pt x="68" y="21599"/>
                    <a:pt x="-1" y="21599"/>
                  </a:cubicBezTo>
                </a:path>
                <a:path w="21805" h="21600" stroke="0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600"/>
                    <a:pt x="68" y="21599"/>
                    <a:pt x="-1" y="21599"/>
                  </a:cubicBezTo>
                  <a:lnTo>
                    <a:pt x="205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3655" name="Arc 23"/>
            <p:cNvSpPr>
              <a:spLocks/>
            </p:cNvSpPr>
            <p:nvPr/>
          </p:nvSpPr>
          <p:spPr bwMode="auto">
            <a:xfrm>
              <a:off x="1151" y="3618"/>
              <a:ext cx="106" cy="94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395 w 21600"/>
                <a:gd name="T1" fmla="*/ 21599 h 21599"/>
                <a:gd name="T2" fmla="*/ 0 w 21600"/>
                <a:gd name="T3" fmla="*/ 0 h 21599"/>
                <a:gd name="T4" fmla="*/ 21600 w 21600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21394" y="21599"/>
                  </a:moveTo>
                  <a:cubicBezTo>
                    <a:pt x="9546" y="21486"/>
                    <a:pt x="0" y="11849"/>
                    <a:pt x="0" y="0"/>
                  </a:cubicBezTo>
                </a:path>
                <a:path w="21600" h="21599" stroke="0" extrusionOk="0">
                  <a:moveTo>
                    <a:pt x="21394" y="21599"/>
                  </a:moveTo>
                  <a:cubicBezTo>
                    <a:pt x="9546" y="21486"/>
                    <a:pt x="0" y="11849"/>
                    <a:pt x="0" y="0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3656" name="AutoShape 24"/>
          <p:cNvSpPr>
            <a:spLocks noChangeArrowheads="1"/>
          </p:cNvSpPr>
          <p:nvPr/>
        </p:nvSpPr>
        <p:spPr bwMode="auto">
          <a:xfrm rot="-10800000" flipH="1" flipV="1">
            <a:off x="4279900" y="5576888"/>
            <a:ext cx="1117600" cy="277812"/>
          </a:xfrm>
          <a:custGeom>
            <a:avLst/>
            <a:gdLst>
              <a:gd name="G0" fmla="+- 5399 0 0"/>
              <a:gd name="G1" fmla="+- 21600 0 5399"/>
              <a:gd name="G2" fmla="*/ 5399 1 2"/>
              <a:gd name="G3" fmla="+- 21600 0 G2"/>
              <a:gd name="G4" fmla="+/ 5399 21600 2"/>
              <a:gd name="G5" fmla="+/ G1 0 2"/>
              <a:gd name="G6" fmla="*/ 21600 21600 5399"/>
              <a:gd name="G7" fmla="*/ G6 1 2"/>
              <a:gd name="G8" fmla="+- 21600 0 G7"/>
              <a:gd name="G9" fmla="*/ 21600 1 2"/>
              <a:gd name="G10" fmla="+- 5399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57" name="Oval 25"/>
          <p:cNvSpPr>
            <a:spLocks noChangeArrowheads="1"/>
          </p:cNvSpPr>
          <p:nvPr/>
        </p:nvSpPr>
        <p:spPr bwMode="auto">
          <a:xfrm>
            <a:off x="2173288" y="46609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58" name="Rectangle 26"/>
          <p:cNvSpPr>
            <a:spLocks noChangeArrowheads="1"/>
          </p:cNvSpPr>
          <p:nvPr/>
        </p:nvSpPr>
        <p:spPr bwMode="auto">
          <a:xfrm>
            <a:off x="2206625" y="47164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3659" name="Rectangle 27"/>
          <p:cNvSpPr>
            <a:spLocks noChangeArrowheads="1"/>
          </p:cNvSpPr>
          <p:nvPr/>
        </p:nvSpPr>
        <p:spPr bwMode="auto">
          <a:xfrm>
            <a:off x="4632325" y="1293813"/>
            <a:ext cx="7937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Block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Offset</a:t>
            </a:r>
          </a:p>
        </p:txBody>
      </p:sp>
      <p:sp>
        <p:nvSpPr>
          <p:cNvPr id="1093660" name="Line 28"/>
          <p:cNvSpPr>
            <a:spLocks noChangeShapeType="1"/>
          </p:cNvSpPr>
          <p:nvPr/>
        </p:nvSpPr>
        <p:spPr bwMode="auto">
          <a:xfrm>
            <a:off x="4648200" y="1295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1" name="Line 29"/>
          <p:cNvSpPr>
            <a:spLocks noChangeShapeType="1"/>
          </p:cNvSpPr>
          <p:nvPr/>
        </p:nvSpPr>
        <p:spPr bwMode="auto">
          <a:xfrm>
            <a:off x="2514600" y="1295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2" name="Rectangle 30"/>
          <p:cNvSpPr>
            <a:spLocks noChangeArrowheads="1"/>
          </p:cNvSpPr>
          <p:nvPr/>
        </p:nvSpPr>
        <p:spPr bwMode="auto">
          <a:xfrm>
            <a:off x="1355725" y="13382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3663" name="Rectangle 31"/>
          <p:cNvSpPr>
            <a:spLocks noChangeArrowheads="1"/>
          </p:cNvSpPr>
          <p:nvPr/>
        </p:nvSpPr>
        <p:spPr bwMode="auto">
          <a:xfrm>
            <a:off x="3057525" y="1338263"/>
            <a:ext cx="911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pitchFamily="32" charset="0"/>
              </a:rPr>
              <a:t>Index</a:t>
            </a:r>
          </a:p>
        </p:txBody>
      </p:sp>
      <p:sp>
        <p:nvSpPr>
          <p:cNvPr id="1093664" name="Line 32"/>
          <p:cNvSpPr>
            <a:spLocks noChangeShapeType="1"/>
          </p:cNvSpPr>
          <p:nvPr/>
        </p:nvSpPr>
        <p:spPr bwMode="auto">
          <a:xfrm>
            <a:off x="1905000" y="3733800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5" name="Line 33"/>
          <p:cNvSpPr>
            <a:spLocks noChangeShapeType="1"/>
          </p:cNvSpPr>
          <p:nvPr/>
        </p:nvSpPr>
        <p:spPr bwMode="auto">
          <a:xfrm>
            <a:off x="2438400" y="3733800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6" name="Line 34"/>
          <p:cNvSpPr>
            <a:spLocks noChangeShapeType="1"/>
          </p:cNvSpPr>
          <p:nvPr/>
        </p:nvSpPr>
        <p:spPr bwMode="auto">
          <a:xfrm>
            <a:off x="1981200" y="5867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7" name="Line 35"/>
          <p:cNvSpPr>
            <a:spLocks noChangeShapeType="1"/>
          </p:cNvSpPr>
          <p:nvPr/>
        </p:nvSpPr>
        <p:spPr bwMode="auto">
          <a:xfrm flipH="1">
            <a:off x="1447800" y="60198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8" name="Line 36"/>
          <p:cNvSpPr>
            <a:spLocks noChangeShapeType="1"/>
          </p:cNvSpPr>
          <p:nvPr/>
        </p:nvSpPr>
        <p:spPr bwMode="auto">
          <a:xfrm flipH="1">
            <a:off x="2057400" y="5257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69" name="Line 37"/>
          <p:cNvSpPr>
            <a:spLocks noChangeShapeType="1"/>
          </p:cNvSpPr>
          <p:nvPr/>
        </p:nvSpPr>
        <p:spPr bwMode="auto">
          <a:xfrm>
            <a:off x="2057400" y="5257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0" name="Line 38"/>
          <p:cNvSpPr>
            <a:spLocks noChangeShapeType="1"/>
          </p:cNvSpPr>
          <p:nvPr/>
        </p:nvSpPr>
        <p:spPr bwMode="auto">
          <a:xfrm>
            <a:off x="3440113" y="37338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1" name="Line 39"/>
          <p:cNvSpPr>
            <a:spLocks noChangeShapeType="1"/>
          </p:cNvSpPr>
          <p:nvPr/>
        </p:nvSpPr>
        <p:spPr bwMode="auto">
          <a:xfrm flipH="1">
            <a:off x="3429000" y="51054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2" name="Line 40"/>
          <p:cNvSpPr>
            <a:spLocks noChangeShapeType="1"/>
          </p:cNvSpPr>
          <p:nvPr/>
        </p:nvSpPr>
        <p:spPr bwMode="auto">
          <a:xfrm>
            <a:off x="4343400" y="51054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3" name="Line 41"/>
          <p:cNvSpPr>
            <a:spLocks noChangeShapeType="1"/>
          </p:cNvSpPr>
          <p:nvPr/>
        </p:nvSpPr>
        <p:spPr bwMode="auto">
          <a:xfrm>
            <a:off x="4327525" y="3733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4" name="Line 42"/>
          <p:cNvSpPr>
            <a:spLocks noChangeShapeType="1"/>
          </p:cNvSpPr>
          <p:nvPr/>
        </p:nvSpPr>
        <p:spPr bwMode="auto">
          <a:xfrm flipH="1">
            <a:off x="4343400" y="4876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5" name="Line 43"/>
          <p:cNvSpPr>
            <a:spLocks noChangeShapeType="1"/>
          </p:cNvSpPr>
          <p:nvPr/>
        </p:nvSpPr>
        <p:spPr bwMode="auto">
          <a:xfrm>
            <a:off x="4648200" y="48768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6" name="Line 44"/>
          <p:cNvSpPr>
            <a:spLocks noChangeShapeType="1"/>
          </p:cNvSpPr>
          <p:nvPr/>
        </p:nvSpPr>
        <p:spPr bwMode="auto">
          <a:xfrm>
            <a:off x="5029200" y="48768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7" name="Line 45"/>
          <p:cNvSpPr>
            <a:spLocks noChangeShapeType="1"/>
          </p:cNvSpPr>
          <p:nvPr/>
        </p:nvSpPr>
        <p:spPr bwMode="auto">
          <a:xfrm>
            <a:off x="5334000" y="51054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8" name="Line 46"/>
          <p:cNvSpPr>
            <a:spLocks noChangeShapeType="1"/>
          </p:cNvSpPr>
          <p:nvPr/>
        </p:nvSpPr>
        <p:spPr bwMode="auto">
          <a:xfrm flipH="1">
            <a:off x="5029200" y="4876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79" name="Line 47"/>
          <p:cNvSpPr>
            <a:spLocks noChangeShapeType="1"/>
          </p:cNvSpPr>
          <p:nvPr/>
        </p:nvSpPr>
        <p:spPr bwMode="auto">
          <a:xfrm flipH="1">
            <a:off x="5334000" y="51054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0" name="Line 48"/>
          <p:cNvSpPr>
            <a:spLocks noChangeShapeType="1"/>
          </p:cNvSpPr>
          <p:nvPr/>
        </p:nvSpPr>
        <p:spPr bwMode="auto">
          <a:xfrm>
            <a:off x="5357813" y="3733800"/>
            <a:ext cx="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1" name="Line 49"/>
          <p:cNvSpPr>
            <a:spLocks noChangeShapeType="1"/>
          </p:cNvSpPr>
          <p:nvPr/>
        </p:nvSpPr>
        <p:spPr bwMode="auto">
          <a:xfrm>
            <a:off x="6178550" y="37338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2" name="Line 50"/>
          <p:cNvSpPr>
            <a:spLocks noChangeShapeType="1"/>
          </p:cNvSpPr>
          <p:nvPr/>
        </p:nvSpPr>
        <p:spPr bwMode="auto">
          <a:xfrm>
            <a:off x="4876800" y="5867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3" name="Line 51"/>
          <p:cNvSpPr>
            <a:spLocks noChangeShapeType="1"/>
          </p:cNvSpPr>
          <p:nvPr/>
        </p:nvSpPr>
        <p:spPr bwMode="auto">
          <a:xfrm flipH="1">
            <a:off x="4876800" y="6096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4" name="Line 52"/>
          <p:cNvSpPr>
            <a:spLocks noChangeShapeType="1"/>
          </p:cNvSpPr>
          <p:nvPr/>
        </p:nvSpPr>
        <p:spPr bwMode="auto">
          <a:xfrm>
            <a:off x="3581400" y="1828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5" name="Line 53"/>
          <p:cNvSpPr>
            <a:spLocks noChangeShapeType="1"/>
          </p:cNvSpPr>
          <p:nvPr/>
        </p:nvSpPr>
        <p:spPr bwMode="auto">
          <a:xfrm flipH="1">
            <a:off x="1524000" y="2133600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6" name="Line 54"/>
          <p:cNvSpPr>
            <a:spLocks noChangeShapeType="1"/>
          </p:cNvSpPr>
          <p:nvPr/>
        </p:nvSpPr>
        <p:spPr bwMode="auto">
          <a:xfrm>
            <a:off x="1752600" y="1828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7" name="Line 55"/>
          <p:cNvSpPr>
            <a:spLocks noChangeShapeType="1"/>
          </p:cNvSpPr>
          <p:nvPr/>
        </p:nvSpPr>
        <p:spPr bwMode="auto">
          <a:xfrm>
            <a:off x="1524000" y="21336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8" name="Line 56"/>
          <p:cNvSpPr>
            <a:spLocks noChangeShapeType="1"/>
          </p:cNvSpPr>
          <p:nvPr/>
        </p:nvSpPr>
        <p:spPr bwMode="auto">
          <a:xfrm flipH="1">
            <a:off x="1524000" y="36576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89" name="Line 57"/>
          <p:cNvSpPr>
            <a:spLocks noChangeShapeType="1"/>
          </p:cNvSpPr>
          <p:nvPr/>
        </p:nvSpPr>
        <p:spPr bwMode="auto">
          <a:xfrm flipH="1">
            <a:off x="1066800" y="19812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0" name="Line 58"/>
          <p:cNvSpPr>
            <a:spLocks noChangeShapeType="1"/>
          </p:cNvSpPr>
          <p:nvPr/>
        </p:nvSpPr>
        <p:spPr bwMode="auto">
          <a:xfrm>
            <a:off x="1066800" y="1981200"/>
            <a:ext cx="0" cy="289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1" name="Line 59"/>
          <p:cNvSpPr>
            <a:spLocks noChangeShapeType="1"/>
          </p:cNvSpPr>
          <p:nvPr/>
        </p:nvSpPr>
        <p:spPr bwMode="auto">
          <a:xfrm flipH="1">
            <a:off x="1066800" y="48768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2" name="Line 60"/>
          <p:cNvSpPr>
            <a:spLocks noChangeShapeType="1"/>
          </p:cNvSpPr>
          <p:nvPr/>
        </p:nvSpPr>
        <p:spPr bwMode="auto">
          <a:xfrm flipH="1">
            <a:off x="1752600" y="4876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3" name="Oval 61"/>
          <p:cNvSpPr>
            <a:spLocks noChangeArrowheads="1"/>
          </p:cNvSpPr>
          <p:nvPr/>
        </p:nvSpPr>
        <p:spPr bwMode="auto">
          <a:xfrm>
            <a:off x="1874838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4" name="Oval 62"/>
          <p:cNvSpPr>
            <a:spLocks noChangeArrowheads="1"/>
          </p:cNvSpPr>
          <p:nvPr/>
        </p:nvSpPr>
        <p:spPr bwMode="auto">
          <a:xfrm>
            <a:off x="2403475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5" name="Oval 63"/>
          <p:cNvSpPr>
            <a:spLocks noChangeArrowheads="1"/>
          </p:cNvSpPr>
          <p:nvPr/>
        </p:nvSpPr>
        <p:spPr bwMode="auto">
          <a:xfrm>
            <a:off x="3408363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6" name="Oval 64"/>
          <p:cNvSpPr>
            <a:spLocks noChangeArrowheads="1"/>
          </p:cNvSpPr>
          <p:nvPr/>
        </p:nvSpPr>
        <p:spPr bwMode="auto">
          <a:xfrm>
            <a:off x="4295775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7" name="Oval 65"/>
          <p:cNvSpPr>
            <a:spLocks noChangeArrowheads="1"/>
          </p:cNvSpPr>
          <p:nvPr/>
        </p:nvSpPr>
        <p:spPr bwMode="auto">
          <a:xfrm>
            <a:off x="5326063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8" name="Oval 66"/>
          <p:cNvSpPr>
            <a:spLocks noChangeArrowheads="1"/>
          </p:cNvSpPr>
          <p:nvPr/>
        </p:nvSpPr>
        <p:spPr bwMode="auto">
          <a:xfrm>
            <a:off x="6146800" y="3670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699" name="Line 67"/>
          <p:cNvSpPr>
            <a:spLocks noChangeShapeType="1"/>
          </p:cNvSpPr>
          <p:nvPr/>
        </p:nvSpPr>
        <p:spPr bwMode="auto">
          <a:xfrm>
            <a:off x="1905000" y="4953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0" name="Line 68"/>
          <p:cNvSpPr>
            <a:spLocks noChangeShapeType="1"/>
          </p:cNvSpPr>
          <p:nvPr/>
        </p:nvSpPr>
        <p:spPr bwMode="auto">
          <a:xfrm>
            <a:off x="5029200" y="1828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1" name="Line 69"/>
          <p:cNvSpPr>
            <a:spLocks noChangeShapeType="1"/>
          </p:cNvSpPr>
          <p:nvPr/>
        </p:nvSpPr>
        <p:spPr bwMode="auto">
          <a:xfrm flipH="1">
            <a:off x="5029200" y="2133600"/>
            <a:ext cx="259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2" name="Line 70"/>
          <p:cNvSpPr>
            <a:spLocks noChangeShapeType="1"/>
          </p:cNvSpPr>
          <p:nvPr/>
        </p:nvSpPr>
        <p:spPr bwMode="auto">
          <a:xfrm>
            <a:off x="7620000" y="2133600"/>
            <a:ext cx="0" cy="358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3" name="Line 71"/>
          <p:cNvSpPr>
            <a:spLocks noChangeShapeType="1"/>
          </p:cNvSpPr>
          <p:nvPr/>
        </p:nvSpPr>
        <p:spPr bwMode="auto">
          <a:xfrm flipH="1">
            <a:off x="5257800" y="57150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4" name="Line 72"/>
          <p:cNvSpPr>
            <a:spLocks noChangeShapeType="1"/>
          </p:cNvSpPr>
          <p:nvPr/>
        </p:nvSpPr>
        <p:spPr bwMode="auto">
          <a:xfrm flipH="1">
            <a:off x="1143000" y="19050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5" name="Line 73"/>
          <p:cNvSpPr>
            <a:spLocks noChangeShapeType="1"/>
          </p:cNvSpPr>
          <p:nvPr/>
        </p:nvSpPr>
        <p:spPr bwMode="auto">
          <a:xfrm flipH="1">
            <a:off x="3200400" y="2057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6" name="Line 74"/>
          <p:cNvSpPr>
            <a:spLocks noChangeShapeType="1"/>
          </p:cNvSpPr>
          <p:nvPr/>
        </p:nvSpPr>
        <p:spPr bwMode="auto">
          <a:xfrm flipH="1">
            <a:off x="5715000" y="2057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7" name="Line 75"/>
          <p:cNvSpPr>
            <a:spLocks noChangeShapeType="1"/>
          </p:cNvSpPr>
          <p:nvPr/>
        </p:nvSpPr>
        <p:spPr bwMode="auto">
          <a:xfrm flipH="1">
            <a:off x="2362200" y="4343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08" name="Rectangle 76"/>
          <p:cNvSpPr>
            <a:spLocks noChangeArrowheads="1"/>
          </p:cNvSpPr>
          <p:nvPr/>
        </p:nvSpPr>
        <p:spPr bwMode="auto">
          <a:xfrm>
            <a:off x="1050925" y="20113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3709" name="Rectangle 77"/>
          <p:cNvSpPr>
            <a:spLocks noChangeArrowheads="1"/>
          </p:cNvSpPr>
          <p:nvPr/>
        </p:nvSpPr>
        <p:spPr bwMode="auto">
          <a:xfrm>
            <a:off x="3108325" y="2163763"/>
            <a:ext cx="423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</a:t>
            </a:r>
            <a:r>
              <a:rPr lang="en-US" sz="2000">
                <a:latin typeface="Verdana" pitchFamily="32" charset="0"/>
              </a:rPr>
              <a:t>k</a:t>
            </a:r>
          </a:p>
        </p:txBody>
      </p:sp>
      <p:sp>
        <p:nvSpPr>
          <p:cNvPr id="1093710" name="Rectangle 78"/>
          <p:cNvSpPr>
            <a:spLocks noChangeArrowheads="1"/>
          </p:cNvSpPr>
          <p:nvPr/>
        </p:nvSpPr>
        <p:spPr bwMode="auto">
          <a:xfrm>
            <a:off x="5622925" y="2163763"/>
            <a:ext cx="4318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b</a:t>
            </a:r>
          </a:p>
        </p:txBody>
      </p:sp>
      <p:sp>
        <p:nvSpPr>
          <p:cNvPr id="1093711" name="Rectangle 79"/>
          <p:cNvSpPr>
            <a:spLocks noChangeArrowheads="1"/>
          </p:cNvSpPr>
          <p:nvPr/>
        </p:nvSpPr>
        <p:spPr bwMode="auto">
          <a:xfrm>
            <a:off x="2498725" y="42973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3712" name="Rectangle 80"/>
          <p:cNvSpPr>
            <a:spLocks noChangeArrowheads="1"/>
          </p:cNvSpPr>
          <p:nvPr/>
        </p:nvSpPr>
        <p:spPr bwMode="auto">
          <a:xfrm>
            <a:off x="898525" y="5821363"/>
            <a:ext cx="6381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HIT</a:t>
            </a:r>
          </a:p>
        </p:txBody>
      </p:sp>
      <p:sp>
        <p:nvSpPr>
          <p:cNvPr id="1093713" name="Rectangle 81"/>
          <p:cNvSpPr>
            <a:spLocks noChangeArrowheads="1"/>
          </p:cNvSpPr>
          <p:nvPr/>
        </p:nvSpPr>
        <p:spPr bwMode="auto">
          <a:xfrm>
            <a:off x="5851525" y="5897563"/>
            <a:ext cx="256063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Data Word or Byte</a:t>
            </a:r>
          </a:p>
        </p:txBody>
      </p:sp>
      <p:sp>
        <p:nvSpPr>
          <p:cNvPr id="1093714" name="Line 82"/>
          <p:cNvSpPr>
            <a:spLocks noChangeShapeType="1"/>
          </p:cNvSpPr>
          <p:nvPr/>
        </p:nvSpPr>
        <p:spPr bwMode="auto">
          <a:xfrm>
            <a:off x="6781800" y="27432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3715" name="Rectangle 83"/>
          <p:cNvSpPr>
            <a:spLocks noChangeArrowheads="1"/>
          </p:cNvSpPr>
          <p:nvPr/>
        </p:nvSpPr>
        <p:spPr bwMode="auto">
          <a:xfrm>
            <a:off x="6765925" y="3306763"/>
            <a:ext cx="76676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</a:t>
            </a:r>
            <a:r>
              <a:rPr lang="en-US" sz="2000">
                <a:latin typeface="Verdana" pitchFamily="32" charset="0"/>
              </a:rPr>
              <a:t>2</a:t>
            </a:r>
            <a:r>
              <a:rPr lang="en-US" sz="2000" baseline="30000">
                <a:latin typeface="Verdana" pitchFamily="32" charset="0"/>
              </a:rPr>
              <a:t>k</a:t>
            </a:r>
          </a:p>
          <a:p>
            <a:pPr>
              <a:spcBef>
                <a:spcPct val="0"/>
              </a:spcBef>
            </a:pPr>
            <a:r>
              <a:rPr lang="en-US" sz="2000">
                <a:latin typeface="Verdana" pitchFamily="32" charset="0"/>
              </a:rPr>
              <a:t>lines</a:t>
            </a:r>
          </a:p>
        </p:txBody>
      </p:sp>
    </p:spTree>
    <p:extLst>
      <p:ext uri="{BB962C8B-B14F-4D97-AF65-F5344CB8AC3E}">
        <p14:creationId xmlns:p14="http://schemas.microsoft.com/office/powerpoint/2010/main" val="2657506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C821C-EB3E-42EE-AEFF-DF758F1E2DA6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1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0D621A-1F10-4C6F-8023-390C30E9C291}" type="slidenum">
              <a:rPr lang="en-US"/>
              <a:pPr/>
              <a:t>26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4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9563" y="342900"/>
            <a:ext cx="8624887" cy="862013"/>
          </a:xfrm>
          <a:noFill/>
          <a:ln/>
        </p:spPr>
        <p:txBody>
          <a:bodyPr/>
          <a:lstStyle/>
          <a:p>
            <a:r>
              <a:rPr lang="en-US"/>
              <a:t>2-Way Set-Associative Cache</a:t>
            </a:r>
          </a:p>
        </p:txBody>
      </p:sp>
      <p:sp>
        <p:nvSpPr>
          <p:cNvPr id="1094659" name="Line 3"/>
          <p:cNvSpPr>
            <a:spLocks noChangeShapeType="1"/>
          </p:cNvSpPr>
          <p:nvPr/>
        </p:nvSpPr>
        <p:spPr bwMode="auto">
          <a:xfrm>
            <a:off x="6324600" y="48006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0" name="Line 4"/>
          <p:cNvSpPr>
            <a:spLocks noChangeShapeType="1"/>
          </p:cNvSpPr>
          <p:nvPr/>
        </p:nvSpPr>
        <p:spPr bwMode="auto">
          <a:xfrm>
            <a:off x="6324600" y="50292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1" name="Line 5"/>
          <p:cNvSpPr>
            <a:spLocks noChangeShapeType="1"/>
          </p:cNvSpPr>
          <p:nvPr/>
        </p:nvSpPr>
        <p:spPr bwMode="auto">
          <a:xfrm>
            <a:off x="6324600" y="5257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2" name="Line 6"/>
          <p:cNvSpPr>
            <a:spLocks noChangeShapeType="1"/>
          </p:cNvSpPr>
          <p:nvPr/>
        </p:nvSpPr>
        <p:spPr bwMode="auto">
          <a:xfrm>
            <a:off x="6324600" y="54864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3" name="Line 7"/>
          <p:cNvSpPr>
            <a:spLocks noChangeShapeType="1"/>
          </p:cNvSpPr>
          <p:nvPr/>
        </p:nvSpPr>
        <p:spPr bwMode="auto">
          <a:xfrm>
            <a:off x="2286000" y="5181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4" name="Line 8"/>
          <p:cNvSpPr>
            <a:spLocks noChangeShapeType="1"/>
          </p:cNvSpPr>
          <p:nvPr/>
        </p:nvSpPr>
        <p:spPr bwMode="auto">
          <a:xfrm flipH="1">
            <a:off x="6934200" y="51054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5" name="Rectangle 9" descr="Large confetti"/>
          <p:cNvSpPr>
            <a:spLocks noChangeArrowheads="1"/>
          </p:cNvSpPr>
          <p:nvPr/>
        </p:nvSpPr>
        <p:spPr bwMode="auto">
          <a:xfrm>
            <a:off x="1606550" y="3435350"/>
            <a:ext cx="2349500" cy="2921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6" name="Rectangle 10"/>
          <p:cNvSpPr>
            <a:spLocks noChangeArrowheads="1"/>
          </p:cNvSpPr>
          <p:nvPr/>
        </p:nvSpPr>
        <p:spPr bwMode="auto">
          <a:xfrm>
            <a:off x="1612900" y="2832100"/>
            <a:ext cx="23368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7" name="Line 11"/>
          <p:cNvSpPr>
            <a:spLocks noChangeShapeType="1"/>
          </p:cNvSpPr>
          <p:nvPr/>
        </p:nvSpPr>
        <p:spPr bwMode="auto">
          <a:xfrm>
            <a:off x="1600200" y="31242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8" name="Line 12"/>
          <p:cNvSpPr>
            <a:spLocks noChangeShapeType="1"/>
          </p:cNvSpPr>
          <p:nvPr/>
        </p:nvSpPr>
        <p:spPr bwMode="auto">
          <a:xfrm>
            <a:off x="1600200" y="34290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69" name="Line 13"/>
          <p:cNvSpPr>
            <a:spLocks noChangeShapeType="1"/>
          </p:cNvSpPr>
          <p:nvPr/>
        </p:nvSpPr>
        <p:spPr bwMode="auto">
          <a:xfrm>
            <a:off x="1600200" y="37338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70" name="Line 14"/>
          <p:cNvSpPr>
            <a:spLocks noChangeShapeType="1"/>
          </p:cNvSpPr>
          <p:nvPr/>
        </p:nvSpPr>
        <p:spPr bwMode="auto">
          <a:xfrm>
            <a:off x="2590800" y="26670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71" name="Line 15"/>
          <p:cNvSpPr>
            <a:spLocks noChangeShapeType="1"/>
          </p:cNvSpPr>
          <p:nvPr/>
        </p:nvSpPr>
        <p:spPr bwMode="auto">
          <a:xfrm>
            <a:off x="1905000" y="26670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72" name="Rectangle 16"/>
          <p:cNvSpPr>
            <a:spLocks noChangeArrowheads="1"/>
          </p:cNvSpPr>
          <p:nvPr/>
        </p:nvSpPr>
        <p:spPr bwMode="auto">
          <a:xfrm>
            <a:off x="1736725" y="24685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4673" name="Rectangle 17"/>
          <p:cNvSpPr>
            <a:spLocks noChangeArrowheads="1"/>
          </p:cNvSpPr>
          <p:nvPr/>
        </p:nvSpPr>
        <p:spPr bwMode="auto">
          <a:xfrm>
            <a:off x="2574925" y="24685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94674" name="Rectangle 18"/>
          <p:cNvSpPr>
            <a:spLocks noChangeArrowheads="1"/>
          </p:cNvSpPr>
          <p:nvPr/>
        </p:nvSpPr>
        <p:spPr bwMode="auto">
          <a:xfrm>
            <a:off x="1431925" y="2468563"/>
            <a:ext cx="5349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V</a:t>
            </a:r>
          </a:p>
        </p:txBody>
      </p:sp>
      <p:sp>
        <p:nvSpPr>
          <p:cNvPr id="1094675" name="Rectangle 19"/>
          <p:cNvSpPr>
            <a:spLocks noChangeArrowheads="1"/>
          </p:cNvSpPr>
          <p:nvPr/>
        </p:nvSpPr>
        <p:spPr bwMode="auto">
          <a:xfrm>
            <a:off x="1003300" y="1308100"/>
            <a:ext cx="42418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676" name="Group 20"/>
          <p:cNvGrpSpPr>
            <a:grpSpLocks/>
          </p:cNvGrpSpPr>
          <p:nvPr/>
        </p:nvGrpSpPr>
        <p:grpSpPr bwMode="auto">
          <a:xfrm>
            <a:off x="2436813" y="5416550"/>
            <a:ext cx="473075" cy="327025"/>
            <a:chOff x="1535" y="3412"/>
            <a:chExt cx="298" cy="206"/>
          </a:xfrm>
        </p:grpSpPr>
        <p:sp>
          <p:nvSpPr>
            <p:cNvPr id="1094677" name="Line 21"/>
            <p:cNvSpPr>
              <a:spLocks noChangeShapeType="1"/>
            </p:cNvSpPr>
            <p:nvPr/>
          </p:nvSpPr>
          <p:spPr bwMode="auto">
            <a:xfrm>
              <a:off x="1535" y="3413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678" name="Line 22"/>
            <p:cNvSpPr>
              <a:spLocks noChangeShapeType="1"/>
            </p:cNvSpPr>
            <p:nvPr/>
          </p:nvSpPr>
          <p:spPr bwMode="auto">
            <a:xfrm>
              <a:off x="1535" y="3615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679" name="Line 23"/>
            <p:cNvSpPr>
              <a:spLocks noChangeShapeType="1"/>
            </p:cNvSpPr>
            <p:nvPr/>
          </p:nvSpPr>
          <p:spPr bwMode="auto">
            <a:xfrm>
              <a:off x="1537" y="3412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680" name="Arc 24"/>
            <p:cNvSpPr>
              <a:spLocks/>
            </p:cNvSpPr>
            <p:nvPr/>
          </p:nvSpPr>
          <p:spPr bwMode="auto">
            <a:xfrm>
              <a:off x="1738" y="3413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681" name="Arc 25"/>
            <p:cNvSpPr>
              <a:spLocks/>
            </p:cNvSpPr>
            <p:nvPr/>
          </p:nvSpPr>
          <p:spPr bwMode="auto">
            <a:xfrm>
              <a:off x="1739" y="3511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682" name="Oval 26"/>
          <p:cNvSpPr>
            <a:spLocks noChangeArrowheads="1"/>
          </p:cNvSpPr>
          <p:nvPr/>
        </p:nvSpPr>
        <p:spPr bwMode="auto">
          <a:xfrm>
            <a:off x="2020888" y="47371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83" name="Rectangle 27"/>
          <p:cNvSpPr>
            <a:spLocks noChangeArrowheads="1"/>
          </p:cNvSpPr>
          <p:nvPr/>
        </p:nvSpPr>
        <p:spPr bwMode="auto">
          <a:xfrm>
            <a:off x="2054225" y="47926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4684" name="Rectangle 28"/>
          <p:cNvSpPr>
            <a:spLocks noChangeArrowheads="1"/>
          </p:cNvSpPr>
          <p:nvPr/>
        </p:nvSpPr>
        <p:spPr bwMode="auto">
          <a:xfrm>
            <a:off x="4479925" y="1293813"/>
            <a:ext cx="801501" cy="585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1600" dirty="0">
                <a:solidFill>
                  <a:schemeClr val="tx1"/>
                </a:solidFill>
                <a:latin typeface="Verdana" pitchFamily="32" charset="0"/>
              </a:rPr>
              <a:t>Block</a:t>
            </a:r>
          </a:p>
          <a:p>
            <a:pPr>
              <a:spcBef>
                <a:spcPct val="0"/>
              </a:spcBef>
            </a:pPr>
            <a:r>
              <a:rPr lang="en-US" sz="1600" dirty="0">
                <a:solidFill>
                  <a:schemeClr val="tx1"/>
                </a:solidFill>
                <a:latin typeface="Verdana" pitchFamily="32" charset="0"/>
              </a:rPr>
              <a:t>Offset</a:t>
            </a:r>
          </a:p>
        </p:txBody>
      </p:sp>
      <p:sp>
        <p:nvSpPr>
          <p:cNvPr id="1094685" name="Line 29"/>
          <p:cNvSpPr>
            <a:spLocks noChangeShapeType="1"/>
          </p:cNvSpPr>
          <p:nvPr/>
        </p:nvSpPr>
        <p:spPr bwMode="auto">
          <a:xfrm>
            <a:off x="4495800" y="1295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86" name="Line 30"/>
          <p:cNvSpPr>
            <a:spLocks noChangeShapeType="1"/>
          </p:cNvSpPr>
          <p:nvPr/>
        </p:nvSpPr>
        <p:spPr bwMode="auto">
          <a:xfrm>
            <a:off x="3108325" y="1311275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87" name="Rectangle 31"/>
          <p:cNvSpPr>
            <a:spLocks noChangeArrowheads="1"/>
          </p:cNvSpPr>
          <p:nvPr/>
        </p:nvSpPr>
        <p:spPr bwMode="auto">
          <a:xfrm>
            <a:off x="1127125" y="13255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4688" name="Rectangle 32"/>
          <p:cNvSpPr>
            <a:spLocks noChangeArrowheads="1"/>
          </p:cNvSpPr>
          <p:nvPr/>
        </p:nvSpPr>
        <p:spPr bwMode="auto">
          <a:xfrm>
            <a:off x="3352800" y="1341438"/>
            <a:ext cx="911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pitchFamily="32" charset="0"/>
              </a:rPr>
              <a:t>Index</a:t>
            </a:r>
          </a:p>
        </p:txBody>
      </p:sp>
      <p:sp>
        <p:nvSpPr>
          <p:cNvPr id="1094689" name="Line 33"/>
          <p:cNvSpPr>
            <a:spLocks noChangeShapeType="1"/>
          </p:cNvSpPr>
          <p:nvPr/>
        </p:nvSpPr>
        <p:spPr bwMode="auto">
          <a:xfrm>
            <a:off x="1752600" y="35814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0" name="Line 34"/>
          <p:cNvSpPr>
            <a:spLocks noChangeShapeType="1"/>
          </p:cNvSpPr>
          <p:nvPr/>
        </p:nvSpPr>
        <p:spPr bwMode="auto">
          <a:xfrm>
            <a:off x="2286000" y="35814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1" name="Line 35"/>
          <p:cNvSpPr>
            <a:spLocks noChangeShapeType="1"/>
          </p:cNvSpPr>
          <p:nvPr/>
        </p:nvSpPr>
        <p:spPr bwMode="auto">
          <a:xfrm>
            <a:off x="3252788" y="562768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2" name="Line 36"/>
          <p:cNvSpPr>
            <a:spLocks noChangeShapeType="1"/>
          </p:cNvSpPr>
          <p:nvPr/>
        </p:nvSpPr>
        <p:spPr bwMode="auto">
          <a:xfrm flipH="1">
            <a:off x="1752600" y="56388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3" name="Line 37"/>
          <p:cNvSpPr>
            <a:spLocks noChangeShapeType="1"/>
          </p:cNvSpPr>
          <p:nvPr/>
        </p:nvSpPr>
        <p:spPr bwMode="auto">
          <a:xfrm>
            <a:off x="3429000" y="1828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4" name="Line 38"/>
          <p:cNvSpPr>
            <a:spLocks noChangeShapeType="1"/>
          </p:cNvSpPr>
          <p:nvPr/>
        </p:nvSpPr>
        <p:spPr bwMode="auto">
          <a:xfrm flipH="1">
            <a:off x="1371600" y="2133600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5" name="Line 39"/>
          <p:cNvSpPr>
            <a:spLocks noChangeShapeType="1"/>
          </p:cNvSpPr>
          <p:nvPr/>
        </p:nvSpPr>
        <p:spPr bwMode="auto">
          <a:xfrm>
            <a:off x="1600200" y="1828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6" name="Line 40"/>
          <p:cNvSpPr>
            <a:spLocks noChangeShapeType="1"/>
          </p:cNvSpPr>
          <p:nvPr/>
        </p:nvSpPr>
        <p:spPr bwMode="auto">
          <a:xfrm>
            <a:off x="1371600" y="21336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7" name="Line 41"/>
          <p:cNvSpPr>
            <a:spLocks noChangeShapeType="1"/>
          </p:cNvSpPr>
          <p:nvPr/>
        </p:nvSpPr>
        <p:spPr bwMode="auto">
          <a:xfrm flipH="1">
            <a:off x="1371600" y="35814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8" name="Line 42"/>
          <p:cNvSpPr>
            <a:spLocks noChangeShapeType="1"/>
          </p:cNvSpPr>
          <p:nvPr/>
        </p:nvSpPr>
        <p:spPr bwMode="auto">
          <a:xfrm flipH="1">
            <a:off x="990600" y="19812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699" name="Line 43"/>
          <p:cNvSpPr>
            <a:spLocks noChangeShapeType="1"/>
          </p:cNvSpPr>
          <p:nvPr/>
        </p:nvSpPr>
        <p:spPr bwMode="auto">
          <a:xfrm>
            <a:off x="990600" y="1981200"/>
            <a:ext cx="0" cy="297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0" name="Line 44"/>
          <p:cNvSpPr>
            <a:spLocks noChangeShapeType="1"/>
          </p:cNvSpPr>
          <p:nvPr/>
        </p:nvSpPr>
        <p:spPr bwMode="auto">
          <a:xfrm flipH="1">
            <a:off x="990600" y="49530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1" name="Line 45"/>
          <p:cNvSpPr>
            <a:spLocks noChangeShapeType="1"/>
          </p:cNvSpPr>
          <p:nvPr/>
        </p:nvSpPr>
        <p:spPr bwMode="auto">
          <a:xfrm flipH="1">
            <a:off x="1600200" y="49530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2" name="Oval 46"/>
          <p:cNvSpPr>
            <a:spLocks noChangeArrowheads="1"/>
          </p:cNvSpPr>
          <p:nvPr/>
        </p:nvSpPr>
        <p:spPr bwMode="auto">
          <a:xfrm>
            <a:off x="1722438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3" name="Oval 47"/>
          <p:cNvSpPr>
            <a:spLocks noChangeArrowheads="1"/>
          </p:cNvSpPr>
          <p:nvPr/>
        </p:nvSpPr>
        <p:spPr bwMode="auto">
          <a:xfrm>
            <a:off x="2257425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4" name="Oval 48"/>
          <p:cNvSpPr>
            <a:spLocks noChangeArrowheads="1"/>
          </p:cNvSpPr>
          <p:nvPr/>
        </p:nvSpPr>
        <p:spPr bwMode="auto">
          <a:xfrm>
            <a:off x="3241675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5" name="Line 49"/>
          <p:cNvSpPr>
            <a:spLocks noChangeShapeType="1"/>
          </p:cNvSpPr>
          <p:nvPr/>
        </p:nvSpPr>
        <p:spPr bwMode="auto">
          <a:xfrm>
            <a:off x="1752600" y="50292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6" name="Line 50"/>
          <p:cNvSpPr>
            <a:spLocks noChangeShapeType="1"/>
          </p:cNvSpPr>
          <p:nvPr/>
        </p:nvSpPr>
        <p:spPr bwMode="auto">
          <a:xfrm flipH="1">
            <a:off x="5257800" y="1524000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7" name="Line 51"/>
          <p:cNvSpPr>
            <a:spLocks noChangeShapeType="1"/>
          </p:cNvSpPr>
          <p:nvPr/>
        </p:nvSpPr>
        <p:spPr bwMode="auto">
          <a:xfrm flipH="1">
            <a:off x="1066800" y="19050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8" name="Line 52"/>
          <p:cNvSpPr>
            <a:spLocks noChangeShapeType="1"/>
          </p:cNvSpPr>
          <p:nvPr/>
        </p:nvSpPr>
        <p:spPr bwMode="auto">
          <a:xfrm flipH="1">
            <a:off x="2590800" y="2057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09" name="Line 53"/>
          <p:cNvSpPr>
            <a:spLocks noChangeShapeType="1"/>
          </p:cNvSpPr>
          <p:nvPr/>
        </p:nvSpPr>
        <p:spPr bwMode="auto">
          <a:xfrm flipH="1">
            <a:off x="5562600" y="14478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0" name="Rectangle 54"/>
          <p:cNvSpPr>
            <a:spLocks noChangeArrowheads="1"/>
          </p:cNvSpPr>
          <p:nvPr/>
        </p:nvSpPr>
        <p:spPr bwMode="auto">
          <a:xfrm>
            <a:off x="974725" y="20113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4711" name="Rectangle 55"/>
          <p:cNvSpPr>
            <a:spLocks noChangeArrowheads="1"/>
          </p:cNvSpPr>
          <p:nvPr/>
        </p:nvSpPr>
        <p:spPr bwMode="auto">
          <a:xfrm>
            <a:off x="2574925" y="2163763"/>
            <a:ext cx="423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</a:t>
            </a:r>
            <a:r>
              <a:rPr lang="en-US" sz="2000">
                <a:latin typeface="Verdana" pitchFamily="32" charset="0"/>
              </a:rPr>
              <a:t>k</a:t>
            </a:r>
          </a:p>
        </p:txBody>
      </p:sp>
      <p:sp>
        <p:nvSpPr>
          <p:cNvPr id="1094712" name="Rectangle 56"/>
          <p:cNvSpPr>
            <a:spLocks noChangeArrowheads="1"/>
          </p:cNvSpPr>
          <p:nvPr/>
        </p:nvSpPr>
        <p:spPr bwMode="auto">
          <a:xfrm>
            <a:off x="5470525" y="1554163"/>
            <a:ext cx="4318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b</a:t>
            </a:r>
          </a:p>
        </p:txBody>
      </p:sp>
      <p:sp>
        <p:nvSpPr>
          <p:cNvPr id="1094713" name="Rectangle 57"/>
          <p:cNvSpPr>
            <a:spLocks noChangeArrowheads="1"/>
          </p:cNvSpPr>
          <p:nvPr/>
        </p:nvSpPr>
        <p:spPr bwMode="auto">
          <a:xfrm>
            <a:off x="7615238" y="6049963"/>
            <a:ext cx="6381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HIT</a:t>
            </a:r>
          </a:p>
        </p:txBody>
      </p:sp>
      <p:sp>
        <p:nvSpPr>
          <p:cNvPr id="1094714" name="Line 58"/>
          <p:cNvSpPr>
            <a:spLocks noChangeShapeType="1"/>
          </p:cNvSpPr>
          <p:nvPr/>
        </p:nvSpPr>
        <p:spPr bwMode="auto">
          <a:xfrm flipH="1">
            <a:off x="990600" y="4495800"/>
            <a:ext cx="3124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5" name="Line 59"/>
          <p:cNvSpPr>
            <a:spLocks noChangeShapeType="1"/>
          </p:cNvSpPr>
          <p:nvPr/>
        </p:nvSpPr>
        <p:spPr bwMode="auto">
          <a:xfrm>
            <a:off x="4114800" y="4495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6" name="Rectangle 60" descr="Large confetti"/>
          <p:cNvSpPr>
            <a:spLocks noChangeArrowheads="1"/>
          </p:cNvSpPr>
          <p:nvPr/>
        </p:nvSpPr>
        <p:spPr bwMode="auto">
          <a:xfrm>
            <a:off x="4273550" y="3435350"/>
            <a:ext cx="2349500" cy="2921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7" name="Rectangle 61"/>
          <p:cNvSpPr>
            <a:spLocks noChangeArrowheads="1"/>
          </p:cNvSpPr>
          <p:nvPr/>
        </p:nvSpPr>
        <p:spPr bwMode="auto">
          <a:xfrm>
            <a:off x="4279900" y="2832100"/>
            <a:ext cx="2336800" cy="1193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8" name="Line 62"/>
          <p:cNvSpPr>
            <a:spLocks noChangeShapeType="1"/>
          </p:cNvSpPr>
          <p:nvPr/>
        </p:nvSpPr>
        <p:spPr bwMode="auto">
          <a:xfrm>
            <a:off x="4267200" y="31242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19" name="Line 63"/>
          <p:cNvSpPr>
            <a:spLocks noChangeShapeType="1"/>
          </p:cNvSpPr>
          <p:nvPr/>
        </p:nvSpPr>
        <p:spPr bwMode="auto">
          <a:xfrm>
            <a:off x="4267200" y="34290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0" name="Line 64"/>
          <p:cNvSpPr>
            <a:spLocks noChangeShapeType="1"/>
          </p:cNvSpPr>
          <p:nvPr/>
        </p:nvSpPr>
        <p:spPr bwMode="auto">
          <a:xfrm>
            <a:off x="4267200" y="3733800"/>
            <a:ext cx="236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1" name="Line 65"/>
          <p:cNvSpPr>
            <a:spLocks noChangeShapeType="1"/>
          </p:cNvSpPr>
          <p:nvPr/>
        </p:nvSpPr>
        <p:spPr bwMode="auto">
          <a:xfrm>
            <a:off x="5257800" y="26670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2" name="Rectangle 66"/>
          <p:cNvSpPr>
            <a:spLocks noChangeArrowheads="1"/>
          </p:cNvSpPr>
          <p:nvPr/>
        </p:nvSpPr>
        <p:spPr bwMode="auto">
          <a:xfrm>
            <a:off x="4708525" y="3351213"/>
            <a:ext cx="2555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</a:t>
            </a:r>
          </a:p>
        </p:txBody>
      </p:sp>
      <p:sp>
        <p:nvSpPr>
          <p:cNvPr id="1094723" name="Line 67"/>
          <p:cNvSpPr>
            <a:spLocks noChangeShapeType="1"/>
          </p:cNvSpPr>
          <p:nvPr/>
        </p:nvSpPr>
        <p:spPr bwMode="auto">
          <a:xfrm>
            <a:off x="4572000" y="2667000"/>
            <a:ext cx="0" cy="1371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4" name="Rectangle 68"/>
          <p:cNvSpPr>
            <a:spLocks noChangeArrowheads="1"/>
          </p:cNvSpPr>
          <p:nvPr/>
        </p:nvSpPr>
        <p:spPr bwMode="auto">
          <a:xfrm>
            <a:off x="4403725" y="24685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4725" name="Rectangle 69"/>
          <p:cNvSpPr>
            <a:spLocks noChangeArrowheads="1"/>
          </p:cNvSpPr>
          <p:nvPr/>
        </p:nvSpPr>
        <p:spPr bwMode="auto">
          <a:xfrm>
            <a:off x="5241925" y="24685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94726" name="Oval 70"/>
          <p:cNvSpPr>
            <a:spLocks noChangeArrowheads="1"/>
          </p:cNvSpPr>
          <p:nvPr/>
        </p:nvSpPr>
        <p:spPr bwMode="auto">
          <a:xfrm>
            <a:off x="4389438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7" name="Oval 71"/>
          <p:cNvSpPr>
            <a:spLocks noChangeArrowheads="1"/>
          </p:cNvSpPr>
          <p:nvPr/>
        </p:nvSpPr>
        <p:spPr bwMode="auto">
          <a:xfrm>
            <a:off x="4911725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8" name="Oval 72"/>
          <p:cNvSpPr>
            <a:spLocks noChangeArrowheads="1"/>
          </p:cNvSpPr>
          <p:nvPr/>
        </p:nvSpPr>
        <p:spPr bwMode="auto">
          <a:xfrm>
            <a:off x="5905500" y="35480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29" name="Rectangle 73"/>
          <p:cNvSpPr>
            <a:spLocks noChangeArrowheads="1"/>
          </p:cNvSpPr>
          <p:nvPr/>
        </p:nvSpPr>
        <p:spPr bwMode="auto">
          <a:xfrm>
            <a:off x="4098925" y="2468563"/>
            <a:ext cx="5349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V</a:t>
            </a:r>
          </a:p>
        </p:txBody>
      </p:sp>
      <p:sp>
        <p:nvSpPr>
          <p:cNvPr id="1094730" name="Line 74"/>
          <p:cNvSpPr>
            <a:spLocks noChangeShapeType="1"/>
          </p:cNvSpPr>
          <p:nvPr/>
        </p:nvSpPr>
        <p:spPr bwMode="auto">
          <a:xfrm>
            <a:off x="4419600" y="35814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1" name="Line 75"/>
          <p:cNvSpPr>
            <a:spLocks noChangeShapeType="1"/>
          </p:cNvSpPr>
          <p:nvPr/>
        </p:nvSpPr>
        <p:spPr bwMode="auto">
          <a:xfrm>
            <a:off x="4953000" y="35814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2" name="Line 76"/>
          <p:cNvSpPr>
            <a:spLocks noChangeShapeType="1"/>
          </p:cNvSpPr>
          <p:nvPr/>
        </p:nvSpPr>
        <p:spPr bwMode="auto">
          <a:xfrm>
            <a:off x="3276600" y="35814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3" name="Line 77"/>
          <p:cNvSpPr>
            <a:spLocks noChangeShapeType="1"/>
          </p:cNvSpPr>
          <p:nvPr/>
        </p:nvSpPr>
        <p:spPr bwMode="auto">
          <a:xfrm>
            <a:off x="5943600" y="3581400"/>
            <a:ext cx="0" cy="1828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4" name="Line 78"/>
          <p:cNvSpPr>
            <a:spLocks noChangeShapeType="1"/>
          </p:cNvSpPr>
          <p:nvPr/>
        </p:nvSpPr>
        <p:spPr bwMode="auto">
          <a:xfrm flipH="1">
            <a:off x="3124200" y="5943600"/>
            <a:ext cx="3200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5" name="AutoShape 79"/>
          <p:cNvSpPr>
            <a:spLocks noChangeArrowheads="1"/>
          </p:cNvSpPr>
          <p:nvPr/>
        </p:nvSpPr>
        <p:spPr bwMode="auto">
          <a:xfrm rot="5400000" flipV="1">
            <a:off x="6261101" y="4967287"/>
            <a:ext cx="1117600" cy="276225"/>
          </a:xfrm>
          <a:custGeom>
            <a:avLst/>
            <a:gdLst>
              <a:gd name="G0" fmla="+- 5399 0 0"/>
              <a:gd name="G1" fmla="+- 21600 0 5399"/>
              <a:gd name="G2" fmla="*/ 5399 1 2"/>
              <a:gd name="G3" fmla="+- 21600 0 G2"/>
              <a:gd name="G4" fmla="+/ 5399 21600 2"/>
              <a:gd name="G5" fmla="+/ G1 0 2"/>
              <a:gd name="G6" fmla="*/ 21600 21600 5399"/>
              <a:gd name="G7" fmla="*/ G6 1 2"/>
              <a:gd name="G8" fmla="+- 21600 0 G7"/>
              <a:gd name="G9" fmla="*/ 21600 1 2"/>
              <a:gd name="G10" fmla="+- 5399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6" name="Line 80"/>
          <p:cNvSpPr>
            <a:spLocks noChangeShapeType="1"/>
          </p:cNvSpPr>
          <p:nvPr/>
        </p:nvSpPr>
        <p:spPr bwMode="auto">
          <a:xfrm>
            <a:off x="6858000" y="15240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7" name="Rectangle 81"/>
          <p:cNvSpPr>
            <a:spLocks noChangeArrowheads="1"/>
          </p:cNvSpPr>
          <p:nvPr/>
        </p:nvSpPr>
        <p:spPr bwMode="auto">
          <a:xfrm>
            <a:off x="7299325" y="4678363"/>
            <a:ext cx="1111250" cy="102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Word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or Byte</a:t>
            </a:r>
          </a:p>
        </p:txBody>
      </p:sp>
      <p:sp>
        <p:nvSpPr>
          <p:cNvPr id="1094738" name="Line 82"/>
          <p:cNvSpPr>
            <a:spLocks noChangeShapeType="1"/>
          </p:cNvSpPr>
          <p:nvPr/>
        </p:nvSpPr>
        <p:spPr bwMode="auto">
          <a:xfrm>
            <a:off x="1752600" y="4572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39" name="Line 83"/>
          <p:cNvSpPr>
            <a:spLocks noChangeShapeType="1"/>
          </p:cNvSpPr>
          <p:nvPr/>
        </p:nvSpPr>
        <p:spPr bwMode="auto">
          <a:xfrm>
            <a:off x="2286000" y="45720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40" name="Line 84"/>
          <p:cNvSpPr>
            <a:spLocks noChangeShapeType="1"/>
          </p:cNvSpPr>
          <p:nvPr/>
        </p:nvSpPr>
        <p:spPr bwMode="auto">
          <a:xfrm>
            <a:off x="4419600" y="41910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41" name="Line 85"/>
          <p:cNvSpPr>
            <a:spLocks noChangeShapeType="1"/>
          </p:cNvSpPr>
          <p:nvPr/>
        </p:nvSpPr>
        <p:spPr bwMode="auto">
          <a:xfrm>
            <a:off x="4953000" y="4267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742" name="Group 86"/>
          <p:cNvGrpSpPr>
            <a:grpSpLocks/>
          </p:cNvGrpSpPr>
          <p:nvPr/>
        </p:nvGrpSpPr>
        <p:grpSpPr bwMode="auto">
          <a:xfrm>
            <a:off x="3100388" y="5434013"/>
            <a:ext cx="279400" cy="215900"/>
            <a:chOff x="1953" y="3423"/>
            <a:chExt cx="176" cy="136"/>
          </a:xfrm>
        </p:grpSpPr>
        <p:sp>
          <p:nvSpPr>
            <p:cNvPr id="1094743" name="Line 87"/>
            <p:cNvSpPr>
              <a:spLocks noChangeShapeType="1"/>
            </p:cNvSpPr>
            <p:nvPr/>
          </p:nvSpPr>
          <p:spPr bwMode="auto">
            <a:xfrm flipH="1">
              <a:off x="2037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44" name="Line 88"/>
            <p:cNvSpPr>
              <a:spLocks noChangeShapeType="1"/>
            </p:cNvSpPr>
            <p:nvPr/>
          </p:nvSpPr>
          <p:spPr bwMode="auto">
            <a:xfrm>
              <a:off x="1953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45" name="Line 89"/>
            <p:cNvSpPr>
              <a:spLocks noChangeShapeType="1"/>
            </p:cNvSpPr>
            <p:nvPr/>
          </p:nvSpPr>
          <p:spPr bwMode="auto">
            <a:xfrm flipH="1">
              <a:off x="1958" y="3423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746" name="Line 90"/>
          <p:cNvSpPr>
            <a:spLocks noChangeShapeType="1"/>
          </p:cNvSpPr>
          <p:nvPr/>
        </p:nvSpPr>
        <p:spPr bwMode="auto">
          <a:xfrm flipH="1">
            <a:off x="2286000" y="5486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47" name="Line 91"/>
          <p:cNvSpPr>
            <a:spLocks noChangeShapeType="1"/>
          </p:cNvSpPr>
          <p:nvPr/>
        </p:nvSpPr>
        <p:spPr bwMode="auto">
          <a:xfrm flipH="1">
            <a:off x="2895600" y="55626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48" name="Line 92"/>
          <p:cNvSpPr>
            <a:spLocks noChangeShapeType="1"/>
          </p:cNvSpPr>
          <p:nvPr/>
        </p:nvSpPr>
        <p:spPr bwMode="auto">
          <a:xfrm>
            <a:off x="4953000" y="5181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749" name="Group 93"/>
          <p:cNvGrpSpPr>
            <a:grpSpLocks/>
          </p:cNvGrpSpPr>
          <p:nvPr/>
        </p:nvGrpSpPr>
        <p:grpSpPr bwMode="auto">
          <a:xfrm>
            <a:off x="5103813" y="5416550"/>
            <a:ext cx="473075" cy="327025"/>
            <a:chOff x="3215" y="3412"/>
            <a:chExt cx="298" cy="206"/>
          </a:xfrm>
        </p:grpSpPr>
        <p:sp>
          <p:nvSpPr>
            <p:cNvPr id="1094750" name="Line 94"/>
            <p:cNvSpPr>
              <a:spLocks noChangeShapeType="1"/>
            </p:cNvSpPr>
            <p:nvPr/>
          </p:nvSpPr>
          <p:spPr bwMode="auto">
            <a:xfrm>
              <a:off x="3215" y="3413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51" name="Line 95"/>
            <p:cNvSpPr>
              <a:spLocks noChangeShapeType="1"/>
            </p:cNvSpPr>
            <p:nvPr/>
          </p:nvSpPr>
          <p:spPr bwMode="auto">
            <a:xfrm>
              <a:off x="3215" y="3615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52" name="Line 96"/>
            <p:cNvSpPr>
              <a:spLocks noChangeShapeType="1"/>
            </p:cNvSpPr>
            <p:nvPr/>
          </p:nvSpPr>
          <p:spPr bwMode="auto">
            <a:xfrm>
              <a:off x="3217" y="3412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53" name="Arc 97"/>
            <p:cNvSpPr>
              <a:spLocks/>
            </p:cNvSpPr>
            <p:nvPr/>
          </p:nvSpPr>
          <p:spPr bwMode="auto">
            <a:xfrm>
              <a:off x="3418" y="3413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54" name="Arc 98"/>
            <p:cNvSpPr>
              <a:spLocks/>
            </p:cNvSpPr>
            <p:nvPr/>
          </p:nvSpPr>
          <p:spPr bwMode="auto">
            <a:xfrm>
              <a:off x="3419" y="3511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755" name="Oval 99"/>
          <p:cNvSpPr>
            <a:spLocks noChangeArrowheads="1"/>
          </p:cNvSpPr>
          <p:nvPr/>
        </p:nvSpPr>
        <p:spPr bwMode="auto">
          <a:xfrm>
            <a:off x="4687888" y="47371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56" name="Rectangle 100"/>
          <p:cNvSpPr>
            <a:spLocks noChangeArrowheads="1"/>
          </p:cNvSpPr>
          <p:nvPr/>
        </p:nvSpPr>
        <p:spPr bwMode="auto">
          <a:xfrm>
            <a:off x="4721225" y="47926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4757" name="Line 101"/>
          <p:cNvSpPr>
            <a:spLocks noChangeShapeType="1"/>
          </p:cNvSpPr>
          <p:nvPr/>
        </p:nvSpPr>
        <p:spPr bwMode="auto">
          <a:xfrm>
            <a:off x="5919788" y="5638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58" name="Line 102"/>
          <p:cNvSpPr>
            <a:spLocks noChangeShapeType="1"/>
          </p:cNvSpPr>
          <p:nvPr/>
        </p:nvSpPr>
        <p:spPr bwMode="auto">
          <a:xfrm flipH="1">
            <a:off x="4419600" y="56388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59" name="Line 103"/>
          <p:cNvSpPr>
            <a:spLocks noChangeShapeType="1"/>
          </p:cNvSpPr>
          <p:nvPr/>
        </p:nvSpPr>
        <p:spPr bwMode="auto">
          <a:xfrm flipH="1">
            <a:off x="4114800" y="49530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60" name="Line 104"/>
          <p:cNvSpPr>
            <a:spLocks noChangeShapeType="1"/>
          </p:cNvSpPr>
          <p:nvPr/>
        </p:nvSpPr>
        <p:spPr bwMode="auto">
          <a:xfrm>
            <a:off x="4419600" y="50292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761" name="Group 105"/>
          <p:cNvGrpSpPr>
            <a:grpSpLocks/>
          </p:cNvGrpSpPr>
          <p:nvPr/>
        </p:nvGrpSpPr>
        <p:grpSpPr bwMode="auto">
          <a:xfrm>
            <a:off x="5767388" y="5434013"/>
            <a:ext cx="279400" cy="215900"/>
            <a:chOff x="3633" y="3423"/>
            <a:chExt cx="176" cy="136"/>
          </a:xfrm>
        </p:grpSpPr>
        <p:sp>
          <p:nvSpPr>
            <p:cNvPr id="1094762" name="Line 106"/>
            <p:cNvSpPr>
              <a:spLocks noChangeShapeType="1"/>
            </p:cNvSpPr>
            <p:nvPr/>
          </p:nvSpPr>
          <p:spPr bwMode="auto">
            <a:xfrm flipH="1">
              <a:off x="3717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63" name="Line 107"/>
            <p:cNvSpPr>
              <a:spLocks noChangeShapeType="1"/>
            </p:cNvSpPr>
            <p:nvPr/>
          </p:nvSpPr>
          <p:spPr bwMode="auto">
            <a:xfrm>
              <a:off x="3633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64" name="Line 108"/>
            <p:cNvSpPr>
              <a:spLocks noChangeShapeType="1"/>
            </p:cNvSpPr>
            <p:nvPr/>
          </p:nvSpPr>
          <p:spPr bwMode="auto">
            <a:xfrm flipH="1">
              <a:off x="3638" y="3423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765" name="Line 109"/>
          <p:cNvSpPr>
            <a:spLocks noChangeShapeType="1"/>
          </p:cNvSpPr>
          <p:nvPr/>
        </p:nvSpPr>
        <p:spPr bwMode="auto">
          <a:xfrm flipH="1">
            <a:off x="4953000" y="54864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66" name="Line 110"/>
          <p:cNvSpPr>
            <a:spLocks noChangeShapeType="1"/>
          </p:cNvSpPr>
          <p:nvPr/>
        </p:nvSpPr>
        <p:spPr bwMode="auto">
          <a:xfrm flipH="1">
            <a:off x="5562600" y="55626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67" name="Line 111"/>
          <p:cNvSpPr>
            <a:spLocks noChangeShapeType="1"/>
          </p:cNvSpPr>
          <p:nvPr/>
        </p:nvSpPr>
        <p:spPr bwMode="auto">
          <a:xfrm flipV="1">
            <a:off x="6324600" y="4724400"/>
            <a:ext cx="0" cy="1219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68" name="Line 112"/>
          <p:cNvSpPr>
            <a:spLocks noChangeShapeType="1"/>
          </p:cNvSpPr>
          <p:nvPr/>
        </p:nvSpPr>
        <p:spPr bwMode="auto">
          <a:xfrm>
            <a:off x="2971800" y="55626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4769" name="Group 113"/>
          <p:cNvGrpSpPr>
            <a:grpSpLocks/>
          </p:cNvGrpSpPr>
          <p:nvPr/>
        </p:nvGrpSpPr>
        <p:grpSpPr bwMode="auto">
          <a:xfrm>
            <a:off x="6535738" y="6027738"/>
            <a:ext cx="758825" cy="476250"/>
            <a:chOff x="4117" y="3797"/>
            <a:chExt cx="478" cy="300"/>
          </a:xfrm>
        </p:grpSpPr>
        <p:sp>
          <p:nvSpPr>
            <p:cNvPr id="1094770" name="Arc 114"/>
            <p:cNvSpPr>
              <a:spLocks/>
            </p:cNvSpPr>
            <p:nvPr/>
          </p:nvSpPr>
          <p:spPr bwMode="auto">
            <a:xfrm>
              <a:off x="4117" y="3797"/>
              <a:ext cx="70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71" name="Arc 115"/>
            <p:cNvSpPr>
              <a:spLocks/>
            </p:cNvSpPr>
            <p:nvPr/>
          </p:nvSpPr>
          <p:spPr bwMode="auto">
            <a:xfrm>
              <a:off x="4117" y="3797"/>
              <a:ext cx="478" cy="15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72" name="Arc 116"/>
            <p:cNvSpPr>
              <a:spLocks/>
            </p:cNvSpPr>
            <p:nvPr/>
          </p:nvSpPr>
          <p:spPr bwMode="auto">
            <a:xfrm>
              <a:off x="4141" y="3940"/>
              <a:ext cx="453" cy="15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4773" name="Arc 117"/>
            <p:cNvSpPr>
              <a:spLocks/>
            </p:cNvSpPr>
            <p:nvPr/>
          </p:nvSpPr>
          <p:spPr bwMode="auto">
            <a:xfrm>
              <a:off x="4117" y="3940"/>
              <a:ext cx="70" cy="15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4774" name="Line 118"/>
          <p:cNvSpPr>
            <a:spLocks noChangeShapeType="1"/>
          </p:cNvSpPr>
          <p:nvPr/>
        </p:nvSpPr>
        <p:spPr bwMode="auto">
          <a:xfrm flipH="1">
            <a:off x="7273925" y="62484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5" name="Line 119"/>
          <p:cNvSpPr>
            <a:spLocks noChangeShapeType="1"/>
          </p:cNvSpPr>
          <p:nvPr/>
        </p:nvSpPr>
        <p:spPr bwMode="auto">
          <a:xfrm>
            <a:off x="5638800" y="5562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6" name="Line 120"/>
          <p:cNvSpPr>
            <a:spLocks noChangeShapeType="1"/>
          </p:cNvSpPr>
          <p:nvPr/>
        </p:nvSpPr>
        <p:spPr bwMode="auto">
          <a:xfrm>
            <a:off x="5638800" y="6019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7" name="Line 121"/>
          <p:cNvSpPr>
            <a:spLocks noChangeShapeType="1"/>
          </p:cNvSpPr>
          <p:nvPr/>
        </p:nvSpPr>
        <p:spPr bwMode="auto">
          <a:xfrm flipH="1">
            <a:off x="5638800" y="61722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8" name="Line 122"/>
          <p:cNvSpPr>
            <a:spLocks noChangeShapeType="1"/>
          </p:cNvSpPr>
          <p:nvPr/>
        </p:nvSpPr>
        <p:spPr bwMode="auto">
          <a:xfrm flipH="1">
            <a:off x="2971800" y="6324600"/>
            <a:ext cx="365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79" name="Line 123"/>
          <p:cNvSpPr>
            <a:spLocks noChangeShapeType="1"/>
          </p:cNvSpPr>
          <p:nvPr/>
        </p:nvSpPr>
        <p:spPr bwMode="auto">
          <a:xfrm flipH="1">
            <a:off x="2197100" y="4154488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80" name="Rectangle 124"/>
          <p:cNvSpPr>
            <a:spLocks noChangeArrowheads="1"/>
          </p:cNvSpPr>
          <p:nvPr/>
        </p:nvSpPr>
        <p:spPr bwMode="auto">
          <a:xfrm>
            <a:off x="2309813" y="4060825"/>
            <a:ext cx="373062" cy="40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4781" name="Line 125"/>
          <p:cNvSpPr>
            <a:spLocks noChangeShapeType="1"/>
          </p:cNvSpPr>
          <p:nvPr/>
        </p:nvSpPr>
        <p:spPr bwMode="auto">
          <a:xfrm>
            <a:off x="3962400" y="3429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4782" name="Line 126"/>
          <p:cNvSpPr>
            <a:spLocks noChangeShapeType="1"/>
          </p:cNvSpPr>
          <p:nvPr/>
        </p:nvSpPr>
        <p:spPr bwMode="auto">
          <a:xfrm>
            <a:off x="3962400" y="37338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4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84D95-494C-4AEF-9E58-27703241F3EE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1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BF688-CAD0-409E-98FC-64185733DF40}" type="slidenum">
              <a:rPr lang="en-US"/>
              <a:pPr/>
              <a:t>27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5682" name="Line 2"/>
          <p:cNvSpPr>
            <a:spLocks noChangeShapeType="1"/>
          </p:cNvSpPr>
          <p:nvPr/>
        </p:nvSpPr>
        <p:spPr bwMode="auto">
          <a:xfrm flipH="1">
            <a:off x="5410200" y="54864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3" name="Line 3"/>
          <p:cNvSpPr>
            <a:spLocks noChangeShapeType="1"/>
          </p:cNvSpPr>
          <p:nvPr/>
        </p:nvSpPr>
        <p:spPr bwMode="auto">
          <a:xfrm flipH="1">
            <a:off x="5410200" y="4800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4" name="Line 4"/>
          <p:cNvSpPr>
            <a:spLocks noChangeShapeType="1"/>
          </p:cNvSpPr>
          <p:nvPr/>
        </p:nvSpPr>
        <p:spPr bwMode="auto">
          <a:xfrm flipH="1">
            <a:off x="5410200" y="50292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5" name="Line 5"/>
          <p:cNvSpPr>
            <a:spLocks noChangeShapeType="1"/>
          </p:cNvSpPr>
          <p:nvPr/>
        </p:nvSpPr>
        <p:spPr bwMode="auto">
          <a:xfrm flipH="1">
            <a:off x="5410200" y="52578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6" name="Line 6"/>
          <p:cNvSpPr>
            <a:spLocks noChangeShapeType="1"/>
          </p:cNvSpPr>
          <p:nvPr/>
        </p:nvSpPr>
        <p:spPr bwMode="auto">
          <a:xfrm flipH="1">
            <a:off x="6096000" y="51816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7" name="Rectangle 7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7162800" cy="1143000"/>
          </a:xfrm>
          <a:noFill/>
          <a:ln/>
        </p:spPr>
        <p:txBody>
          <a:bodyPr/>
          <a:lstStyle/>
          <a:p>
            <a:r>
              <a:rPr lang="en-US"/>
              <a:t>Fully Associative Cache</a:t>
            </a:r>
          </a:p>
        </p:txBody>
      </p:sp>
      <p:sp>
        <p:nvSpPr>
          <p:cNvPr id="1095688" name="Rectangle 8" descr="Large confetti"/>
          <p:cNvSpPr>
            <a:spLocks noChangeArrowheads="1"/>
          </p:cNvSpPr>
          <p:nvPr/>
        </p:nvSpPr>
        <p:spPr bwMode="auto">
          <a:xfrm>
            <a:off x="2298700" y="1612900"/>
            <a:ext cx="2413000" cy="3556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89" name="Line 9"/>
          <p:cNvSpPr>
            <a:spLocks noChangeShapeType="1"/>
          </p:cNvSpPr>
          <p:nvPr/>
        </p:nvSpPr>
        <p:spPr bwMode="auto">
          <a:xfrm>
            <a:off x="3276600" y="14478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90" name="Rectangle 10"/>
          <p:cNvSpPr>
            <a:spLocks noChangeArrowheads="1"/>
          </p:cNvSpPr>
          <p:nvPr/>
        </p:nvSpPr>
        <p:spPr bwMode="auto">
          <a:xfrm>
            <a:off x="2803525" y="2284413"/>
            <a:ext cx="265113" cy="349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</a:t>
            </a:r>
          </a:p>
        </p:txBody>
      </p:sp>
      <p:sp>
        <p:nvSpPr>
          <p:cNvPr id="1095691" name="Line 11"/>
          <p:cNvSpPr>
            <a:spLocks noChangeShapeType="1"/>
          </p:cNvSpPr>
          <p:nvPr/>
        </p:nvSpPr>
        <p:spPr bwMode="auto">
          <a:xfrm>
            <a:off x="2590800" y="14478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692" name="Rectangle 12"/>
          <p:cNvSpPr>
            <a:spLocks noChangeArrowheads="1"/>
          </p:cNvSpPr>
          <p:nvPr/>
        </p:nvSpPr>
        <p:spPr bwMode="auto">
          <a:xfrm>
            <a:off x="2422525" y="1249363"/>
            <a:ext cx="8302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5693" name="Rectangle 13"/>
          <p:cNvSpPr>
            <a:spLocks noChangeArrowheads="1"/>
          </p:cNvSpPr>
          <p:nvPr/>
        </p:nvSpPr>
        <p:spPr bwMode="auto">
          <a:xfrm>
            <a:off x="3336925" y="1249363"/>
            <a:ext cx="15541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Data Block</a:t>
            </a:r>
          </a:p>
        </p:txBody>
      </p:sp>
      <p:sp>
        <p:nvSpPr>
          <p:cNvPr id="1095694" name="Rectangle 14"/>
          <p:cNvSpPr>
            <a:spLocks noChangeArrowheads="1"/>
          </p:cNvSpPr>
          <p:nvPr/>
        </p:nvSpPr>
        <p:spPr bwMode="auto">
          <a:xfrm>
            <a:off x="2117725" y="1249363"/>
            <a:ext cx="534988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V</a:t>
            </a:r>
          </a:p>
        </p:txBody>
      </p:sp>
      <p:sp>
        <p:nvSpPr>
          <p:cNvPr id="1095695" name="Rectangle 15"/>
          <p:cNvSpPr>
            <a:spLocks noChangeArrowheads="1"/>
          </p:cNvSpPr>
          <p:nvPr/>
        </p:nvSpPr>
        <p:spPr bwMode="auto">
          <a:xfrm>
            <a:off x="1079500" y="1460500"/>
            <a:ext cx="508000" cy="431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5696" name="Group 16"/>
          <p:cNvGrpSpPr>
            <a:grpSpLocks/>
          </p:cNvGrpSpPr>
          <p:nvPr/>
        </p:nvGrpSpPr>
        <p:grpSpPr bwMode="auto">
          <a:xfrm>
            <a:off x="3744913" y="2493963"/>
            <a:ext cx="473075" cy="327025"/>
            <a:chOff x="2359" y="1571"/>
            <a:chExt cx="298" cy="206"/>
          </a:xfrm>
        </p:grpSpPr>
        <p:sp>
          <p:nvSpPr>
            <p:cNvPr id="1095697" name="Line 17"/>
            <p:cNvSpPr>
              <a:spLocks noChangeShapeType="1"/>
            </p:cNvSpPr>
            <p:nvPr/>
          </p:nvSpPr>
          <p:spPr bwMode="auto">
            <a:xfrm>
              <a:off x="2359" y="1572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698" name="Line 18"/>
            <p:cNvSpPr>
              <a:spLocks noChangeShapeType="1"/>
            </p:cNvSpPr>
            <p:nvPr/>
          </p:nvSpPr>
          <p:spPr bwMode="auto">
            <a:xfrm>
              <a:off x="2359" y="1774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699" name="Line 19"/>
            <p:cNvSpPr>
              <a:spLocks noChangeShapeType="1"/>
            </p:cNvSpPr>
            <p:nvPr/>
          </p:nvSpPr>
          <p:spPr bwMode="auto">
            <a:xfrm>
              <a:off x="2361" y="1571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00" name="Arc 20"/>
            <p:cNvSpPr>
              <a:spLocks/>
            </p:cNvSpPr>
            <p:nvPr/>
          </p:nvSpPr>
          <p:spPr bwMode="auto">
            <a:xfrm>
              <a:off x="2562" y="1572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01" name="Arc 21"/>
            <p:cNvSpPr>
              <a:spLocks/>
            </p:cNvSpPr>
            <p:nvPr/>
          </p:nvSpPr>
          <p:spPr bwMode="auto">
            <a:xfrm>
              <a:off x="2563" y="1670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702" name="Oval 22"/>
          <p:cNvSpPr>
            <a:spLocks noChangeArrowheads="1"/>
          </p:cNvSpPr>
          <p:nvPr/>
        </p:nvSpPr>
        <p:spPr bwMode="auto">
          <a:xfrm>
            <a:off x="2706688" y="22987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03" name="Rectangle 23"/>
          <p:cNvSpPr>
            <a:spLocks noChangeArrowheads="1"/>
          </p:cNvSpPr>
          <p:nvPr/>
        </p:nvSpPr>
        <p:spPr bwMode="auto">
          <a:xfrm>
            <a:off x="2740025" y="23542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5704" name="Rectangle 24"/>
          <p:cNvSpPr>
            <a:spLocks noChangeArrowheads="1"/>
          </p:cNvSpPr>
          <p:nvPr/>
        </p:nvSpPr>
        <p:spPr bwMode="auto">
          <a:xfrm rot="16200000">
            <a:off x="955676" y="5080000"/>
            <a:ext cx="7937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Block</a:t>
            </a:r>
          </a:p>
          <a:p>
            <a:pPr>
              <a:spcBef>
                <a:spcPct val="0"/>
              </a:spcBef>
            </a:pPr>
            <a:r>
              <a:rPr lang="en-US" dirty="0">
                <a:solidFill>
                  <a:schemeClr val="tx1"/>
                </a:solidFill>
                <a:latin typeface="Verdana" pitchFamily="32" charset="0"/>
              </a:rPr>
              <a:t>Offset</a:t>
            </a:r>
          </a:p>
        </p:txBody>
      </p:sp>
      <p:sp>
        <p:nvSpPr>
          <p:cNvPr id="1095705" name="Rectangle 25"/>
          <p:cNvSpPr>
            <a:spLocks noChangeArrowheads="1"/>
          </p:cNvSpPr>
          <p:nvPr/>
        </p:nvSpPr>
        <p:spPr bwMode="auto">
          <a:xfrm rot="16200000">
            <a:off x="942976" y="3422650"/>
            <a:ext cx="830262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 Tag</a:t>
            </a:r>
          </a:p>
        </p:txBody>
      </p:sp>
      <p:sp>
        <p:nvSpPr>
          <p:cNvPr id="1095706" name="Line 26"/>
          <p:cNvSpPr>
            <a:spLocks noChangeShapeType="1"/>
          </p:cNvSpPr>
          <p:nvPr/>
        </p:nvSpPr>
        <p:spPr bwMode="auto">
          <a:xfrm>
            <a:off x="2438400" y="1828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07" name="Line 27"/>
          <p:cNvSpPr>
            <a:spLocks noChangeShapeType="1"/>
          </p:cNvSpPr>
          <p:nvPr/>
        </p:nvSpPr>
        <p:spPr bwMode="auto">
          <a:xfrm>
            <a:off x="2971800" y="1828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08" name="Line 28"/>
          <p:cNvSpPr>
            <a:spLocks noChangeShapeType="1"/>
          </p:cNvSpPr>
          <p:nvPr/>
        </p:nvSpPr>
        <p:spPr bwMode="auto">
          <a:xfrm>
            <a:off x="2057400" y="2514600"/>
            <a:ext cx="0" cy="3200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09" name="Line 29"/>
          <p:cNvSpPr>
            <a:spLocks noChangeShapeType="1"/>
          </p:cNvSpPr>
          <p:nvPr/>
        </p:nvSpPr>
        <p:spPr bwMode="auto">
          <a:xfrm flipH="1">
            <a:off x="2057400" y="2514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0" name="Oval 30"/>
          <p:cNvSpPr>
            <a:spLocks noChangeArrowheads="1"/>
          </p:cNvSpPr>
          <p:nvPr/>
        </p:nvSpPr>
        <p:spPr bwMode="auto">
          <a:xfrm>
            <a:off x="2408238" y="17954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1" name="Oval 31"/>
          <p:cNvSpPr>
            <a:spLocks noChangeArrowheads="1"/>
          </p:cNvSpPr>
          <p:nvPr/>
        </p:nvSpPr>
        <p:spPr bwMode="auto">
          <a:xfrm>
            <a:off x="2943225" y="17954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2" name="Oval 32"/>
          <p:cNvSpPr>
            <a:spLocks noChangeArrowheads="1"/>
          </p:cNvSpPr>
          <p:nvPr/>
        </p:nvSpPr>
        <p:spPr bwMode="auto">
          <a:xfrm>
            <a:off x="3775075" y="17954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3" name="Line 33"/>
          <p:cNvSpPr>
            <a:spLocks noChangeShapeType="1"/>
          </p:cNvSpPr>
          <p:nvPr/>
        </p:nvSpPr>
        <p:spPr bwMode="auto">
          <a:xfrm flipH="1">
            <a:off x="1752600" y="40386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4" name="Line 34"/>
          <p:cNvSpPr>
            <a:spLocks noChangeShapeType="1"/>
          </p:cNvSpPr>
          <p:nvPr/>
        </p:nvSpPr>
        <p:spPr bwMode="auto">
          <a:xfrm flipH="1">
            <a:off x="1219200" y="59436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5" name="Rectangle 35"/>
          <p:cNvSpPr>
            <a:spLocks noChangeArrowheads="1"/>
          </p:cNvSpPr>
          <p:nvPr/>
        </p:nvSpPr>
        <p:spPr bwMode="auto">
          <a:xfrm>
            <a:off x="1660525" y="36877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  <p:sp>
        <p:nvSpPr>
          <p:cNvPr id="1095716" name="Rectangle 36"/>
          <p:cNvSpPr>
            <a:spLocks noChangeArrowheads="1"/>
          </p:cNvSpPr>
          <p:nvPr/>
        </p:nvSpPr>
        <p:spPr bwMode="auto">
          <a:xfrm>
            <a:off x="1279525" y="5821363"/>
            <a:ext cx="431800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b</a:t>
            </a:r>
          </a:p>
        </p:txBody>
      </p:sp>
      <p:sp>
        <p:nvSpPr>
          <p:cNvPr id="1095717" name="Rectangle 37"/>
          <p:cNvSpPr>
            <a:spLocks noChangeArrowheads="1"/>
          </p:cNvSpPr>
          <p:nvPr/>
        </p:nvSpPr>
        <p:spPr bwMode="auto">
          <a:xfrm>
            <a:off x="7756525" y="4449763"/>
            <a:ext cx="638175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HIT</a:t>
            </a:r>
          </a:p>
        </p:txBody>
      </p:sp>
      <p:sp>
        <p:nvSpPr>
          <p:cNvPr id="1095718" name="Line 38"/>
          <p:cNvSpPr>
            <a:spLocks noChangeShapeType="1"/>
          </p:cNvSpPr>
          <p:nvPr/>
        </p:nvSpPr>
        <p:spPr bwMode="auto">
          <a:xfrm flipH="1">
            <a:off x="5486400" y="2667000"/>
            <a:ext cx="1600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19" name="Rectangle 39"/>
          <p:cNvSpPr>
            <a:spLocks noChangeArrowheads="1"/>
          </p:cNvSpPr>
          <p:nvPr/>
        </p:nvSpPr>
        <p:spPr bwMode="auto">
          <a:xfrm>
            <a:off x="6240463" y="5211763"/>
            <a:ext cx="1111250" cy="1020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Data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Word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or Byte</a:t>
            </a:r>
          </a:p>
        </p:txBody>
      </p:sp>
      <p:sp>
        <p:nvSpPr>
          <p:cNvPr id="1095720" name="Line 40"/>
          <p:cNvSpPr>
            <a:spLocks noChangeShapeType="1"/>
          </p:cNvSpPr>
          <p:nvPr/>
        </p:nvSpPr>
        <p:spPr bwMode="auto">
          <a:xfrm flipH="1">
            <a:off x="3200400" y="25146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1" name="Line 41"/>
          <p:cNvSpPr>
            <a:spLocks noChangeShapeType="1"/>
          </p:cNvSpPr>
          <p:nvPr/>
        </p:nvSpPr>
        <p:spPr bwMode="auto">
          <a:xfrm flipH="1">
            <a:off x="2438400" y="28956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2" name="Line 42"/>
          <p:cNvSpPr>
            <a:spLocks noChangeShapeType="1"/>
          </p:cNvSpPr>
          <p:nvPr/>
        </p:nvSpPr>
        <p:spPr bwMode="auto">
          <a:xfrm>
            <a:off x="2438400" y="2590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3" name="Line 43"/>
          <p:cNvSpPr>
            <a:spLocks noChangeShapeType="1"/>
          </p:cNvSpPr>
          <p:nvPr/>
        </p:nvSpPr>
        <p:spPr bwMode="auto">
          <a:xfrm>
            <a:off x="3505200" y="25146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4" name="Line 44"/>
          <p:cNvSpPr>
            <a:spLocks noChangeShapeType="1"/>
          </p:cNvSpPr>
          <p:nvPr/>
        </p:nvSpPr>
        <p:spPr bwMode="auto">
          <a:xfrm flipH="1">
            <a:off x="3505200" y="25908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5" name="Line 45"/>
          <p:cNvSpPr>
            <a:spLocks noChangeShapeType="1"/>
          </p:cNvSpPr>
          <p:nvPr/>
        </p:nvSpPr>
        <p:spPr bwMode="auto">
          <a:xfrm flipH="1">
            <a:off x="3505200" y="27432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6" name="Line 46"/>
          <p:cNvSpPr>
            <a:spLocks noChangeShapeType="1"/>
          </p:cNvSpPr>
          <p:nvPr/>
        </p:nvSpPr>
        <p:spPr bwMode="auto">
          <a:xfrm>
            <a:off x="3505200" y="27432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7" name="Rectangle 47" descr="Large confetti"/>
          <p:cNvSpPr>
            <a:spLocks noChangeArrowheads="1"/>
          </p:cNvSpPr>
          <p:nvPr/>
        </p:nvSpPr>
        <p:spPr bwMode="auto">
          <a:xfrm>
            <a:off x="2298700" y="3213100"/>
            <a:ext cx="2413000" cy="3556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28" name="Rectangle 48"/>
          <p:cNvSpPr>
            <a:spLocks noChangeArrowheads="1"/>
          </p:cNvSpPr>
          <p:nvPr/>
        </p:nvSpPr>
        <p:spPr bwMode="auto">
          <a:xfrm>
            <a:off x="2803525" y="3884613"/>
            <a:ext cx="265113" cy="349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</a:t>
            </a:r>
          </a:p>
        </p:txBody>
      </p:sp>
      <p:grpSp>
        <p:nvGrpSpPr>
          <p:cNvPr id="1095729" name="Group 49"/>
          <p:cNvGrpSpPr>
            <a:grpSpLocks/>
          </p:cNvGrpSpPr>
          <p:nvPr/>
        </p:nvGrpSpPr>
        <p:grpSpPr bwMode="auto">
          <a:xfrm>
            <a:off x="3744913" y="4094163"/>
            <a:ext cx="473075" cy="327025"/>
            <a:chOff x="2359" y="2579"/>
            <a:chExt cx="298" cy="206"/>
          </a:xfrm>
        </p:grpSpPr>
        <p:sp>
          <p:nvSpPr>
            <p:cNvPr id="1095730" name="Line 50"/>
            <p:cNvSpPr>
              <a:spLocks noChangeShapeType="1"/>
            </p:cNvSpPr>
            <p:nvPr/>
          </p:nvSpPr>
          <p:spPr bwMode="auto">
            <a:xfrm>
              <a:off x="2359" y="2580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31" name="Line 51"/>
            <p:cNvSpPr>
              <a:spLocks noChangeShapeType="1"/>
            </p:cNvSpPr>
            <p:nvPr/>
          </p:nvSpPr>
          <p:spPr bwMode="auto">
            <a:xfrm>
              <a:off x="2359" y="2782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32" name="Line 52"/>
            <p:cNvSpPr>
              <a:spLocks noChangeShapeType="1"/>
            </p:cNvSpPr>
            <p:nvPr/>
          </p:nvSpPr>
          <p:spPr bwMode="auto">
            <a:xfrm>
              <a:off x="2361" y="2579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33" name="Arc 53"/>
            <p:cNvSpPr>
              <a:spLocks/>
            </p:cNvSpPr>
            <p:nvPr/>
          </p:nvSpPr>
          <p:spPr bwMode="auto">
            <a:xfrm>
              <a:off x="2562" y="2580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34" name="Arc 54"/>
            <p:cNvSpPr>
              <a:spLocks/>
            </p:cNvSpPr>
            <p:nvPr/>
          </p:nvSpPr>
          <p:spPr bwMode="auto">
            <a:xfrm>
              <a:off x="2563" y="2678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735" name="Oval 55"/>
          <p:cNvSpPr>
            <a:spLocks noChangeArrowheads="1"/>
          </p:cNvSpPr>
          <p:nvPr/>
        </p:nvSpPr>
        <p:spPr bwMode="auto">
          <a:xfrm>
            <a:off x="2706688" y="38989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36" name="Rectangle 56"/>
          <p:cNvSpPr>
            <a:spLocks noChangeArrowheads="1"/>
          </p:cNvSpPr>
          <p:nvPr/>
        </p:nvSpPr>
        <p:spPr bwMode="auto">
          <a:xfrm>
            <a:off x="2740025" y="39544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5737" name="Line 57"/>
          <p:cNvSpPr>
            <a:spLocks noChangeShapeType="1"/>
          </p:cNvSpPr>
          <p:nvPr/>
        </p:nvSpPr>
        <p:spPr bwMode="auto">
          <a:xfrm>
            <a:off x="2438400" y="34290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38" name="Line 58"/>
          <p:cNvSpPr>
            <a:spLocks noChangeShapeType="1"/>
          </p:cNvSpPr>
          <p:nvPr/>
        </p:nvSpPr>
        <p:spPr bwMode="auto">
          <a:xfrm>
            <a:off x="2971800" y="3429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39" name="Line 59"/>
          <p:cNvSpPr>
            <a:spLocks noChangeShapeType="1"/>
          </p:cNvSpPr>
          <p:nvPr/>
        </p:nvSpPr>
        <p:spPr bwMode="auto">
          <a:xfrm flipH="1">
            <a:off x="1600200" y="41148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0" name="Oval 60"/>
          <p:cNvSpPr>
            <a:spLocks noChangeArrowheads="1"/>
          </p:cNvSpPr>
          <p:nvPr/>
        </p:nvSpPr>
        <p:spPr bwMode="auto">
          <a:xfrm>
            <a:off x="2408238" y="33956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1" name="Oval 61"/>
          <p:cNvSpPr>
            <a:spLocks noChangeArrowheads="1"/>
          </p:cNvSpPr>
          <p:nvPr/>
        </p:nvSpPr>
        <p:spPr bwMode="auto">
          <a:xfrm>
            <a:off x="2943225" y="33956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2" name="Oval 62"/>
          <p:cNvSpPr>
            <a:spLocks noChangeArrowheads="1"/>
          </p:cNvSpPr>
          <p:nvPr/>
        </p:nvSpPr>
        <p:spPr bwMode="auto">
          <a:xfrm>
            <a:off x="3775075" y="33956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3" name="Line 63"/>
          <p:cNvSpPr>
            <a:spLocks noChangeShapeType="1"/>
          </p:cNvSpPr>
          <p:nvPr/>
        </p:nvSpPr>
        <p:spPr bwMode="auto">
          <a:xfrm flipH="1">
            <a:off x="5486400" y="4267200"/>
            <a:ext cx="182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4" name="Line 64"/>
          <p:cNvSpPr>
            <a:spLocks noChangeShapeType="1"/>
          </p:cNvSpPr>
          <p:nvPr/>
        </p:nvSpPr>
        <p:spPr bwMode="auto">
          <a:xfrm flipH="1">
            <a:off x="3200400" y="4114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5" name="Line 65"/>
          <p:cNvSpPr>
            <a:spLocks noChangeShapeType="1"/>
          </p:cNvSpPr>
          <p:nvPr/>
        </p:nvSpPr>
        <p:spPr bwMode="auto">
          <a:xfrm flipH="1">
            <a:off x="2438400" y="44958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6" name="Line 66"/>
          <p:cNvSpPr>
            <a:spLocks noChangeShapeType="1"/>
          </p:cNvSpPr>
          <p:nvPr/>
        </p:nvSpPr>
        <p:spPr bwMode="auto">
          <a:xfrm>
            <a:off x="2438400" y="4191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7" name="Line 67"/>
          <p:cNvSpPr>
            <a:spLocks noChangeShapeType="1"/>
          </p:cNvSpPr>
          <p:nvPr/>
        </p:nvSpPr>
        <p:spPr bwMode="auto">
          <a:xfrm>
            <a:off x="3505200" y="41148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8" name="Line 68"/>
          <p:cNvSpPr>
            <a:spLocks noChangeShapeType="1"/>
          </p:cNvSpPr>
          <p:nvPr/>
        </p:nvSpPr>
        <p:spPr bwMode="auto">
          <a:xfrm flipH="1">
            <a:off x="3505200" y="41910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49" name="Line 69"/>
          <p:cNvSpPr>
            <a:spLocks noChangeShapeType="1"/>
          </p:cNvSpPr>
          <p:nvPr/>
        </p:nvSpPr>
        <p:spPr bwMode="auto">
          <a:xfrm flipH="1">
            <a:off x="3505200" y="43434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0" name="Line 70"/>
          <p:cNvSpPr>
            <a:spLocks noChangeShapeType="1"/>
          </p:cNvSpPr>
          <p:nvPr/>
        </p:nvSpPr>
        <p:spPr bwMode="auto">
          <a:xfrm>
            <a:off x="3505200" y="4343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1" name="Line 71"/>
          <p:cNvSpPr>
            <a:spLocks noChangeShapeType="1"/>
          </p:cNvSpPr>
          <p:nvPr/>
        </p:nvSpPr>
        <p:spPr bwMode="auto">
          <a:xfrm>
            <a:off x="3276600" y="32004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2" name="Line 72"/>
          <p:cNvSpPr>
            <a:spLocks noChangeShapeType="1"/>
          </p:cNvSpPr>
          <p:nvPr/>
        </p:nvSpPr>
        <p:spPr bwMode="auto">
          <a:xfrm>
            <a:off x="2590800" y="32004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3" name="Rectangle 73" descr="Large confetti"/>
          <p:cNvSpPr>
            <a:spLocks noChangeArrowheads="1"/>
          </p:cNvSpPr>
          <p:nvPr/>
        </p:nvSpPr>
        <p:spPr bwMode="auto">
          <a:xfrm>
            <a:off x="2298700" y="4813300"/>
            <a:ext cx="2413000" cy="3556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54" name="Rectangle 74"/>
          <p:cNvSpPr>
            <a:spLocks noChangeArrowheads="1"/>
          </p:cNvSpPr>
          <p:nvPr/>
        </p:nvSpPr>
        <p:spPr bwMode="auto">
          <a:xfrm>
            <a:off x="2803525" y="5484813"/>
            <a:ext cx="265113" cy="349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chemeClr val="tx1"/>
                </a:solidFill>
                <a:latin typeface="Verdana" pitchFamily="32" charset="0"/>
              </a:rPr>
              <a:t> </a:t>
            </a:r>
          </a:p>
        </p:txBody>
      </p:sp>
      <p:grpSp>
        <p:nvGrpSpPr>
          <p:cNvPr id="1095755" name="Group 75"/>
          <p:cNvGrpSpPr>
            <a:grpSpLocks/>
          </p:cNvGrpSpPr>
          <p:nvPr/>
        </p:nvGrpSpPr>
        <p:grpSpPr bwMode="auto">
          <a:xfrm>
            <a:off x="3744913" y="5694363"/>
            <a:ext cx="473075" cy="327025"/>
            <a:chOff x="2359" y="3587"/>
            <a:chExt cx="298" cy="206"/>
          </a:xfrm>
        </p:grpSpPr>
        <p:sp>
          <p:nvSpPr>
            <p:cNvPr id="1095756" name="Line 76"/>
            <p:cNvSpPr>
              <a:spLocks noChangeShapeType="1"/>
            </p:cNvSpPr>
            <p:nvPr/>
          </p:nvSpPr>
          <p:spPr bwMode="auto">
            <a:xfrm>
              <a:off x="2359" y="3588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57" name="Line 77"/>
            <p:cNvSpPr>
              <a:spLocks noChangeShapeType="1"/>
            </p:cNvSpPr>
            <p:nvPr/>
          </p:nvSpPr>
          <p:spPr bwMode="auto">
            <a:xfrm>
              <a:off x="2359" y="3790"/>
              <a:ext cx="20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58" name="Line 78"/>
            <p:cNvSpPr>
              <a:spLocks noChangeShapeType="1"/>
            </p:cNvSpPr>
            <p:nvPr/>
          </p:nvSpPr>
          <p:spPr bwMode="auto">
            <a:xfrm>
              <a:off x="2361" y="3587"/>
              <a:ext cx="0" cy="2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59" name="Arc 79"/>
            <p:cNvSpPr>
              <a:spLocks/>
            </p:cNvSpPr>
            <p:nvPr/>
          </p:nvSpPr>
          <p:spPr bwMode="auto">
            <a:xfrm>
              <a:off x="2562" y="3588"/>
              <a:ext cx="94" cy="10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599"/>
                <a:gd name="T1" fmla="*/ 0 h 21600"/>
                <a:gd name="T2" fmla="*/ 21599 w 21599"/>
                <a:gd name="T3" fmla="*/ 21395 h 21600"/>
                <a:gd name="T4" fmla="*/ 0 w 2159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599" h="21600" fill="none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</a:path>
                <a:path w="21599" h="21600" stroke="0" extrusionOk="0">
                  <a:moveTo>
                    <a:pt x="-1" y="0"/>
                  </a:moveTo>
                  <a:cubicBezTo>
                    <a:pt x="11849" y="0"/>
                    <a:pt x="21486" y="9546"/>
                    <a:pt x="21599" y="21394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60" name="Arc 80"/>
            <p:cNvSpPr>
              <a:spLocks/>
            </p:cNvSpPr>
            <p:nvPr/>
          </p:nvSpPr>
          <p:spPr bwMode="auto">
            <a:xfrm>
              <a:off x="2563" y="3686"/>
              <a:ext cx="94" cy="107"/>
            </a:xfrm>
            <a:custGeom>
              <a:avLst/>
              <a:gdLst>
                <a:gd name="G0" fmla="+- 0 0 0"/>
                <a:gd name="G1" fmla="+- 205 0 0"/>
                <a:gd name="G2" fmla="+- 21600 0 0"/>
                <a:gd name="T0" fmla="*/ 21599 w 21600"/>
                <a:gd name="T1" fmla="*/ 0 h 21805"/>
                <a:gd name="T2" fmla="*/ 0 w 21600"/>
                <a:gd name="T3" fmla="*/ 21805 h 21805"/>
                <a:gd name="T4" fmla="*/ 0 w 21600"/>
                <a:gd name="T5" fmla="*/ 205 h 21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805" fill="none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</a:path>
                <a:path w="21600" h="21805" stroke="0" extrusionOk="0">
                  <a:moveTo>
                    <a:pt x="21599" y="-1"/>
                  </a:moveTo>
                  <a:cubicBezTo>
                    <a:pt x="21599" y="68"/>
                    <a:pt x="21600" y="136"/>
                    <a:pt x="21600" y="205"/>
                  </a:cubicBezTo>
                  <a:cubicBezTo>
                    <a:pt x="21600" y="12134"/>
                    <a:pt x="11929" y="21804"/>
                    <a:pt x="0" y="21805"/>
                  </a:cubicBezTo>
                  <a:lnTo>
                    <a:pt x="0" y="205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761" name="Oval 81"/>
          <p:cNvSpPr>
            <a:spLocks noChangeArrowheads="1"/>
          </p:cNvSpPr>
          <p:nvPr/>
        </p:nvSpPr>
        <p:spPr bwMode="auto">
          <a:xfrm>
            <a:off x="2706688" y="54991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2" name="Rectangle 82"/>
          <p:cNvSpPr>
            <a:spLocks noChangeArrowheads="1"/>
          </p:cNvSpPr>
          <p:nvPr/>
        </p:nvSpPr>
        <p:spPr bwMode="auto">
          <a:xfrm>
            <a:off x="2740025" y="5554663"/>
            <a:ext cx="48101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=</a:t>
            </a:r>
          </a:p>
        </p:txBody>
      </p:sp>
      <p:sp>
        <p:nvSpPr>
          <p:cNvPr id="1095763" name="Line 83"/>
          <p:cNvSpPr>
            <a:spLocks noChangeShapeType="1"/>
          </p:cNvSpPr>
          <p:nvPr/>
        </p:nvSpPr>
        <p:spPr bwMode="auto">
          <a:xfrm>
            <a:off x="2438400" y="50292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4" name="Line 84"/>
          <p:cNvSpPr>
            <a:spLocks noChangeShapeType="1"/>
          </p:cNvSpPr>
          <p:nvPr/>
        </p:nvSpPr>
        <p:spPr bwMode="auto">
          <a:xfrm>
            <a:off x="2971800" y="5029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5" name="Line 85"/>
          <p:cNvSpPr>
            <a:spLocks noChangeShapeType="1"/>
          </p:cNvSpPr>
          <p:nvPr/>
        </p:nvSpPr>
        <p:spPr bwMode="auto">
          <a:xfrm flipH="1">
            <a:off x="2057400" y="571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6" name="Oval 86"/>
          <p:cNvSpPr>
            <a:spLocks noChangeArrowheads="1"/>
          </p:cNvSpPr>
          <p:nvPr/>
        </p:nvSpPr>
        <p:spPr bwMode="auto">
          <a:xfrm>
            <a:off x="2408238" y="49958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7" name="Oval 87"/>
          <p:cNvSpPr>
            <a:spLocks noChangeArrowheads="1"/>
          </p:cNvSpPr>
          <p:nvPr/>
        </p:nvSpPr>
        <p:spPr bwMode="auto">
          <a:xfrm>
            <a:off x="2943225" y="49958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8" name="Oval 88"/>
          <p:cNvSpPr>
            <a:spLocks noChangeArrowheads="1"/>
          </p:cNvSpPr>
          <p:nvPr/>
        </p:nvSpPr>
        <p:spPr bwMode="auto">
          <a:xfrm>
            <a:off x="3775075" y="4995863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69" name="Line 89"/>
          <p:cNvSpPr>
            <a:spLocks noChangeShapeType="1"/>
          </p:cNvSpPr>
          <p:nvPr/>
        </p:nvSpPr>
        <p:spPr bwMode="auto">
          <a:xfrm flipH="1">
            <a:off x="6096000" y="58674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0" name="Line 90"/>
          <p:cNvSpPr>
            <a:spLocks noChangeShapeType="1"/>
          </p:cNvSpPr>
          <p:nvPr/>
        </p:nvSpPr>
        <p:spPr bwMode="auto">
          <a:xfrm flipH="1">
            <a:off x="3200400" y="57150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1" name="Line 91"/>
          <p:cNvSpPr>
            <a:spLocks noChangeShapeType="1"/>
          </p:cNvSpPr>
          <p:nvPr/>
        </p:nvSpPr>
        <p:spPr bwMode="auto">
          <a:xfrm flipH="1">
            <a:off x="2438400" y="60960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2" name="Line 92"/>
          <p:cNvSpPr>
            <a:spLocks noChangeShapeType="1"/>
          </p:cNvSpPr>
          <p:nvPr/>
        </p:nvSpPr>
        <p:spPr bwMode="auto">
          <a:xfrm>
            <a:off x="2438400" y="5791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3" name="Line 93"/>
          <p:cNvSpPr>
            <a:spLocks noChangeShapeType="1"/>
          </p:cNvSpPr>
          <p:nvPr/>
        </p:nvSpPr>
        <p:spPr bwMode="auto">
          <a:xfrm>
            <a:off x="3505200" y="57150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4" name="Line 94"/>
          <p:cNvSpPr>
            <a:spLocks noChangeShapeType="1"/>
          </p:cNvSpPr>
          <p:nvPr/>
        </p:nvSpPr>
        <p:spPr bwMode="auto">
          <a:xfrm flipH="1">
            <a:off x="3505200" y="57912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5" name="Line 95"/>
          <p:cNvSpPr>
            <a:spLocks noChangeShapeType="1"/>
          </p:cNvSpPr>
          <p:nvPr/>
        </p:nvSpPr>
        <p:spPr bwMode="auto">
          <a:xfrm flipH="1">
            <a:off x="3505200" y="59436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6" name="Line 96"/>
          <p:cNvSpPr>
            <a:spLocks noChangeShapeType="1"/>
          </p:cNvSpPr>
          <p:nvPr/>
        </p:nvSpPr>
        <p:spPr bwMode="auto">
          <a:xfrm>
            <a:off x="3505200" y="59436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7" name="Line 97"/>
          <p:cNvSpPr>
            <a:spLocks noChangeShapeType="1"/>
          </p:cNvSpPr>
          <p:nvPr/>
        </p:nvSpPr>
        <p:spPr bwMode="auto">
          <a:xfrm>
            <a:off x="3276600" y="48006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8" name="Line 98"/>
          <p:cNvSpPr>
            <a:spLocks noChangeShapeType="1"/>
          </p:cNvSpPr>
          <p:nvPr/>
        </p:nvSpPr>
        <p:spPr bwMode="auto">
          <a:xfrm>
            <a:off x="2590800" y="48006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79" name="Line 99"/>
          <p:cNvSpPr>
            <a:spLocks noChangeShapeType="1"/>
          </p:cNvSpPr>
          <p:nvPr/>
        </p:nvSpPr>
        <p:spPr bwMode="auto">
          <a:xfrm>
            <a:off x="1066800" y="49530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0" name="Line 100"/>
          <p:cNvSpPr>
            <a:spLocks noChangeShapeType="1"/>
          </p:cNvSpPr>
          <p:nvPr/>
        </p:nvSpPr>
        <p:spPr bwMode="auto">
          <a:xfrm flipH="1">
            <a:off x="3810000" y="34290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1" name="Line 101"/>
          <p:cNvSpPr>
            <a:spLocks noChangeShapeType="1"/>
          </p:cNvSpPr>
          <p:nvPr/>
        </p:nvSpPr>
        <p:spPr bwMode="auto">
          <a:xfrm flipH="1">
            <a:off x="3810000" y="50292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2" name="Line 102"/>
          <p:cNvSpPr>
            <a:spLocks noChangeShapeType="1"/>
          </p:cNvSpPr>
          <p:nvPr/>
        </p:nvSpPr>
        <p:spPr bwMode="auto">
          <a:xfrm>
            <a:off x="5410200" y="1676400"/>
            <a:ext cx="0" cy="388620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3" name="AutoShape 103"/>
          <p:cNvSpPr>
            <a:spLocks noChangeArrowheads="1"/>
          </p:cNvSpPr>
          <p:nvPr/>
        </p:nvSpPr>
        <p:spPr bwMode="auto">
          <a:xfrm rot="5400000" flipV="1">
            <a:off x="5422901" y="5043487"/>
            <a:ext cx="1117600" cy="276225"/>
          </a:xfrm>
          <a:custGeom>
            <a:avLst/>
            <a:gdLst>
              <a:gd name="G0" fmla="+- 5399 0 0"/>
              <a:gd name="G1" fmla="+- 21600 0 5399"/>
              <a:gd name="G2" fmla="*/ 5399 1 2"/>
              <a:gd name="G3" fmla="+- 21600 0 G2"/>
              <a:gd name="G4" fmla="+/ 5399 21600 2"/>
              <a:gd name="G5" fmla="+/ G1 0 2"/>
              <a:gd name="G6" fmla="*/ 21600 21600 5399"/>
              <a:gd name="G7" fmla="*/ G6 1 2"/>
              <a:gd name="G8" fmla="+- 21600 0 G7"/>
              <a:gd name="G9" fmla="*/ 21600 1 2"/>
              <a:gd name="G10" fmla="+- 5399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399" y="21600"/>
                </a:lnTo>
                <a:lnTo>
                  <a:pt x="16201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4" name="Line 104"/>
          <p:cNvSpPr>
            <a:spLocks noChangeShapeType="1"/>
          </p:cNvSpPr>
          <p:nvPr/>
        </p:nvSpPr>
        <p:spPr bwMode="auto">
          <a:xfrm>
            <a:off x="1295400" y="57912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5" name="Line 105"/>
          <p:cNvSpPr>
            <a:spLocks noChangeShapeType="1"/>
          </p:cNvSpPr>
          <p:nvPr/>
        </p:nvSpPr>
        <p:spPr bwMode="auto">
          <a:xfrm>
            <a:off x="1295400" y="6324600"/>
            <a:ext cx="472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6" name="Line 106"/>
          <p:cNvSpPr>
            <a:spLocks noChangeShapeType="1"/>
          </p:cNvSpPr>
          <p:nvPr/>
        </p:nvSpPr>
        <p:spPr bwMode="auto">
          <a:xfrm flipV="1">
            <a:off x="6019800" y="55626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787" name="Line 107"/>
          <p:cNvSpPr>
            <a:spLocks noChangeShapeType="1"/>
          </p:cNvSpPr>
          <p:nvPr/>
        </p:nvSpPr>
        <p:spPr bwMode="auto">
          <a:xfrm flipH="1">
            <a:off x="3810000" y="18288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5788" name="Group 108"/>
          <p:cNvGrpSpPr>
            <a:grpSpLocks/>
          </p:cNvGrpSpPr>
          <p:nvPr/>
        </p:nvGrpSpPr>
        <p:grpSpPr bwMode="auto">
          <a:xfrm>
            <a:off x="4960938" y="3268663"/>
            <a:ext cx="215900" cy="279400"/>
            <a:chOff x="3125" y="2059"/>
            <a:chExt cx="136" cy="176"/>
          </a:xfrm>
        </p:grpSpPr>
        <p:sp>
          <p:nvSpPr>
            <p:cNvPr id="1095789" name="Line 109"/>
            <p:cNvSpPr>
              <a:spLocks noChangeShapeType="1"/>
            </p:cNvSpPr>
            <p:nvPr/>
          </p:nvSpPr>
          <p:spPr bwMode="auto">
            <a:xfrm>
              <a:off x="3128" y="2059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0" name="Line 110"/>
            <p:cNvSpPr>
              <a:spLocks noChangeShapeType="1"/>
            </p:cNvSpPr>
            <p:nvPr/>
          </p:nvSpPr>
          <p:spPr bwMode="auto">
            <a:xfrm flipV="1">
              <a:off x="3128" y="2143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1" name="Line 111"/>
            <p:cNvSpPr>
              <a:spLocks noChangeShapeType="1"/>
            </p:cNvSpPr>
            <p:nvPr/>
          </p:nvSpPr>
          <p:spPr bwMode="auto">
            <a:xfrm>
              <a:off x="3125" y="2062"/>
              <a:ext cx="0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5792" name="Group 112"/>
          <p:cNvGrpSpPr>
            <a:grpSpLocks/>
          </p:cNvGrpSpPr>
          <p:nvPr/>
        </p:nvGrpSpPr>
        <p:grpSpPr bwMode="auto">
          <a:xfrm>
            <a:off x="4960938" y="1668463"/>
            <a:ext cx="215900" cy="279400"/>
            <a:chOff x="3125" y="1051"/>
            <a:chExt cx="136" cy="176"/>
          </a:xfrm>
        </p:grpSpPr>
        <p:sp>
          <p:nvSpPr>
            <p:cNvPr id="1095793" name="Line 113"/>
            <p:cNvSpPr>
              <a:spLocks noChangeShapeType="1"/>
            </p:cNvSpPr>
            <p:nvPr/>
          </p:nvSpPr>
          <p:spPr bwMode="auto">
            <a:xfrm>
              <a:off x="3128" y="1051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4" name="Line 114"/>
            <p:cNvSpPr>
              <a:spLocks noChangeShapeType="1"/>
            </p:cNvSpPr>
            <p:nvPr/>
          </p:nvSpPr>
          <p:spPr bwMode="auto">
            <a:xfrm flipV="1">
              <a:off x="3128" y="1135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5" name="Line 115"/>
            <p:cNvSpPr>
              <a:spLocks noChangeShapeType="1"/>
            </p:cNvSpPr>
            <p:nvPr/>
          </p:nvSpPr>
          <p:spPr bwMode="auto">
            <a:xfrm>
              <a:off x="3125" y="1054"/>
              <a:ext cx="0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95796" name="Group 116"/>
          <p:cNvGrpSpPr>
            <a:grpSpLocks/>
          </p:cNvGrpSpPr>
          <p:nvPr/>
        </p:nvGrpSpPr>
        <p:grpSpPr bwMode="auto">
          <a:xfrm>
            <a:off x="4960938" y="4868863"/>
            <a:ext cx="215900" cy="279400"/>
            <a:chOff x="3125" y="3067"/>
            <a:chExt cx="136" cy="176"/>
          </a:xfrm>
        </p:grpSpPr>
        <p:sp>
          <p:nvSpPr>
            <p:cNvPr id="1095797" name="Line 117"/>
            <p:cNvSpPr>
              <a:spLocks noChangeShapeType="1"/>
            </p:cNvSpPr>
            <p:nvPr/>
          </p:nvSpPr>
          <p:spPr bwMode="auto">
            <a:xfrm>
              <a:off x="3128" y="3067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8" name="Line 118"/>
            <p:cNvSpPr>
              <a:spLocks noChangeShapeType="1"/>
            </p:cNvSpPr>
            <p:nvPr/>
          </p:nvSpPr>
          <p:spPr bwMode="auto">
            <a:xfrm flipV="1">
              <a:off x="3128" y="3151"/>
              <a:ext cx="133" cy="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799" name="Line 119"/>
            <p:cNvSpPr>
              <a:spLocks noChangeShapeType="1"/>
            </p:cNvSpPr>
            <p:nvPr/>
          </p:nvSpPr>
          <p:spPr bwMode="auto">
            <a:xfrm>
              <a:off x="3125" y="3070"/>
              <a:ext cx="0" cy="1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800" name="Line 120"/>
          <p:cNvSpPr>
            <a:spLocks noChangeShapeType="1"/>
          </p:cNvSpPr>
          <p:nvPr/>
        </p:nvSpPr>
        <p:spPr bwMode="auto">
          <a:xfrm flipH="1">
            <a:off x="5181600" y="180498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1" name="Line 121"/>
          <p:cNvSpPr>
            <a:spLocks noChangeShapeType="1"/>
          </p:cNvSpPr>
          <p:nvPr/>
        </p:nvSpPr>
        <p:spPr bwMode="auto">
          <a:xfrm flipH="1">
            <a:off x="5168900" y="340518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2" name="Line 122"/>
          <p:cNvSpPr>
            <a:spLocks noChangeShapeType="1"/>
          </p:cNvSpPr>
          <p:nvPr/>
        </p:nvSpPr>
        <p:spPr bwMode="auto">
          <a:xfrm flipH="1">
            <a:off x="5181600" y="5005388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3" name="Line 123"/>
          <p:cNvSpPr>
            <a:spLocks noChangeShapeType="1"/>
          </p:cNvSpPr>
          <p:nvPr/>
        </p:nvSpPr>
        <p:spPr bwMode="auto">
          <a:xfrm>
            <a:off x="5029200" y="19050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4" name="Line 124"/>
          <p:cNvSpPr>
            <a:spLocks noChangeShapeType="1"/>
          </p:cNvSpPr>
          <p:nvPr/>
        </p:nvSpPr>
        <p:spPr bwMode="auto">
          <a:xfrm>
            <a:off x="5029200" y="35052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5" name="Line 125"/>
          <p:cNvSpPr>
            <a:spLocks noChangeShapeType="1"/>
          </p:cNvSpPr>
          <p:nvPr/>
        </p:nvSpPr>
        <p:spPr bwMode="auto">
          <a:xfrm>
            <a:off x="5029200" y="5105400"/>
            <a:ext cx="0" cy="762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6" name="Line 126"/>
          <p:cNvSpPr>
            <a:spLocks noChangeShapeType="1"/>
          </p:cNvSpPr>
          <p:nvPr/>
        </p:nvSpPr>
        <p:spPr bwMode="auto">
          <a:xfrm flipH="1">
            <a:off x="4191000" y="42672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7" name="Line 127"/>
          <p:cNvSpPr>
            <a:spLocks noChangeShapeType="1"/>
          </p:cNvSpPr>
          <p:nvPr/>
        </p:nvSpPr>
        <p:spPr bwMode="auto">
          <a:xfrm flipH="1">
            <a:off x="4191000" y="26670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08" name="Line 128"/>
          <p:cNvSpPr>
            <a:spLocks noChangeShapeType="1"/>
          </p:cNvSpPr>
          <p:nvPr/>
        </p:nvSpPr>
        <p:spPr bwMode="auto">
          <a:xfrm flipH="1">
            <a:off x="4191000" y="58674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95809" name="Group 129"/>
          <p:cNvGrpSpPr>
            <a:grpSpLocks/>
          </p:cNvGrpSpPr>
          <p:nvPr/>
        </p:nvGrpSpPr>
        <p:grpSpPr bwMode="auto">
          <a:xfrm>
            <a:off x="7221538" y="4046538"/>
            <a:ext cx="758825" cy="476250"/>
            <a:chOff x="4549" y="2549"/>
            <a:chExt cx="478" cy="300"/>
          </a:xfrm>
        </p:grpSpPr>
        <p:sp>
          <p:nvSpPr>
            <p:cNvPr id="1095810" name="Arc 130"/>
            <p:cNvSpPr>
              <a:spLocks/>
            </p:cNvSpPr>
            <p:nvPr/>
          </p:nvSpPr>
          <p:spPr bwMode="auto">
            <a:xfrm>
              <a:off x="4549" y="2549"/>
              <a:ext cx="70" cy="144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811" name="Arc 131"/>
            <p:cNvSpPr>
              <a:spLocks/>
            </p:cNvSpPr>
            <p:nvPr/>
          </p:nvSpPr>
          <p:spPr bwMode="auto">
            <a:xfrm>
              <a:off x="4549" y="2549"/>
              <a:ext cx="478" cy="157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812" name="Arc 132"/>
            <p:cNvSpPr>
              <a:spLocks/>
            </p:cNvSpPr>
            <p:nvPr/>
          </p:nvSpPr>
          <p:spPr bwMode="auto">
            <a:xfrm>
              <a:off x="4573" y="2692"/>
              <a:ext cx="453" cy="15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5813" name="Arc 133"/>
            <p:cNvSpPr>
              <a:spLocks/>
            </p:cNvSpPr>
            <p:nvPr/>
          </p:nvSpPr>
          <p:spPr bwMode="auto">
            <a:xfrm>
              <a:off x="4549" y="2692"/>
              <a:ext cx="70" cy="157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21600 w 21600"/>
                <a:gd name="T1" fmla="*/ 0 h 21600"/>
                <a:gd name="T2" fmla="*/ 0 w 21600"/>
                <a:gd name="T3" fmla="*/ 21600 h 21600"/>
                <a:gd name="T4" fmla="*/ 0 w 2160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95814" name="Line 134"/>
          <p:cNvSpPr>
            <a:spLocks noChangeShapeType="1"/>
          </p:cNvSpPr>
          <p:nvPr/>
        </p:nvSpPr>
        <p:spPr bwMode="auto">
          <a:xfrm>
            <a:off x="7086600" y="44196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5" name="Line 135"/>
          <p:cNvSpPr>
            <a:spLocks noChangeShapeType="1"/>
          </p:cNvSpPr>
          <p:nvPr/>
        </p:nvSpPr>
        <p:spPr bwMode="auto">
          <a:xfrm flipH="1">
            <a:off x="7086600" y="4418013"/>
            <a:ext cx="212725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6" name="Line 136"/>
          <p:cNvSpPr>
            <a:spLocks noChangeShapeType="1"/>
          </p:cNvSpPr>
          <p:nvPr/>
        </p:nvSpPr>
        <p:spPr bwMode="auto">
          <a:xfrm flipH="1" flipV="1">
            <a:off x="7086600" y="4114800"/>
            <a:ext cx="188913" cy="63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7" name="Line 137"/>
          <p:cNvSpPr>
            <a:spLocks noChangeShapeType="1"/>
          </p:cNvSpPr>
          <p:nvPr/>
        </p:nvSpPr>
        <p:spPr bwMode="auto">
          <a:xfrm>
            <a:off x="7086600" y="26670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8" name="Line 138"/>
          <p:cNvSpPr>
            <a:spLocks noChangeShapeType="1"/>
          </p:cNvSpPr>
          <p:nvPr/>
        </p:nvSpPr>
        <p:spPr bwMode="auto">
          <a:xfrm flipH="1">
            <a:off x="7935913" y="4291013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19" name="Oval 139"/>
          <p:cNvSpPr>
            <a:spLocks noChangeArrowheads="1"/>
          </p:cNvSpPr>
          <p:nvPr/>
        </p:nvSpPr>
        <p:spPr bwMode="auto">
          <a:xfrm>
            <a:off x="2024063" y="408305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0" name="Line 140"/>
          <p:cNvSpPr>
            <a:spLocks noChangeShapeType="1"/>
          </p:cNvSpPr>
          <p:nvPr/>
        </p:nvSpPr>
        <p:spPr bwMode="auto">
          <a:xfrm flipH="1">
            <a:off x="2895600" y="2009775"/>
            <a:ext cx="152400" cy="1238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5821" name="Rectangle 141"/>
          <p:cNvSpPr>
            <a:spLocks noChangeArrowheads="1"/>
          </p:cNvSpPr>
          <p:nvPr/>
        </p:nvSpPr>
        <p:spPr bwMode="auto">
          <a:xfrm>
            <a:off x="2955925" y="1935163"/>
            <a:ext cx="373063" cy="40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 t</a:t>
            </a:r>
          </a:p>
        </p:txBody>
      </p:sp>
    </p:spTree>
    <p:extLst>
      <p:ext uri="{BB962C8B-B14F-4D97-AF65-F5344CB8AC3E}">
        <p14:creationId xmlns:p14="http://schemas.microsoft.com/office/powerpoint/2010/main" val="1178169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0F857-F461-4EF1-9ED9-C41F85FD2DBF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11C23-6048-4101-B7AC-C7C9CAE79D12}" type="slidenum">
              <a:rPr lang="en-US"/>
              <a:pPr/>
              <a:t>28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6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causes a MISS?</a:t>
            </a:r>
          </a:p>
        </p:txBody>
      </p:sp>
      <p:sp>
        <p:nvSpPr>
          <p:cNvPr id="109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Major Categories of Cache Misses:</a:t>
            </a:r>
          </a:p>
          <a:p>
            <a:pPr lvl="1"/>
            <a:r>
              <a:rPr lang="en-US" sz="2400" u="sng" dirty="0">
                <a:solidFill>
                  <a:srgbClr val="0332B7"/>
                </a:solidFill>
              </a:rPr>
              <a:t>Compulsory Misses</a:t>
            </a:r>
            <a:r>
              <a:rPr lang="en-US" sz="2400" dirty="0"/>
              <a:t>: first access to a block</a:t>
            </a:r>
          </a:p>
          <a:p>
            <a:pPr lvl="1"/>
            <a:r>
              <a:rPr lang="en-US" sz="2400" u="sng" dirty="0">
                <a:solidFill>
                  <a:srgbClr val="0332B7"/>
                </a:solidFill>
              </a:rPr>
              <a:t>Capacity Misses</a:t>
            </a:r>
            <a:r>
              <a:rPr lang="en-US" sz="2400" dirty="0"/>
              <a:t>: cache cannot contain all blocks needed to execute the program</a:t>
            </a:r>
          </a:p>
          <a:p>
            <a:pPr lvl="1"/>
            <a:r>
              <a:rPr lang="en-US" sz="2400" u="sng" dirty="0">
                <a:solidFill>
                  <a:srgbClr val="0332B7"/>
                </a:solidFill>
              </a:rPr>
              <a:t>Conflict Misses</a:t>
            </a:r>
            <a:r>
              <a:rPr lang="en-US" sz="2400" dirty="0"/>
              <a:t>:  block replaced by another block and then later retrieved - (affects set assoc. or direct mapped caches) 		</a:t>
            </a:r>
          </a:p>
          <a:p>
            <a:pPr lvl="2"/>
            <a:r>
              <a:rPr lang="en-US" sz="2000" dirty="0"/>
              <a:t>Nightmare Scenario: ping pong effect!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9490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430B-FC20-4560-B0E0-6071C86C3DBB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0F0C8-D20E-4669-91FB-46B678F1C3D1}" type="slidenum">
              <a:rPr lang="en-US"/>
              <a:pPr/>
              <a:t>29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7730" name="Rectangle 2"/>
          <p:cNvSpPr>
            <a:spLocks noChangeArrowheads="1"/>
          </p:cNvSpPr>
          <p:nvPr/>
        </p:nvSpPr>
        <p:spPr bwMode="auto">
          <a:xfrm>
            <a:off x="5889625" y="1897063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Word3</a:t>
            </a:r>
          </a:p>
        </p:txBody>
      </p:sp>
      <p:sp>
        <p:nvSpPr>
          <p:cNvPr id="1097731" name="Rectangle 3"/>
          <p:cNvSpPr>
            <a:spLocks noChangeArrowheads="1"/>
          </p:cNvSpPr>
          <p:nvPr/>
        </p:nvSpPr>
        <p:spPr bwMode="auto">
          <a:xfrm>
            <a:off x="2222500" y="1897063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Word0</a:t>
            </a:r>
          </a:p>
        </p:txBody>
      </p:sp>
      <p:sp>
        <p:nvSpPr>
          <p:cNvPr id="1097732" name="Rectangle 4"/>
          <p:cNvSpPr>
            <a:spLocks noChangeArrowheads="1"/>
          </p:cNvSpPr>
          <p:nvPr/>
        </p:nvSpPr>
        <p:spPr bwMode="auto">
          <a:xfrm>
            <a:off x="3444875" y="1897063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Word1</a:t>
            </a:r>
          </a:p>
        </p:txBody>
      </p:sp>
      <p:sp>
        <p:nvSpPr>
          <p:cNvPr id="1097733" name="Rectangle 5"/>
          <p:cNvSpPr>
            <a:spLocks noChangeArrowheads="1"/>
          </p:cNvSpPr>
          <p:nvPr/>
        </p:nvSpPr>
        <p:spPr bwMode="auto">
          <a:xfrm>
            <a:off x="4667250" y="1897063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Word2</a:t>
            </a:r>
          </a:p>
        </p:txBody>
      </p:sp>
      <p:sp>
        <p:nvSpPr>
          <p:cNvPr id="1097734" name="Rectangle 6"/>
          <p:cNvSpPr>
            <a:spLocks noGrp="1" noChangeArrowheads="1"/>
          </p:cNvSpPr>
          <p:nvPr>
            <p:ph type="title"/>
          </p:nvPr>
        </p:nvSpPr>
        <p:spPr>
          <a:xfrm>
            <a:off x="279400" y="0"/>
            <a:ext cx="8001000" cy="1143000"/>
          </a:xfrm>
          <a:noFill/>
          <a:ln/>
        </p:spPr>
        <p:txBody>
          <a:bodyPr lIns="90488" tIns="44450" rIns="90488" bIns="44450"/>
          <a:lstStyle/>
          <a:p>
            <a:r>
              <a:rPr lang="en-US" dirty="0"/>
              <a:t>Block Size and Spatial Locality</a:t>
            </a:r>
          </a:p>
        </p:txBody>
      </p:sp>
      <p:sp>
        <p:nvSpPr>
          <p:cNvPr id="1097735" name="Rectangle 7"/>
          <p:cNvSpPr>
            <a:spLocks noChangeArrowheads="1"/>
          </p:cNvSpPr>
          <p:nvPr/>
        </p:nvSpPr>
        <p:spPr bwMode="auto">
          <a:xfrm>
            <a:off x="317500" y="4381500"/>
            <a:ext cx="8518525" cy="1819275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Larger block size has distinct hardware advantages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1800" dirty="0">
                <a:solidFill>
                  <a:srgbClr val="56127A"/>
                </a:solidFill>
                <a:latin typeface="Verdana" pitchFamily="32" charset="0"/>
              </a:rPr>
              <a:t> less tag overhead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1800" dirty="0">
                <a:solidFill>
                  <a:srgbClr val="56127A"/>
                </a:solidFill>
                <a:latin typeface="Verdana" pitchFamily="32" charset="0"/>
              </a:rPr>
              <a:t> exploit fast burst transfers from DRAM</a:t>
            </a:r>
          </a:p>
          <a:p>
            <a:pPr lvl="1">
              <a:spcBef>
                <a:spcPct val="0"/>
              </a:spcBef>
              <a:buFontTx/>
              <a:buChar char="•"/>
            </a:pPr>
            <a:r>
              <a:rPr lang="en-US" sz="1800" dirty="0">
                <a:solidFill>
                  <a:srgbClr val="56127A"/>
                </a:solidFill>
                <a:latin typeface="Verdana" pitchFamily="32" charset="0"/>
              </a:rPr>
              <a:t> exploit fast burst transfers over wide busses</a:t>
            </a:r>
            <a:br>
              <a:rPr lang="en-US" sz="1800" dirty="0">
                <a:solidFill>
                  <a:schemeClr val="accent2"/>
                </a:solidFill>
                <a:latin typeface="Verdana" pitchFamily="32" charset="0"/>
              </a:rPr>
            </a:br>
            <a:endParaRPr lang="en-US" sz="1800" dirty="0">
              <a:solidFill>
                <a:schemeClr val="accent2"/>
              </a:solidFill>
              <a:latin typeface="Verdana" pitchFamily="32" charset="0"/>
            </a:endParaRPr>
          </a:p>
          <a:p>
            <a:pPr>
              <a:spcBef>
                <a:spcPct val="0"/>
              </a:spcBef>
            </a:pPr>
            <a:r>
              <a:rPr lang="en-US" sz="2000" i="1" dirty="0">
                <a:solidFill>
                  <a:schemeClr val="tx2"/>
                </a:solidFill>
                <a:latin typeface="Verdana" pitchFamily="32" charset="0"/>
              </a:rPr>
              <a:t>What are the disadvantages of increasing block size?</a:t>
            </a:r>
          </a:p>
        </p:txBody>
      </p:sp>
      <p:sp>
        <p:nvSpPr>
          <p:cNvPr id="1097736" name="Rectangle 8"/>
          <p:cNvSpPr>
            <a:spLocks noChangeArrowheads="1"/>
          </p:cNvSpPr>
          <p:nvPr/>
        </p:nvSpPr>
        <p:spPr bwMode="auto">
          <a:xfrm>
            <a:off x="2325688" y="2592388"/>
            <a:ext cx="6362700" cy="495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7737" name="Line 9"/>
          <p:cNvSpPr>
            <a:spLocks noChangeShapeType="1"/>
          </p:cNvSpPr>
          <p:nvPr/>
        </p:nvSpPr>
        <p:spPr bwMode="auto">
          <a:xfrm>
            <a:off x="7037388" y="2605088"/>
            <a:ext cx="0" cy="482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7738" name="Rectangle 10"/>
          <p:cNvSpPr>
            <a:spLocks noChangeArrowheads="1"/>
          </p:cNvSpPr>
          <p:nvPr/>
        </p:nvSpPr>
        <p:spPr bwMode="auto">
          <a:xfrm>
            <a:off x="2590800" y="2590800"/>
            <a:ext cx="6015038" cy="4587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 dirty="0">
                <a:solidFill>
                  <a:srgbClr val="56127A"/>
                </a:solidFill>
                <a:latin typeface="Verdana" pitchFamily="32" charset="0"/>
              </a:rPr>
              <a:t>block address		           </a:t>
            </a:r>
            <a:r>
              <a:rPr lang="en-US" sz="2400" dirty="0" err="1">
                <a:solidFill>
                  <a:srgbClr val="56127A"/>
                </a:solidFill>
                <a:latin typeface="Verdana" pitchFamily="32" charset="0"/>
              </a:rPr>
              <a:t>offset</a:t>
            </a:r>
            <a:r>
              <a:rPr lang="en-US" sz="2400" baseline="-25000" dirty="0" err="1">
                <a:solidFill>
                  <a:srgbClr val="56127A"/>
                </a:solidFill>
                <a:latin typeface="Verdana" pitchFamily="32" charset="0"/>
              </a:rPr>
              <a:t>b</a:t>
            </a:r>
            <a:endParaRPr lang="en-US" sz="2400" baseline="-25000" dirty="0">
              <a:solidFill>
                <a:srgbClr val="56127A"/>
              </a:solidFill>
              <a:latin typeface="Verdana" pitchFamily="32" charset="0"/>
            </a:endParaRPr>
          </a:p>
        </p:txBody>
      </p:sp>
      <p:sp>
        <p:nvSpPr>
          <p:cNvPr id="1097739" name="Rectangle 11"/>
          <p:cNvSpPr>
            <a:spLocks noChangeArrowheads="1"/>
          </p:cNvSpPr>
          <p:nvPr/>
        </p:nvSpPr>
        <p:spPr bwMode="auto">
          <a:xfrm>
            <a:off x="3457575" y="3759200"/>
            <a:ext cx="5245100" cy="3683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2</a:t>
            </a:r>
            <a:r>
              <a:rPr lang="en-US" sz="2000" baseline="30000" dirty="0">
                <a:solidFill>
                  <a:schemeClr val="tx1"/>
                </a:solidFill>
                <a:latin typeface="Verdana" pitchFamily="32" charset="0"/>
              </a:rPr>
              <a:t>b</a:t>
            </a: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 = block size </a:t>
            </a:r>
            <a:r>
              <a:rPr lang="en-US" sz="2000" i="1" dirty="0" err="1">
                <a:solidFill>
                  <a:schemeClr val="tx1"/>
                </a:solidFill>
                <a:latin typeface="Verdana" pitchFamily="32" charset="0"/>
              </a:rPr>
              <a:t>a.k.a</a:t>
            </a: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 line size (in bytes)</a:t>
            </a:r>
          </a:p>
        </p:txBody>
      </p:sp>
      <p:sp>
        <p:nvSpPr>
          <p:cNvPr id="1097740" name="Rectangle 12"/>
          <p:cNvSpPr>
            <a:spLocks noChangeArrowheads="1"/>
          </p:cNvSpPr>
          <p:nvPr/>
        </p:nvSpPr>
        <p:spPr bwMode="auto">
          <a:xfrm>
            <a:off x="409575" y="2692400"/>
            <a:ext cx="2189163" cy="647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Split CPU address</a:t>
            </a:r>
          </a:p>
        </p:txBody>
      </p:sp>
      <p:sp>
        <p:nvSpPr>
          <p:cNvPr id="1097741" name="AutoShape 13"/>
          <p:cNvSpPr>
            <a:spLocks/>
          </p:cNvSpPr>
          <p:nvPr/>
        </p:nvSpPr>
        <p:spPr bwMode="auto">
          <a:xfrm rot="-5400000">
            <a:off x="7727156" y="2501107"/>
            <a:ext cx="271463" cy="1651000"/>
          </a:xfrm>
          <a:prstGeom prst="leftBrace">
            <a:avLst>
              <a:gd name="adj1" fmla="val 50682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7742" name="Text Box 14"/>
          <p:cNvSpPr txBox="1">
            <a:spLocks noChangeArrowheads="1"/>
          </p:cNvSpPr>
          <p:nvPr/>
        </p:nvSpPr>
        <p:spPr bwMode="auto">
          <a:xfrm>
            <a:off x="7402513" y="3375025"/>
            <a:ext cx="892175" cy="401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b bits</a:t>
            </a:r>
          </a:p>
        </p:txBody>
      </p:sp>
      <p:sp>
        <p:nvSpPr>
          <p:cNvPr id="1097743" name="AutoShape 15"/>
          <p:cNvSpPr>
            <a:spLocks/>
          </p:cNvSpPr>
          <p:nvPr/>
        </p:nvSpPr>
        <p:spPr bwMode="auto">
          <a:xfrm rot="-5400000">
            <a:off x="4468019" y="1064419"/>
            <a:ext cx="271463" cy="4556125"/>
          </a:xfrm>
          <a:prstGeom prst="leftBrace">
            <a:avLst>
              <a:gd name="adj1" fmla="val 13986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97744" name="Text Box 16"/>
          <p:cNvSpPr txBox="1">
            <a:spLocks noChangeArrowheads="1"/>
          </p:cNvSpPr>
          <p:nvPr/>
        </p:nvSpPr>
        <p:spPr bwMode="auto">
          <a:xfrm>
            <a:off x="3898900" y="3390900"/>
            <a:ext cx="1331913" cy="401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chemeClr val="tx1"/>
                </a:solidFill>
                <a:latin typeface="Verdana" pitchFamily="32" charset="0"/>
              </a:rPr>
              <a:t>32-b bits</a:t>
            </a:r>
          </a:p>
        </p:txBody>
      </p:sp>
      <p:sp>
        <p:nvSpPr>
          <p:cNvPr id="1097745" name="Rectangle 17"/>
          <p:cNvSpPr>
            <a:spLocks noChangeArrowheads="1"/>
          </p:cNvSpPr>
          <p:nvPr/>
        </p:nvSpPr>
        <p:spPr bwMode="auto">
          <a:xfrm>
            <a:off x="696913" y="1906588"/>
            <a:ext cx="1222375" cy="28416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pitchFamily="32" charset="0"/>
              </a:rPr>
              <a:t>Tag</a:t>
            </a:r>
          </a:p>
        </p:txBody>
      </p:sp>
      <p:sp>
        <p:nvSpPr>
          <p:cNvPr id="1097746" name="Text Box 18"/>
          <p:cNvSpPr txBox="1">
            <a:spLocks noChangeArrowheads="1"/>
          </p:cNvSpPr>
          <p:nvPr/>
        </p:nvSpPr>
        <p:spPr bwMode="auto">
          <a:xfrm>
            <a:off x="417513" y="1211263"/>
            <a:ext cx="8575675" cy="401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Block is unit of transfer between the cache and memory</a:t>
            </a:r>
          </a:p>
        </p:txBody>
      </p:sp>
      <p:sp>
        <p:nvSpPr>
          <p:cNvPr id="1097747" name="Text Box 19"/>
          <p:cNvSpPr txBox="1">
            <a:spLocks noChangeArrowheads="1"/>
          </p:cNvSpPr>
          <p:nvPr/>
        </p:nvSpPr>
        <p:spPr bwMode="auto">
          <a:xfrm>
            <a:off x="7121525" y="1752600"/>
            <a:ext cx="2022475" cy="711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Verdana" pitchFamily="32" charset="0"/>
              </a:rPr>
              <a:t>4 words block, b=2</a:t>
            </a:r>
          </a:p>
        </p:txBody>
      </p:sp>
      <p:sp>
        <p:nvSpPr>
          <p:cNvPr id="1097748" name="Text Box 20"/>
          <p:cNvSpPr txBox="1">
            <a:spLocks noChangeArrowheads="1"/>
          </p:cNvSpPr>
          <p:nvPr/>
        </p:nvSpPr>
        <p:spPr bwMode="auto">
          <a:xfrm>
            <a:off x="1131888" y="6096000"/>
            <a:ext cx="7640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2400" i="1" dirty="0">
                <a:solidFill>
                  <a:schemeClr val="tx1"/>
                </a:solidFill>
              </a:rPr>
              <a:t>Fewer blocks =&gt; more conflicts.  Can waste bandwidth.</a:t>
            </a:r>
          </a:p>
        </p:txBody>
      </p:sp>
    </p:spTree>
    <p:extLst>
      <p:ext uri="{BB962C8B-B14F-4D97-AF65-F5344CB8AC3E}">
        <p14:creationId xmlns:p14="http://schemas.microsoft.com/office/powerpoint/2010/main" val="10897163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4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70F62-AC2D-4AA7-884B-C1D9ABB3AF1E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D7D2E-0406-4C98-8E59-A7327523A8DE}" type="slidenum">
              <a:rPr lang="en-US"/>
              <a:pPr/>
              <a:t>30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099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7366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Q3: Which block should be replaced on a miss?</a:t>
            </a:r>
          </a:p>
        </p:txBody>
      </p:sp>
      <p:sp>
        <p:nvSpPr>
          <p:cNvPr id="1099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678738" cy="4686300"/>
          </a:xfrm>
          <a:noFill/>
          <a:ln/>
        </p:spPr>
        <p:txBody>
          <a:bodyPr lIns="90488" tIns="44450" rIns="90488" bIns="44450"/>
          <a:lstStyle/>
          <a:p>
            <a:pPr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800" dirty="0"/>
              <a:t>Easy for Direct Mapped</a:t>
            </a:r>
          </a:p>
          <a:p>
            <a:pPr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800" dirty="0"/>
              <a:t>Set Associative or Fully Associative:</a:t>
            </a:r>
          </a:p>
          <a:p>
            <a:pPr lvl="1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dirty="0"/>
              <a:t>Random</a:t>
            </a:r>
          </a:p>
          <a:p>
            <a:pPr lvl="1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dirty="0"/>
              <a:t>Least Recently Used (LRU)</a:t>
            </a:r>
          </a:p>
          <a:p>
            <a:pPr lvl="2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b="1" dirty="0"/>
              <a:t>LRU cache state must be updated on every access</a:t>
            </a:r>
          </a:p>
          <a:p>
            <a:pPr lvl="2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b="1" dirty="0"/>
              <a:t>true implementation only feasible for small sets (2-way)</a:t>
            </a:r>
          </a:p>
          <a:p>
            <a:pPr lvl="2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b="1" dirty="0"/>
              <a:t>pseudo-LRU binary tree often used for 4-8 way</a:t>
            </a:r>
          </a:p>
          <a:p>
            <a:pPr lvl="1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dirty="0"/>
              <a:t>First In, First Out (FIFO) a.k.a. Round-Robin</a:t>
            </a:r>
          </a:p>
          <a:p>
            <a:pPr lvl="2">
              <a:tabLst>
                <a:tab pos="2000250" algn="r"/>
                <a:tab pos="3028950" algn="r"/>
                <a:tab pos="3886200" algn="r"/>
                <a:tab pos="4972050" algn="r"/>
                <a:tab pos="5943600" algn="r"/>
                <a:tab pos="7143750" algn="r"/>
              </a:tabLst>
            </a:pPr>
            <a:r>
              <a:rPr lang="en-US" sz="2000" b="1" dirty="0"/>
              <a:t>used in highly associative caches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5724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6F7E8-9670-F847-124A-9D772406E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Through and Write Back Topologies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15605-52D9-5908-9AD3-EAB67FDE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6A5509-5172-A87B-9F95-319C424C0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AA9AD5-CC4E-4005-24CE-DC8DACB79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123" y="1623978"/>
            <a:ext cx="5771754" cy="45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84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A78BB-8AE6-417F-AF2A-142CEB6138A9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A602-C702-4403-B955-3BD33741DBA2}" type="slidenum">
              <a:rPr lang="en-US"/>
              <a:pPr/>
              <a:t>32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1008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44893" y="876300"/>
            <a:ext cx="7516812" cy="5480050"/>
          </a:xfrm>
        </p:spPr>
        <p:txBody>
          <a:bodyPr/>
          <a:lstStyle/>
          <a:p>
            <a:pPr marL="342900" indent="-342900"/>
            <a:r>
              <a:rPr lang="en-US" sz="2400" dirty="0"/>
              <a:t>Cache hit:</a:t>
            </a:r>
          </a:p>
          <a:p>
            <a:pPr marL="742950" lvl="1" indent="-285750"/>
            <a:r>
              <a:rPr lang="en-US" sz="2000" i="1" dirty="0">
                <a:solidFill>
                  <a:srgbClr val="114FFB"/>
                </a:solidFill>
              </a:rPr>
              <a:t>write through:</a:t>
            </a:r>
            <a:r>
              <a:rPr lang="en-US" sz="2000" i="1" dirty="0"/>
              <a:t> </a:t>
            </a:r>
            <a:r>
              <a:rPr lang="en-US" sz="2000" dirty="0"/>
              <a:t>write both cache &amp; memory</a:t>
            </a:r>
          </a:p>
          <a:p>
            <a:pPr lvl="2"/>
            <a:r>
              <a:rPr lang="en-US" sz="1400" dirty="0"/>
              <a:t>Generally, higher traffic for main memory, but simplifies cache coherence</a:t>
            </a:r>
          </a:p>
          <a:p>
            <a:pPr lvl="2"/>
            <a:r>
              <a:rPr lang="en-US" sz="1400" dirty="0"/>
              <a:t>A store buffer can retire store without exposing the processor to the access latency of lower-level cache</a:t>
            </a:r>
          </a:p>
          <a:p>
            <a:pPr marL="742950" lvl="1" indent="-285750"/>
            <a:r>
              <a:rPr lang="en-US" sz="2000" i="1" dirty="0">
                <a:solidFill>
                  <a:srgbClr val="114FFB"/>
                </a:solidFill>
              </a:rPr>
              <a:t>write back:</a:t>
            </a:r>
            <a:r>
              <a:rPr lang="en-US" sz="2000" dirty="0"/>
              <a:t>     write cache only </a:t>
            </a:r>
            <a:br>
              <a:rPr lang="en-US" sz="2000" dirty="0"/>
            </a:br>
            <a:r>
              <a:rPr lang="en-US" sz="2000" dirty="0"/>
              <a:t>(Memory is written only when the entry is evicted)</a:t>
            </a:r>
          </a:p>
          <a:p>
            <a:pPr lvl="2"/>
            <a:r>
              <a:rPr lang="en-US" sz="1400" dirty="0"/>
              <a:t>A dirty bit per block can further reduce the traffic</a:t>
            </a:r>
          </a:p>
          <a:p>
            <a:pPr marL="342900" indent="-342900"/>
            <a:r>
              <a:rPr lang="en-US" sz="2400" dirty="0"/>
              <a:t>Cache miss:</a:t>
            </a:r>
          </a:p>
          <a:p>
            <a:pPr marL="742950" lvl="1" indent="-285750"/>
            <a:r>
              <a:rPr lang="en-US" sz="2000" i="1" dirty="0">
                <a:solidFill>
                  <a:srgbClr val="114FFB"/>
                </a:solidFill>
              </a:rPr>
              <a:t>no write allocate:</a:t>
            </a:r>
            <a:r>
              <a:rPr lang="en-US" sz="2000" i="1" dirty="0"/>
              <a:t>  </a:t>
            </a:r>
            <a:r>
              <a:rPr lang="en-US" sz="2000" dirty="0"/>
              <a:t>only write to main memory</a:t>
            </a:r>
          </a:p>
          <a:p>
            <a:pPr marL="742950" lvl="1" indent="-285750"/>
            <a:r>
              <a:rPr lang="en-US" sz="2000" i="1" dirty="0">
                <a:solidFill>
                  <a:srgbClr val="114FFB"/>
                </a:solidFill>
              </a:rPr>
              <a:t>write allocate</a:t>
            </a:r>
            <a:r>
              <a:rPr lang="en-US" sz="2000" dirty="0"/>
              <a:t> </a:t>
            </a:r>
            <a:r>
              <a:rPr lang="en-US" sz="2000" i="1" dirty="0"/>
              <a:t>(aka fetch on write):  </a:t>
            </a:r>
            <a:r>
              <a:rPr lang="en-US" sz="2000" dirty="0"/>
              <a:t>fetch into cache</a:t>
            </a:r>
            <a:br>
              <a:rPr lang="en-US" sz="2000" dirty="0"/>
            </a:br>
            <a:endParaRPr lang="en-US" sz="2000" dirty="0"/>
          </a:p>
          <a:p>
            <a:pPr marL="342900" indent="-342900"/>
            <a:r>
              <a:rPr lang="en-US" sz="2400" dirty="0"/>
              <a:t>Common combinations:</a:t>
            </a:r>
          </a:p>
          <a:p>
            <a:pPr marL="742950" lvl="1" indent="-285750"/>
            <a:r>
              <a:rPr lang="en-US" sz="2000" dirty="0"/>
              <a:t>	write through and no write allocate</a:t>
            </a:r>
          </a:p>
          <a:p>
            <a:pPr marL="742950" lvl="1" indent="-285750"/>
            <a:r>
              <a:rPr lang="en-US" sz="2000" dirty="0"/>
              <a:t>	write back with write allocate</a:t>
            </a:r>
          </a:p>
        </p:txBody>
      </p:sp>
      <p:sp>
        <p:nvSpPr>
          <p:cNvPr id="1100803" name="Rectangle 3"/>
          <p:cNvSpPr>
            <a:spLocks noGrp="1" noChangeArrowheads="1"/>
          </p:cNvSpPr>
          <p:nvPr>
            <p:ph type="title"/>
          </p:nvPr>
        </p:nvSpPr>
        <p:spPr>
          <a:xfrm>
            <a:off x="76200" y="63500"/>
            <a:ext cx="8966200" cy="762000"/>
          </a:xfrm>
          <a:noFill/>
          <a:ln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/>
              <a:t>Q4: What happens on a write?</a:t>
            </a:r>
          </a:p>
        </p:txBody>
      </p:sp>
    </p:spTree>
    <p:extLst>
      <p:ext uri="{BB962C8B-B14F-4D97-AF65-F5344CB8AC3E}">
        <p14:creationId xmlns:p14="http://schemas.microsoft.com/office/powerpoint/2010/main" val="29064009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3F53A-B97A-7D4D-B2C6-662DBDE74966}" type="slidenum">
              <a:rPr lang="en-US"/>
              <a:pPr/>
              <a:t>33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7292975" cy="736600"/>
          </a:xfrm>
        </p:spPr>
        <p:txBody>
          <a:bodyPr/>
          <a:lstStyle/>
          <a:p>
            <a:r>
              <a:rPr lang="en-US"/>
              <a:t>Write Policy Choices </a:t>
            </a:r>
          </a:p>
        </p:txBody>
      </p:sp>
      <p:sp>
        <p:nvSpPr>
          <p:cNvPr id="1488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382000" cy="5410200"/>
          </a:xfrm>
        </p:spPr>
        <p:txBody>
          <a:bodyPr/>
          <a:lstStyle/>
          <a:p>
            <a:r>
              <a:rPr lang="en-US" sz="2800"/>
              <a:t>Cache hit:</a:t>
            </a:r>
          </a:p>
          <a:p>
            <a:pPr lvl="1"/>
            <a:r>
              <a:rPr lang="en-US" sz="2000" b="1" i="1"/>
              <a:t>write through:</a:t>
            </a:r>
            <a:r>
              <a:rPr lang="en-US" sz="2000" i="1"/>
              <a:t> </a:t>
            </a:r>
            <a:r>
              <a:rPr lang="en-US" sz="2000"/>
              <a:t>write both cache &amp; memory</a:t>
            </a:r>
          </a:p>
          <a:p>
            <a:pPr lvl="2"/>
            <a:r>
              <a:rPr lang="en-US" sz="2000"/>
              <a:t>Generally higher traffic but simpler pipeline &amp; cache design</a:t>
            </a:r>
          </a:p>
          <a:p>
            <a:pPr lvl="1"/>
            <a:r>
              <a:rPr lang="en-US" sz="2000" b="1" i="1"/>
              <a:t>write back:</a:t>
            </a:r>
            <a:r>
              <a:rPr lang="en-US" sz="2000"/>
              <a:t> write cache only, memory is written only when the entry is evicted</a:t>
            </a:r>
          </a:p>
          <a:p>
            <a:pPr lvl="2"/>
            <a:r>
              <a:rPr lang="en-US" sz="2000"/>
              <a:t>A dirty bit per block further reduces write-back traffic</a:t>
            </a:r>
          </a:p>
          <a:p>
            <a:pPr lvl="2"/>
            <a:r>
              <a:rPr lang="en-US" sz="2000"/>
              <a:t>Must handle 0, 1, or 2 accesses to memory for each load/store</a:t>
            </a:r>
          </a:p>
          <a:p>
            <a:r>
              <a:rPr lang="en-US" sz="2800"/>
              <a:t>Cache miss:</a:t>
            </a:r>
          </a:p>
          <a:p>
            <a:pPr lvl="1"/>
            <a:r>
              <a:rPr lang="en-US" sz="2000" b="1" i="1"/>
              <a:t>no write allocate:</a:t>
            </a:r>
            <a:r>
              <a:rPr lang="en-US" sz="2000" i="1"/>
              <a:t>  </a:t>
            </a:r>
            <a:r>
              <a:rPr lang="en-US" sz="2000"/>
              <a:t>only write to main memory</a:t>
            </a:r>
          </a:p>
          <a:p>
            <a:pPr lvl="1"/>
            <a:r>
              <a:rPr lang="en-US" sz="2000" b="1" i="1"/>
              <a:t>write allocate</a:t>
            </a:r>
            <a:r>
              <a:rPr lang="en-US" sz="2000"/>
              <a:t> </a:t>
            </a:r>
            <a:r>
              <a:rPr lang="en-US" sz="2000" i="1"/>
              <a:t>(aka fetch on write):  </a:t>
            </a:r>
            <a:r>
              <a:rPr lang="en-US" sz="2000"/>
              <a:t>fetch into cache</a:t>
            </a:r>
            <a:br>
              <a:rPr lang="en-US" sz="2000"/>
            </a:br>
            <a:endParaRPr lang="en-US" sz="2000"/>
          </a:p>
          <a:p>
            <a:r>
              <a:rPr lang="en-US" sz="2800"/>
              <a:t>Common combinations:</a:t>
            </a:r>
          </a:p>
          <a:p>
            <a:pPr lvl="1"/>
            <a:r>
              <a:rPr lang="en-US" sz="2000"/>
              <a:t>	write through and no write allocate</a:t>
            </a:r>
          </a:p>
          <a:p>
            <a:pPr lvl="1"/>
            <a:r>
              <a:rPr lang="en-US" sz="2000"/>
              <a:t>	write back with write allocate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EAA28-CE11-44E7-9BD9-5D2B424FAF9E}" type="datetime1">
              <a:rPr lang="sv-SE"/>
              <a:pPr/>
              <a:t>2025-09-09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D90EF-53D9-40BB-9182-D053B519CDC1}" type="slidenum">
              <a:rPr lang="en-US"/>
              <a:pPr/>
              <a:t>34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101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5 Basic Cache Optimizations</a:t>
            </a:r>
          </a:p>
        </p:txBody>
      </p:sp>
      <p:sp>
        <p:nvSpPr>
          <p:cNvPr id="110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12004"/>
            <a:ext cx="8229600" cy="5271358"/>
          </a:xfrm>
        </p:spPr>
        <p:txBody>
          <a:bodyPr/>
          <a:lstStyle/>
          <a:p>
            <a:pPr marL="457200" indent="-457200"/>
            <a:r>
              <a:rPr lang="en-US" sz="2400" dirty="0"/>
              <a:t>Reducing Miss Rate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Larger Block size (compulsory misses are reduced but conflict misses are increased)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Larger Cache size (reduces capacity and conflict misses but increases hit time)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Higher Associativity (conflict misses are reduced but requires more comparators)</a:t>
            </a:r>
            <a:br>
              <a:rPr lang="en-US" sz="2000" dirty="0"/>
            </a:br>
            <a:endParaRPr lang="en-US" sz="2000" dirty="0"/>
          </a:p>
          <a:p>
            <a:pPr marL="457200" indent="-457200"/>
            <a:r>
              <a:rPr lang="en-US" sz="2400" dirty="0"/>
              <a:t>Reducing Miss Penalty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Multilevel Caches with inclusion</a:t>
            </a:r>
          </a:p>
          <a:p>
            <a:pPr marL="1257300" lvl="2" indent="-457200"/>
            <a:r>
              <a:rPr lang="en-US" sz="1600" dirty="0"/>
              <a:t>But can reduce available cache size for processor</a:t>
            </a:r>
          </a:p>
          <a:p>
            <a:pPr marL="457200" indent="-457200"/>
            <a:r>
              <a:rPr lang="en-US" sz="2400" dirty="0"/>
              <a:t>Reducing hit time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/>
              <a:t>Giving Reads Priority over the Writes </a:t>
            </a:r>
          </a:p>
          <a:p>
            <a:pPr marL="800100" lvl="1" indent="-342900">
              <a:buFontTx/>
              <a:buChar char="•"/>
            </a:pPr>
            <a:r>
              <a:rPr lang="en-US" sz="2000" dirty="0"/>
              <a:t>E.g., Read complete before earlier writes in write buffer</a:t>
            </a:r>
          </a:p>
          <a:p>
            <a:pPr marL="457200" indent="-457200">
              <a:buFontTx/>
              <a:buAutoNum type="arabicPeriod" startAt="5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7278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164EC8-B90F-E840-AD44-EB1EBCB3AC8B}" type="slidenum">
              <a:rPr lang="en-US"/>
              <a:pPr/>
              <a:t>35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0706" name="Line 2"/>
          <p:cNvSpPr>
            <a:spLocks noChangeShapeType="1"/>
          </p:cNvSpPr>
          <p:nvPr/>
        </p:nvSpPr>
        <p:spPr bwMode="auto">
          <a:xfrm>
            <a:off x="4953000" y="3505200"/>
            <a:ext cx="1828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07" name="Line 3"/>
          <p:cNvSpPr>
            <a:spLocks noChangeShapeType="1"/>
          </p:cNvSpPr>
          <p:nvPr/>
        </p:nvSpPr>
        <p:spPr bwMode="auto">
          <a:xfrm>
            <a:off x="5867400" y="26670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08" name="Line 4"/>
          <p:cNvSpPr>
            <a:spLocks noChangeShapeType="1"/>
          </p:cNvSpPr>
          <p:nvPr/>
        </p:nvSpPr>
        <p:spPr bwMode="auto">
          <a:xfrm>
            <a:off x="4800600" y="2462213"/>
            <a:ext cx="695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09" name="Rectangle 5"/>
          <p:cNvSpPr>
            <a:spLocks noGrp="1" noChangeArrowheads="1"/>
          </p:cNvSpPr>
          <p:nvPr>
            <p:ph type="title"/>
          </p:nvPr>
        </p:nvSpPr>
        <p:spPr>
          <a:xfrm>
            <a:off x="279400" y="0"/>
            <a:ext cx="7162800" cy="1143000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CPU-Cache Interaction</a:t>
            </a:r>
            <a:br>
              <a:rPr lang="en-US" altLang="ko-KR">
                <a:ea typeface="굴림" charset="-127"/>
                <a:cs typeface="굴림" charset="-127"/>
              </a:rPr>
            </a:br>
            <a:r>
              <a:rPr lang="en-US" altLang="ko-KR" sz="2400">
                <a:ea typeface="굴림" charset="-127"/>
                <a:cs typeface="굴림" charset="-127"/>
              </a:rPr>
              <a:t>(5-stage pipeline)</a:t>
            </a:r>
            <a:endParaRPr lang="en-US" altLang="ko-KR" sz="2800">
              <a:ea typeface="굴림" charset="-127"/>
              <a:cs typeface="굴림" charset="-127"/>
              <a:hlinkClick r:id="" action="ppaction://hlinkpres?slideindex=1&amp;slidetitle="/>
            </a:endParaRPr>
          </a:p>
        </p:txBody>
      </p:sp>
      <p:sp>
        <p:nvSpPr>
          <p:cNvPr id="1480710" name="Freeform 6"/>
          <p:cNvSpPr>
            <a:spLocks/>
          </p:cNvSpPr>
          <p:nvPr/>
        </p:nvSpPr>
        <p:spPr bwMode="auto">
          <a:xfrm>
            <a:off x="1168400" y="2259013"/>
            <a:ext cx="344488" cy="1004887"/>
          </a:xfrm>
          <a:custGeom>
            <a:avLst/>
            <a:gdLst/>
            <a:ahLst/>
            <a:cxnLst>
              <a:cxn ang="0">
                <a:pos x="0" y="632"/>
              </a:cxn>
              <a:cxn ang="0">
                <a:pos x="0" y="56"/>
              </a:cxn>
              <a:cxn ang="0">
                <a:pos x="0" y="0"/>
              </a:cxn>
              <a:cxn ang="0">
                <a:pos x="216" y="0"/>
              </a:cxn>
            </a:cxnLst>
            <a:rect l="0" t="0" r="r" b="b"/>
            <a:pathLst>
              <a:path w="217" h="633">
                <a:moveTo>
                  <a:pt x="0" y="632"/>
                </a:moveTo>
                <a:lnTo>
                  <a:pt x="0" y="56"/>
                </a:lnTo>
                <a:lnTo>
                  <a:pt x="0" y="0"/>
                </a:lnTo>
                <a:lnTo>
                  <a:pt x="21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1" name="Freeform 7"/>
          <p:cNvSpPr>
            <a:spLocks/>
          </p:cNvSpPr>
          <p:nvPr/>
        </p:nvSpPr>
        <p:spPr bwMode="auto">
          <a:xfrm>
            <a:off x="1130300" y="3262313"/>
            <a:ext cx="306388" cy="1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4" y="0"/>
              </a:cxn>
              <a:cxn ang="0">
                <a:pos x="192" y="0"/>
              </a:cxn>
            </a:cxnLst>
            <a:rect l="0" t="0" r="r" b="b"/>
            <a:pathLst>
              <a:path w="193" h="1">
                <a:moveTo>
                  <a:pt x="0" y="0"/>
                </a:moveTo>
                <a:lnTo>
                  <a:pt x="144" y="0"/>
                </a:lnTo>
                <a:lnTo>
                  <a:pt x="19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2" name="Rectangle 8"/>
          <p:cNvSpPr>
            <a:spLocks noChangeArrowheads="1"/>
          </p:cNvSpPr>
          <p:nvPr/>
        </p:nvSpPr>
        <p:spPr bwMode="auto">
          <a:xfrm>
            <a:off x="914400" y="2970213"/>
            <a:ext cx="203200" cy="584200"/>
          </a:xfrm>
          <a:prstGeom prst="rect">
            <a:avLst/>
          </a:prstGeom>
          <a:solidFill>
            <a:schemeClr val="folHlink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3" name="Line 9"/>
          <p:cNvSpPr>
            <a:spLocks noChangeShapeType="1"/>
          </p:cNvSpPr>
          <p:nvPr/>
        </p:nvSpPr>
        <p:spPr bwMode="auto">
          <a:xfrm>
            <a:off x="1143000" y="3262313"/>
            <a:ext cx="50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4" name="Rectangle 10"/>
          <p:cNvSpPr>
            <a:spLocks noChangeArrowheads="1"/>
          </p:cNvSpPr>
          <p:nvPr/>
        </p:nvSpPr>
        <p:spPr bwMode="auto">
          <a:xfrm>
            <a:off x="836613" y="3167063"/>
            <a:ext cx="379412" cy="27146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PC</a:t>
            </a:r>
          </a:p>
        </p:txBody>
      </p:sp>
      <p:sp>
        <p:nvSpPr>
          <p:cNvPr id="1480715" name="Freeform 11"/>
          <p:cNvSpPr>
            <a:spLocks/>
          </p:cNvSpPr>
          <p:nvPr/>
        </p:nvSpPr>
        <p:spPr bwMode="auto">
          <a:xfrm>
            <a:off x="977900" y="3478213"/>
            <a:ext cx="77788" cy="77787"/>
          </a:xfrm>
          <a:custGeom>
            <a:avLst/>
            <a:gdLst/>
            <a:ahLst/>
            <a:cxnLst>
              <a:cxn ang="0">
                <a:pos x="0" y="48"/>
              </a:cxn>
              <a:cxn ang="0">
                <a:pos x="24" y="0"/>
              </a:cxn>
              <a:cxn ang="0">
                <a:pos x="48" y="48"/>
              </a:cxn>
            </a:cxnLst>
            <a:rect l="0" t="0" r="r" b="b"/>
            <a:pathLst>
              <a:path w="49" h="49">
                <a:moveTo>
                  <a:pt x="0" y="48"/>
                </a:moveTo>
                <a:lnTo>
                  <a:pt x="24" y="0"/>
                </a:lnTo>
                <a:lnTo>
                  <a:pt x="48" y="48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16" name="Rectangle 12"/>
          <p:cNvSpPr>
            <a:spLocks noChangeArrowheads="1"/>
          </p:cNvSpPr>
          <p:nvPr/>
        </p:nvSpPr>
        <p:spPr bwMode="auto">
          <a:xfrm>
            <a:off x="1446213" y="3108325"/>
            <a:ext cx="1068387" cy="12350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2000">
              <a:latin typeface="Verdana" charset="0"/>
            </a:endParaRPr>
          </a:p>
        </p:txBody>
      </p:sp>
      <p:sp>
        <p:nvSpPr>
          <p:cNvPr id="1480717" name="Rectangle 13"/>
          <p:cNvSpPr>
            <a:spLocks noChangeArrowheads="1"/>
          </p:cNvSpPr>
          <p:nvPr/>
        </p:nvSpPr>
        <p:spPr bwMode="auto">
          <a:xfrm>
            <a:off x="1393825" y="3105150"/>
            <a:ext cx="527050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addr</a:t>
            </a:r>
          </a:p>
        </p:txBody>
      </p:sp>
      <p:sp>
        <p:nvSpPr>
          <p:cNvPr id="1480718" name="Rectangle 14"/>
          <p:cNvSpPr>
            <a:spLocks noChangeArrowheads="1"/>
          </p:cNvSpPr>
          <p:nvPr/>
        </p:nvSpPr>
        <p:spPr bwMode="auto">
          <a:xfrm>
            <a:off x="2052638" y="3133725"/>
            <a:ext cx="458787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inst</a:t>
            </a:r>
          </a:p>
        </p:txBody>
      </p:sp>
      <p:sp>
        <p:nvSpPr>
          <p:cNvPr id="1480719" name="Rectangle 15"/>
          <p:cNvSpPr>
            <a:spLocks noChangeArrowheads="1"/>
          </p:cNvSpPr>
          <p:nvPr/>
        </p:nvSpPr>
        <p:spPr bwMode="auto">
          <a:xfrm>
            <a:off x="1404938" y="3587750"/>
            <a:ext cx="1012825" cy="63658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Primary</a:t>
            </a:r>
          </a:p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Instruction</a:t>
            </a:r>
          </a:p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Cache</a:t>
            </a:r>
          </a:p>
        </p:txBody>
      </p:sp>
      <p:sp>
        <p:nvSpPr>
          <p:cNvPr id="1480720" name="Rectangle 16"/>
          <p:cNvSpPr>
            <a:spLocks noChangeArrowheads="1"/>
          </p:cNvSpPr>
          <p:nvPr/>
        </p:nvSpPr>
        <p:spPr bwMode="auto">
          <a:xfrm>
            <a:off x="987425" y="1682750"/>
            <a:ext cx="465138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0x4</a:t>
            </a:r>
          </a:p>
        </p:txBody>
      </p:sp>
      <p:sp>
        <p:nvSpPr>
          <p:cNvPr id="1480721" name="Freeform 17"/>
          <p:cNvSpPr>
            <a:spLocks/>
          </p:cNvSpPr>
          <p:nvPr/>
        </p:nvSpPr>
        <p:spPr bwMode="auto">
          <a:xfrm>
            <a:off x="1522413" y="1724025"/>
            <a:ext cx="382587" cy="6111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60"/>
              </a:cxn>
              <a:cxn ang="0">
                <a:pos x="48" y="192"/>
              </a:cxn>
              <a:cxn ang="0">
                <a:pos x="0" y="224"/>
              </a:cxn>
              <a:cxn ang="0">
                <a:pos x="0" y="384"/>
              </a:cxn>
              <a:cxn ang="0">
                <a:pos x="240" y="288"/>
              </a:cxn>
              <a:cxn ang="0">
                <a:pos x="240" y="96"/>
              </a:cxn>
              <a:cxn ang="0">
                <a:pos x="0" y="0"/>
              </a:cxn>
            </a:cxnLst>
            <a:rect l="0" t="0" r="r" b="b"/>
            <a:pathLst>
              <a:path w="241" h="385">
                <a:moveTo>
                  <a:pt x="0" y="0"/>
                </a:moveTo>
                <a:lnTo>
                  <a:pt x="0" y="160"/>
                </a:lnTo>
                <a:lnTo>
                  <a:pt x="48" y="192"/>
                </a:lnTo>
                <a:lnTo>
                  <a:pt x="0" y="224"/>
                </a:lnTo>
                <a:lnTo>
                  <a:pt x="0" y="384"/>
                </a:lnTo>
                <a:lnTo>
                  <a:pt x="240" y="288"/>
                </a:lnTo>
                <a:lnTo>
                  <a:pt x="240" y="9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22" name="Line 18"/>
          <p:cNvSpPr>
            <a:spLocks noChangeShapeType="1"/>
          </p:cNvSpPr>
          <p:nvPr/>
        </p:nvSpPr>
        <p:spPr bwMode="auto">
          <a:xfrm>
            <a:off x="1452563" y="1800225"/>
            <a:ext cx="63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23" name="Rectangle 19"/>
          <p:cNvSpPr>
            <a:spLocks noChangeArrowheads="1"/>
          </p:cNvSpPr>
          <p:nvPr/>
        </p:nvSpPr>
        <p:spPr bwMode="auto">
          <a:xfrm>
            <a:off x="1506538" y="1911350"/>
            <a:ext cx="425450" cy="241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000">
                <a:latin typeface="Verdana" charset="0"/>
              </a:rPr>
              <a:t>Add</a:t>
            </a:r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3275013" y="2701925"/>
            <a:ext cx="350837" cy="485775"/>
            <a:chOff x="2063" y="1846"/>
            <a:chExt cx="221" cy="306"/>
          </a:xfrm>
        </p:grpSpPr>
        <p:sp>
          <p:nvSpPr>
            <p:cNvPr id="1480725" name="Rectangle 21"/>
            <p:cNvSpPr>
              <a:spLocks noChangeArrowheads="1"/>
            </p:cNvSpPr>
            <p:nvPr/>
          </p:nvSpPr>
          <p:spPr bwMode="auto">
            <a:xfrm>
              <a:off x="2102" y="1846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26" name="Freeform 22"/>
            <p:cNvSpPr>
              <a:spLocks/>
            </p:cNvSpPr>
            <p:nvPr/>
          </p:nvSpPr>
          <p:spPr bwMode="auto">
            <a:xfrm>
              <a:off x="2135" y="2108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27" name="Rectangle 23"/>
            <p:cNvSpPr>
              <a:spLocks noChangeArrowheads="1"/>
            </p:cNvSpPr>
            <p:nvPr/>
          </p:nvSpPr>
          <p:spPr bwMode="auto">
            <a:xfrm>
              <a:off x="2063" y="1913"/>
              <a:ext cx="221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IR</a:t>
              </a:r>
            </a:p>
          </p:txBody>
        </p:sp>
      </p:grpSp>
      <p:sp>
        <p:nvSpPr>
          <p:cNvPr id="1480728" name="Freeform 24"/>
          <p:cNvSpPr>
            <a:spLocks/>
          </p:cNvSpPr>
          <p:nvPr/>
        </p:nvSpPr>
        <p:spPr bwMode="auto">
          <a:xfrm>
            <a:off x="609600" y="1371600"/>
            <a:ext cx="1452563" cy="1897063"/>
          </a:xfrm>
          <a:custGeom>
            <a:avLst/>
            <a:gdLst/>
            <a:ahLst/>
            <a:cxnLst>
              <a:cxn ang="0">
                <a:pos x="822" y="429"/>
              </a:cxn>
              <a:cxn ang="0">
                <a:pos x="915" y="429"/>
              </a:cxn>
              <a:cxn ang="0">
                <a:pos x="915" y="0"/>
              </a:cxn>
              <a:cxn ang="0">
                <a:pos x="0" y="1"/>
              </a:cxn>
              <a:cxn ang="0">
                <a:pos x="0" y="1195"/>
              </a:cxn>
              <a:cxn ang="0">
                <a:pos x="212" y="1195"/>
              </a:cxn>
            </a:cxnLst>
            <a:rect l="0" t="0" r="r" b="b"/>
            <a:pathLst>
              <a:path w="915" h="1195">
                <a:moveTo>
                  <a:pt x="822" y="429"/>
                </a:moveTo>
                <a:lnTo>
                  <a:pt x="915" y="429"/>
                </a:lnTo>
                <a:lnTo>
                  <a:pt x="915" y="0"/>
                </a:lnTo>
                <a:lnTo>
                  <a:pt x="0" y="1"/>
                </a:lnTo>
                <a:lnTo>
                  <a:pt x="0" y="1195"/>
                </a:lnTo>
                <a:lnTo>
                  <a:pt x="212" y="1195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29" name="Text Box 25"/>
          <p:cNvSpPr txBox="1">
            <a:spLocks noChangeArrowheads="1"/>
          </p:cNvSpPr>
          <p:nvPr/>
        </p:nvSpPr>
        <p:spPr bwMode="auto">
          <a:xfrm>
            <a:off x="3276600" y="3198813"/>
            <a:ext cx="301625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 i="1">
                <a:latin typeface="Verdana" charset="0"/>
              </a:rPr>
              <a:t>D</a:t>
            </a:r>
          </a:p>
        </p:txBody>
      </p:sp>
      <p:sp>
        <p:nvSpPr>
          <p:cNvPr id="1480730" name="Freeform 26"/>
          <p:cNvSpPr>
            <a:spLocks/>
          </p:cNvSpPr>
          <p:nvPr/>
        </p:nvSpPr>
        <p:spPr bwMode="auto">
          <a:xfrm>
            <a:off x="2771775" y="2732088"/>
            <a:ext cx="230188" cy="458787"/>
          </a:xfrm>
          <a:custGeom>
            <a:avLst/>
            <a:gdLst/>
            <a:ahLst/>
            <a:cxnLst>
              <a:cxn ang="0">
                <a:pos x="144" y="48"/>
              </a:cxn>
              <a:cxn ang="0">
                <a:pos x="144" y="240"/>
              </a:cxn>
              <a:cxn ang="0">
                <a:pos x="0" y="288"/>
              </a:cxn>
              <a:cxn ang="0">
                <a:pos x="0" y="0"/>
              </a:cxn>
              <a:cxn ang="0">
                <a:pos x="144" y="48"/>
              </a:cxn>
            </a:cxnLst>
            <a:rect l="0" t="0" r="r" b="b"/>
            <a:pathLst>
              <a:path w="145" h="289">
                <a:moveTo>
                  <a:pt x="144" y="48"/>
                </a:moveTo>
                <a:lnTo>
                  <a:pt x="144" y="240"/>
                </a:lnTo>
                <a:lnTo>
                  <a:pt x="0" y="288"/>
                </a:lnTo>
                <a:lnTo>
                  <a:pt x="0" y="0"/>
                </a:lnTo>
                <a:lnTo>
                  <a:pt x="144" y="48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1" name="Rectangle 27"/>
          <p:cNvSpPr>
            <a:spLocks noChangeArrowheads="1"/>
          </p:cNvSpPr>
          <p:nvPr/>
        </p:nvSpPr>
        <p:spPr bwMode="auto">
          <a:xfrm>
            <a:off x="2133600" y="2667000"/>
            <a:ext cx="512763" cy="3016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nop</a:t>
            </a:r>
          </a:p>
        </p:txBody>
      </p:sp>
      <p:sp>
        <p:nvSpPr>
          <p:cNvPr id="1480732" name="Line 28"/>
          <p:cNvSpPr>
            <a:spLocks noChangeShapeType="1"/>
          </p:cNvSpPr>
          <p:nvPr/>
        </p:nvSpPr>
        <p:spPr bwMode="auto">
          <a:xfrm>
            <a:off x="3003550" y="2947988"/>
            <a:ext cx="317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3" name="Line 29"/>
          <p:cNvSpPr>
            <a:spLocks noChangeShapeType="1"/>
          </p:cNvSpPr>
          <p:nvPr/>
        </p:nvSpPr>
        <p:spPr bwMode="auto">
          <a:xfrm flipV="1">
            <a:off x="2590800" y="2819400"/>
            <a:ext cx="1841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4" name="Freeform 30"/>
          <p:cNvSpPr>
            <a:spLocks/>
          </p:cNvSpPr>
          <p:nvPr/>
        </p:nvSpPr>
        <p:spPr bwMode="auto">
          <a:xfrm>
            <a:off x="2509838" y="3032125"/>
            <a:ext cx="252412" cy="242888"/>
          </a:xfrm>
          <a:custGeom>
            <a:avLst/>
            <a:gdLst/>
            <a:ahLst/>
            <a:cxnLst>
              <a:cxn ang="0">
                <a:pos x="0" y="153"/>
              </a:cxn>
              <a:cxn ang="0">
                <a:pos x="87" y="153"/>
              </a:cxn>
              <a:cxn ang="0">
                <a:pos x="87" y="0"/>
              </a:cxn>
              <a:cxn ang="0">
                <a:pos x="159" y="0"/>
              </a:cxn>
            </a:cxnLst>
            <a:rect l="0" t="0" r="r" b="b"/>
            <a:pathLst>
              <a:path w="159" h="153">
                <a:moveTo>
                  <a:pt x="0" y="153"/>
                </a:moveTo>
                <a:lnTo>
                  <a:pt x="87" y="153"/>
                </a:lnTo>
                <a:lnTo>
                  <a:pt x="87" y="0"/>
                </a:lnTo>
                <a:lnTo>
                  <a:pt x="159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5" name="Text Box 31"/>
          <p:cNvSpPr txBox="1">
            <a:spLocks noChangeArrowheads="1"/>
          </p:cNvSpPr>
          <p:nvPr/>
        </p:nvSpPr>
        <p:spPr bwMode="auto">
          <a:xfrm>
            <a:off x="2082800" y="3386138"/>
            <a:ext cx="452438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latin typeface="Verdana" charset="0"/>
              </a:rPr>
              <a:t>hit</a:t>
            </a:r>
            <a:r>
              <a:rPr lang="en-US" sz="1000">
                <a:latin typeface="Verdana" charset="0"/>
              </a:rPr>
              <a:t>?</a:t>
            </a:r>
            <a:endParaRPr lang="en-US" sz="2000">
              <a:latin typeface="Verdana" charset="0"/>
            </a:endParaRPr>
          </a:p>
        </p:txBody>
      </p:sp>
      <p:sp>
        <p:nvSpPr>
          <p:cNvPr id="1480736" name="Freeform 32"/>
          <p:cNvSpPr>
            <a:spLocks/>
          </p:cNvSpPr>
          <p:nvPr/>
        </p:nvSpPr>
        <p:spPr bwMode="auto">
          <a:xfrm>
            <a:off x="2514600" y="3124200"/>
            <a:ext cx="381000" cy="381000"/>
          </a:xfrm>
          <a:custGeom>
            <a:avLst/>
            <a:gdLst/>
            <a:ahLst/>
            <a:cxnLst>
              <a:cxn ang="0">
                <a:pos x="0" y="240"/>
              </a:cxn>
              <a:cxn ang="0">
                <a:pos x="240" y="240"/>
              </a:cxn>
              <a:cxn ang="0">
                <a:pos x="240" y="0"/>
              </a:cxn>
            </a:cxnLst>
            <a:rect l="0" t="0" r="r" b="b"/>
            <a:pathLst>
              <a:path w="240" h="240">
                <a:moveTo>
                  <a:pt x="0" y="240"/>
                </a:moveTo>
                <a:lnTo>
                  <a:pt x="240" y="240"/>
                </a:lnTo>
                <a:lnTo>
                  <a:pt x="240" y="0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7" name="Freeform 33"/>
          <p:cNvSpPr>
            <a:spLocks/>
          </p:cNvSpPr>
          <p:nvPr/>
        </p:nvSpPr>
        <p:spPr bwMode="auto">
          <a:xfrm>
            <a:off x="1066800" y="3505200"/>
            <a:ext cx="1828800" cy="1143000"/>
          </a:xfrm>
          <a:custGeom>
            <a:avLst/>
            <a:gdLst/>
            <a:ahLst/>
            <a:cxnLst>
              <a:cxn ang="0">
                <a:pos x="1152" y="0"/>
              </a:cxn>
              <a:cxn ang="0">
                <a:pos x="1148" y="635"/>
              </a:cxn>
              <a:cxn ang="0">
                <a:pos x="1" y="635"/>
              </a:cxn>
              <a:cxn ang="0">
                <a:pos x="0" y="48"/>
              </a:cxn>
            </a:cxnLst>
            <a:rect l="0" t="0" r="r" b="b"/>
            <a:pathLst>
              <a:path w="1152" h="635">
                <a:moveTo>
                  <a:pt x="1152" y="0"/>
                </a:moveTo>
                <a:lnTo>
                  <a:pt x="1148" y="635"/>
                </a:lnTo>
                <a:lnTo>
                  <a:pt x="1" y="635"/>
                </a:lnTo>
                <a:lnTo>
                  <a:pt x="0" y="48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8" name="Line 34"/>
          <p:cNvSpPr>
            <a:spLocks noChangeShapeType="1"/>
          </p:cNvSpPr>
          <p:nvPr/>
        </p:nvSpPr>
        <p:spPr bwMode="auto">
          <a:xfrm>
            <a:off x="2895600" y="4495800"/>
            <a:ext cx="0" cy="53340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39" name="Text Box 35"/>
          <p:cNvSpPr txBox="1">
            <a:spLocks noChangeArrowheads="1"/>
          </p:cNvSpPr>
          <p:nvPr/>
        </p:nvSpPr>
        <p:spPr bwMode="auto">
          <a:xfrm>
            <a:off x="0" y="3632200"/>
            <a:ext cx="12065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lvl="1" algn="l">
              <a:spcBef>
                <a:spcPct val="0"/>
              </a:spcBef>
            </a:pPr>
            <a:r>
              <a:rPr lang="en-US" sz="1400">
                <a:latin typeface="Verdana" charset="0"/>
              </a:rPr>
              <a:t>PCen</a:t>
            </a:r>
          </a:p>
        </p:txBody>
      </p:sp>
      <p:sp>
        <p:nvSpPr>
          <p:cNvPr id="1480740" name="Rectangle 36"/>
          <p:cNvSpPr>
            <a:spLocks noChangeArrowheads="1"/>
          </p:cNvSpPr>
          <p:nvPr/>
        </p:nvSpPr>
        <p:spPr bwMode="auto">
          <a:xfrm>
            <a:off x="3810000" y="2133600"/>
            <a:ext cx="990600" cy="1676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Decode,</a:t>
            </a:r>
          </a:p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Register</a:t>
            </a:r>
          </a:p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Fetch</a:t>
            </a:r>
          </a:p>
        </p:txBody>
      </p:sp>
      <p:sp>
        <p:nvSpPr>
          <p:cNvPr id="1480741" name="Line 37"/>
          <p:cNvSpPr>
            <a:spLocks noChangeShapeType="1"/>
          </p:cNvSpPr>
          <p:nvPr/>
        </p:nvSpPr>
        <p:spPr bwMode="auto">
          <a:xfrm>
            <a:off x="3505200" y="29718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42" name="Freeform 38"/>
          <p:cNvSpPr>
            <a:spLocks/>
          </p:cNvSpPr>
          <p:nvPr/>
        </p:nvSpPr>
        <p:spPr bwMode="auto">
          <a:xfrm flipV="1">
            <a:off x="7772400" y="2919413"/>
            <a:ext cx="376238" cy="128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6" y="0"/>
              </a:cxn>
            </a:cxnLst>
            <a:rect l="0" t="0" r="r" b="b"/>
            <a:pathLst>
              <a:path w="337" h="1">
                <a:moveTo>
                  <a:pt x="0" y="0"/>
                </a:moveTo>
                <a:lnTo>
                  <a:pt x="33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43" name="Freeform 39"/>
          <p:cNvSpPr>
            <a:spLocks/>
          </p:cNvSpPr>
          <p:nvPr/>
        </p:nvSpPr>
        <p:spPr bwMode="auto">
          <a:xfrm>
            <a:off x="6400800" y="2667000"/>
            <a:ext cx="1746250" cy="1155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28"/>
              </a:cxn>
              <a:cxn ang="0">
                <a:pos x="843" y="728"/>
              </a:cxn>
              <a:cxn ang="0">
                <a:pos x="986" y="728"/>
              </a:cxn>
              <a:cxn ang="0">
                <a:pos x="984" y="404"/>
              </a:cxn>
              <a:cxn ang="0">
                <a:pos x="1100" y="399"/>
              </a:cxn>
            </a:cxnLst>
            <a:rect l="0" t="0" r="r" b="b"/>
            <a:pathLst>
              <a:path w="1100" h="728">
                <a:moveTo>
                  <a:pt x="0" y="0"/>
                </a:moveTo>
                <a:lnTo>
                  <a:pt x="0" y="728"/>
                </a:lnTo>
                <a:lnTo>
                  <a:pt x="843" y="728"/>
                </a:lnTo>
                <a:lnTo>
                  <a:pt x="986" y="728"/>
                </a:lnTo>
                <a:lnTo>
                  <a:pt x="984" y="404"/>
                </a:lnTo>
                <a:lnTo>
                  <a:pt x="1100" y="399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44" name="Oval 40"/>
          <p:cNvSpPr>
            <a:spLocks noChangeArrowheads="1"/>
          </p:cNvSpPr>
          <p:nvPr/>
        </p:nvSpPr>
        <p:spPr bwMode="auto">
          <a:xfrm>
            <a:off x="6362700" y="2627313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45" name="Rectangle 41"/>
          <p:cNvSpPr>
            <a:spLocks noChangeArrowheads="1"/>
          </p:cNvSpPr>
          <p:nvPr/>
        </p:nvSpPr>
        <p:spPr bwMode="auto">
          <a:xfrm>
            <a:off x="6726238" y="3340100"/>
            <a:ext cx="528637" cy="2254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900">
                <a:latin typeface="Verdana" charset="0"/>
              </a:rPr>
              <a:t>wdata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8359775" y="3008313"/>
            <a:ext cx="304800" cy="485775"/>
            <a:chOff x="5420" y="2656"/>
            <a:chExt cx="192" cy="306"/>
          </a:xfrm>
        </p:grpSpPr>
        <p:sp>
          <p:nvSpPr>
            <p:cNvPr id="1480747" name="Line 43"/>
            <p:cNvSpPr>
              <a:spLocks noChangeShapeType="1"/>
            </p:cNvSpPr>
            <p:nvPr/>
          </p:nvSpPr>
          <p:spPr bwMode="auto">
            <a:xfrm flipH="1">
              <a:off x="5420" y="2800"/>
              <a:ext cx="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48" name="Rectangle 44"/>
            <p:cNvSpPr>
              <a:spLocks noChangeArrowheads="1"/>
            </p:cNvSpPr>
            <p:nvPr/>
          </p:nvSpPr>
          <p:spPr bwMode="auto">
            <a:xfrm>
              <a:off x="5471" y="2656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49" name="Freeform 45"/>
            <p:cNvSpPr>
              <a:spLocks/>
            </p:cNvSpPr>
            <p:nvPr/>
          </p:nvSpPr>
          <p:spPr bwMode="auto">
            <a:xfrm>
              <a:off x="5504" y="2918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50" name="Rectangle 46"/>
            <p:cNvSpPr>
              <a:spLocks noChangeArrowheads="1"/>
            </p:cNvSpPr>
            <p:nvPr/>
          </p:nvSpPr>
          <p:spPr bwMode="auto">
            <a:xfrm>
              <a:off x="5431" y="2723"/>
              <a:ext cx="181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R</a:t>
              </a:r>
            </a:p>
          </p:txBody>
        </p:sp>
      </p:grpSp>
      <p:sp>
        <p:nvSpPr>
          <p:cNvPr id="1480751" name="Rectangle 47"/>
          <p:cNvSpPr>
            <a:spLocks noChangeArrowheads="1"/>
          </p:cNvSpPr>
          <p:nvPr/>
        </p:nvSpPr>
        <p:spPr bwMode="auto">
          <a:xfrm>
            <a:off x="6791325" y="2449513"/>
            <a:ext cx="981075" cy="1193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52" name="Rectangle 48"/>
          <p:cNvSpPr>
            <a:spLocks noChangeArrowheads="1"/>
          </p:cNvSpPr>
          <p:nvPr/>
        </p:nvSpPr>
        <p:spPr bwMode="auto">
          <a:xfrm>
            <a:off x="6751638" y="2522538"/>
            <a:ext cx="527050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addr</a:t>
            </a:r>
          </a:p>
        </p:txBody>
      </p:sp>
      <p:sp>
        <p:nvSpPr>
          <p:cNvPr id="1480753" name="Rectangle 49"/>
          <p:cNvSpPr>
            <a:spLocks noChangeArrowheads="1"/>
          </p:cNvSpPr>
          <p:nvPr/>
        </p:nvSpPr>
        <p:spPr bwMode="auto">
          <a:xfrm>
            <a:off x="6751638" y="3362325"/>
            <a:ext cx="644525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wdata</a:t>
            </a:r>
          </a:p>
        </p:txBody>
      </p:sp>
      <p:sp>
        <p:nvSpPr>
          <p:cNvPr id="1480754" name="Rectangle 50"/>
          <p:cNvSpPr>
            <a:spLocks noChangeArrowheads="1"/>
          </p:cNvSpPr>
          <p:nvPr/>
        </p:nvSpPr>
        <p:spPr bwMode="auto">
          <a:xfrm>
            <a:off x="7251700" y="2908300"/>
            <a:ext cx="584200" cy="271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rdata</a:t>
            </a:r>
          </a:p>
        </p:txBody>
      </p:sp>
      <p:sp>
        <p:nvSpPr>
          <p:cNvPr id="1480755" name="Rectangle 51"/>
          <p:cNvSpPr>
            <a:spLocks noChangeArrowheads="1"/>
          </p:cNvSpPr>
          <p:nvPr/>
        </p:nvSpPr>
        <p:spPr bwMode="auto">
          <a:xfrm>
            <a:off x="6724650" y="2778125"/>
            <a:ext cx="774700" cy="5556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lang="en-US" sz="1200">
                <a:latin typeface="Verdana" charset="0"/>
              </a:rPr>
              <a:t>Primary</a:t>
            </a:r>
          </a:p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lang="en-US" sz="1200">
                <a:latin typeface="Verdana" charset="0"/>
              </a:rPr>
              <a:t>Data </a:t>
            </a:r>
          </a:p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lang="en-US" sz="1200">
                <a:latin typeface="Verdana" charset="0"/>
              </a:rPr>
              <a:t>Cache</a:t>
            </a:r>
          </a:p>
        </p:txBody>
      </p:sp>
      <p:sp>
        <p:nvSpPr>
          <p:cNvPr id="1480756" name="Rectangle 52"/>
          <p:cNvSpPr>
            <a:spLocks noChangeArrowheads="1"/>
          </p:cNvSpPr>
          <p:nvPr/>
        </p:nvSpPr>
        <p:spPr bwMode="auto">
          <a:xfrm>
            <a:off x="6942138" y="2370138"/>
            <a:ext cx="396875" cy="2714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we</a:t>
            </a:r>
          </a:p>
        </p:txBody>
      </p:sp>
      <p:sp>
        <p:nvSpPr>
          <p:cNvPr id="1480757" name="Freeform 53"/>
          <p:cNvSpPr>
            <a:spLocks/>
          </p:cNvSpPr>
          <p:nvPr/>
        </p:nvSpPr>
        <p:spPr bwMode="auto">
          <a:xfrm>
            <a:off x="8137525" y="2908300"/>
            <a:ext cx="230188" cy="517525"/>
          </a:xfrm>
          <a:custGeom>
            <a:avLst/>
            <a:gdLst/>
            <a:ahLst/>
            <a:cxnLst>
              <a:cxn ang="0">
                <a:pos x="144" y="41"/>
              </a:cxn>
              <a:cxn ang="0">
                <a:pos x="144" y="284"/>
              </a:cxn>
              <a:cxn ang="0">
                <a:pos x="0" y="325"/>
              </a:cxn>
              <a:cxn ang="0">
                <a:pos x="0" y="0"/>
              </a:cxn>
              <a:cxn ang="0">
                <a:pos x="144" y="41"/>
              </a:cxn>
            </a:cxnLst>
            <a:rect l="0" t="0" r="r" b="b"/>
            <a:pathLst>
              <a:path w="145" h="326">
                <a:moveTo>
                  <a:pt x="144" y="41"/>
                </a:moveTo>
                <a:lnTo>
                  <a:pt x="144" y="284"/>
                </a:lnTo>
                <a:lnTo>
                  <a:pt x="0" y="325"/>
                </a:lnTo>
                <a:lnTo>
                  <a:pt x="0" y="0"/>
                </a:lnTo>
                <a:lnTo>
                  <a:pt x="144" y="41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58" name="Freeform 54"/>
          <p:cNvSpPr>
            <a:spLocks/>
          </p:cNvSpPr>
          <p:nvPr/>
        </p:nvSpPr>
        <p:spPr bwMode="auto">
          <a:xfrm flipV="1">
            <a:off x="6848475" y="2463800"/>
            <a:ext cx="68263" cy="69850"/>
          </a:xfrm>
          <a:custGeom>
            <a:avLst/>
            <a:gdLst/>
            <a:ahLst/>
            <a:cxnLst>
              <a:cxn ang="0">
                <a:pos x="0" y="43"/>
              </a:cxn>
              <a:cxn ang="0">
                <a:pos x="21" y="0"/>
              </a:cxn>
              <a:cxn ang="0">
                <a:pos x="42" y="43"/>
              </a:cxn>
            </a:cxnLst>
            <a:rect l="0" t="0" r="r" b="b"/>
            <a:pathLst>
              <a:path w="43" h="44">
                <a:moveTo>
                  <a:pt x="0" y="43"/>
                </a:moveTo>
                <a:lnTo>
                  <a:pt x="21" y="0"/>
                </a:lnTo>
                <a:lnTo>
                  <a:pt x="42" y="43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59" name="Line 55"/>
          <p:cNvSpPr>
            <a:spLocks noChangeShapeType="1"/>
          </p:cNvSpPr>
          <p:nvPr/>
        </p:nvSpPr>
        <p:spPr bwMode="auto">
          <a:xfrm>
            <a:off x="4800600" y="2906713"/>
            <a:ext cx="6953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60" name="Oval 56"/>
          <p:cNvSpPr>
            <a:spLocks noChangeArrowheads="1"/>
          </p:cNvSpPr>
          <p:nvPr/>
        </p:nvSpPr>
        <p:spPr bwMode="auto">
          <a:xfrm>
            <a:off x="6362700" y="2627313"/>
            <a:ext cx="50800" cy="508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57"/>
          <p:cNvGrpSpPr>
            <a:grpSpLocks/>
          </p:cNvGrpSpPr>
          <p:nvPr/>
        </p:nvGrpSpPr>
        <p:grpSpPr bwMode="auto">
          <a:xfrm>
            <a:off x="5043488" y="2157413"/>
            <a:ext cx="285750" cy="485775"/>
            <a:chOff x="3311" y="2120"/>
            <a:chExt cx="180" cy="306"/>
          </a:xfrm>
        </p:grpSpPr>
        <p:sp>
          <p:nvSpPr>
            <p:cNvPr id="1480762" name="Rectangle 58"/>
            <p:cNvSpPr>
              <a:spLocks noChangeArrowheads="1"/>
            </p:cNvSpPr>
            <p:nvPr/>
          </p:nvSpPr>
          <p:spPr bwMode="auto">
            <a:xfrm>
              <a:off x="3335" y="2120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63" name="Freeform 59"/>
            <p:cNvSpPr>
              <a:spLocks/>
            </p:cNvSpPr>
            <p:nvPr/>
          </p:nvSpPr>
          <p:spPr bwMode="auto">
            <a:xfrm>
              <a:off x="3368" y="2382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64" name="Rectangle 60"/>
            <p:cNvSpPr>
              <a:spLocks noChangeArrowheads="1"/>
            </p:cNvSpPr>
            <p:nvPr/>
          </p:nvSpPr>
          <p:spPr bwMode="auto">
            <a:xfrm>
              <a:off x="3311" y="2195"/>
              <a:ext cx="180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A</a:t>
              </a:r>
            </a:p>
          </p:txBody>
        </p:sp>
      </p:grpSp>
      <p:grpSp>
        <p:nvGrpSpPr>
          <p:cNvPr id="5" name="Group 61"/>
          <p:cNvGrpSpPr>
            <a:grpSpLocks/>
          </p:cNvGrpSpPr>
          <p:nvPr/>
        </p:nvGrpSpPr>
        <p:grpSpPr bwMode="auto">
          <a:xfrm>
            <a:off x="5018088" y="2690813"/>
            <a:ext cx="285750" cy="485775"/>
            <a:chOff x="3295" y="2456"/>
            <a:chExt cx="180" cy="306"/>
          </a:xfrm>
        </p:grpSpPr>
        <p:sp>
          <p:nvSpPr>
            <p:cNvPr id="1480766" name="Rectangle 62"/>
            <p:cNvSpPr>
              <a:spLocks noChangeArrowheads="1"/>
            </p:cNvSpPr>
            <p:nvPr/>
          </p:nvSpPr>
          <p:spPr bwMode="auto">
            <a:xfrm>
              <a:off x="3335" y="2456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67" name="Freeform 63"/>
            <p:cNvSpPr>
              <a:spLocks/>
            </p:cNvSpPr>
            <p:nvPr/>
          </p:nvSpPr>
          <p:spPr bwMode="auto">
            <a:xfrm>
              <a:off x="3368" y="2718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68" name="Rectangle 64"/>
            <p:cNvSpPr>
              <a:spLocks noChangeArrowheads="1"/>
            </p:cNvSpPr>
            <p:nvPr/>
          </p:nvSpPr>
          <p:spPr bwMode="auto">
            <a:xfrm>
              <a:off x="3295" y="2539"/>
              <a:ext cx="180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B</a:t>
              </a:r>
            </a:p>
          </p:txBody>
        </p:sp>
      </p:grpSp>
      <p:grpSp>
        <p:nvGrpSpPr>
          <p:cNvPr id="6" name="Group 65"/>
          <p:cNvGrpSpPr>
            <a:grpSpLocks/>
          </p:cNvGrpSpPr>
          <p:nvPr/>
        </p:nvGrpSpPr>
        <p:grpSpPr bwMode="auto">
          <a:xfrm>
            <a:off x="6019800" y="2438400"/>
            <a:ext cx="274638" cy="485775"/>
            <a:chOff x="3781" y="1671"/>
            <a:chExt cx="173" cy="306"/>
          </a:xfrm>
        </p:grpSpPr>
        <p:sp>
          <p:nvSpPr>
            <p:cNvPr id="1480770" name="Rectangle 66"/>
            <p:cNvSpPr>
              <a:spLocks noChangeArrowheads="1"/>
            </p:cNvSpPr>
            <p:nvPr/>
          </p:nvSpPr>
          <p:spPr bwMode="auto">
            <a:xfrm>
              <a:off x="3805" y="1671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1" name="Freeform 67"/>
            <p:cNvSpPr>
              <a:spLocks/>
            </p:cNvSpPr>
            <p:nvPr/>
          </p:nvSpPr>
          <p:spPr bwMode="auto">
            <a:xfrm>
              <a:off x="3838" y="1933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2" name="Rectangle 68"/>
            <p:cNvSpPr>
              <a:spLocks noChangeArrowheads="1"/>
            </p:cNvSpPr>
            <p:nvPr/>
          </p:nvSpPr>
          <p:spPr bwMode="auto">
            <a:xfrm>
              <a:off x="3781" y="1746"/>
              <a:ext cx="173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Y</a:t>
              </a:r>
            </a:p>
          </p:txBody>
        </p:sp>
        <p:sp>
          <p:nvSpPr>
            <p:cNvPr id="1480773" name="Rectangle 69"/>
            <p:cNvSpPr>
              <a:spLocks noChangeArrowheads="1"/>
            </p:cNvSpPr>
            <p:nvPr/>
          </p:nvSpPr>
          <p:spPr bwMode="auto">
            <a:xfrm>
              <a:off x="3805" y="1671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4" name="Freeform 70"/>
            <p:cNvSpPr>
              <a:spLocks/>
            </p:cNvSpPr>
            <p:nvPr/>
          </p:nvSpPr>
          <p:spPr bwMode="auto">
            <a:xfrm>
              <a:off x="3838" y="1933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5" name="Rectangle 71"/>
            <p:cNvSpPr>
              <a:spLocks noChangeArrowheads="1"/>
            </p:cNvSpPr>
            <p:nvPr/>
          </p:nvSpPr>
          <p:spPr bwMode="auto">
            <a:xfrm>
              <a:off x="3781" y="1746"/>
              <a:ext cx="173" cy="17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200">
                  <a:latin typeface="Verdana" charset="0"/>
                </a:rPr>
                <a:t>Y</a:t>
              </a:r>
            </a:p>
          </p:txBody>
        </p:sp>
      </p:grp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5487988" y="2384425"/>
            <a:ext cx="431800" cy="611188"/>
            <a:chOff x="3611" y="2263"/>
            <a:chExt cx="272" cy="385"/>
          </a:xfrm>
        </p:grpSpPr>
        <p:sp>
          <p:nvSpPr>
            <p:cNvPr id="1480777" name="Freeform 73"/>
            <p:cNvSpPr>
              <a:spLocks/>
            </p:cNvSpPr>
            <p:nvPr/>
          </p:nvSpPr>
          <p:spPr bwMode="auto">
            <a:xfrm>
              <a:off x="3619" y="2263"/>
              <a:ext cx="250" cy="3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60"/>
                </a:cxn>
                <a:cxn ang="0">
                  <a:pos x="50" y="192"/>
                </a:cxn>
                <a:cxn ang="0">
                  <a:pos x="0" y="224"/>
                </a:cxn>
                <a:cxn ang="0">
                  <a:pos x="0" y="384"/>
                </a:cxn>
                <a:cxn ang="0">
                  <a:pos x="249" y="288"/>
                </a:cxn>
                <a:cxn ang="0">
                  <a:pos x="249" y="96"/>
                </a:cxn>
                <a:cxn ang="0">
                  <a:pos x="0" y="0"/>
                </a:cxn>
              </a:cxnLst>
              <a:rect l="0" t="0" r="r" b="b"/>
              <a:pathLst>
                <a:path w="250" h="385">
                  <a:moveTo>
                    <a:pt x="0" y="0"/>
                  </a:moveTo>
                  <a:lnTo>
                    <a:pt x="0" y="160"/>
                  </a:lnTo>
                  <a:lnTo>
                    <a:pt x="50" y="192"/>
                  </a:lnTo>
                  <a:lnTo>
                    <a:pt x="0" y="224"/>
                  </a:lnTo>
                  <a:lnTo>
                    <a:pt x="0" y="384"/>
                  </a:lnTo>
                  <a:lnTo>
                    <a:pt x="249" y="288"/>
                  </a:lnTo>
                  <a:lnTo>
                    <a:pt x="249" y="96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78" name="Rectangle 74"/>
            <p:cNvSpPr>
              <a:spLocks noChangeArrowheads="1"/>
            </p:cNvSpPr>
            <p:nvPr/>
          </p:nvSpPr>
          <p:spPr bwMode="auto">
            <a:xfrm>
              <a:off x="3611" y="2373"/>
              <a:ext cx="272" cy="1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000">
                  <a:latin typeface="Verdana" charset="0"/>
                </a:rPr>
                <a:t>ALU</a:t>
              </a:r>
            </a:p>
          </p:txBody>
        </p:sp>
      </p:grpSp>
      <p:grpSp>
        <p:nvGrpSpPr>
          <p:cNvPr id="8" name="Group 75"/>
          <p:cNvGrpSpPr>
            <a:grpSpLocks/>
          </p:cNvGrpSpPr>
          <p:nvPr/>
        </p:nvGrpSpPr>
        <p:grpSpPr bwMode="auto">
          <a:xfrm>
            <a:off x="5105400" y="3276600"/>
            <a:ext cx="173038" cy="485775"/>
            <a:chOff x="3335" y="2792"/>
            <a:chExt cx="109" cy="306"/>
          </a:xfrm>
        </p:grpSpPr>
        <p:sp>
          <p:nvSpPr>
            <p:cNvPr id="1480780" name="Rectangle 76"/>
            <p:cNvSpPr>
              <a:spLocks noChangeArrowheads="1"/>
            </p:cNvSpPr>
            <p:nvPr/>
          </p:nvSpPr>
          <p:spPr bwMode="auto">
            <a:xfrm>
              <a:off x="3335" y="2792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81" name="Freeform 77"/>
            <p:cNvSpPr>
              <a:spLocks/>
            </p:cNvSpPr>
            <p:nvPr/>
          </p:nvSpPr>
          <p:spPr bwMode="auto">
            <a:xfrm>
              <a:off x="3368" y="3054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9" name="Group 78"/>
          <p:cNvGrpSpPr>
            <a:grpSpLocks/>
          </p:cNvGrpSpPr>
          <p:nvPr/>
        </p:nvGrpSpPr>
        <p:grpSpPr bwMode="auto">
          <a:xfrm>
            <a:off x="6073775" y="3276600"/>
            <a:ext cx="173038" cy="485775"/>
            <a:chOff x="3951" y="2792"/>
            <a:chExt cx="109" cy="306"/>
          </a:xfrm>
        </p:grpSpPr>
        <p:sp>
          <p:nvSpPr>
            <p:cNvPr id="1480783" name="Rectangle 79"/>
            <p:cNvSpPr>
              <a:spLocks noChangeArrowheads="1"/>
            </p:cNvSpPr>
            <p:nvPr/>
          </p:nvSpPr>
          <p:spPr bwMode="auto">
            <a:xfrm>
              <a:off x="3951" y="2792"/>
              <a:ext cx="109" cy="304"/>
            </a:xfrm>
            <a:prstGeom prst="rect">
              <a:avLst/>
            </a:prstGeom>
            <a:solidFill>
              <a:schemeClr val="folHlink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84" name="Freeform 80"/>
            <p:cNvSpPr>
              <a:spLocks/>
            </p:cNvSpPr>
            <p:nvPr/>
          </p:nvSpPr>
          <p:spPr bwMode="auto">
            <a:xfrm>
              <a:off x="3984" y="3054"/>
              <a:ext cx="43" cy="44"/>
            </a:xfrm>
            <a:custGeom>
              <a:avLst/>
              <a:gdLst/>
              <a:ahLst/>
              <a:cxnLst>
                <a:cxn ang="0">
                  <a:pos x="0" y="43"/>
                </a:cxn>
                <a:cxn ang="0">
                  <a:pos x="21" y="0"/>
                </a:cxn>
                <a:cxn ang="0">
                  <a:pos x="42" y="43"/>
                </a:cxn>
              </a:cxnLst>
              <a:rect l="0" t="0" r="r" b="b"/>
              <a:pathLst>
                <a:path w="43" h="44">
                  <a:moveTo>
                    <a:pt x="0" y="43"/>
                  </a:moveTo>
                  <a:lnTo>
                    <a:pt x="21" y="0"/>
                  </a:lnTo>
                  <a:lnTo>
                    <a:pt x="42" y="43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80785" name="Line 81"/>
          <p:cNvSpPr>
            <a:spLocks noChangeShapeType="1"/>
          </p:cNvSpPr>
          <p:nvPr/>
        </p:nvSpPr>
        <p:spPr bwMode="auto">
          <a:xfrm>
            <a:off x="6400800" y="26670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86" name="Rectangle 82"/>
          <p:cNvSpPr>
            <a:spLocks noChangeArrowheads="1"/>
          </p:cNvSpPr>
          <p:nvPr/>
        </p:nvSpPr>
        <p:spPr bwMode="auto">
          <a:xfrm>
            <a:off x="4953000" y="3810000"/>
            <a:ext cx="523875" cy="271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MD1</a:t>
            </a:r>
          </a:p>
        </p:txBody>
      </p:sp>
      <p:sp>
        <p:nvSpPr>
          <p:cNvPr id="1480787" name="Rectangle 83"/>
          <p:cNvSpPr>
            <a:spLocks noChangeArrowheads="1"/>
          </p:cNvSpPr>
          <p:nvPr/>
        </p:nvSpPr>
        <p:spPr bwMode="auto">
          <a:xfrm>
            <a:off x="5854700" y="3822700"/>
            <a:ext cx="523875" cy="2714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>
                <a:latin typeface="Verdana" charset="0"/>
              </a:rPr>
              <a:t>MD2</a:t>
            </a:r>
          </a:p>
        </p:txBody>
      </p:sp>
      <p:sp>
        <p:nvSpPr>
          <p:cNvPr id="1480788" name="Freeform 84"/>
          <p:cNvSpPr>
            <a:spLocks/>
          </p:cNvSpPr>
          <p:nvPr/>
        </p:nvSpPr>
        <p:spPr bwMode="auto">
          <a:xfrm>
            <a:off x="2057400" y="4343400"/>
            <a:ext cx="2514600" cy="1362075"/>
          </a:xfrm>
          <a:custGeom>
            <a:avLst/>
            <a:gdLst/>
            <a:ahLst/>
            <a:cxnLst>
              <a:cxn ang="0">
                <a:pos x="1584" y="858"/>
              </a:cxn>
              <a:cxn ang="0">
                <a:pos x="1584" y="665"/>
              </a:cxn>
              <a:cxn ang="0">
                <a:pos x="0" y="665"/>
              </a:cxn>
              <a:cxn ang="0">
                <a:pos x="0" y="0"/>
              </a:cxn>
            </a:cxnLst>
            <a:rect l="0" t="0" r="r" b="b"/>
            <a:pathLst>
              <a:path w="1584" h="858">
                <a:moveTo>
                  <a:pt x="1584" y="858"/>
                </a:moveTo>
                <a:lnTo>
                  <a:pt x="1584" y="665"/>
                </a:lnTo>
                <a:lnTo>
                  <a:pt x="0" y="665"/>
                </a:ln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89" name="Freeform 85"/>
          <p:cNvSpPr>
            <a:spLocks/>
          </p:cNvSpPr>
          <p:nvPr/>
        </p:nvSpPr>
        <p:spPr bwMode="auto">
          <a:xfrm>
            <a:off x="4572000" y="3657600"/>
            <a:ext cx="2743200" cy="1752600"/>
          </a:xfrm>
          <a:custGeom>
            <a:avLst/>
            <a:gdLst/>
            <a:ahLst/>
            <a:cxnLst>
              <a:cxn ang="0">
                <a:pos x="0" y="1296"/>
              </a:cxn>
              <a:cxn ang="0">
                <a:pos x="1728" y="1296"/>
              </a:cxn>
              <a:cxn ang="0">
                <a:pos x="1728" y="0"/>
              </a:cxn>
            </a:cxnLst>
            <a:rect l="0" t="0" r="r" b="b"/>
            <a:pathLst>
              <a:path w="1728" h="1296">
                <a:moveTo>
                  <a:pt x="0" y="1296"/>
                </a:moveTo>
                <a:lnTo>
                  <a:pt x="1728" y="1296"/>
                </a:lnTo>
                <a:lnTo>
                  <a:pt x="1728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790" name="Text Box 86"/>
          <p:cNvSpPr txBox="1">
            <a:spLocks noChangeArrowheads="1"/>
          </p:cNvSpPr>
          <p:nvPr/>
        </p:nvSpPr>
        <p:spPr bwMode="auto">
          <a:xfrm>
            <a:off x="4419600" y="5556250"/>
            <a:ext cx="3810000" cy="517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Cache Refill Data from Lower Levels of Memory Hierarchy</a:t>
            </a:r>
          </a:p>
        </p:txBody>
      </p:sp>
      <p:sp>
        <p:nvSpPr>
          <p:cNvPr id="1480791" name="Text Box 87"/>
          <p:cNvSpPr txBox="1">
            <a:spLocks noChangeArrowheads="1"/>
          </p:cNvSpPr>
          <p:nvPr/>
        </p:nvSpPr>
        <p:spPr bwMode="auto">
          <a:xfrm>
            <a:off x="7313613" y="3276600"/>
            <a:ext cx="452437" cy="2746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200">
                <a:latin typeface="Verdana" charset="0"/>
              </a:rPr>
              <a:t>hit</a:t>
            </a:r>
            <a:r>
              <a:rPr lang="en-US" sz="1000">
                <a:latin typeface="Verdana" charset="0"/>
              </a:rPr>
              <a:t>?</a:t>
            </a:r>
            <a:endParaRPr lang="en-US" sz="2000">
              <a:latin typeface="Verdana" charset="0"/>
            </a:endParaRPr>
          </a:p>
        </p:txBody>
      </p:sp>
      <p:sp>
        <p:nvSpPr>
          <p:cNvPr id="1480792" name="Freeform 88"/>
          <p:cNvSpPr>
            <a:spLocks/>
          </p:cNvSpPr>
          <p:nvPr/>
        </p:nvSpPr>
        <p:spPr bwMode="auto">
          <a:xfrm>
            <a:off x="7772400" y="3429000"/>
            <a:ext cx="76200" cy="838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" y="0"/>
              </a:cxn>
              <a:cxn ang="0">
                <a:pos x="48" y="480"/>
              </a:cxn>
              <a:cxn ang="0">
                <a:pos x="48" y="528"/>
              </a:cxn>
            </a:cxnLst>
            <a:rect l="0" t="0" r="r" b="b"/>
            <a:pathLst>
              <a:path w="48" h="528">
                <a:moveTo>
                  <a:pt x="0" y="0"/>
                </a:moveTo>
                <a:lnTo>
                  <a:pt x="48" y="0"/>
                </a:lnTo>
                <a:lnTo>
                  <a:pt x="48" y="480"/>
                </a:lnTo>
                <a:lnTo>
                  <a:pt x="48" y="528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89"/>
          <p:cNvGrpSpPr>
            <a:grpSpLocks/>
          </p:cNvGrpSpPr>
          <p:nvPr/>
        </p:nvGrpSpPr>
        <p:grpSpPr bwMode="auto">
          <a:xfrm>
            <a:off x="7620000" y="4813300"/>
            <a:ext cx="1066800" cy="749300"/>
            <a:chOff x="4704" y="3032"/>
            <a:chExt cx="672" cy="472"/>
          </a:xfrm>
        </p:grpSpPr>
        <p:sp>
          <p:nvSpPr>
            <p:cNvPr id="1480794" name="Line 90"/>
            <p:cNvSpPr>
              <a:spLocks noChangeShapeType="1"/>
            </p:cNvSpPr>
            <p:nvPr/>
          </p:nvSpPr>
          <p:spPr bwMode="auto">
            <a:xfrm flipH="1">
              <a:off x="4704" y="3168"/>
              <a:ext cx="192" cy="192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95" name="Line 91"/>
            <p:cNvSpPr>
              <a:spLocks noChangeShapeType="1"/>
            </p:cNvSpPr>
            <p:nvPr/>
          </p:nvSpPr>
          <p:spPr bwMode="auto">
            <a:xfrm flipH="1">
              <a:off x="4896" y="3168"/>
              <a:ext cx="48" cy="336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96" name="Line 92"/>
            <p:cNvSpPr>
              <a:spLocks noChangeShapeType="1"/>
            </p:cNvSpPr>
            <p:nvPr/>
          </p:nvSpPr>
          <p:spPr bwMode="auto">
            <a:xfrm>
              <a:off x="5040" y="3168"/>
              <a:ext cx="144" cy="288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0797" name="Line 93"/>
            <p:cNvSpPr>
              <a:spLocks noChangeShapeType="1"/>
            </p:cNvSpPr>
            <p:nvPr/>
          </p:nvSpPr>
          <p:spPr bwMode="auto">
            <a:xfrm>
              <a:off x="5175" y="3032"/>
              <a:ext cx="201" cy="232"/>
            </a:xfrm>
            <a:prstGeom prst="line">
              <a:avLst/>
            </a:prstGeom>
            <a:noFill/>
            <a:ln w="25400">
              <a:solidFill>
                <a:schemeClr val="tx2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80798" name="Text Box 94"/>
          <p:cNvSpPr txBox="1">
            <a:spLocks noChangeArrowheads="1"/>
          </p:cNvSpPr>
          <p:nvPr/>
        </p:nvSpPr>
        <p:spPr bwMode="auto">
          <a:xfrm>
            <a:off x="7239000" y="4238625"/>
            <a:ext cx="1416050" cy="7302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Stall entire CPU on data cache miss</a:t>
            </a:r>
          </a:p>
        </p:txBody>
      </p:sp>
      <p:sp>
        <p:nvSpPr>
          <p:cNvPr id="1480799" name="Freeform 95"/>
          <p:cNvSpPr>
            <a:spLocks/>
          </p:cNvSpPr>
          <p:nvPr/>
        </p:nvSpPr>
        <p:spPr bwMode="auto">
          <a:xfrm>
            <a:off x="3124200" y="3962400"/>
            <a:ext cx="4724400" cy="1066800"/>
          </a:xfrm>
          <a:custGeom>
            <a:avLst/>
            <a:gdLst/>
            <a:ahLst/>
            <a:cxnLst>
              <a:cxn ang="0">
                <a:pos x="2784" y="0"/>
              </a:cxn>
              <a:cxn ang="0">
                <a:pos x="2160" y="0"/>
              </a:cxn>
              <a:cxn ang="0">
                <a:pos x="2160" y="432"/>
              </a:cxn>
              <a:cxn ang="0">
                <a:pos x="0" y="432"/>
              </a:cxn>
              <a:cxn ang="0">
                <a:pos x="0" y="672"/>
              </a:cxn>
            </a:cxnLst>
            <a:rect l="0" t="0" r="r" b="b"/>
            <a:pathLst>
              <a:path w="2784" h="672">
                <a:moveTo>
                  <a:pt x="2784" y="0"/>
                </a:moveTo>
                <a:lnTo>
                  <a:pt x="2160" y="0"/>
                </a:lnTo>
                <a:lnTo>
                  <a:pt x="2160" y="432"/>
                </a:lnTo>
                <a:lnTo>
                  <a:pt x="0" y="432"/>
                </a:lnTo>
                <a:lnTo>
                  <a:pt x="0" y="672"/>
                </a:lnTo>
              </a:path>
            </a:pathLst>
          </a:custGeom>
          <a:noFill/>
          <a:ln w="25400" cap="flat" cmpd="sng">
            <a:solidFill>
              <a:schemeClr val="tx2"/>
            </a:solidFill>
            <a:prstDash val="solid"/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0800" name="Text Box 96"/>
          <p:cNvSpPr txBox="1">
            <a:spLocks noChangeArrowheads="1"/>
          </p:cNvSpPr>
          <p:nvPr/>
        </p:nvSpPr>
        <p:spPr bwMode="auto">
          <a:xfrm>
            <a:off x="2362200" y="5045075"/>
            <a:ext cx="2286000" cy="3048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>
                <a:latin typeface="Verdana" charset="0"/>
              </a:rPr>
              <a:t>To Memory Control</a:t>
            </a:r>
          </a:p>
        </p:txBody>
      </p:sp>
      <p:sp>
        <p:nvSpPr>
          <p:cNvPr id="1480801" name="Text Box 97"/>
          <p:cNvSpPr txBox="1">
            <a:spLocks noChangeArrowheads="1"/>
          </p:cNvSpPr>
          <p:nvPr/>
        </p:nvSpPr>
        <p:spPr bwMode="auto">
          <a:xfrm>
            <a:off x="6019800" y="2055813"/>
            <a:ext cx="312738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 i="1">
                <a:latin typeface="Verdana" charset="0"/>
              </a:rPr>
              <a:t>M</a:t>
            </a:r>
          </a:p>
        </p:txBody>
      </p:sp>
      <p:sp>
        <p:nvSpPr>
          <p:cNvPr id="1480802" name="Text Box 98"/>
          <p:cNvSpPr txBox="1">
            <a:spLocks noChangeArrowheads="1"/>
          </p:cNvSpPr>
          <p:nvPr/>
        </p:nvSpPr>
        <p:spPr bwMode="auto">
          <a:xfrm>
            <a:off x="5029200" y="1827213"/>
            <a:ext cx="280988" cy="2746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200" i="1">
                <a:latin typeface="Verdana" charset="0"/>
              </a:rPr>
              <a:t>E</a:t>
            </a:r>
          </a:p>
        </p:txBody>
      </p:sp>
      <p:sp>
        <p:nvSpPr>
          <p:cNvPr id="1480803" name="Line 99"/>
          <p:cNvSpPr>
            <a:spLocks noChangeShapeType="1"/>
          </p:cNvSpPr>
          <p:nvPr/>
        </p:nvSpPr>
        <p:spPr bwMode="auto">
          <a:xfrm>
            <a:off x="4953000" y="2895600"/>
            <a:ext cx="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EF281-0756-D640-ACA3-C1478A739BEF}" type="slidenum">
              <a:rPr lang="en-US"/>
              <a:pPr/>
              <a:t>36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2754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0"/>
            <a:ext cx="7162800" cy="11430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Improving Cache Performance</a:t>
            </a:r>
          </a:p>
        </p:txBody>
      </p:sp>
      <p:sp>
        <p:nvSpPr>
          <p:cNvPr id="1482755" name="Rectangle 3"/>
          <p:cNvSpPr>
            <a:spLocks noChangeArrowheads="1"/>
          </p:cNvSpPr>
          <p:nvPr/>
        </p:nvSpPr>
        <p:spPr bwMode="auto">
          <a:xfrm>
            <a:off x="714375" y="1143000"/>
            <a:ext cx="7715250" cy="34753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Average memory access time =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		Hit time + Miss rate x Miss penalty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Example: 1 cycle (hit time)+(0.05)x(30</a:t>
            </a:r>
            <a:r>
              <a:rPr lang="en-US" sz="2000">
                <a:latin typeface="Verdana" charset="0"/>
              </a:rPr>
              <a:t>)=2.5cycles!!</a:t>
            </a:r>
            <a:endParaRPr lang="en-US" sz="2000" dirty="0">
              <a:latin typeface="Verdana" charset="0"/>
            </a:endParaRPr>
          </a:p>
          <a:p>
            <a:pPr algn="l">
              <a:spcBef>
                <a:spcPct val="0"/>
              </a:spcBef>
            </a:pPr>
            <a:endParaRPr lang="en-US" sz="2000" dirty="0">
              <a:latin typeface="Verdana" charset="0"/>
            </a:endParaRPr>
          </a:p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To improve performance:</a:t>
            </a:r>
          </a:p>
          <a:p>
            <a:pPr marL="625475" lvl="1" indent="-282575" algn="l">
              <a:spcBef>
                <a:spcPct val="0"/>
              </a:spcBef>
              <a:buFontTx/>
              <a:buChar char="•"/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reduce the hit time</a:t>
            </a:r>
          </a:p>
          <a:p>
            <a:pPr marL="625475" lvl="1" indent="-282575" algn="l">
              <a:spcBef>
                <a:spcPct val="0"/>
              </a:spcBef>
              <a:buFontTx/>
              <a:buChar char="•"/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reduce the miss rate</a:t>
            </a:r>
          </a:p>
          <a:p>
            <a:pPr marL="625475" lvl="1" indent="-282575" algn="l">
              <a:spcBef>
                <a:spcPct val="0"/>
              </a:spcBef>
              <a:buFontTx/>
              <a:buChar char="•"/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reduce the miss penalty</a:t>
            </a:r>
          </a:p>
          <a:p>
            <a:pPr marL="168275" indent="-282575">
              <a:buFontTx/>
              <a:buChar char="•"/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Hit time and miss rate are conflicting</a:t>
            </a:r>
          </a:p>
          <a:p>
            <a:pPr algn="l">
              <a:spcBef>
                <a:spcPct val="0"/>
              </a:spcBef>
            </a:pPr>
            <a:endParaRPr lang="en-US" sz="2000" dirty="0">
              <a:solidFill>
                <a:srgbClr val="56127A"/>
              </a:solidFill>
              <a:latin typeface="Verdana" charset="0"/>
            </a:endParaRPr>
          </a:p>
          <a:p>
            <a:pPr algn="l">
              <a:spcBef>
                <a:spcPct val="0"/>
              </a:spcBef>
            </a:pPr>
            <a:r>
              <a:rPr lang="en-US" sz="2000" i="1" dirty="0">
                <a:solidFill>
                  <a:schemeClr val="tx2"/>
                </a:solidFill>
                <a:latin typeface="Verdana" charset="0"/>
              </a:rPr>
              <a:t>What is the simplest design strategy?</a:t>
            </a:r>
          </a:p>
        </p:txBody>
      </p:sp>
      <p:sp>
        <p:nvSpPr>
          <p:cNvPr id="1482756" name="Text Box 4"/>
          <p:cNvSpPr txBox="1">
            <a:spLocks noChangeArrowheads="1"/>
          </p:cNvSpPr>
          <p:nvPr/>
        </p:nvSpPr>
        <p:spPr bwMode="auto">
          <a:xfrm>
            <a:off x="346075" y="4876800"/>
            <a:ext cx="845185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2400" i="1">
                <a:solidFill>
                  <a:srgbClr val="FF0000"/>
                </a:solidFill>
              </a:rPr>
              <a:t>Biggest cache that doesn’t increase hit time past 1-2 cycles (approx 8-32KB in modern technology)</a:t>
            </a:r>
          </a:p>
          <a:p>
            <a:pPr>
              <a:spcBef>
                <a:spcPct val="20000"/>
              </a:spcBef>
            </a:pPr>
            <a:r>
              <a:rPr lang="en-US" sz="2000" i="1">
                <a:solidFill>
                  <a:srgbClr val="FF0000"/>
                </a:solidFill>
              </a:rPr>
              <a:t>[ design issues more complex with out-of-order superscalar processors ]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2756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" y="0"/>
            <a:ext cx="7162800" cy="1143000"/>
          </a:xfrm>
          <a:noFill/>
          <a:ln/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Serial-versus-Parallel Cache and Memory access</a:t>
            </a:r>
          </a:p>
        </p:txBody>
      </p:sp>
      <p:sp>
        <p:nvSpPr>
          <p:cNvPr id="1498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17600"/>
            <a:ext cx="7543800" cy="762000"/>
          </a:xfrm>
          <a:noFill/>
          <a:ln/>
        </p:spPr>
        <p:txBody>
          <a:bodyPr/>
          <a:lstStyle/>
          <a:p>
            <a:pPr marL="0" indent="0">
              <a:buFontTx/>
              <a:buNone/>
            </a:pPr>
            <a:r>
              <a:rPr lang="en-US" altLang="ko-KR" sz="2000">
                <a:solidFill>
                  <a:srgbClr val="56127A"/>
                </a:solidFill>
                <a:latin typeface="Symbol" charset="2"/>
                <a:ea typeface="굴림" charset="-127"/>
                <a:cs typeface="굴림" charset="-127"/>
              </a:rPr>
              <a:t>a</a:t>
            </a:r>
            <a:r>
              <a:rPr lang="en-US" altLang="ko-KR" sz="2000">
                <a:solidFill>
                  <a:srgbClr val="56127A"/>
                </a:solidFill>
                <a:ea typeface="굴림" charset="-127"/>
                <a:cs typeface="굴림" charset="-127"/>
              </a:rPr>
              <a:t> is HIT RATIO:</a:t>
            </a:r>
            <a:r>
              <a:rPr lang="en-US" altLang="ko-KR" sz="2000">
                <a:ea typeface="굴림" charset="-127"/>
                <a:cs typeface="굴림" charset="-127"/>
              </a:rPr>
              <a:t> Fraction of references in cache</a:t>
            </a:r>
          </a:p>
          <a:p>
            <a:pPr marL="0" indent="0">
              <a:buFontTx/>
              <a:buNone/>
            </a:pPr>
            <a:r>
              <a:rPr lang="en-US" altLang="ko-KR" sz="2000">
                <a:solidFill>
                  <a:srgbClr val="56127A"/>
                </a:solidFill>
                <a:ea typeface="굴림" charset="-127"/>
                <a:cs typeface="굴림" charset="-127"/>
              </a:rPr>
              <a:t>1 - </a:t>
            </a:r>
            <a:r>
              <a:rPr lang="en-US" altLang="ko-KR" sz="2000">
                <a:solidFill>
                  <a:srgbClr val="56127A"/>
                </a:solidFill>
                <a:latin typeface="Symbol" charset="2"/>
                <a:ea typeface="굴림" charset="-127"/>
                <a:cs typeface="굴림" charset="-127"/>
              </a:rPr>
              <a:t>a</a:t>
            </a:r>
            <a:r>
              <a:rPr lang="en-US" altLang="ko-KR" sz="2000">
                <a:solidFill>
                  <a:srgbClr val="56127A"/>
                </a:solidFill>
                <a:ea typeface="굴림" charset="-127"/>
                <a:cs typeface="굴림" charset="-127"/>
              </a:rPr>
              <a:t> is MISS RATIO:</a:t>
            </a:r>
            <a:r>
              <a:rPr lang="en-US" altLang="ko-KR" sz="2000">
                <a:ea typeface="굴림" charset="-127"/>
                <a:cs typeface="굴림" charset="-127"/>
              </a:rPr>
              <a:t> Remaining references</a:t>
            </a:r>
            <a:endParaRPr lang="en-US" altLang="ko-KR" sz="2000" i="1">
              <a:solidFill>
                <a:schemeClr val="tx2"/>
              </a:solidFill>
              <a:ea typeface="굴림" charset="-127"/>
              <a:cs typeface="굴림" charset="-127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50838" y="2032000"/>
            <a:ext cx="8442325" cy="1449388"/>
            <a:chOff x="221" y="1392"/>
            <a:chExt cx="5318" cy="913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1234" y="1392"/>
              <a:ext cx="3292" cy="644"/>
              <a:chOff x="518" y="1801"/>
              <a:chExt cx="3292" cy="644"/>
            </a:xfrm>
          </p:grpSpPr>
          <p:sp>
            <p:nvSpPr>
              <p:cNvPr id="1498118" name="Rectangle 6"/>
              <p:cNvSpPr>
                <a:spLocks noChangeArrowheads="1"/>
              </p:cNvSpPr>
              <p:nvPr/>
            </p:nvSpPr>
            <p:spPr bwMode="auto">
              <a:xfrm>
                <a:off x="1832" y="1954"/>
                <a:ext cx="752" cy="32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19" name="Rectangle 7"/>
              <p:cNvSpPr>
                <a:spLocks noChangeArrowheads="1"/>
              </p:cNvSpPr>
              <p:nvPr/>
            </p:nvSpPr>
            <p:spPr bwMode="auto">
              <a:xfrm>
                <a:off x="1862" y="2013"/>
                <a:ext cx="67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20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CACHE</a:t>
                </a:r>
              </a:p>
            </p:txBody>
          </p:sp>
          <p:sp>
            <p:nvSpPr>
              <p:cNvPr id="1498120" name="Rectangle 8"/>
              <p:cNvSpPr>
                <a:spLocks noChangeArrowheads="1"/>
              </p:cNvSpPr>
              <p:nvPr/>
            </p:nvSpPr>
            <p:spPr bwMode="auto">
              <a:xfrm>
                <a:off x="518" y="2027"/>
                <a:ext cx="86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Processor </a:t>
                </a:r>
              </a:p>
            </p:txBody>
          </p:sp>
          <p:sp>
            <p:nvSpPr>
              <p:cNvPr id="1498121" name="Line 9"/>
              <p:cNvSpPr>
                <a:spLocks noChangeShapeType="1"/>
              </p:cNvSpPr>
              <p:nvPr/>
            </p:nvSpPr>
            <p:spPr bwMode="auto">
              <a:xfrm>
                <a:off x="528" y="1898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2" name="Line 10"/>
              <p:cNvSpPr>
                <a:spLocks noChangeShapeType="1"/>
              </p:cNvSpPr>
              <p:nvPr/>
            </p:nvSpPr>
            <p:spPr bwMode="auto">
              <a:xfrm>
                <a:off x="528" y="2378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3" name="Line 11"/>
              <p:cNvSpPr>
                <a:spLocks noChangeShapeType="1"/>
              </p:cNvSpPr>
              <p:nvPr/>
            </p:nvSpPr>
            <p:spPr bwMode="auto">
              <a:xfrm>
                <a:off x="3072" y="189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4" name="Line 12"/>
              <p:cNvSpPr>
                <a:spLocks noChangeShapeType="1"/>
              </p:cNvSpPr>
              <p:nvPr/>
            </p:nvSpPr>
            <p:spPr bwMode="auto">
              <a:xfrm>
                <a:off x="3072" y="1898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5" name="Line 13"/>
              <p:cNvSpPr>
                <a:spLocks noChangeShapeType="1"/>
              </p:cNvSpPr>
              <p:nvPr/>
            </p:nvSpPr>
            <p:spPr bwMode="auto">
              <a:xfrm>
                <a:off x="3072" y="2378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6" name="Rectangle 14"/>
              <p:cNvSpPr>
                <a:spLocks noChangeArrowheads="1"/>
              </p:cNvSpPr>
              <p:nvPr/>
            </p:nvSpPr>
            <p:spPr bwMode="auto">
              <a:xfrm>
                <a:off x="3062" y="1931"/>
                <a:ext cx="748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Main</a:t>
                </a:r>
              </a:p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Memory </a:t>
                </a:r>
              </a:p>
            </p:txBody>
          </p:sp>
          <p:sp>
            <p:nvSpPr>
              <p:cNvPr id="1498127" name="Line 15"/>
              <p:cNvSpPr>
                <a:spLocks noChangeShapeType="1"/>
              </p:cNvSpPr>
              <p:nvPr/>
            </p:nvSpPr>
            <p:spPr bwMode="auto">
              <a:xfrm>
                <a:off x="2592" y="2042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8" name="Line 16"/>
              <p:cNvSpPr>
                <a:spLocks noChangeShapeType="1"/>
              </p:cNvSpPr>
              <p:nvPr/>
            </p:nvSpPr>
            <p:spPr bwMode="auto">
              <a:xfrm>
                <a:off x="2592" y="218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29" name="Rectangle 17"/>
              <p:cNvSpPr>
                <a:spLocks noChangeArrowheads="1"/>
              </p:cNvSpPr>
              <p:nvPr/>
            </p:nvSpPr>
            <p:spPr bwMode="auto">
              <a:xfrm>
                <a:off x="1334" y="1801"/>
                <a:ext cx="41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Addr</a:t>
                </a:r>
              </a:p>
            </p:txBody>
          </p:sp>
          <p:sp>
            <p:nvSpPr>
              <p:cNvPr id="1498130" name="Rectangle 18"/>
              <p:cNvSpPr>
                <a:spLocks noChangeArrowheads="1"/>
              </p:cNvSpPr>
              <p:nvPr/>
            </p:nvSpPr>
            <p:spPr bwMode="auto">
              <a:xfrm>
                <a:off x="2582" y="1801"/>
                <a:ext cx="41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Addr</a:t>
                </a:r>
              </a:p>
            </p:txBody>
          </p:sp>
          <p:sp>
            <p:nvSpPr>
              <p:cNvPr id="1498131" name="Rectangle 19"/>
              <p:cNvSpPr>
                <a:spLocks noChangeArrowheads="1"/>
              </p:cNvSpPr>
              <p:nvPr/>
            </p:nvSpPr>
            <p:spPr bwMode="auto">
              <a:xfrm>
                <a:off x="2630" y="2233"/>
                <a:ext cx="419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Data</a:t>
                </a:r>
              </a:p>
            </p:txBody>
          </p:sp>
          <p:sp>
            <p:nvSpPr>
              <p:cNvPr id="1498132" name="Rectangle 20"/>
              <p:cNvSpPr>
                <a:spLocks noChangeArrowheads="1"/>
              </p:cNvSpPr>
              <p:nvPr/>
            </p:nvSpPr>
            <p:spPr bwMode="auto">
              <a:xfrm>
                <a:off x="1382" y="2233"/>
                <a:ext cx="419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Data</a:t>
                </a:r>
              </a:p>
            </p:txBody>
          </p:sp>
          <p:sp>
            <p:nvSpPr>
              <p:cNvPr id="1498133" name="Line 21"/>
              <p:cNvSpPr>
                <a:spLocks noChangeShapeType="1"/>
              </p:cNvSpPr>
              <p:nvPr/>
            </p:nvSpPr>
            <p:spPr bwMode="auto">
              <a:xfrm>
                <a:off x="1344" y="1898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34" name="Line 22"/>
              <p:cNvSpPr>
                <a:spLocks noChangeShapeType="1"/>
              </p:cNvSpPr>
              <p:nvPr/>
            </p:nvSpPr>
            <p:spPr bwMode="auto">
              <a:xfrm>
                <a:off x="1344" y="2042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35" name="Line 23"/>
              <p:cNvSpPr>
                <a:spLocks noChangeShapeType="1"/>
              </p:cNvSpPr>
              <p:nvPr/>
            </p:nvSpPr>
            <p:spPr bwMode="auto">
              <a:xfrm>
                <a:off x="1344" y="2186"/>
                <a:ext cx="4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98136" name="Text Box 24"/>
            <p:cNvSpPr txBox="1">
              <a:spLocks noChangeArrowheads="1"/>
            </p:cNvSpPr>
            <p:nvPr/>
          </p:nvSpPr>
          <p:spPr bwMode="auto">
            <a:xfrm>
              <a:off x="221" y="2014"/>
              <a:ext cx="5318" cy="29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eaLnBrk="1" hangingPunct="1">
                <a:spcBef>
                  <a:spcPct val="20000"/>
                </a:spcBef>
              </a:pPr>
              <a:r>
                <a:rPr lang="en-US" altLang="ko-KR" sz="2000">
                  <a:latin typeface="Verdana" charset="0"/>
                  <a:ea typeface="굴림" charset="-127"/>
                  <a:cs typeface="굴림" charset="-127"/>
                </a:rPr>
                <a:t>Average access time for serial search:     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t</a:t>
              </a:r>
              <a:r>
                <a:rPr lang="en-US" altLang="ko-KR" sz="2400" baseline="-250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cache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 + (1 - </a:t>
              </a:r>
              <a:r>
                <a:rPr lang="en-US" altLang="ko-KR" sz="2400">
                  <a:solidFill>
                    <a:srgbClr val="56127A"/>
                  </a:solidFill>
                  <a:latin typeface="Symbol" charset="2"/>
                  <a:ea typeface="굴림" charset="-127"/>
                  <a:cs typeface="굴림" charset="-127"/>
                </a:rPr>
                <a:t>a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) t</a:t>
              </a:r>
              <a:r>
                <a:rPr lang="en-US" altLang="ko-KR" sz="2400" baseline="-250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mem</a:t>
              </a:r>
              <a:endParaRPr lang="en-US" sz="1800"/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196850" y="3556000"/>
            <a:ext cx="8750300" cy="1524000"/>
            <a:chOff x="124" y="2352"/>
            <a:chExt cx="5512" cy="960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1152" y="2352"/>
              <a:ext cx="3292" cy="644"/>
              <a:chOff x="550" y="2847"/>
              <a:chExt cx="3292" cy="644"/>
            </a:xfrm>
          </p:grpSpPr>
          <p:sp>
            <p:nvSpPr>
              <p:cNvPr id="1498139" name="Rectangle 27"/>
              <p:cNvSpPr>
                <a:spLocks noChangeArrowheads="1"/>
              </p:cNvSpPr>
              <p:nvPr/>
            </p:nvSpPr>
            <p:spPr bwMode="auto">
              <a:xfrm>
                <a:off x="1960" y="3000"/>
                <a:ext cx="752" cy="32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0" name="Rectangle 28"/>
              <p:cNvSpPr>
                <a:spLocks noChangeArrowheads="1"/>
              </p:cNvSpPr>
              <p:nvPr/>
            </p:nvSpPr>
            <p:spPr bwMode="auto">
              <a:xfrm>
                <a:off x="1990" y="3059"/>
                <a:ext cx="670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20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CACHE</a:t>
                </a:r>
              </a:p>
            </p:txBody>
          </p:sp>
          <p:sp>
            <p:nvSpPr>
              <p:cNvPr id="1498141" name="Rectangle 29"/>
              <p:cNvSpPr>
                <a:spLocks noChangeArrowheads="1"/>
              </p:cNvSpPr>
              <p:nvPr/>
            </p:nvSpPr>
            <p:spPr bwMode="auto">
              <a:xfrm>
                <a:off x="550" y="3073"/>
                <a:ext cx="862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Processor </a:t>
                </a:r>
              </a:p>
            </p:txBody>
          </p:sp>
          <p:sp>
            <p:nvSpPr>
              <p:cNvPr id="1498142" name="Line 30"/>
              <p:cNvSpPr>
                <a:spLocks noChangeShapeType="1"/>
              </p:cNvSpPr>
              <p:nvPr/>
            </p:nvSpPr>
            <p:spPr bwMode="auto">
              <a:xfrm>
                <a:off x="560" y="2944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3" name="Line 31"/>
              <p:cNvSpPr>
                <a:spLocks noChangeShapeType="1"/>
              </p:cNvSpPr>
              <p:nvPr/>
            </p:nvSpPr>
            <p:spPr bwMode="auto">
              <a:xfrm>
                <a:off x="560" y="3424"/>
                <a:ext cx="81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4" name="Line 32"/>
              <p:cNvSpPr>
                <a:spLocks noChangeShapeType="1"/>
              </p:cNvSpPr>
              <p:nvPr/>
            </p:nvSpPr>
            <p:spPr bwMode="auto">
              <a:xfrm>
                <a:off x="3104" y="2944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5" name="Line 33"/>
              <p:cNvSpPr>
                <a:spLocks noChangeShapeType="1"/>
              </p:cNvSpPr>
              <p:nvPr/>
            </p:nvSpPr>
            <p:spPr bwMode="auto">
              <a:xfrm>
                <a:off x="3104" y="2944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6" name="Line 34"/>
              <p:cNvSpPr>
                <a:spLocks noChangeShapeType="1"/>
              </p:cNvSpPr>
              <p:nvPr/>
            </p:nvSpPr>
            <p:spPr bwMode="auto">
              <a:xfrm>
                <a:off x="3104" y="3424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7" name="Rectangle 35"/>
              <p:cNvSpPr>
                <a:spLocks noChangeArrowheads="1"/>
              </p:cNvSpPr>
              <p:nvPr/>
            </p:nvSpPr>
            <p:spPr bwMode="auto">
              <a:xfrm>
                <a:off x="3094" y="2977"/>
                <a:ext cx="748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Main</a:t>
                </a:r>
              </a:p>
              <a:p>
                <a:pPr algn="l">
                  <a:spcBef>
                    <a:spcPct val="0"/>
                  </a:spcBef>
                </a:pPr>
                <a:r>
                  <a:rPr lang="en-US" altLang="ko-KR" sz="1800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Memory </a:t>
                </a:r>
              </a:p>
            </p:txBody>
          </p:sp>
          <p:sp>
            <p:nvSpPr>
              <p:cNvPr id="1498148" name="Line 36"/>
              <p:cNvSpPr>
                <a:spLocks noChangeShapeType="1"/>
              </p:cNvSpPr>
              <p:nvPr/>
            </p:nvSpPr>
            <p:spPr bwMode="auto">
              <a:xfrm>
                <a:off x="2864" y="3088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49" name="Line 37"/>
              <p:cNvSpPr>
                <a:spLocks noChangeShapeType="1"/>
              </p:cNvSpPr>
              <p:nvPr/>
            </p:nvSpPr>
            <p:spPr bwMode="auto">
              <a:xfrm>
                <a:off x="2720" y="3232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0" name="Rectangle 38"/>
              <p:cNvSpPr>
                <a:spLocks noChangeArrowheads="1"/>
              </p:cNvSpPr>
              <p:nvPr/>
            </p:nvSpPr>
            <p:spPr bwMode="auto">
              <a:xfrm>
                <a:off x="1366" y="2847"/>
                <a:ext cx="418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Addr</a:t>
                </a:r>
              </a:p>
            </p:txBody>
          </p:sp>
          <p:sp>
            <p:nvSpPr>
              <p:cNvPr id="1498151" name="Rectangle 39"/>
              <p:cNvSpPr>
                <a:spLocks noChangeArrowheads="1"/>
              </p:cNvSpPr>
              <p:nvPr/>
            </p:nvSpPr>
            <p:spPr bwMode="auto">
              <a:xfrm>
                <a:off x="2710" y="3279"/>
                <a:ext cx="419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Data</a:t>
                </a:r>
              </a:p>
            </p:txBody>
          </p:sp>
          <p:sp>
            <p:nvSpPr>
              <p:cNvPr id="1498152" name="Rectangle 40"/>
              <p:cNvSpPr>
                <a:spLocks noChangeArrowheads="1"/>
              </p:cNvSpPr>
              <p:nvPr/>
            </p:nvSpPr>
            <p:spPr bwMode="auto">
              <a:xfrm>
                <a:off x="1510" y="3279"/>
                <a:ext cx="419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lIns="92075" tIns="46038" rIns="92075" bIns="46038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ko-KR">
                    <a:solidFill>
                      <a:srgbClr val="56127A"/>
                    </a:solidFill>
                    <a:latin typeface="Verdana" charset="0"/>
                    <a:ea typeface="굴림" charset="-127"/>
                    <a:cs typeface="굴림" charset="-127"/>
                  </a:rPr>
                  <a:t>Data</a:t>
                </a:r>
              </a:p>
            </p:txBody>
          </p:sp>
          <p:sp>
            <p:nvSpPr>
              <p:cNvPr id="1498153" name="Line 41"/>
              <p:cNvSpPr>
                <a:spLocks noChangeShapeType="1"/>
              </p:cNvSpPr>
              <p:nvPr/>
            </p:nvSpPr>
            <p:spPr bwMode="auto">
              <a:xfrm>
                <a:off x="1376" y="2944"/>
                <a:ext cx="0" cy="48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4" name="Line 42"/>
              <p:cNvSpPr>
                <a:spLocks noChangeShapeType="1"/>
              </p:cNvSpPr>
              <p:nvPr/>
            </p:nvSpPr>
            <p:spPr bwMode="auto">
              <a:xfrm>
                <a:off x="1376" y="3088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5" name="Line 43"/>
              <p:cNvSpPr>
                <a:spLocks noChangeShapeType="1"/>
              </p:cNvSpPr>
              <p:nvPr/>
            </p:nvSpPr>
            <p:spPr bwMode="auto">
              <a:xfrm>
                <a:off x="1376" y="3232"/>
                <a:ext cx="57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lg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6" name="Line 44"/>
              <p:cNvSpPr>
                <a:spLocks noChangeShapeType="1"/>
              </p:cNvSpPr>
              <p:nvPr/>
            </p:nvSpPr>
            <p:spPr bwMode="auto">
              <a:xfrm flipV="1">
                <a:off x="1760" y="284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7" name="Line 45"/>
              <p:cNvSpPr>
                <a:spLocks noChangeShapeType="1"/>
              </p:cNvSpPr>
              <p:nvPr/>
            </p:nvSpPr>
            <p:spPr bwMode="auto">
              <a:xfrm>
                <a:off x="1760" y="2848"/>
                <a:ext cx="110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8158" name="Line 46"/>
              <p:cNvSpPr>
                <a:spLocks noChangeShapeType="1"/>
              </p:cNvSpPr>
              <p:nvPr/>
            </p:nvSpPr>
            <p:spPr bwMode="auto">
              <a:xfrm>
                <a:off x="2864" y="2848"/>
                <a:ext cx="0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498159" name="Text Box 47"/>
            <p:cNvSpPr txBox="1">
              <a:spLocks noChangeArrowheads="1"/>
            </p:cNvSpPr>
            <p:nvPr/>
          </p:nvSpPr>
          <p:spPr bwMode="auto">
            <a:xfrm>
              <a:off x="124" y="3024"/>
              <a:ext cx="5512" cy="28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anchor="ctr">
              <a:prstTxWarp prst="textNoShape">
                <a:avLst/>
              </a:prstTxWarp>
            </a:bodyPr>
            <a:lstStyle/>
            <a:p>
              <a:pPr eaLnBrk="1" hangingPunct="1">
                <a:lnSpc>
                  <a:spcPct val="50000"/>
                </a:lnSpc>
                <a:spcBef>
                  <a:spcPct val="20000"/>
                </a:spcBef>
              </a:pPr>
              <a:r>
                <a:rPr lang="en-US" altLang="ko-KR" sz="2000">
                  <a:latin typeface="Verdana" charset="0"/>
                  <a:ea typeface="굴림" charset="-127"/>
                  <a:cs typeface="굴림" charset="-127"/>
                </a:rPr>
                <a:t>Average access time for parallel search:  </a:t>
              </a:r>
              <a:r>
                <a:rPr lang="en-US" altLang="ko-KR" sz="2400">
                  <a:solidFill>
                    <a:srgbClr val="56127A"/>
                  </a:solidFill>
                  <a:latin typeface="Symbol" charset="2"/>
                  <a:ea typeface="굴림" charset="-127"/>
                  <a:cs typeface="굴림" charset="-127"/>
                </a:rPr>
                <a:t>a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 t</a:t>
              </a:r>
              <a:r>
                <a:rPr lang="en-US" altLang="ko-KR" sz="2400" baseline="-250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cache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 + (1 - </a:t>
              </a:r>
              <a:r>
                <a:rPr lang="en-US" altLang="ko-KR" sz="2400">
                  <a:solidFill>
                    <a:srgbClr val="56127A"/>
                  </a:solidFill>
                  <a:latin typeface="Symbol" charset="2"/>
                  <a:ea typeface="굴림" charset="-127"/>
                  <a:cs typeface="굴림" charset="-127"/>
                </a:rPr>
                <a:t>a</a:t>
              </a:r>
              <a:r>
                <a:rPr lang="en-US" altLang="ko-KR" sz="24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) t</a:t>
              </a:r>
              <a:r>
                <a:rPr lang="en-US" altLang="ko-KR" sz="2400" baseline="-25000">
                  <a:solidFill>
                    <a:srgbClr val="56127A"/>
                  </a:solidFill>
                  <a:latin typeface="Verdana" charset="0"/>
                  <a:ea typeface="굴림" charset="-127"/>
                  <a:cs typeface="굴림" charset="-127"/>
                </a:rPr>
                <a:t>mem</a:t>
              </a:r>
              <a:endParaRPr lang="en-US"/>
            </a:p>
          </p:txBody>
        </p:sp>
      </p:grpSp>
      <p:sp>
        <p:nvSpPr>
          <p:cNvPr id="1498160" name="Text Box 48"/>
          <p:cNvSpPr txBox="1">
            <a:spLocks noChangeArrowheads="1"/>
          </p:cNvSpPr>
          <p:nvPr/>
        </p:nvSpPr>
        <p:spPr bwMode="auto">
          <a:xfrm>
            <a:off x="838200" y="5080000"/>
            <a:ext cx="7772400" cy="11430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230188" indent="-230188" algn="l"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Savings are usually small, 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mem 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&gt;&gt;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 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cache</a:t>
            </a: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, hit ratio </a:t>
            </a:r>
            <a:r>
              <a:rPr lang="en-US" altLang="ko-KR" sz="2400">
                <a:solidFill>
                  <a:srgbClr val="56127A"/>
                </a:solidFill>
                <a:latin typeface="Symbol" charset="2"/>
                <a:ea typeface="굴림" charset="-127"/>
                <a:cs typeface="굴림" charset="-127"/>
              </a:rPr>
              <a:t>a </a:t>
            </a: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high</a:t>
            </a:r>
          </a:p>
          <a:p>
            <a:pPr marL="230188" indent="-230188" algn="l"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High bandwidth required for memory path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 </a:t>
            </a:r>
            <a:endParaRPr lang="en-US" sz="2000">
              <a:solidFill>
                <a:srgbClr val="56127A"/>
              </a:solidFill>
              <a:latin typeface="Verdana" charset="0"/>
              <a:ea typeface="굴림" charset="-127"/>
              <a:cs typeface="굴림" charset="-127"/>
            </a:endParaRPr>
          </a:p>
          <a:p>
            <a:pPr marL="230188" indent="-230188" algn="l" eaLnBrk="1" hangingPunct="1">
              <a:spcBef>
                <a:spcPct val="20000"/>
              </a:spcBef>
              <a:buFontTx/>
              <a:buChar char="•"/>
            </a:pPr>
            <a:r>
              <a:rPr lang="en-US" altLang="ko-KR" sz="2000">
                <a:latin typeface="Verdana" charset="0"/>
                <a:ea typeface="굴림" charset="-127"/>
                <a:cs typeface="굴림" charset="-127"/>
              </a:rPr>
              <a:t>Complexity of handling parallel paths can slow </a:t>
            </a: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cache</a:t>
            </a:r>
            <a:r>
              <a:rPr lang="en-US" altLang="ko-KR" sz="2000" baseline="-25000">
                <a:latin typeface="Verdana" charset="0"/>
                <a:ea typeface="굴림" charset="-127"/>
                <a:cs typeface="굴림" charset="-127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8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81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8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8160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8FAE5-A4FC-3643-876B-4700F6DF5BA7}" type="slidenum">
              <a:rPr lang="en-US"/>
              <a:pPr/>
              <a:t>38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4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279400"/>
            <a:ext cx="7162800" cy="939800"/>
          </a:xfrm>
          <a:noFill/>
          <a:ln/>
        </p:spPr>
        <p:txBody>
          <a:bodyPr lIns="90488" tIns="44450" rIns="90488" bIns="44450"/>
          <a:lstStyle/>
          <a:p>
            <a:r>
              <a:rPr lang="en-US" altLang="ko-KR">
                <a:ea typeface="굴림" charset="-127"/>
                <a:cs typeface="굴림" charset="-127"/>
              </a:rPr>
              <a:t>Causes for Cache Misses</a:t>
            </a:r>
          </a:p>
        </p:txBody>
      </p:sp>
      <p:sp>
        <p:nvSpPr>
          <p:cNvPr id="1484803" name="Rectangle 3"/>
          <p:cNvSpPr>
            <a:spLocks noChangeArrowheads="1"/>
          </p:cNvSpPr>
          <p:nvPr/>
        </p:nvSpPr>
        <p:spPr bwMode="auto">
          <a:xfrm>
            <a:off x="355600" y="1320800"/>
            <a:ext cx="8572500" cy="40179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  <a:buFontTx/>
              <a:buChar char="•"/>
            </a:pPr>
            <a:r>
              <a:rPr lang="ko-KR" altLang="en-US" sz="2400" b="1">
                <a:ea typeface="굴림" charset="-127"/>
                <a:cs typeface="굴림" charset="-127"/>
              </a:rPr>
              <a:t> </a:t>
            </a:r>
            <a:r>
              <a:rPr lang="en-US" altLang="ko-KR" sz="2200" i="1">
                <a:latin typeface="Verdana" charset="0"/>
                <a:ea typeface="굴림" charset="-127"/>
                <a:cs typeface="굴림" charset="-127"/>
              </a:rPr>
              <a:t>Compulsory:  </a:t>
            </a: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first-reference to a block </a:t>
            </a:r>
            <a:r>
              <a:rPr lang="en-US" altLang="ko-KR" sz="2200" i="1">
                <a:latin typeface="Verdana" charset="0"/>
                <a:ea typeface="굴림" charset="-127"/>
                <a:cs typeface="굴림" charset="-127"/>
              </a:rPr>
              <a:t>a.k.a. </a:t>
            </a: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cold</a:t>
            </a:r>
            <a:br>
              <a:rPr lang="en-US" altLang="ko-KR" sz="2200">
                <a:latin typeface="Verdana" charset="0"/>
                <a:ea typeface="굴림" charset="-127"/>
                <a:cs typeface="굴림" charset="-127"/>
              </a:rPr>
            </a:b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          start misses</a:t>
            </a:r>
          </a:p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</a:rPr>
              <a:t>	- misses that would occur even with infinite cache</a:t>
            </a:r>
          </a:p>
          <a:p>
            <a:pPr algn="l">
              <a:spcBef>
                <a:spcPct val="0"/>
              </a:spcBef>
            </a:pPr>
            <a:endParaRPr lang="en-US" altLang="ko-KR" sz="2200">
              <a:solidFill>
                <a:schemeClr val="accent2"/>
              </a:solidFill>
              <a:latin typeface="Verdana" charset="0"/>
              <a:ea typeface="굴림" charset="-127"/>
              <a:cs typeface="굴림" charset="-127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</a:t>
            </a:r>
            <a:r>
              <a:rPr lang="en-US" altLang="ko-KR" sz="2200" i="1">
                <a:latin typeface="Verdana" charset="0"/>
                <a:ea typeface="굴림" charset="-127"/>
                <a:cs typeface="굴림" charset="-127"/>
              </a:rPr>
              <a:t>Capacity:</a:t>
            </a: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 cache is too small to hold all data needed 		by the program</a:t>
            </a:r>
          </a:p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</a:rPr>
              <a:t>	- misses that would occur even under perfect</a:t>
            </a:r>
          </a:p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</a:rPr>
              <a:t>	  replacement policy</a:t>
            </a:r>
          </a:p>
          <a:p>
            <a:pPr algn="l">
              <a:spcBef>
                <a:spcPct val="0"/>
              </a:spcBef>
            </a:pPr>
            <a:endParaRPr lang="en-US" altLang="ko-KR" sz="2200">
              <a:solidFill>
                <a:schemeClr val="accent2"/>
              </a:solidFill>
              <a:latin typeface="Verdana" charset="0"/>
              <a:ea typeface="굴림" charset="-127"/>
              <a:cs typeface="굴림" charset="-127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</a:t>
            </a:r>
            <a:r>
              <a:rPr lang="en-US" altLang="ko-KR" sz="2200" i="1">
                <a:latin typeface="Verdana" charset="0"/>
                <a:ea typeface="굴림" charset="-127"/>
                <a:cs typeface="굴림" charset="-127"/>
              </a:rPr>
              <a:t>Conflict: </a:t>
            </a: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misses that occur because of collisions</a:t>
            </a:r>
          </a:p>
          <a:p>
            <a:pPr algn="l">
              <a:spcBef>
                <a:spcPct val="0"/>
              </a:spcBef>
            </a:pPr>
            <a:r>
              <a:rPr lang="en-US" altLang="ko-KR" sz="2200">
                <a:latin typeface="Verdana" charset="0"/>
                <a:ea typeface="굴림" charset="-127"/>
                <a:cs typeface="굴림" charset="-127"/>
              </a:rPr>
              <a:t> 	due to block-placement strategy</a:t>
            </a:r>
          </a:p>
          <a:p>
            <a:pPr lvl="2"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</a:rPr>
              <a:t>- misses that would not occur with full associativity</a:t>
            </a: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871D85-A06A-5945-BE3D-E6BC14FDAE04}" type="slidenum">
              <a:rPr lang="en-US"/>
              <a:pPr/>
              <a:t>39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68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229600" cy="498475"/>
          </a:xfrm>
          <a:noFill/>
          <a:ln/>
        </p:spPr>
        <p:txBody>
          <a:bodyPr lIns="90488" tIns="44450" rIns="90488" bIns="44450"/>
          <a:lstStyle/>
          <a:p>
            <a:r>
              <a:rPr lang="en-US" altLang="ko-KR" sz="2800" dirty="0">
                <a:ea typeface="굴림" charset="-127"/>
                <a:cs typeface="굴림" charset="-127"/>
              </a:rPr>
              <a:t>Effect of Cache Parameters on Performance (Review)</a:t>
            </a:r>
          </a:p>
        </p:txBody>
      </p:sp>
      <p:sp>
        <p:nvSpPr>
          <p:cNvPr id="1486851" name="Rectangle 3"/>
          <p:cNvSpPr>
            <a:spLocks noChangeArrowheads="1"/>
          </p:cNvSpPr>
          <p:nvPr/>
        </p:nvSpPr>
        <p:spPr bwMode="auto">
          <a:xfrm>
            <a:off x="374650" y="1371600"/>
            <a:ext cx="8394700" cy="42894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  <a:buFontTx/>
              <a:buChar char="•"/>
            </a:pPr>
            <a:r>
              <a:rPr lang="en-US" sz="2400">
                <a:latin typeface="Verdana" charset="0"/>
              </a:rPr>
              <a:t> Larger cache size</a:t>
            </a:r>
          </a:p>
          <a:p>
            <a:pPr marL="403225" lvl="1" indent="-231775" algn="l">
              <a:spcBef>
                <a:spcPct val="0"/>
              </a:spcBef>
              <a:buFontTx/>
              <a:buChar char="+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reduces capacity and conflict misses  </a:t>
            </a:r>
          </a:p>
          <a:p>
            <a:pPr marL="403225" lvl="1" indent="-231775" algn="l">
              <a:spcBef>
                <a:spcPct val="0"/>
              </a:spcBef>
              <a:buFontTx/>
              <a:buChar char="-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hit time will increase</a:t>
            </a:r>
          </a:p>
          <a:p>
            <a:pPr algn="l">
              <a:spcBef>
                <a:spcPct val="0"/>
              </a:spcBef>
            </a:pPr>
            <a:endParaRPr lang="en-US" sz="1800">
              <a:latin typeface="Verdana" charset="0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sz="2400">
                <a:latin typeface="Verdana" charset="0"/>
              </a:rPr>
              <a:t> Higher associativity</a:t>
            </a:r>
          </a:p>
          <a:p>
            <a:pPr marL="403225" lvl="1" indent="-231775" algn="l">
              <a:spcBef>
                <a:spcPct val="0"/>
              </a:spcBef>
              <a:buFontTx/>
              <a:buChar char="+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reduces conflict misses</a:t>
            </a:r>
          </a:p>
          <a:p>
            <a:pPr marL="403225" lvl="1" indent="-231775" algn="l">
              <a:spcBef>
                <a:spcPct val="0"/>
              </a:spcBef>
              <a:buFontTx/>
              <a:buChar char="-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may increase hit time</a:t>
            </a:r>
            <a:br>
              <a:rPr lang="en-US" sz="2400">
                <a:solidFill>
                  <a:srgbClr val="FF0000"/>
                </a:solidFill>
                <a:latin typeface="Verdana" charset="0"/>
              </a:rPr>
            </a:br>
            <a:endParaRPr lang="en-US" sz="2400">
              <a:solidFill>
                <a:srgbClr val="FF0000"/>
              </a:solidFill>
              <a:latin typeface="Verdana" charset="0"/>
            </a:endParaRPr>
          </a:p>
          <a:p>
            <a:pPr algn="l">
              <a:spcBef>
                <a:spcPct val="0"/>
              </a:spcBef>
              <a:buFontTx/>
              <a:buChar char="•"/>
            </a:pPr>
            <a:r>
              <a:rPr lang="en-US" sz="2400">
                <a:latin typeface="Verdana" charset="0"/>
              </a:rPr>
              <a:t> Larger block size</a:t>
            </a:r>
          </a:p>
          <a:p>
            <a:pPr marL="403225" lvl="1" indent="-231775" algn="l">
              <a:spcBef>
                <a:spcPct val="0"/>
              </a:spcBef>
              <a:buFontTx/>
              <a:buChar char="+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reduces compulsory and capacity (reload) misses</a:t>
            </a:r>
          </a:p>
          <a:p>
            <a:pPr marL="403225" lvl="1" indent="-231775" algn="l">
              <a:spcBef>
                <a:spcPct val="0"/>
              </a:spcBef>
              <a:buFontTx/>
              <a:buChar char="-"/>
            </a:pPr>
            <a:r>
              <a:rPr lang="en-US" sz="2400">
                <a:solidFill>
                  <a:srgbClr val="FF0000"/>
                </a:solidFill>
                <a:latin typeface="Verdana" charset="0"/>
              </a:rPr>
              <a:t> increases conflict misses and miss penalty</a:t>
            </a:r>
          </a:p>
          <a:p>
            <a:pPr marL="403225" lvl="1" indent="-231775" algn="l">
              <a:spcBef>
                <a:spcPct val="0"/>
              </a:spcBef>
            </a:pPr>
            <a:endParaRPr lang="en-US" sz="1800">
              <a:latin typeface="Verdana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6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6851" grpId="0" build="p" bldLvl="2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9CD77-99BC-2F44-B2A3-46F6CDDBFE69}" type="slidenum">
              <a:rPr lang="en-US"/>
              <a:pPr/>
              <a:t>40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89922" name="Rectangle 2" descr="Large confetti"/>
          <p:cNvSpPr>
            <a:spLocks noChangeArrowheads="1"/>
          </p:cNvSpPr>
          <p:nvPr/>
        </p:nvSpPr>
        <p:spPr bwMode="auto">
          <a:xfrm>
            <a:off x="4800600" y="3251200"/>
            <a:ext cx="914400" cy="38100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3" name="Rectangle 3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6359525" cy="903288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Write Performance</a:t>
            </a:r>
          </a:p>
        </p:txBody>
      </p:sp>
      <p:sp>
        <p:nvSpPr>
          <p:cNvPr id="1489924" name="Line 4"/>
          <p:cNvSpPr>
            <a:spLocks noChangeShapeType="1"/>
          </p:cNvSpPr>
          <p:nvPr/>
        </p:nvSpPr>
        <p:spPr bwMode="auto">
          <a:xfrm>
            <a:off x="2438400" y="4851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5" name="Rectangle 5" descr="Large confetti"/>
          <p:cNvSpPr>
            <a:spLocks noChangeArrowheads="1"/>
          </p:cNvSpPr>
          <p:nvPr/>
        </p:nvSpPr>
        <p:spPr bwMode="auto">
          <a:xfrm>
            <a:off x="1758950" y="3257550"/>
            <a:ext cx="1212850" cy="374650"/>
          </a:xfrm>
          <a:prstGeom prst="rect">
            <a:avLst/>
          </a:prstGeom>
          <a:pattFill prst="lgConfetti">
            <a:fgClr>
              <a:schemeClr val="hlink"/>
            </a:fgClr>
            <a:bgClr>
              <a:srgbClr val="FFFFFF"/>
            </a:bgClr>
          </a:patt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6" name="Rectangle 6"/>
          <p:cNvSpPr>
            <a:spLocks noChangeArrowheads="1"/>
          </p:cNvSpPr>
          <p:nvPr/>
        </p:nvSpPr>
        <p:spPr bwMode="auto">
          <a:xfrm>
            <a:off x="1765300" y="2501900"/>
            <a:ext cx="12065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7" name="Line 7"/>
          <p:cNvSpPr>
            <a:spLocks noChangeShapeType="1"/>
          </p:cNvSpPr>
          <p:nvPr/>
        </p:nvSpPr>
        <p:spPr bwMode="auto">
          <a:xfrm>
            <a:off x="1752600" y="28702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8" name="Line 8"/>
          <p:cNvSpPr>
            <a:spLocks noChangeShapeType="1"/>
          </p:cNvSpPr>
          <p:nvPr/>
        </p:nvSpPr>
        <p:spPr bwMode="auto">
          <a:xfrm>
            <a:off x="1752600" y="32512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29" name="Line 9"/>
          <p:cNvSpPr>
            <a:spLocks noChangeShapeType="1"/>
          </p:cNvSpPr>
          <p:nvPr/>
        </p:nvSpPr>
        <p:spPr bwMode="auto">
          <a:xfrm>
            <a:off x="1752600" y="36322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0" name="Line 10"/>
          <p:cNvSpPr>
            <a:spLocks noChangeShapeType="1"/>
          </p:cNvSpPr>
          <p:nvPr/>
        </p:nvSpPr>
        <p:spPr bwMode="auto">
          <a:xfrm>
            <a:off x="2971800" y="2336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1" name="Line 11"/>
          <p:cNvSpPr>
            <a:spLocks noChangeShapeType="1"/>
          </p:cNvSpPr>
          <p:nvPr/>
        </p:nvSpPr>
        <p:spPr bwMode="auto">
          <a:xfrm>
            <a:off x="3886200" y="2336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2" name="Rectangle 12"/>
          <p:cNvSpPr>
            <a:spLocks noChangeArrowheads="1"/>
          </p:cNvSpPr>
          <p:nvPr/>
        </p:nvSpPr>
        <p:spPr bwMode="auto">
          <a:xfrm>
            <a:off x="2193925" y="3325813"/>
            <a:ext cx="2555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 </a:t>
            </a:r>
          </a:p>
        </p:txBody>
      </p:sp>
      <p:sp>
        <p:nvSpPr>
          <p:cNvPr id="1489933" name="Line 13"/>
          <p:cNvSpPr>
            <a:spLocks noChangeShapeType="1"/>
          </p:cNvSpPr>
          <p:nvPr/>
        </p:nvSpPr>
        <p:spPr bwMode="auto">
          <a:xfrm>
            <a:off x="2057400" y="2336800"/>
            <a:ext cx="0" cy="1676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4" name="Rectangle 14"/>
          <p:cNvSpPr>
            <a:spLocks noChangeArrowheads="1"/>
          </p:cNvSpPr>
          <p:nvPr/>
        </p:nvSpPr>
        <p:spPr bwMode="auto">
          <a:xfrm>
            <a:off x="2041525" y="2138363"/>
            <a:ext cx="830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Tag</a:t>
            </a:r>
          </a:p>
        </p:txBody>
      </p:sp>
      <p:sp>
        <p:nvSpPr>
          <p:cNvPr id="1489935" name="Rectangle 15"/>
          <p:cNvSpPr>
            <a:spLocks noChangeArrowheads="1"/>
          </p:cNvSpPr>
          <p:nvPr/>
        </p:nvSpPr>
        <p:spPr bwMode="auto">
          <a:xfrm>
            <a:off x="5029200" y="2108200"/>
            <a:ext cx="7858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Data</a:t>
            </a:r>
          </a:p>
        </p:txBody>
      </p:sp>
      <p:sp>
        <p:nvSpPr>
          <p:cNvPr id="1489936" name="Rectangle 16"/>
          <p:cNvSpPr>
            <a:spLocks noChangeArrowheads="1"/>
          </p:cNvSpPr>
          <p:nvPr/>
        </p:nvSpPr>
        <p:spPr bwMode="auto">
          <a:xfrm>
            <a:off x="1584325" y="2138363"/>
            <a:ext cx="53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V</a:t>
            </a:r>
          </a:p>
        </p:txBody>
      </p:sp>
      <p:sp>
        <p:nvSpPr>
          <p:cNvPr id="1489937" name="Line 17"/>
          <p:cNvSpPr>
            <a:spLocks noChangeShapeType="1"/>
          </p:cNvSpPr>
          <p:nvPr/>
        </p:nvSpPr>
        <p:spPr bwMode="auto">
          <a:xfrm>
            <a:off x="4800600" y="2489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8" name="Line 18"/>
          <p:cNvSpPr>
            <a:spLocks noChangeShapeType="1"/>
          </p:cNvSpPr>
          <p:nvPr/>
        </p:nvSpPr>
        <p:spPr bwMode="auto">
          <a:xfrm>
            <a:off x="5715000" y="2489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39" name="Rectangle 19"/>
          <p:cNvSpPr>
            <a:spLocks noChangeArrowheads="1"/>
          </p:cNvSpPr>
          <p:nvPr/>
        </p:nvSpPr>
        <p:spPr bwMode="auto">
          <a:xfrm>
            <a:off x="1079500" y="1054100"/>
            <a:ext cx="4318000" cy="50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1827213" y="5165725"/>
            <a:ext cx="325437" cy="473075"/>
            <a:chOff x="1151" y="3414"/>
            <a:chExt cx="205" cy="298"/>
          </a:xfrm>
        </p:grpSpPr>
        <p:sp>
          <p:nvSpPr>
            <p:cNvPr id="1489941" name="Line 21"/>
            <p:cNvSpPr>
              <a:spLocks noChangeShapeType="1"/>
            </p:cNvSpPr>
            <p:nvPr/>
          </p:nvSpPr>
          <p:spPr bwMode="auto">
            <a:xfrm>
              <a:off x="1354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42" name="Line 22"/>
            <p:cNvSpPr>
              <a:spLocks noChangeShapeType="1"/>
            </p:cNvSpPr>
            <p:nvPr/>
          </p:nvSpPr>
          <p:spPr bwMode="auto">
            <a:xfrm>
              <a:off x="1152" y="3414"/>
              <a:ext cx="0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43" name="Line 23"/>
            <p:cNvSpPr>
              <a:spLocks noChangeShapeType="1"/>
            </p:cNvSpPr>
            <p:nvPr/>
          </p:nvSpPr>
          <p:spPr bwMode="auto">
            <a:xfrm flipH="1">
              <a:off x="1153" y="3416"/>
              <a:ext cx="20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44" name="Arc 24"/>
            <p:cNvSpPr>
              <a:spLocks/>
            </p:cNvSpPr>
            <p:nvPr/>
          </p:nvSpPr>
          <p:spPr bwMode="auto">
            <a:xfrm>
              <a:off x="1249" y="3617"/>
              <a:ext cx="107" cy="94"/>
            </a:xfrm>
            <a:custGeom>
              <a:avLst/>
              <a:gdLst>
                <a:gd name="G0" fmla="+- 205 0 0"/>
                <a:gd name="G1" fmla="+- 0 0 0"/>
                <a:gd name="G2" fmla="+- 21600 0 0"/>
                <a:gd name="T0" fmla="*/ 21805 w 21805"/>
                <a:gd name="T1" fmla="*/ 0 h 21600"/>
                <a:gd name="T2" fmla="*/ 0 w 21805"/>
                <a:gd name="T3" fmla="*/ 21599 h 21600"/>
                <a:gd name="T4" fmla="*/ 205 w 21805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05" h="21600" fill="none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599"/>
                    <a:pt x="68" y="21599"/>
                    <a:pt x="-1" y="21599"/>
                  </a:cubicBezTo>
                </a:path>
                <a:path w="21805" h="21600" stroke="0" extrusionOk="0">
                  <a:moveTo>
                    <a:pt x="21805" y="0"/>
                  </a:moveTo>
                  <a:cubicBezTo>
                    <a:pt x="21805" y="11929"/>
                    <a:pt x="12134" y="21600"/>
                    <a:pt x="205" y="21600"/>
                  </a:cubicBezTo>
                  <a:cubicBezTo>
                    <a:pt x="136" y="21599"/>
                    <a:pt x="68" y="21599"/>
                    <a:pt x="-1" y="21599"/>
                  </a:cubicBezTo>
                  <a:lnTo>
                    <a:pt x="205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45" name="Arc 25"/>
            <p:cNvSpPr>
              <a:spLocks/>
            </p:cNvSpPr>
            <p:nvPr/>
          </p:nvSpPr>
          <p:spPr bwMode="auto">
            <a:xfrm>
              <a:off x="1151" y="3618"/>
              <a:ext cx="106" cy="94"/>
            </a:xfrm>
            <a:custGeom>
              <a:avLst/>
              <a:gdLst>
                <a:gd name="G0" fmla="+- 21600 0 0"/>
                <a:gd name="G1" fmla="+- 0 0 0"/>
                <a:gd name="G2" fmla="+- 21600 0 0"/>
                <a:gd name="T0" fmla="*/ 21395 w 21600"/>
                <a:gd name="T1" fmla="*/ 21599 h 21599"/>
                <a:gd name="T2" fmla="*/ 0 w 21600"/>
                <a:gd name="T3" fmla="*/ 0 h 21599"/>
                <a:gd name="T4" fmla="*/ 21600 w 21600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599" fill="none" extrusionOk="0">
                  <a:moveTo>
                    <a:pt x="21394" y="21599"/>
                  </a:moveTo>
                  <a:cubicBezTo>
                    <a:pt x="9546" y="21486"/>
                    <a:pt x="-1" y="11849"/>
                    <a:pt x="-1" y="-1"/>
                  </a:cubicBezTo>
                </a:path>
                <a:path w="21600" h="21599" stroke="0" extrusionOk="0">
                  <a:moveTo>
                    <a:pt x="21394" y="21599"/>
                  </a:moveTo>
                  <a:cubicBezTo>
                    <a:pt x="9546" y="21486"/>
                    <a:pt x="-1" y="11849"/>
                    <a:pt x="-1" y="-1"/>
                  </a:cubicBezTo>
                  <a:lnTo>
                    <a:pt x="21600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89946" name="Oval 26"/>
          <p:cNvSpPr>
            <a:spLocks noChangeArrowheads="1"/>
          </p:cNvSpPr>
          <p:nvPr/>
        </p:nvSpPr>
        <p:spPr bwMode="auto">
          <a:xfrm>
            <a:off x="2173288" y="4406900"/>
            <a:ext cx="508000" cy="508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47" name="Rectangle 27"/>
          <p:cNvSpPr>
            <a:spLocks noChangeArrowheads="1"/>
          </p:cNvSpPr>
          <p:nvPr/>
        </p:nvSpPr>
        <p:spPr bwMode="auto">
          <a:xfrm>
            <a:off x="2206625" y="4462463"/>
            <a:ext cx="4810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=</a:t>
            </a:r>
          </a:p>
        </p:txBody>
      </p:sp>
      <p:sp>
        <p:nvSpPr>
          <p:cNvPr id="1489948" name="Rectangle 28"/>
          <p:cNvSpPr>
            <a:spLocks noChangeArrowheads="1"/>
          </p:cNvSpPr>
          <p:nvPr/>
        </p:nvSpPr>
        <p:spPr bwMode="auto">
          <a:xfrm>
            <a:off x="4632325" y="1039813"/>
            <a:ext cx="79375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Block</a:t>
            </a:r>
          </a:p>
          <a:p>
            <a:pPr algn="l"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Offset</a:t>
            </a:r>
          </a:p>
        </p:txBody>
      </p:sp>
      <p:sp>
        <p:nvSpPr>
          <p:cNvPr id="1489949" name="Line 29"/>
          <p:cNvSpPr>
            <a:spLocks noChangeShapeType="1"/>
          </p:cNvSpPr>
          <p:nvPr/>
        </p:nvSpPr>
        <p:spPr bwMode="auto">
          <a:xfrm>
            <a:off x="4648200" y="1041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0" name="Line 30"/>
          <p:cNvSpPr>
            <a:spLocks noChangeShapeType="1"/>
          </p:cNvSpPr>
          <p:nvPr/>
        </p:nvSpPr>
        <p:spPr bwMode="auto">
          <a:xfrm>
            <a:off x="2514600" y="1041400"/>
            <a:ext cx="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1" name="Rectangle 31"/>
          <p:cNvSpPr>
            <a:spLocks noChangeArrowheads="1"/>
          </p:cNvSpPr>
          <p:nvPr/>
        </p:nvSpPr>
        <p:spPr bwMode="auto">
          <a:xfrm>
            <a:off x="1279525" y="1071563"/>
            <a:ext cx="8302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Tag</a:t>
            </a:r>
          </a:p>
        </p:txBody>
      </p:sp>
      <p:sp>
        <p:nvSpPr>
          <p:cNvPr id="1489952" name="Rectangle 32"/>
          <p:cNvSpPr>
            <a:spLocks noChangeArrowheads="1"/>
          </p:cNvSpPr>
          <p:nvPr/>
        </p:nvSpPr>
        <p:spPr bwMode="auto">
          <a:xfrm>
            <a:off x="3108325" y="1071563"/>
            <a:ext cx="9112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Index</a:t>
            </a:r>
          </a:p>
        </p:txBody>
      </p:sp>
      <p:sp>
        <p:nvSpPr>
          <p:cNvPr id="1489953" name="Line 33"/>
          <p:cNvSpPr>
            <a:spLocks noChangeShapeType="1"/>
          </p:cNvSpPr>
          <p:nvPr/>
        </p:nvSpPr>
        <p:spPr bwMode="auto">
          <a:xfrm>
            <a:off x="1905000" y="3479800"/>
            <a:ext cx="0" cy="1066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4" name="Line 34"/>
          <p:cNvSpPr>
            <a:spLocks noChangeShapeType="1"/>
          </p:cNvSpPr>
          <p:nvPr/>
        </p:nvSpPr>
        <p:spPr bwMode="auto">
          <a:xfrm>
            <a:off x="2438400" y="3479800"/>
            <a:ext cx="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5" name="Line 35"/>
          <p:cNvSpPr>
            <a:spLocks noChangeShapeType="1"/>
          </p:cNvSpPr>
          <p:nvPr/>
        </p:nvSpPr>
        <p:spPr bwMode="auto">
          <a:xfrm>
            <a:off x="1981200" y="56134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6" name="Line 36"/>
          <p:cNvSpPr>
            <a:spLocks noChangeShapeType="1"/>
          </p:cNvSpPr>
          <p:nvPr/>
        </p:nvSpPr>
        <p:spPr bwMode="auto">
          <a:xfrm>
            <a:off x="1524000" y="5765800"/>
            <a:ext cx="2514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none" w="med" len="lg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7" name="Line 37"/>
          <p:cNvSpPr>
            <a:spLocks noChangeShapeType="1"/>
          </p:cNvSpPr>
          <p:nvPr/>
        </p:nvSpPr>
        <p:spPr bwMode="auto">
          <a:xfrm flipH="1">
            <a:off x="2057400" y="5003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8" name="Line 38"/>
          <p:cNvSpPr>
            <a:spLocks noChangeShapeType="1"/>
          </p:cNvSpPr>
          <p:nvPr/>
        </p:nvSpPr>
        <p:spPr bwMode="auto">
          <a:xfrm>
            <a:off x="2057400" y="5003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59" name="Line 39"/>
          <p:cNvSpPr>
            <a:spLocks noChangeShapeType="1"/>
          </p:cNvSpPr>
          <p:nvPr/>
        </p:nvSpPr>
        <p:spPr bwMode="auto">
          <a:xfrm flipH="1">
            <a:off x="5257800" y="3479800"/>
            <a:ext cx="0" cy="129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0" name="Line 40"/>
          <p:cNvSpPr>
            <a:spLocks noChangeShapeType="1"/>
          </p:cNvSpPr>
          <p:nvPr/>
        </p:nvSpPr>
        <p:spPr bwMode="auto">
          <a:xfrm>
            <a:off x="3581400" y="1574800"/>
            <a:ext cx="0" cy="1905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1" name="Line 41"/>
          <p:cNvSpPr>
            <a:spLocks noChangeShapeType="1"/>
          </p:cNvSpPr>
          <p:nvPr/>
        </p:nvSpPr>
        <p:spPr bwMode="auto">
          <a:xfrm flipH="1">
            <a:off x="1524000" y="1879600"/>
            <a:ext cx="2057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2" name="Line 42"/>
          <p:cNvSpPr>
            <a:spLocks noChangeShapeType="1"/>
          </p:cNvSpPr>
          <p:nvPr/>
        </p:nvSpPr>
        <p:spPr bwMode="auto">
          <a:xfrm>
            <a:off x="1752600" y="1574800"/>
            <a:ext cx="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3" name="Line 43"/>
          <p:cNvSpPr>
            <a:spLocks noChangeShapeType="1"/>
          </p:cNvSpPr>
          <p:nvPr/>
        </p:nvSpPr>
        <p:spPr bwMode="auto">
          <a:xfrm>
            <a:off x="1524000" y="18796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4" name="Line 44"/>
          <p:cNvSpPr>
            <a:spLocks noChangeShapeType="1"/>
          </p:cNvSpPr>
          <p:nvPr/>
        </p:nvSpPr>
        <p:spPr bwMode="auto">
          <a:xfrm flipH="1">
            <a:off x="1524000" y="340360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5" name="Line 45"/>
          <p:cNvSpPr>
            <a:spLocks noChangeShapeType="1"/>
          </p:cNvSpPr>
          <p:nvPr/>
        </p:nvSpPr>
        <p:spPr bwMode="auto">
          <a:xfrm flipH="1">
            <a:off x="1066800" y="17272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6" name="Line 46"/>
          <p:cNvSpPr>
            <a:spLocks noChangeShapeType="1"/>
          </p:cNvSpPr>
          <p:nvPr/>
        </p:nvSpPr>
        <p:spPr bwMode="auto">
          <a:xfrm>
            <a:off x="1066800" y="1727200"/>
            <a:ext cx="0" cy="2895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7" name="Line 47"/>
          <p:cNvSpPr>
            <a:spLocks noChangeShapeType="1"/>
          </p:cNvSpPr>
          <p:nvPr/>
        </p:nvSpPr>
        <p:spPr bwMode="auto">
          <a:xfrm flipH="1">
            <a:off x="1066800" y="46228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8" name="Line 48"/>
          <p:cNvSpPr>
            <a:spLocks noChangeShapeType="1"/>
          </p:cNvSpPr>
          <p:nvPr/>
        </p:nvSpPr>
        <p:spPr bwMode="auto">
          <a:xfrm flipH="1">
            <a:off x="1752600" y="4622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med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69" name="Oval 49"/>
          <p:cNvSpPr>
            <a:spLocks noChangeArrowheads="1"/>
          </p:cNvSpPr>
          <p:nvPr/>
        </p:nvSpPr>
        <p:spPr bwMode="auto">
          <a:xfrm>
            <a:off x="1874838" y="3416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0" name="Oval 50"/>
          <p:cNvSpPr>
            <a:spLocks noChangeArrowheads="1"/>
          </p:cNvSpPr>
          <p:nvPr/>
        </p:nvSpPr>
        <p:spPr bwMode="auto">
          <a:xfrm>
            <a:off x="2403475" y="3416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1" name="Oval 51"/>
          <p:cNvSpPr>
            <a:spLocks noChangeArrowheads="1"/>
          </p:cNvSpPr>
          <p:nvPr/>
        </p:nvSpPr>
        <p:spPr bwMode="auto">
          <a:xfrm>
            <a:off x="5210175" y="3416300"/>
            <a:ext cx="63500" cy="635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2" name="Line 52"/>
          <p:cNvSpPr>
            <a:spLocks noChangeShapeType="1"/>
          </p:cNvSpPr>
          <p:nvPr/>
        </p:nvSpPr>
        <p:spPr bwMode="auto">
          <a:xfrm>
            <a:off x="1905000" y="46990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3" name="Line 53"/>
          <p:cNvSpPr>
            <a:spLocks noChangeShapeType="1"/>
          </p:cNvSpPr>
          <p:nvPr/>
        </p:nvSpPr>
        <p:spPr bwMode="auto">
          <a:xfrm>
            <a:off x="5029200" y="1574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4" name="Line 54"/>
          <p:cNvSpPr>
            <a:spLocks noChangeShapeType="1"/>
          </p:cNvSpPr>
          <p:nvPr/>
        </p:nvSpPr>
        <p:spPr bwMode="auto">
          <a:xfrm flipH="1">
            <a:off x="1143000" y="16510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5" name="Line 55"/>
          <p:cNvSpPr>
            <a:spLocks noChangeShapeType="1"/>
          </p:cNvSpPr>
          <p:nvPr/>
        </p:nvSpPr>
        <p:spPr bwMode="auto">
          <a:xfrm flipH="1">
            <a:off x="3200400" y="1803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6" name="Line 56"/>
          <p:cNvSpPr>
            <a:spLocks noChangeShapeType="1"/>
          </p:cNvSpPr>
          <p:nvPr/>
        </p:nvSpPr>
        <p:spPr bwMode="auto">
          <a:xfrm flipH="1">
            <a:off x="4953000" y="16510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7" name="Line 57"/>
          <p:cNvSpPr>
            <a:spLocks noChangeShapeType="1"/>
          </p:cNvSpPr>
          <p:nvPr/>
        </p:nvSpPr>
        <p:spPr bwMode="auto">
          <a:xfrm flipH="1">
            <a:off x="2362200" y="4089400"/>
            <a:ext cx="1524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78" name="Rectangle 58"/>
          <p:cNvSpPr>
            <a:spLocks noChangeArrowheads="1"/>
          </p:cNvSpPr>
          <p:nvPr/>
        </p:nvSpPr>
        <p:spPr bwMode="auto">
          <a:xfrm>
            <a:off x="1050925" y="1757363"/>
            <a:ext cx="3730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t</a:t>
            </a:r>
          </a:p>
        </p:txBody>
      </p:sp>
      <p:sp>
        <p:nvSpPr>
          <p:cNvPr id="1489979" name="Rectangle 59"/>
          <p:cNvSpPr>
            <a:spLocks noChangeArrowheads="1"/>
          </p:cNvSpPr>
          <p:nvPr/>
        </p:nvSpPr>
        <p:spPr bwMode="auto">
          <a:xfrm>
            <a:off x="3108325" y="1909763"/>
            <a:ext cx="4238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k</a:t>
            </a:r>
          </a:p>
        </p:txBody>
      </p:sp>
      <p:sp>
        <p:nvSpPr>
          <p:cNvPr id="1489980" name="Rectangle 60"/>
          <p:cNvSpPr>
            <a:spLocks noChangeArrowheads="1"/>
          </p:cNvSpPr>
          <p:nvPr/>
        </p:nvSpPr>
        <p:spPr bwMode="auto">
          <a:xfrm>
            <a:off x="5181600" y="1574800"/>
            <a:ext cx="431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b</a:t>
            </a:r>
          </a:p>
        </p:txBody>
      </p:sp>
      <p:sp>
        <p:nvSpPr>
          <p:cNvPr id="1489981" name="Rectangle 61"/>
          <p:cNvSpPr>
            <a:spLocks noChangeArrowheads="1"/>
          </p:cNvSpPr>
          <p:nvPr/>
        </p:nvSpPr>
        <p:spPr bwMode="auto">
          <a:xfrm>
            <a:off x="2498725" y="4043363"/>
            <a:ext cx="3730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t</a:t>
            </a:r>
          </a:p>
        </p:txBody>
      </p:sp>
      <p:sp>
        <p:nvSpPr>
          <p:cNvPr id="1489982" name="Rectangle 62"/>
          <p:cNvSpPr>
            <a:spLocks noChangeArrowheads="1"/>
          </p:cNvSpPr>
          <p:nvPr/>
        </p:nvSpPr>
        <p:spPr bwMode="auto">
          <a:xfrm>
            <a:off x="898525" y="5567363"/>
            <a:ext cx="6381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HIT</a:t>
            </a:r>
          </a:p>
        </p:txBody>
      </p:sp>
      <p:sp>
        <p:nvSpPr>
          <p:cNvPr id="1489983" name="Rectangle 63"/>
          <p:cNvSpPr>
            <a:spLocks noChangeArrowheads="1"/>
          </p:cNvSpPr>
          <p:nvPr/>
        </p:nvSpPr>
        <p:spPr bwMode="auto">
          <a:xfrm>
            <a:off x="4419600" y="5537200"/>
            <a:ext cx="25638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Data Word or Byte</a:t>
            </a:r>
          </a:p>
        </p:txBody>
      </p:sp>
      <p:sp>
        <p:nvSpPr>
          <p:cNvPr id="1489984" name="Line 64"/>
          <p:cNvSpPr>
            <a:spLocks noChangeShapeType="1"/>
          </p:cNvSpPr>
          <p:nvPr/>
        </p:nvSpPr>
        <p:spPr bwMode="auto">
          <a:xfrm>
            <a:off x="7848600" y="24892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85" name="Rectangle 65"/>
          <p:cNvSpPr>
            <a:spLocks noChangeArrowheads="1"/>
          </p:cNvSpPr>
          <p:nvPr/>
        </p:nvSpPr>
        <p:spPr bwMode="auto">
          <a:xfrm>
            <a:off x="7924800" y="2946400"/>
            <a:ext cx="7683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 2</a:t>
            </a:r>
            <a:r>
              <a:rPr lang="en-US" sz="2000" baseline="30000">
                <a:solidFill>
                  <a:srgbClr val="56127A"/>
                </a:solidFill>
                <a:latin typeface="Verdana" charset="0"/>
              </a:rPr>
              <a:t>k</a:t>
            </a:r>
          </a:p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lines</a:t>
            </a:r>
          </a:p>
        </p:txBody>
      </p:sp>
      <p:sp>
        <p:nvSpPr>
          <p:cNvPr id="1489986" name="Rectangle 66"/>
          <p:cNvSpPr>
            <a:spLocks noChangeArrowheads="1"/>
          </p:cNvSpPr>
          <p:nvPr/>
        </p:nvSpPr>
        <p:spPr bwMode="auto">
          <a:xfrm>
            <a:off x="3886200" y="2489200"/>
            <a:ext cx="3810000" cy="149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87" name="Line 67"/>
          <p:cNvSpPr>
            <a:spLocks noChangeShapeType="1"/>
          </p:cNvSpPr>
          <p:nvPr/>
        </p:nvSpPr>
        <p:spPr bwMode="auto">
          <a:xfrm>
            <a:off x="3886200" y="2870200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88" name="Line 68"/>
          <p:cNvSpPr>
            <a:spLocks noChangeShapeType="1"/>
          </p:cNvSpPr>
          <p:nvPr/>
        </p:nvSpPr>
        <p:spPr bwMode="auto">
          <a:xfrm>
            <a:off x="6705600" y="2489200"/>
            <a:ext cx="0" cy="1524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89" name="Rectangle 69"/>
          <p:cNvSpPr>
            <a:spLocks noChangeArrowheads="1"/>
          </p:cNvSpPr>
          <p:nvPr/>
        </p:nvSpPr>
        <p:spPr bwMode="auto">
          <a:xfrm>
            <a:off x="4191000" y="4546600"/>
            <a:ext cx="5953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WE</a:t>
            </a:r>
          </a:p>
        </p:txBody>
      </p:sp>
      <p:sp>
        <p:nvSpPr>
          <p:cNvPr id="1489990" name="Line 70"/>
          <p:cNvSpPr>
            <a:spLocks noChangeShapeType="1"/>
          </p:cNvSpPr>
          <p:nvPr/>
        </p:nvSpPr>
        <p:spPr bwMode="auto">
          <a:xfrm>
            <a:off x="3886200" y="3251200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91" name="Line 71"/>
          <p:cNvSpPr>
            <a:spLocks noChangeShapeType="1"/>
          </p:cNvSpPr>
          <p:nvPr/>
        </p:nvSpPr>
        <p:spPr bwMode="auto">
          <a:xfrm>
            <a:off x="3886200" y="3632200"/>
            <a:ext cx="3810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92" name="Line 72"/>
          <p:cNvSpPr>
            <a:spLocks noChangeShapeType="1"/>
          </p:cNvSpPr>
          <p:nvPr/>
        </p:nvSpPr>
        <p:spPr bwMode="auto">
          <a:xfrm>
            <a:off x="5257800" y="5156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73"/>
          <p:cNvGrpSpPr>
            <a:grpSpLocks/>
          </p:cNvGrpSpPr>
          <p:nvPr/>
        </p:nvGrpSpPr>
        <p:grpSpPr bwMode="auto">
          <a:xfrm flipV="1">
            <a:off x="4991100" y="4756150"/>
            <a:ext cx="533400" cy="368300"/>
            <a:chOff x="1953" y="3423"/>
            <a:chExt cx="176" cy="136"/>
          </a:xfrm>
        </p:grpSpPr>
        <p:sp>
          <p:nvSpPr>
            <p:cNvPr id="1489994" name="Line 74"/>
            <p:cNvSpPr>
              <a:spLocks noChangeShapeType="1"/>
            </p:cNvSpPr>
            <p:nvPr/>
          </p:nvSpPr>
          <p:spPr bwMode="auto">
            <a:xfrm flipH="1">
              <a:off x="2037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95" name="Line 75"/>
            <p:cNvSpPr>
              <a:spLocks noChangeShapeType="1"/>
            </p:cNvSpPr>
            <p:nvPr/>
          </p:nvSpPr>
          <p:spPr bwMode="auto">
            <a:xfrm>
              <a:off x="1953" y="3426"/>
              <a:ext cx="92" cy="13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9996" name="Line 76"/>
            <p:cNvSpPr>
              <a:spLocks noChangeShapeType="1"/>
            </p:cNvSpPr>
            <p:nvPr/>
          </p:nvSpPr>
          <p:spPr bwMode="auto">
            <a:xfrm flipH="1">
              <a:off x="1958" y="3423"/>
              <a:ext cx="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89997" name="Line 77"/>
          <p:cNvSpPr>
            <a:spLocks noChangeShapeType="1"/>
          </p:cNvSpPr>
          <p:nvPr/>
        </p:nvSpPr>
        <p:spPr bwMode="auto">
          <a:xfrm flipV="1">
            <a:off x="4038600" y="50038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98" name="Line 78"/>
          <p:cNvSpPr>
            <a:spLocks noChangeShapeType="1"/>
          </p:cNvSpPr>
          <p:nvPr/>
        </p:nvSpPr>
        <p:spPr bwMode="auto">
          <a:xfrm>
            <a:off x="4038600" y="5003800"/>
            <a:ext cx="990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89999" name="Line 79"/>
          <p:cNvSpPr>
            <a:spLocks noChangeShapeType="1"/>
          </p:cNvSpPr>
          <p:nvPr/>
        </p:nvSpPr>
        <p:spPr bwMode="auto">
          <a:xfrm>
            <a:off x="3657600" y="20320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0000" name="Line 80"/>
          <p:cNvSpPr>
            <a:spLocks noChangeShapeType="1"/>
          </p:cNvSpPr>
          <p:nvPr/>
        </p:nvSpPr>
        <p:spPr bwMode="auto">
          <a:xfrm>
            <a:off x="3657600" y="2032000"/>
            <a:ext cx="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0001" name="Line 81"/>
          <p:cNvSpPr>
            <a:spLocks noChangeShapeType="1"/>
          </p:cNvSpPr>
          <p:nvPr/>
        </p:nvSpPr>
        <p:spPr bwMode="auto">
          <a:xfrm>
            <a:off x="3581400" y="3479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AA90-CAF4-AC4B-B5E3-32B1C7DC24CF}" type="slidenum">
              <a:rPr lang="en-US"/>
              <a:pPr/>
              <a:t>41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919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292975" cy="736600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Reducing Write Hit Time</a:t>
            </a:r>
          </a:p>
        </p:txBody>
      </p:sp>
      <p:sp>
        <p:nvSpPr>
          <p:cNvPr id="1491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55700"/>
            <a:ext cx="8001000" cy="5143500"/>
          </a:xfrm>
          <a:noFill/>
          <a:ln/>
        </p:spPr>
        <p:txBody>
          <a:bodyPr/>
          <a:lstStyle/>
          <a:p>
            <a:pPr marL="230188" indent="-230188">
              <a:lnSpc>
                <a:spcPct val="80000"/>
              </a:lnSpc>
              <a:buFontTx/>
              <a:buNone/>
            </a:pPr>
            <a:r>
              <a:rPr lang="en-US" altLang="ko-KR" sz="2400" dirty="0">
                <a:ea typeface="굴림" charset="-127"/>
                <a:cs typeface="굴림" charset="-127"/>
              </a:rPr>
              <a:t>Problem: Writes take two cycles in memory stage, one cycle for tag check plus one cycle for data write if hit</a:t>
            </a:r>
          </a:p>
          <a:p>
            <a:pPr marL="230188" indent="-230188">
              <a:lnSpc>
                <a:spcPct val="80000"/>
              </a:lnSpc>
              <a:buFontTx/>
              <a:buNone/>
            </a:pPr>
            <a:endParaRPr lang="en-US" altLang="ko-KR" sz="2400" dirty="0">
              <a:ea typeface="굴림" charset="-127"/>
              <a:cs typeface="굴림" charset="-127"/>
            </a:endParaRPr>
          </a:p>
          <a:p>
            <a:pPr marL="230188" indent="-230188">
              <a:lnSpc>
                <a:spcPct val="80000"/>
              </a:lnSpc>
              <a:buFontTx/>
              <a:buNone/>
            </a:pPr>
            <a:r>
              <a:rPr lang="en-US" altLang="ko-KR" sz="2400" dirty="0">
                <a:ea typeface="굴림" charset="-127"/>
                <a:cs typeface="굴림" charset="-127"/>
              </a:rPr>
              <a:t>Solutions:</a:t>
            </a:r>
          </a:p>
          <a:p>
            <a:pPr marL="230188" indent="-230188">
              <a:lnSpc>
                <a:spcPct val="80000"/>
              </a:lnSpc>
            </a:pPr>
            <a:r>
              <a:rPr lang="en-US" altLang="ko-KR" sz="2800" dirty="0">
                <a:ea typeface="굴림" charset="-127"/>
                <a:cs typeface="굴림" charset="-127"/>
              </a:rPr>
              <a:t>Fully-associative (CAM Tag) caches: Word line only enabled if hit</a:t>
            </a:r>
          </a:p>
          <a:p>
            <a:pPr marL="230188" indent="-230188">
              <a:lnSpc>
                <a:spcPct val="80000"/>
              </a:lnSpc>
            </a:pPr>
            <a:endParaRPr lang="en-US" altLang="ko-KR" sz="2800" dirty="0">
              <a:ea typeface="굴림" charset="-127"/>
              <a:cs typeface="굴림" charset="-127"/>
            </a:endParaRPr>
          </a:p>
          <a:p>
            <a:pPr marL="230188" indent="-230188">
              <a:lnSpc>
                <a:spcPct val="80000"/>
              </a:lnSpc>
            </a:pPr>
            <a:r>
              <a:rPr lang="en-US" altLang="ko-KR" sz="2800" dirty="0">
                <a:ea typeface="굴림" charset="-127"/>
                <a:cs typeface="굴림" charset="-127"/>
              </a:rPr>
              <a:t>Pipelined writes: Hold write data for store in single buffer ahead of cache, write cache data during next store’s tag check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43D8D-E732-B64E-B70D-CA910420A319}" type="slidenum">
              <a:rPr lang="en-US"/>
              <a:pPr/>
              <a:t>42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94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" y="0"/>
            <a:ext cx="6705600" cy="1004888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Pipelining Cache Writes</a:t>
            </a:r>
          </a:p>
        </p:txBody>
      </p:sp>
      <p:sp>
        <p:nvSpPr>
          <p:cNvPr id="1494019" name="Rectangle 3"/>
          <p:cNvSpPr>
            <a:spLocks noChangeArrowheads="1"/>
          </p:cNvSpPr>
          <p:nvPr/>
        </p:nvSpPr>
        <p:spPr bwMode="auto">
          <a:xfrm>
            <a:off x="1143000" y="3276600"/>
            <a:ext cx="11430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Tags</a:t>
            </a:r>
          </a:p>
        </p:txBody>
      </p:sp>
      <p:sp>
        <p:nvSpPr>
          <p:cNvPr id="1494020" name="Rectangle 4"/>
          <p:cNvSpPr>
            <a:spLocks noChangeArrowheads="1"/>
          </p:cNvSpPr>
          <p:nvPr/>
        </p:nvSpPr>
        <p:spPr bwMode="auto">
          <a:xfrm>
            <a:off x="4495800" y="3276600"/>
            <a:ext cx="34290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Data</a:t>
            </a:r>
          </a:p>
        </p:txBody>
      </p:sp>
      <p:sp>
        <p:nvSpPr>
          <p:cNvPr id="1494021" name="Rectangle 5"/>
          <p:cNvSpPr>
            <a:spLocks noChangeArrowheads="1"/>
          </p:cNvSpPr>
          <p:nvPr/>
        </p:nvSpPr>
        <p:spPr bwMode="auto">
          <a:xfrm>
            <a:off x="1143000" y="1371600"/>
            <a:ext cx="14478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Tag</a:t>
            </a:r>
          </a:p>
        </p:txBody>
      </p:sp>
      <p:sp>
        <p:nvSpPr>
          <p:cNvPr id="1494022" name="Rectangle 6"/>
          <p:cNvSpPr>
            <a:spLocks noChangeArrowheads="1"/>
          </p:cNvSpPr>
          <p:nvPr/>
        </p:nvSpPr>
        <p:spPr bwMode="auto">
          <a:xfrm>
            <a:off x="2590800" y="1371600"/>
            <a:ext cx="10668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Index</a:t>
            </a:r>
          </a:p>
        </p:txBody>
      </p:sp>
      <p:sp>
        <p:nvSpPr>
          <p:cNvPr id="1494023" name="Rectangle 7"/>
          <p:cNvSpPr>
            <a:spLocks noChangeArrowheads="1"/>
          </p:cNvSpPr>
          <p:nvPr/>
        </p:nvSpPr>
        <p:spPr bwMode="auto">
          <a:xfrm>
            <a:off x="4724400" y="1371600"/>
            <a:ext cx="34290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400" b="1">
                <a:ea typeface="굴림" charset="-127"/>
                <a:cs typeface="굴림" charset="-127"/>
              </a:rPr>
              <a:t>Store Data</a:t>
            </a:r>
          </a:p>
        </p:txBody>
      </p:sp>
      <p:sp>
        <p:nvSpPr>
          <p:cNvPr id="1494024" name="Text Box 8"/>
          <p:cNvSpPr txBox="1">
            <a:spLocks noChangeArrowheads="1"/>
          </p:cNvSpPr>
          <p:nvPr/>
        </p:nvSpPr>
        <p:spPr bwMode="auto">
          <a:xfrm>
            <a:off x="2286000" y="762000"/>
            <a:ext cx="4376738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 b="1" i="1">
                <a:ea typeface="굴림" charset="-127"/>
                <a:cs typeface="굴림" charset="-127"/>
              </a:rPr>
              <a:t>Address and Store Data From CPU</a:t>
            </a:r>
          </a:p>
        </p:txBody>
      </p:sp>
      <p:sp>
        <p:nvSpPr>
          <p:cNvPr id="1494025" name="Rectangle 9"/>
          <p:cNvSpPr>
            <a:spLocks noChangeArrowheads="1"/>
          </p:cNvSpPr>
          <p:nvPr/>
        </p:nvSpPr>
        <p:spPr bwMode="auto">
          <a:xfrm>
            <a:off x="4724400" y="2362200"/>
            <a:ext cx="34290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Delayed Write Data</a:t>
            </a:r>
          </a:p>
        </p:txBody>
      </p:sp>
      <p:sp>
        <p:nvSpPr>
          <p:cNvPr id="1494026" name="Freeform 10"/>
          <p:cNvSpPr>
            <a:spLocks/>
          </p:cNvSpPr>
          <p:nvPr/>
        </p:nvSpPr>
        <p:spPr bwMode="auto">
          <a:xfrm>
            <a:off x="4724400" y="2362200"/>
            <a:ext cx="1524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96" y="96"/>
              </a:cxn>
              <a:cxn ang="0">
                <a:pos x="0" y="192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96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27" name="Line 11"/>
          <p:cNvSpPr>
            <a:spLocks noChangeShapeType="1"/>
          </p:cNvSpPr>
          <p:nvPr/>
        </p:nvSpPr>
        <p:spPr bwMode="auto">
          <a:xfrm>
            <a:off x="6477000" y="16764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28" name="Line 12"/>
          <p:cNvSpPr>
            <a:spLocks noChangeShapeType="1"/>
          </p:cNvSpPr>
          <p:nvPr/>
        </p:nvSpPr>
        <p:spPr bwMode="auto">
          <a:xfrm>
            <a:off x="6477000" y="2667000"/>
            <a:ext cx="0" cy="838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29" name="Rectangle 13"/>
          <p:cNvSpPr>
            <a:spLocks noChangeArrowheads="1"/>
          </p:cNvSpPr>
          <p:nvPr/>
        </p:nvSpPr>
        <p:spPr bwMode="auto">
          <a:xfrm>
            <a:off x="1828800" y="2362200"/>
            <a:ext cx="2743200" cy="304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Delayed Write Addr.</a:t>
            </a:r>
          </a:p>
        </p:txBody>
      </p:sp>
      <p:sp>
        <p:nvSpPr>
          <p:cNvPr id="1494030" name="Freeform 14"/>
          <p:cNvSpPr>
            <a:spLocks/>
          </p:cNvSpPr>
          <p:nvPr/>
        </p:nvSpPr>
        <p:spPr bwMode="auto">
          <a:xfrm>
            <a:off x="1828800" y="2362200"/>
            <a:ext cx="762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8" y="96"/>
              </a:cxn>
              <a:cxn ang="0">
                <a:pos x="0" y="192"/>
              </a:cxn>
            </a:cxnLst>
            <a:rect l="0" t="0" r="r" b="b"/>
            <a:pathLst>
              <a:path w="48" h="192">
                <a:moveTo>
                  <a:pt x="0" y="0"/>
                </a:moveTo>
                <a:lnTo>
                  <a:pt x="48" y="96"/>
                </a:lnTo>
                <a:lnTo>
                  <a:pt x="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1" name="Line 15"/>
          <p:cNvSpPr>
            <a:spLocks noChangeShapeType="1"/>
          </p:cNvSpPr>
          <p:nvPr/>
        </p:nvSpPr>
        <p:spPr bwMode="auto">
          <a:xfrm>
            <a:off x="1752600" y="42672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2" name="Oval 16"/>
          <p:cNvSpPr>
            <a:spLocks noChangeArrowheads="1"/>
          </p:cNvSpPr>
          <p:nvPr/>
        </p:nvSpPr>
        <p:spPr bwMode="auto">
          <a:xfrm>
            <a:off x="1524000" y="4648200"/>
            <a:ext cx="466725" cy="3270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=?</a:t>
            </a:r>
          </a:p>
        </p:txBody>
      </p:sp>
      <p:sp>
        <p:nvSpPr>
          <p:cNvPr id="1494033" name="Oval 17"/>
          <p:cNvSpPr>
            <a:spLocks noChangeArrowheads="1"/>
          </p:cNvSpPr>
          <p:nvPr/>
        </p:nvSpPr>
        <p:spPr bwMode="auto">
          <a:xfrm>
            <a:off x="2667000" y="2949575"/>
            <a:ext cx="466725" cy="32702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=?</a:t>
            </a:r>
          </a:p>
        </p:txBody>
      </p:sp>
      <p:sp>
        <p:nvSpPr>
          <p:cNvPr id="1494034" name="Line 18"/>
          <p:cNvSpPr>
            <a:spLocks noChangeShapeType="1"/>
          </p:cNvSpPr>
          <p:nvPr/>
        </p:nvSpPr>
        <p:spPr bwMode="auto">
          <a:xfrm>
            <a:off x="6553200" y="4267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5" name="Freeform 19"/>
          <p:cNvSpPr>
            <a:spLocks/>
          </p:cNvSpPr>
          <p:nvPr/>
        </p:nvSpPr>
        <p:spPr bwMode="auto">
          <a:xfrm>
            <a:off x="5410200" y="4724400"/>
            <a:ext cx="1371600" cy="2492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9" y="0"/>
              </a:cxn>
              <a:cxn ang="0">
                <a:pos x="287" y="156"/>
              </a:cxn>
              <a:cxn ang="0">
                <a:pos x="63" y="156"/>
              </a:cxn>
              <a:cxn ang="0">
                <a:pos x="0" y="0"/>
              </a:cxn>
            </a:cxnLst>
            <a:rect l="0" t="0" r="r" b="b"/>
            <a:pathLst>
              <a:path w="340" h="157">
                <a:moveTo>
                  <a:pt x="0" y="0"/>
                </a:moveTo>
                <a:lnTo>
                  <a:pt x="339" y="0"/>
                </a:lnTo>
                <a:lnTo>
                  <a:pt x="287" y="156"/>
                </a:lnTo>
                <a:lnTo>
                  <a:pt x="63" y="15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6" name="Freeform 20"/>
          <p:cNvSpPr>
            <a:spLocks/>
          </p:cNvSpPr>
          <p:nvPr/>
        </p:nvSpPr>
        <p:spPr bwMode="auto">
          <a:xfrm>
            <a:off x="5715000" y="2819400"/>
            <a:ext cx="762000" cy="1905000"/>
          </a:xfrm>
          <a:custGeom>
            <a:avLst/>
            <a:gdLst/>
            <a:ahLst/>
            <a:cxnLst>
              <a:cxn ang="0">
                <a:pos x="576" y="0"/>
              </a:cxn>
              <a:cxn ang="0">
                <a:pos x="0" y="0"/>
              </a:cxn>
              <a:cxn ang="0">
                <a:pos x="0" y="1680"/>
              </a:cxn>
            </a:cxnLst>
            <a:rect l="0" t="0" r="r" b="b"/>
            <a:pathLst>
              <a:path w="576" h="1680">
                <a:moveTo>
                  <a:pt x="576" y="0"/>
                </a:moveTo>
                <a:lnTo>
                  <a:pt x="0" y="0"/>
                </a:lnTo>
                <a:lnTo>
                  <a:pt x="0" y="168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7" name="Line 21"/>
          <p:cNvSpPr>
            <a:spLocks noChangeShapeType="1"/>
          </p:cNvSpPr>
          <p:nvPr/>
        </p:nvSpPr>
        <p:spPr bwMode="auto">
          <a:xfrm>
            <a:off x="6096000" y="49530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8" name="Line 22"/>
          <p:cNvSpPr>
            <a:spLocks noChangeShapeType="1"/>
          </p:cNvSpPr>
          <p:nvPr/>
        </p:nvSpPr>
        <p:spPr bwMode="auto">
          <a:xfrm>
            <a:off x="2895600" y="2667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39" name="Freeform 23"/>
          <p:cNvSpPr>
            <a:spLocks/>
          </p:cNvSpPr>
          <p:nvPr/>
        </p:nvSpPr>
        <p:spPr bwMode="auto">
          <a:xfrm rot="-5400000">
            <a:off x="3553619" y="3532981"/>
            <a:ext cx="762000" cy="2492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9" y="0"/>
              </a:cxn>
              <a:cxn ang="0">
                <a:pos x="287" y="156"/>
              </a:cxn>
              <a:cxn ang="0">
                <a:pos x="63" y="156"/>
              </a:cxn>
              <a:cxn ang="0">
                <a:pos x="0" y="0"/>
              </a:cxn>
            </a:cxnLst>
            <a:rect l="0" t="0" r="r" b="b"/>
            <a:pathLst>
              <a:path w="340" h="157">
                <a:moveTo>
                  <a:pt x="0" y="0"/>
                </a:moveTo>
                <a:lnTo>
                  <a:pt x="339" y="0"/>
                </a:lnTo>
                <a:lnTo>
                  <a:pt x="287" y="156"/>
                </a:lnTo>
                <a:lnTo>
                  <a:pt x="63" y="156"/>
                </a:lnTo>
                <a:lnTo>
                  <a:pt x="0" y="0"/>
                </a:lnTo>
              </a:path>
            </a:pathLst>
          </a:custGeom>
          <a:solidFill>
            <a:schemeClr val="bg1"/>
          </a:solidFill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0" name="Line 24"/>
          <p:cNvSpPr>
            <a:spLocks noChangeShapeType="1"/>
          </p:cNvSpPr>
          <p:nvPr/>
        </p:nvSpPr>
        <p:spPr bwMode="auto">
          <a:xfrm>
            <a:off x="4038600" y="3657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1" name="Text Box 25"/>
          <p:cNvSpPr txBox="1">
            <a:spLocks noChangeArrowheads="1"/>
          </p:cNvSpPr>
          <p:nvPr/>
        </p:nvSpPr>
        <p:spPr bwMode="auto">
          <a:xfrm>
            <a:off x="4924425" y="5381625"/>
            <a:ext cx="232886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 b="1" i="1">
                <a:ea typeface="굴림" charset="-127"/>
                <a:cs typeface="굴림" charset="-127"/>
              </a:rPr>
              <a:t>Load Data to CPU</a:t>
            </a:r>
          </a:p>
        </p:txBody>
      </p:sp>
      <p:sp>
        <p:nvSpPr>
          <p:cNvPr id="1494042" name="Freeform 26"/>
          <p:cNvSpPr>
            <a:spLocks/>
          </p:cNvSpPr>
          <p:nvPr/>
        </p:nvSpPr>
        <p:spPr bwMode="auto">
          <a:xfrm>
            <a:off x="3200400" y="1676400"/>
            <a:ext cx="609600" cy="2209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440"/>
              </a:cxn>
              <a:cxn ang="0">
                <a:pos x="384" y="1440"/>
              </a:cxn>
            </a:cxnLst>
            <a:rect l="0" t="0" r="r" b="b"/>
            <a:pathLst>
              <a:path w="384" h="1440">
                <a:moveTo>
                  <a:pt x="0" y="0"/>
                </a:moveTo>
                <a:lnTo>
                  <a:pt x="0" y="1440"/>
                </a:lnTo>
                <a:lnTo>
                  <a:pt x="384" y="144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3" name="Freeform 27"/>
          <p:cNvSpPr>
            <a:spLocks/>
          </p:cNvSpPr>
          <p:nvPr/>
        </p:nvSpPr>
        <p:spPr bwMode="auto">
          <a:xfrm>
            <a:off x="3352800" y="2667000"/>
            <a:ext cx="457200" cy="838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88" y="528"/>
              </a:cxn>
            </a:cxnLst>
            <a:rect l="0" t="0" r="r" b="b"/>
            <a:pathLst>
              <a:path w="288" h="528">
                <a:moveTo>
                  <a:pt x="0" y="0"/>
                </a:moveTo>
                <a:lnTo>
                  <a:pt x="0" y="528"/>
                </a:lnTo>
                <a:lnTo>
                  <a:pt x="288" y="528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4" name="Line 28"/>
          <p:cNvSpPr>
            <a:spLocks noChangeShapeType="1"/>
          </p:cNvSpPr>
          <p:nvPr/>
        </p:nvSpPr>
        <p:spPr bwMode="auto">
          <a:xfrm>
            <a:off x="3962400" y="2971800"/>
            <a:ext cx="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5" name="Text Box 29"/>
          <p:cNvSpPr txBox="1">
            <a:spLocks noChangeArrowheads="1"/>
          </p:cNvSpPr>
          <p:nvPr/>
        </p:nvSpPr>
        <p:spPr bwMode="auto">
          <a:xfrm>
            <a:off x="3406775" y="2667000"/>
            <a:ext cx="12461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Load/Store</a:t>
            </a:r>
          </a:p>
        </p:txBody>
      </p:sp>
      <p:sp>
        <p:nvSpPr>
          <p:cNvPr id="1494046" name="Line 30"/>
          <p:cNvSpPr>
            <a:spLocks noChangeShapeType="1"/>
          </p:cNvSpPr>
          <p:nvPr/>
        </p:nvSpPr>
        <p:spPr bwMode="auto">
          <a:xfrm>
            <a:off x="2438400" y="1676400"/>
            <a:ext cx="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7" name="Line 31"/>
          <p:cNvSpPr>
            <a:spLocks noChangeShapeType="1"/>
          </p:cNvSpPr>
          <p:nvPr/>
        </p:nvSpPr>
        <p:spPr bwMode="auto">
          <a:xfrm flipH="1">
            <a:off x="2286000" y="3886200"/>
            <a:ext cx="914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48" name="Text Box 32"/>
          <p:cNvSpPr txBox="1">
            <a:spLocks noChangeArrowheads="1"/>
          </p:cNvSpPr>
          <p:nvPr/>
        </p:nvSpPr>
        <p:spPr bwMode="auto">
          <a:xfrm>
            <a:off x="3733800" y="3657600"/>
            <a:ext cx="307975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L</a:t>
            </a:r>
          </a:p>
        </p:txBody>
      </p:sp>
      <p:sp>
        <p:nvSpPr>
          <p:cNvPr id="1494049" name="Text Box 33"/>
          <p:cNvSpPr txBox="1">
            <a:spLocks noChangeArrowheads="1"/>
          </p:cNvSpPr>
          <p:nvPr/>
        </p:nvSpPr>
        <p:spPr bwMode="auto">
          <a:xfrm>
            <a:off x="3733800" y="3352800"/>
            <a:ext cx="3190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S</a:t>
            </a:r>
          </a:p>
        </p:txBody>
      </p:sp>
      <p:sp>
        <p:nvSpPr>
          <p:cNvPr id="1494050" name="Freeform 34"/>
          <p:cNvSpPr>
            <a:spLocks/>
          </p:cNvSpPr>
          <p:nvPr/>
        </p:nvSpPr>
        <p:spPr bwMode="auto">
          <a:xfrm>
            <a:off x="1524000" y="1676400"/>
            <a:ext cx="1143000" cy="1447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912"/>
              </a:cxn>
              <a:cxn ang="0">
                <a:pos x="720" y="912"/>
              </a:cxn>
            </a:cxnLst>
            <a:rect l="0" t="0" r="r" b="b"/>
            <a:pathLst>
              <a:path w="720" h="912">
                <a:moveTo>
                  <a:pt x="0" y="0"/>
                </a:moveTo>
                <a:lnTo>
                  <a:pt x="0" y="912"/>
                </a:lnTo>
                <a:lnTo>
                  <a:pt x="720" y="91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1" name="Freeform 35"/>
          <p:cNvSpPr>
            <a:spLocks/>
          </p:cNvSpPr>
          <p:nvPr/>
        </p:nvSpPr>
        <p:spPr bwMode="auto">
          <a:xfrm>
            <a:off x="838200" y="3124200"/>
            <a:ext cx="685800" cy="1676400"/>
          </a:xfrm>
          <a:custGeom>
            <a:avLst/>
            <a:gdLst/>
            <a:ahLst/>
            <a:cxnLst>
              <a:cxn ang="0">
                <a:pos x="432" y="0"/>
              </a:cxn>
              <a:cxn ang="0">
                <a:pos x="0" y="0"/>
              </a:cxn>
              <a:cxn ang="0">
                <a:pos x="0" y="1056"/>
              </a:cxn>
              <a:cxn ang="0">
                <a:pos x="432" y="1056"/>
              </a:cxn>
            </a:cxnLst>
            <a:rect l="0" t="0" r="r" b="b"/>
            <a:pathLst>
              <a:path w="432" h="1056">
                <a:moveTo>
                  <a:pt x="432" y="0"/>
                </a:moveTo>
                <a:lnTo>
                  <a:pt x="0" y="0"/>
                </a:lnTo>
                <a:lnTo>
                  <a:pt x="0" y="1056"/>
                </a:lnTo>
                <a:lnTo>
                  <a:pt x="432" y="1056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2" name="Line 36"/>
          <p:cNvSpPr>
            <a:spLocks noChangeShapeType="1"/>
          </p:cNvSpPr>
          <p:nvPr/>
        </p:nvSpPr>
        <p:spPr bwMode="auto">
          <a:xfrm>
            <a:off x="2895600" y="3276600"/>
            <a:ext cx="0" cy="1981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3" name="AutoShape 37"/>
          <p:cNvSpPr>
            <a:spLocks noChangeArrowheads="1"/>
          </p:cNvSpPr>
          <p:nvPr/>
        </p:nvSpPr>
        <p:spPr bwMode="auto">
          <a:xfrm rot="16200000">
            <a:off x="2543175" y="5153025"/>
            <a:ext cx="400050" cy="457200"/>
          </a:xfrm>
          <a:prstGeom prst="moon">
            <a:avLst>
              <a:gd name="adj" fmla="val 81250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4" name="Freeform 38"/>
          <p:cNvSpPr>
            <a:spLocks/>
          </p:cNvSpPr>
          <p:nvPr/>
        </p:nvSpPr>
        <p:spPr bwMode="auto">
          <a:xfrm>
            <a:off x="1828800" y="4953000"/>
            <a:ext cx="7620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96"/>
              </a:cxn>
              <a:cxn ang="0">
                <a:pos x="480" y="96"/>
              </a:cxn>
              <a:cxn ang="0">
                <a:pos x="480" y="192"/>
              </a:cxn>
            </a:cxnLst>
            <a:rect l="0" t="0" r="r" b="b"/>
            <a:pathLst>
              <a:path w="480" h="192">
                <a:moveTo>
                  <a:pt x="0" y="0"/>
                </a:moveTo>
                <a:lnTo>
                  <a:pt x="0" y="96"/>
                </a:lnTo>
                <a:lnTo>
                  <a:pt x="480" y="96"/>
                </a:lnTo>
                <a:lnTo>
                  <a:pt x="480" y="19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5" name="Line 39"/>
          <p:cNvSpPr>
            <a:spLocks noChangeShapeType="1"/>
          </p:cNvSpPr>
          <p:nvPr/>
        </p:nvSpPr>
        <p:spPr bwMode="auto">
          <a:xfrm>
            <a:off x="2895600" y="4876800"/>
            <a:ext cx="2667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6" name="Text Box 40"/>
          <p:cNvSpPr txBox="1">
            <a:spLocks noChangeArrowheads="1"/>
          </p:cNvSpPr>
          <p:nvPr/>
        </p:nvSpPr>
        <p:spPr bwMode="auto">
          <a:xfrm>
            <a:off x="5562600" y="4648200"/>
            <a:ext cx="296863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1</a:t>
            </a:r>
          </a:p>
        </p:txBody>
      </p:sp>
      <p:sp>
        <p:nvSpPr>
          <p:cNvPr id="1494057" name="Text Box 41"/>
          <p:cNvSpPr txBox="1">
            <a:spLocks noChangeArrowheads="1"/>
          </p:cNvSpPr>
          <p:nvPr/>
        </p:nvSpPr>
        <p:spPr bwMode="auto">
          <a:xfrm>
            <a:off x="6400800" y="4648200"/>
            <a:ext cx="296863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b="1">
                <a:ea typeface="굴림" charset="-127"/>
                <a:cs typeface="굴림" charset="-127"/>
              </a:rPr>
              <a:t>0</a:t>
            </a:r>
          </a:p>
        </p:txBody>
      </p:sp>
      <p:sp>
        <p:nvSpPr>
          <p:cNvPr id="1494058" name="Line 42"/>
          <p:cNvSpPr>
            <a:spLocks noChangeShapeType="1"/>
          </p:cNvSpPr>
          <p:nvPr/>
        </p:nvSpPr>
        <p:spPr bwMode="auto">
          <a:xfrm>
            <a:off x="2743200" y="5562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59" name="Text Box 43"/>
          <p:cNvSpPr txBox="1">
            <a:spLocks noChangeArrowheads="1"/>
          </p:cNvSpPr>
          <p:nvPr/>
        </p:nvSpPr>
        <p:spPr bwMode="auto">
          <a:xfrm>
            <a:off x="2743200" y="5562600"/>
            <a:ext cx="677863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 b="1" i="1">
                <a:ea typeface="굴림" charset="-127"/>
                <a:cs typeface="굴림" charset="-127"/>
              </a:rPr>
              <a:t>Hit?</a:t>
            </a:r>
          </a:p>
        </p:txBody>
      </p:sp>
      <p:sp>
        <p:nvSpPr>
          <p:cNvPr id="1494060" name="Text Box 44"/>
          <p:cNvSpPr txBox="1">
            <a:spLocks noChangeArrowheads="1"/>
          </p:cNvSpPr>
          <p:nvPr/>
        </p:nvSpPr>
        <p:spPr bwMode="auto">
          <a:xfrm>
            <a:off x="927100" y="5969000"/>
            <a:ext cx="7372350" cy="7270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 i="1">
                <a:latin typeface="Verdana" charset="0"/>
                <a:ea typeface="굴림" charset="-127"/>
                <a:cs typeface="굴림" charset="-127"/>
              </a:rPr>
              <a:t>Data from a store hit written into data portion of cache during tag access of subsequent store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 rot="5400000">
            <a:off x="3695700" y="4305300"/>
            <a:ext cx="533400" cy="304800"/>
            <a:chOff x="4992" y="3744"/>
            <a:chExt cx="336" cy="192"/>
          </a:xfrm>
        </p:grpSpPr>
        <p:sp>
          <p:nvSpPr>
            <p:cNvPr id="1494062" name="Rectangle 46"/>
            <p:cNvSpPr>
              <a:spLocks noChangeArrowheads="1"/>
            </p:cNvSpPr>
            <p:nvPr/>
          </p:nvSpPr>
          <p:spPr bwMode="auto">
            <a:xfrm>
              <a:off x="4992" y="3744"/>
              <a:ext cx="336" cy="19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4063" name="Freeform 47"/>
            <p:cNvSpPr>
              <a:spLocks/>
            </p:cNvSpPr>
            <p:nvPr/>
          </p:nvSpPr>
          <p:spPr bwMode="auto">
            <a:xfrm>
              <a:off x="4992" y="3744"/>
              <a:ext cx="96" cy="1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6" y="96"/>
                </a:cxn>
                <a:cxn ang="0">
                  <a:pos x="0" y="192"/>
                </a:cxn>
              </a:cxnLst>
              <a:rect l="0" t="0" r="r" b="b"/>
              <a:pathLst>
                <a:path w="96" h="192">
                  <a:moveTo>
                    <a:pt x="0" y="0"/>
                  </a:moveTo>
                  <a:lnTo>
                    <a:pt x="96" y="96"/>
                  </a:lnTo>
                  <a:lnTo>
                    <a:pt x="0" y="192"/>
                  </a:lnTo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94064" name="Freeform 48"/>
          <p:cNvSpPr>
            <a:spLocks/>
          </p:cNvSpPr>
          <p:nvPr/>
        </p:nvSpPr>
        <p:spPr bwMode="auto">
          <a:xfrm>
            <a:off x="2590800" y="4419600"/>
            <a:ext cx="12192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0" y="0"/>
              </a:cxn>
              <a:cxn ang="0">
                <a:pos x="768" y="0"/>
              </a:cxn>
            </a:cxnLst>
            <a:rect l="0" t="0" r="r" b="b"/>
            <a:pathLst>
              <a:path w="768" h="432">
                <a:moveTo>
                  <a:pt x="0" y="432"/>
                </a:moveTo>
                <a:lnTo>
                  <a:pt x="0" y="0"/>
                </a:lnTo>
                <a:lnTo>
                  <a:pt x="768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65" name="AutoShape 49"/>
          <p:cNvSpPr>
            <a:spLocks noChangeArrowheads="1"/>
          </p:cNvSpPr>
          <p:nvPr/>
        </p:nvSpPr>
        <p:spPr bwMode="auto">
          <a:xfrm flipV="1">
            <a:off x="6324600" y="2895600"/>
            <a:ext cx="304800" cy="244475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66" name="Freeform 50"/>
          <p:cNvSpPr>
            <a:spLocks/>
          </p:cNvSpPr>
          <p:nvPr/>
        </p:nvSpPr>
        <p:spPr bwMode="auto">
          <a:xfrm>
            <a:off x="4114800" y="3048000"/>
            <a:ext cx="2286000" cy="1371600"/>
          </a:xfrm>
          <a:custGeom>
            <a:avLst/>
            <a:gdLst/>
            <a:ahLst/>
            <a:cxnLst>
              <a:cxn ang="0">
                <a:pos x="0" y="864"/>
              </a:cxn>
              <a:cxn ang="0">
                <a:pos x="96" y="864"/>
              </a:cxn>
              <a:cxn ang="0">
                <a:pos x="96" y="0"/>
              </a:cxn>
              <a:cxn ang="0">
                <a:pos x="1440" y="0"/>
              </a:cxn>
            </a:cxnLst>
            <a:rect l="0" t="0" r="r" b="b"/>
            <a:pathLst>
              <a:path w="1440" h="864">
                <a:moveTo>
                  <a:pt x="0" y="864"/>
                </a:moveTo>
                <a:lnTo>
                  <a:pt x="96" y="864"/>
                </a:lnTo>
                <a:lnTo>
                  <a:pt x="96" y="0"/>
                </a:lnTo>
                <a:lnTo>
                  <a:pt x="1440" y="0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67" name="Line 51"/>
          <p:cNvSpPr>
            <a:spLocks noChangeShapeType="1"/>
          </p:cNvSpPr>
          <p:nvPr/>
        </p:nvSpPr>
        <p:spPr bwMode="auto">
          <a:xfrm>
            <a:off x="6477000" y="1143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4068" name="Line 52"/>
          <p:cNvSpPr>
            <a:spLocks noChangeShapeType="1"/>
          </p:cNvSpPr>
          <p:nvPr/>
        </p:nvSpPr>
        <p:spPr bwMode="auto">
          <a:xfrm>
            <a:off x="2438400" y="11430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0A41B-2E7D-C44B-A66B-FC59ED7BED8F}" type="slidenum">
              <a:rPr lang="en-US"/>
              <a:pPr/>
              <a:t>43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49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382000" cy="736600"/>
          </a:xfrm>
        </p:spPr>
        <p:txBody>
          <a:bodyPr/>
          <a:lstStyle/>
          <a:p>
            <a:r>
              <a:rPr lang="en-US" altLang="ko-KR" sz="3600">
                <a:ea typeface="굴림" charset="-127"/>
                <a:cs typeface="굴림" charset="-127"/>
              </a:rPr>
              <a:t>Write Buffer to Reduce Read Miss Penalty</a:t>
            </a:r>
          </a:p>
        </p:txBody>
      </p:sp>
      <p:sp>
        <p:nvSpPr>
          <p:cNvPr id="1496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733800"/>
            <a:ext cx="8915400" cy="2438400"/>
          </a:xfrm>
          <a:ln/>
        </p:spPr>
        <p:txBody>
          <a:bodyPr/>
          <a:lstStyle/>
          <a:p>
            <a:pPr marL="231775" indent="-231775">
              <a:buFontTx/>
              <a:buNone/>
            </a:pPr>
            <a:r>
              <a:rPr lang="en-US" altLang="ko-KR" dirty="0">
                <a:ea typeface="굴림" charset="-127"/>
                <a:cs typeface="굴림" charset="-127"/>
              </a:rPr>
              <a:t>Processor is not stalled on writes, and read misses can go ahead of write to main memory</a:t>
            </a:r>
            <a:endParaRPr lang="en-US" altLang="ko-KR" b="1" dirty="0">
              <a:ea typeface="굴림" charset="-127"/>
              <a:cs typeface="굴림" charset="-127"/>
            </a:endParaRPr>
          </a:p>
          <a:p>
            <a:pPr marL="231775" indent="-231775">
              <a:buFontTx/>
              <a:buNone/>
            </a:pPr>
            <a:r>
              <a:rPr lang="en-US" altLang="ko-KR" sz="2000" b="1" dirty="0">
                <a:ea typeface="굴림" charset="-127"/>
                <a:cs typeface="굴림" charset="-127"/>
              </a:rPr>
              <a:t>Problem:</a:t>
            </a:r>
            <a:r>
              <a:rPr lang="en-US" altLang="ko-KR" sz="2000" dirty="0">
                <a:ea typeface="굴림" charset="-127"/>
                <a:cs typeface="굴림" charset="-127"/>
              </a:rPr>
              <a:t> Write buffer may hold updated value of location needed by a read miss</a:t>
            </a:r>
          </a:p>
          <a:p>
            <a:pPr marL="231775" indent="-231775">
              <a:buFontTx/>
              <a:buNone/>
            </a:pPr>
            <a:r>
              <a:rPr lang="en-US" altLang="ko-KR" sz="2000" b="1" dirty="0">
                <a:ea typeface="굴림" charset="-127"/>
                <a:cs typeface="굴림" charset="-127"/>
              </a:rPr>
              <a:t>Simple scheme: </a:t>
            </a:r>
            <a:r>
              <a:rPr lang="en-US" altLang="ko-KR" sz="2000" dirty="0">
                <a:ea typeface="굴림" charset="-127"/>
                <a:cs typeface="굴림" charset="-127"/>
              </a:rPr>
              <a:t>on a read miss, wait for the write buffer to go empty</a:t>
            </a:r>
          </a:p>
          <a:p>
            <a:pPr marL="231775" indent="-231775">
              <a:buFontTx/>
              <a:buNone/>
            </a:pPr>
            <a:r>
              <a:rPr lang="en-US" altLang="ko-KR" sz="2000" b="1" dirty="0">
                <a:ea typeface="굴림" charset="-127"/>
                <a:cs typeface="굴림" charset="-127"/>
              </a:rPr>
              <a:t>Faster scheme:</a:t>
            </a:r>
            <a:r>
              <a:rPr lang="en-US" altLang="ko-KR" sz="2000" dirty="0">
                <a:ea typeface="굴림" charset="-127"/>
                <a:cs typeface="굴림" charset="-127"/>
              </a:rPr>
              <a:t> Check write buffer addresses against read miss addresses, if no match, allow read miss to go ahead of writes, else, return value in write buffer</a:t>
            </a:r>
          </a:p>
        </p:txBody>
      </p:sp>
      <p:sp>
        <p:nvSpPr>
          <p:cNvPr id="1496068" name="Rectangle 4"/>
          <p:cNvSpPr>
            <a:spLocks noChangeArrowheads="1"/>
          </p:cNvSpPr>
          <p:nvPr/>
        </p:nvSpPr>
        <p:spPr bwMode="auto">
          <a:xfrm>
            <a:off x="990600" y="990600"/>
            <a:ext cx="1016000" cy="1752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2000">
              <a:latin typeface="Verdana" charset="0"/>
            </a:endParaRPr>
          </a:p>
        </p:txBody>
      </p:sp>
      <p:sp>
        <p:nvSpPr>
          <p:cNvPr id="1496069" name="Rectangle 5"/>
          <p:cNvSpPr>
            <a:spLocks noChangeArrowheads="1"/>
          </p:cNvSpPr>
          <p:nvPr/>
        </p:nvSpPr>
        <p:spPr bwMode="auto">
          <a:xfrm>
            <a:off x="2667000" y="1066800"/>
            <a:ext cx="1600200" cy="1524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Data Cache L1</a:t>
            </a:r>
          </a:p>
        </p:txBody>
      </p:sp>
      <p:sp>
        <p:nvSpPr>
          <p:cNvPr id="1496070" name="Line 6"/>
          <p:cNvSpPr>
            <a:spLocks noChangeShapeType="1"/>
          </p:cNvSpPr>
          <p:nvPr/>
        </p:nvSpPr>
        <p:spPr bwMode="auto">
          <a:xfrm flipH="1" flipV="1">
            <a:off x="1981200" y="20574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1" name="Rectangle 7"/>
          <p:cNvSpPr>
            <a:spLocks noChangeArrowheads="1"/>
          </p:cNvSpPr>
          <p:nvPr/>
        </p:nvSpPr>
        <p:spPr bwMode="auto">
          <a:xfrm>
            <a:off x="6629400" y="914400"/>
            <a:ext cx="1371600" cy="1676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Unified L2 Cache</a:t>
            </a:r>
          </a:p>
        </p:txBody>
      </p:sp>
      <p:sp>
        <p:nvSpPr>
          <p:cNvPr id="1496072" name="Rectangle 8"/>
          <p:cNvSpPr>
            <a:spLocks noChangeArrowheads="1"/>
          </p:cNvSpPr>
          <p:nvPr/>
        </p:nvSpPr>
        <p:spPr bwMode="auto">
          <a:xfrm>
            <a:off x="1143000" y="19812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050">
                <a:latin typeface="Verdana" charset="0"/>
              </a:rPr>
              <a:t>Reg File</a:t>
            </a:r>
          </a:p>
        </p:txBody>
      </p:sp>
      <p:sp>
        <p:nvSpPr>
          <p:cNvPr id="1496073" name="Line 9"/>
          <p:cNvSpPr>
            <a:spLocks noChangeShapeType="1"/>
          </p:cNvSpPr>
          <p:nvPr/>
        </p:nvSpPr>
        <p:spPr bwMode="auto">
          <a:xfrm flipV="1">
            <a:off x="1295400" y="175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4" name="Line 10"/>
          <p:cNvSpPr>
            <a:spLocks noChangeShapeType="1"/>
          </p:cNvSpPr>
          <p:nvPr/>
        </p:nvSpPr>
        <p:spPr bwMode="auto">
          <a:xfrm flipV="1">
            <a:off x="1447800" y="175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5" name="Line 11"/>
          <p:cNvSpPr>
            <a:spLocks noChangeShapeType="1"/>
          </p:cNvSpPr>
          <p:nvPr/>
        </p:nvSpPr>
        <p:spPr bwMode="auto">
          <a:xfrm>
            <a:off x="1600200" y="17526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6" name="Text Box 12"/>
          <p:cNvSpPr txBox="1">
            <a:spLocks noChangeArrowheads="1"/>
          </p:cNvSpPr>
          <p:nvPr/>
        </p:nvSpPr>
        <p:spPr bwMode="auto">
          <a:xfrm>
            <a:off x="990600" y="1295400"/>
            <a:ext cx="9906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Verdana" charset="0"/>
              </a:rPr>
              <a:t>CPU</a:t>
            </a:r>
          </a:p>
        </p:txBody>
      </p:sp>
      <p:sp>
        <p:nvSpPr>
          <p:cNvPr id="1496077" name="Rectangle 13"/>
          <p:cNvSpPr>
            <a:spLocks noChangeArrowheads="1"/>
          </p:cNvSpPr>
          <p:nvPr/>
        </p:nvSpPr>
        <p:spPr bwMode="auto">
          <a:xfrm>
            <a:off x="5410200" y="1905000"/>
            <a:ext cx="889992" cy="838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Verdana" charset="0"/>
              </a:rPr>
              <a:t>Write</a:t>
            </a:r>
          </a:p>
          <a:p>
            <a:pPr>
              <a:spcBef>
                <a:spcPct val="0"/>
              </a:spcBef>
            </a:pPr>
            <a:r>
              <a:rPr lang="en-US">
                <a:latin typeface="Verdana" charset="0"/>
              </a:rPr>
              <a:t>buffer</a:t>
            </a:r>
          </a:p>
        </p:txBody>
      </p:sp>
      <p:sp>
        <p:nvSpPr>
          <p:cNvPr id="1496078" name="Line 14"/>
          <p:cNvSpPr>
            <a:spLocks noChangeShapeType="1"/>
          </p:cNvSpPr>
          <p:nvPr/>
        </p:nvSpPr>
        <p:spPr bwMode="auto">
          <a:xfrm>
            <a:off x="4267200" y="22860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lg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79" name="Line 15"/>
          <p:cNvSpPr>
            <a:spLocks noChangeShapeType="1"/>
          </p:cNvSpPr>
          <p:nvPr/>
        </p:nvSpPr>
        <p:spPr bwMode="auto">
          <a:xfrm>
            <a:off x="4267200" y="1295400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lg" len="med"/>
            <a:tailEnd type="none" w="lg" len="lg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80" name="Text Box 16"/>
          <p:cNvSpPr txBox="1">
            <a:spLocks noChangeArrowheads="1"/>
          </p:cNvSpPr>
          <p:nvPr/>
        </p:nvSpPr>
        <p:spPr bwMode="auto">
          <a:xfrm>
            <a:off x="1981200" y="2743200"/>
            <a:ext cx="5410200" cy="9159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Evicted dirty lines for write back cache</a:t>
            </a:r>
          </a:p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OR</a:t>
            </a:r>
          </a:p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All writes in write through cache</a:t>
            </a:r>
          </a:p>
        </p:txBody>
      </p:sp>
      <p:sp>
        <p:nvSpPr>
          <p:cNvPr id="1496081" name="Line 17"/>
          <p:cNvSpPr>
            <a:spLocks noChangeShapeType="1"/>
          </p:cNvSpPr>
          <p:nvPr/>
        </p:nvSpPr>
        <p:spPr bwMode="auto">
          <a:xfrm>
            <a:off x="6248400" y="2286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96082" name="Line 18"/>
          <p:cNvSpPr>
            <a:spLocks noChangeShapeType="1"/>
          </p:cNvSpPr>
          <p:nvPr/>
        </p:nvSpPr>
        <p:spPr bwMode="auto">
          <a:xfrm flipH="1" flipV="1">
            <a:off x="1981200" y="12954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6F70A-92F6-AB46-9CC1-97E41523B232}" type="slidenum">
              <a:rPr lang="en-US"/>
              <a:pPr/>
              <a:t>44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4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Presence of L2 influences L1 design</a:t>
            </a:r>
          </a:p>
        </p:txBody>
      </p:sp>
      <p:sp>
        <p:nvSpPr>
          <p:cNvPr id="154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70000"/>
            <a:ext cx="9144000" cy="52832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10000"/>
              </a:spcBef>
            </a:pPr>
            <a:r>
              <a:rPr lang="en-US" sz="3200"/>
              <a:t>Use smaller L1 if there is also L2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Trade increased L1 miss rate for reduced L1 hit time and reduced L1 miss penalty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Reduces average access energy</a:t>
            </a:r>
          </a:p>
          <a:p>
            <a:pPr>
              <a:lnSpc>
                <a:spcPct val="100000"/>
              </a:lnSpc>
              <a:spcBef>
                <a:spcPct val="10000"/>
              </a:spcBef>
            </a:pPr>
            <a:r>
              <a:rPr lang="en-US" sz="3200"/>
              <a:t>Use simpler write-through L1 with on-chip L2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Write-back L2 cache absorbs write traffic, doesn’t go off-chip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At most one L1 miss request per L1 access (no dirty victim write back) simplifies pipeline control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Simplifies coherence issues</a:t>
            </a:r>
          </a:p>
          <a:p>
            <a:pPr lvl="1">
              <a:lnSpc>
                <a:spcPct val="100000"/>
              </a:lnSpc>
              <a:spcBef>
                <a:spcPct val="10000"/>
              </a:spcBef>
            </a:pPr>
            <a:r>
              <a:rPr lang="en-US" sz="2400"/>
              <a:t>Simplifies error recovery in L1 (can use just parity bits in L1 and reload from L2 when parity error detected on L1 read)</a:t>
            </a:r>
          </a:p>
          <a:p>
            <a:pPr>
              <a:lnSpc>
                <a:spcPct val="100000"/>
              </a:lnSpc>
              <a:spcBef>
                <a:spcPct val="10000"/>
              </a:spcBef>
              <a:buFontTx/>
              <a:buNone/>
            </a:pPr>
            <a:endParaRPr lang="en-US" sz="3200"/>
          </a:p>
          <a:p>
            <a:pPr>
              <a:lnSpc>
                <a:spcPct val="100000"/>
              </a:lnSpc>
              <a:spcBef>
                <a:spcPct val="10000"/>
              </a:spcBef>
            </a:pPr>
            <a:endParaRPr lang="en-US" sz="3200"/>
          </a:p>
          <a:p>
            <a:pPr>
              <a:lnSpc>
                <a:spcPct val="100000"/>
              </a:lnSpc>
              <a:spcBef>
                <a:spcPct val="10000"/>
              </a:spcBef>
            </a:pPr>
            <a:endParaRPr lang="en-US" sz="3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041CF-CA2F-B947-B167-4EF6FBB2C043}" type="slidenum">
              <a:rPr lang="en-US"/>
              <a:pPr/>
              <a:t>45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charset="-127"/>
                <a:cs typeface="굴림" charset="-127"/>
              </a:rPr>
              <a:t>Inclusion Policy</a:t>
            </a:r>
          </a:p>
        </p:txBody>
      </p:sp>
      <p:sp>
        <p:nvSpPr>
          <p:cNvPr id="155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43000"/>
            <a:ext cx="7683500" cy="5367528"/>
          </a:xfrm>
        </p:spPr>
        <p:txBody>
          <a:bodyPr/>
          <a:lstStyle/>
          <a:p>
            <a:pPr marL="342900" indent="-342900">
              <a:spcBef>
                <a:spcPts val="552"/>
              </a:spcBef>
            </a:pPr>
            <a:r>
              <a:rPr lang="en-US" altLang="ko-KR" sz="2800" dirty="0">
                <a:ea typeface="굴림" charset="-127"/>
                <a:cs typeface="굴림" charset="-127"/>
              </a:rPr>
              <a:t>Inclusive multilevel cache: 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Inner cache holds copies of data in outer cache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If a block is brought at inner level cache it must be allocated at outer level cache as well</a:t>
            </a:r>
          </a:p>
          <a:p>
            <a:pPr lvl="1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If a block is invalidated at inner level cache it must be removed at outer level cache as well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External coherence snoop access need only check outer cache</a:t>
            </a:r>
          </a:p>
          <a:p>
            <a:pPr marL="342900" indent="-342900">
              <a:spcBef>
                <a:spcPts val="552"/>
              </a:spcBef>
            </a:pPr>
            <a:r>
              <a:rPr lang="en-US" altLang="ko-KR" sz="2800" i="1" dirty="0">
                <a:ea typeface="굴림" charset="-127"/>
                <a:cs typeface="굴림" charset="-127"/>
              </a:rPr>
              <a:t>Exclusive</a:t>
            </a:r>
            <a:r>
              <a:rPr lang="en-US" altLang="ko-KR" sz="2800" dirty="0">
                <a:ea typeface="굴림" charset="-127"/>
                <a:cs typeface="굴림" charset="-127"/>
              </a:rPr>
              <a:t> multilevel caches: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Inner cache may hold data not in outer</a:t>
            </a:r>
            <a:r>
              <a:rPr lang="ko-KR" altLang="en-US" sz="2000" dirty="0">
                <a:ea typeface="굴림" charset="-127"/>
                <a:cs typeface="굴림" charset="-127"/>
              </a:rPr>
              <a:t> </a:t>
            </a:r>
            <a:r>
              <a:rPr lang="en-US" altLang="ko-KR" sz="2000" dirty="0">
                <a:ea typeface="굴림" charset="-127"/>
                <a:cs typeface="굴림" charset="-127"/>
              </a:rPr>
              <a:t>cache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Swap lines between inner/outer caches on miss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Victim is written in L2</a:t>
            </a:r>
          </a:p>
          <a:p>
            <a:pPr marL="742950" lvl="1" indent="-285750">
              <a:spcBef>
                <a:spcPts val="552"/>
              </a:spcBef>
            </a:pPr>
            <a:r>
              <a:rPr lang="en-US" altLang="ko-KR" sz="2000" dirty="0">
                <a:ea typeface="굴림" charset="-127"/>
                <a:cs typeface="굴림" charset="-127"/>
              </a:rPr>
              <a:t>Used in AMD Athlon with 64KB primary and 256KB secondary cache</a:t>
            </a:r>
          </a:p>
          <a:p>
            <a:pPr marL="342900" indent="-342900">
              <a:spcBef>
                <a:spcPts val="552"/>
              </a:spcBef>
              <a:buFontTx/>
              <a:buNone/>
            </a:pPr>
            <a:r>
              <a:rPr lang="en-US" altLang="ko-KR" sz="2800" dirty="0">
                <a:ea typeface="굴림" charset="-127"/>
                <a:cs typeface="굴림" charset="-127"/>
              </a:rPr>
              <a:t>Why choose one type or the other?</a:t>
            </a:r>
          </a:p>
          <a:p>
            <a:pPr marL="342900" indent="-342900">
              <a:spcBef>
                <a:spcPts val="552"/>
              </a:spcBef>
              <a:buNone/>
            </a:pPr>
            <a:endParaRPr lang="en-US" altLang="ko-KR" sz="2800" dirty="0">
              <a:ea typeface="굴림" charset="-127"/>
              <a:cs typeface="굴림" charset="-127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A100-6A6D-0C5F-DE1B-44E832795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 miss penalty of long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ADEFC-9EAD-2D3C-6D41-93130B4BA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wait for full block before restarting the CPU</a:t>
            </a:r>
          </a:p>
          <a:p>
            <a:pPr lvl="1"/>
            <a:r>
              <a:rPr lang="en-US" dirty="0"/>
              <a:t>Early restart</a:t>
            </a:r>
          </a:p>
          <a:p>
            <a:pPr lvl="1"/>
            <a:r>
              <a:rPr lang="en-US" dirty="0"/>
              <a:t>Critical word first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4F7CB-A529-C5DD-38F3-07961E5E5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6ECDB-DEA4-7BA3-D709-90CED710A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144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55C2C-8DF6-F5FB-A53C-DEC96330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Non-blocking 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24A3F-9755-1E47-B6AD-516C8BC12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216470"/>
            <a:ext cx="8604503" cy="4708525"/>
          </a:xfrm>
        </p:spPr>
        <p:txBody>
          <a:bodyPr/>
          <a:lstStyle/>
          <a:p>
            <a:r>
              <a:rPr lang="en-US" sz="2000" dirty="0"/>
              <a:t>Blocking cache </a:t>
            </a:r>
          </a:p>
          <a:p>
            <a:pPr lvl="1"/>
            <a:r>
              <a:rPr lang="en-US" sz="1800" dirty="0"/>
              <a:t>one processor access at a time </a:t>
            </a:r>
          </a:p>
          <a:p>
            <a:pPr lvl="1"/>
            <a:r>
              <a:rPr lang="en-US" sz="1800" dirty="0"/>
              <a:t>Suitable for 5 stage pipeline</a:t>
            </a:r>
          </a:p>
          <a:p>
            <a:pPr lvl="1"/>
            <a:r>
              <a:rPr lang="en-US" sz="1800" dirty="0"/>
              <a:t>Not suitable for a machine that can execute multiple memory accesses in one cycle</a:t>
            </a:r>
          </a:p>
          <a:p>
            <a:r>
              <a:rPr lang="en-US" sz="2000" dirty="0"/>
              <a:t>Increase cache bandwidth with non blocking caches</a:t>
            </a:r>
          </a:p>
          <a:p>
            <a:r>
              <a:rPr lang="en-US" sz="2000" dirty="0"/>
              <a:t>Overlapping cache accesses</a:t>
            </a:r>
          </a:p>
          <a:p>
            <a:r>
              <a:rPr lang="en-US" sz="2400" dirty="0"/>
              <a:t>Non-blocking caches are used in </a:t>
            </a:r>
          </a:p>
          <a:p>
            <a:pPr lvl="1"/>
            <a:r>
              <a:rPr lang="en-US" sz="2000" dirty="0"/>
              <a:t>Modern wide-issue Out of Order processors because </a:t>
            </a:r>
          </a:p>
          <a:p>
            <a:pPr lvl="1"/>
            <a:r>
              <a:rPr lang="en-US" sz="2000" dirty="0"/>
              <a:t>Memory access throughput must be sustained </a:t>
            </a:r>
          </a:p>
          <a:p>
            <a:pPr lvl="1"/>
            <a:r>
              <a:rPr lang="en-US" sz="2000" dirty="0"/>
              <a:t>Memory accesses must execute concurrently</a:t>
            </a:r>
          </a:p>
          <a:p>
            <a:pPr lvl="2"/>
            <a:r>
              <a:rPr lang="en-US" sz="2000" dirty="0"/>
              <a:t>To hide the large penalty of cache misses</a:t>
            </a:r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96EA9-F31C-8835-C352-56BB0C2A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D94E5-2DEC-D765-DF56-A7C8A62F1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8084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C08E-99EF-0933-AF07-11149737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Non-blocking caches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70F28-9EA1-CD28-401B-8F1B57BBE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3902"/>
            <a:ext cx="4443984" cy="5550090"/>
          </a:xfrm>
        </p:spPr>
        <p:txBody>
          <a:bodyPr/>
          <a:lstStyle/>
          <a:p>
            <a:r>
              <a:rPr lang="en-US" sz="2400" dirty="0"/>
              <a:t>A miss in cache is allocated in</a:t>
            </a:r>
          </a:p>
          <a:p>
            <a:pPr lvl="1"/>
            <a:r>
              <a:rPr lang="en-US" sz="2000" dirty="0"/>
              <a:t>Miss Status Handling Register (MSHR)</a:t>
            </a:r>
          </a:p>
          <a:p>
            <a:r>
              <a:rPr lang="en-US" sz="2400" dirty="0"/>
              <a:t>MSHR has information</a:t>
            </a:r>
          </a:p>
          <a:p>
            <a:pPr lvl="1"/>
            <a:r>
              <a:rPr lang="en-US" sz="2000" dirty="0"/>
              <a:t>Cache line allocated to miss</a:t>
            </a:r>
          </a:p>
          <a:p>
            <a:pPr lvl="1"/>
            <a:r>
              <a:rPr lang="en-US" sz="2000" dirty="0"/>
              <a:t>Block address</a:t>
            </a:r>
          </a:p>
          <a:p>
            <a:pPr lvl="1"/>
            <a:r>
              <a:rPr lang="en-US" sz="2000" dirty="0"/>
              <a:t>Destination register of load</a:t>
            </a:r>
          </a:p>
          <a:p>
            <a:r>
              <a:rPr lang="en-US" sz="2400" dirty="0"/>
              <a:t>Overlapped miss requests to same block are allowed</a:t>
            </a:r>
          </a:p>
          <a:p>
            <a:pPr lvl="1"/>
            <a:r>
              <a:rPr lang="en-US" sz="2000" dirty="0"/>
              <a:t>Primary miss</a:t>
            </a:r>
          </a:p>
          <a:p>
            <a:pPr lvl="1"/>
            <a:r>
              <a:rPr lang="en-US" sz="2000" dirty="0"/>
              <a:t>Secondary miss</a:t>
            </a:r>
          </a:p>
          <a:p>
            <a:r>
              <a:rPr lang="en-US" sz="2400" dirty="0"/>
              <a:t>Intel Pentium Pro supports four outstanding memory misses</a:t>
            </a:r>
          </a:p>
          <a:p>
            <a:endParaRPr lang="en-US" sz="2400" dirty="0"/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CC7FC-EB2A-0D7C-831D-1F208859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0E64E-622C-9E8F-7BF1-B42C47D4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34644-96A2-8155-F0F5-BCBEF0140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183" y="2249424"/>
            <a:ext cx="4411134" cy="15426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C4E2A9-8300-BB91-B880-D32E940FF8D5}"/>
                  </a:ext>
                </a:extLst>
              </p14:cNvPr>
              <p14:cNvContentPartPr/>
              <p14:nvPr/>
            </p14:nvContentPartPr>
            <p14:xfrm>
              <a:off x="5407920" y="3658680"/>
              <a:ext cx="3631320" cy="2138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C4E2A9-8300-BB91-B880-D32E940FF8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98560" y="3649320"/>
                <a:ext cx="3650040" cy="215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27500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568328-CA35-A84A-811E-D8B1E150F35A}" type="slidenum">
              <a:rPr lang="en-US"/>
              <a:pPr/>
              <a:t>49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23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292975" cy="736600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Itanium-2 On-Chip Caches</a:t>
            </a:r>
            <a:br>
              <a:rPr lang="en-US" altLang="ko-KR">
                <a:ea typeface="굴림" charset="-127"/>
                <a:cs typeface="굴림" charset="-127"/>
              </a:rPr>
            </a:br>
            <a:r>
              <a:rPr lang="en-US" altLang="ko-KR" sz="2400">
                <a:ea typeface="굴림" charset="-127"/>
                <a:cs typeface="굴림" charset="-127"/>
              </a:rPr>
              <a:t>(Intel/HP, 2002)</a:t>
            </a:r>
            <a:endParaRPr lang="en-US" altLang="ko-KR">
              <a:ea typeface="굴림" charset="-127"/>
              <a:cs typeface="굴림" charset="-127"/>
            </a:endParaRPr>
          </a:p>
        </p:txBody>
      </p:sp>
      <p:sp>
        <p:nvSpPr>
          <p:cNvPr id="155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0" y="1295400"/>
            <a:ext cx="4114800" cy="4724400"/>
          </a:xfrm>
          <a:noFill/>
          <a:ln/>
        </p:spPr>
        <p:txBody>
          <a:bodyPr/>
          <a:lstStyle/>
          <a:p>
            <a:pPr marL="342900" indent="-342900">
              <a:lnSpc>
                <a:spcPct val="80000"/>
              </a:lnSpc>
              <a:buFontTx/>
              <a:buNone/>
            </a:pPr>
            <a:r>
              <a:rPr lang="en-US" altLang="ko-KR" sz="2800" b="1">
                <a:ea typeface="굴림" charset="-127"/>
                <a:cs typeface="굴림" charset="-127"/>
              </a:rPr>
              <a:t>Level 1:</a:t>
            </a:r>
            <a:r>
              <a:rPr lang="en-US" altLang="ko-KR" sz="2800">
                <a:ea typeface="굴림" charset="-127"/>
                <a:cs typeface="굴림" charset="-127"/>
              </a:rPr>
              <a:t> 16KB, 4-way </a:t>
            </a:r>
            <a:r>
              <a:rPr lang="en-US" altLang="ko-KR" sz="2800" err="1">
                <a:ea typeface="굴림" charset="-127"/>
                <a:cs typeface="굴림" charset="-127"/>
              </a:rPr>
              <a:t>s.a</a:t>
            </a:r>
            <a:r>
              <a:rPr lang="en-US" altLang="ko-KR" sz="2800">
                <a:ea typeface="굴림" charset="-127"/>
                <a:cs typeface="굴림" charset="-127"/>
              </a:rPr>
              <a:t>., 64B line,  quad-port (2 load+2 store), single cycle latency</a:t>
            </a:r>
          </a:p>
          <a:p>
            <a:pPr marL="342900" indent="-342900">
              <a:lnSpc>
                <a:spcPct val="80000"/>
              </a:lnSpc>
              <a:buFontTx/>
              <a:buNone/>
            </a:pPr>
            <a:endParaRPr lang="en-US" altLang="ko-KR" sz="2800">
              <a:ea typeface="굴림" charset="-127"/>
              <a:cs typeface="굴림" charset="-127"/>
            </a:endParaRPr>
          </a:p>
          <a:p>
            <a:pPr marL="342900" indent="-342900">
              <a:lnSpc>
                <a:spcPct val="80000"/>
              </a:lnSpc>
              <a:buFontTx/>
              <a:buNone/>
            </a:pPr>
            <a:r>
              <a:rPr lang="en-US" altLang="ko-KR" sz="2800" b="1">
                <a:ea typeface="굴림" charset="-127"/>
                <a:cs typeface="굴림" charset="-127"/>
              </a:rPr>
              <a:t>Level 2:</a:t>
            </a:r>
            <a:r>
              <a:rPr lang="en-US" altLang="ko-KR" sz="2800">
                <a:ea typeface="굴림" charset="-127"/>
                <a:cs typeface="굴림" charset="-127"/>
              </a:rPr>
              <a:t> 256KB, 4-way </a:t>
            </a:r>
            <a:r>
              <a:rPr lang="en-US" altLang="ko-KR" sz="2800" err="1">
                <a:ea typeface="굴림" charset="-127"/>
                <a:cs typeface="굴림" charset="-127"/>
              </a:rPr>
              <a:t>s.a</a:t>
            </a:r>
            <a:r>
              <a:rPr lang="en-US" altLang="ko-KR" sz="2800">
                <a:ea typeface="굴림" charset="-127"/>
                <a:cs typeface="굴림" charset="-127"/>
              </a:rPr>
              <a:t>, 128B line, quad-port (4 load or 4 store), five cycle latency</a:t>
            </a:r>
          </a:p>
          <a:p>
            <a:pPr marL="342900" indent="-342900">
              <a:lnSpc>
                <a:spcPct val="80000"/>
              </a:lnSpc>
              <a:buFontTx/>
              <a:buNone/>
            </a:pPr>
            <a:endParaRPr lang="en-US" altLang="ko-KR" sz="2800">
              <a:ea typeface="굴림" charset="-127"/>
              <a:cs typeface="굴림" charset="-127"/>
            </a:endParaRPr>
          </a:p>
          <a:p>
            <a:pPr marL="342900" indent="-342900">
              <a:lnSpc>
                <a:spcPct val="80000"/>
              </a:lnSpc>
              <a:buFontTx/>
              <a:buNone/>
            </a:pPr>
            <a:r>
              <a:rPr lang="en-US" altLang="ko-KR" sz="2800" b="1">
                <a:ea typeface="굴림" charset="-127"/>
                <a:cs typeface="굴림" charset="-127"/>
              </a:rPr>
              <a:t>Level 3:</a:t>
            </a:r>
            <a:r>
              <a:rPr lang="en-US" altLang="ko-KR" sz="2800">
                <a:ea typeface="굴림" charset="-127"/>
                <a:cs typeface="굴림" charset="-127"/>
              </a:rPr>
              <a:t> 3MB, 12-way </a:t>
            </a:r>
            <a:r>
              <a:rPr lang="en-US" altLang="ko-KR" sz="2800" err="1">
                <a:ea typeface="굴림" charset="-127"/>
                <a:cs typeface="굴림" charset="-127"/>
              </a:rPr>
              <a:t>s.a</a:t>
            </a:r>
            <a:r>
              <a:rPr lang="en-US" altLang="ko-KR" sz="2800">
                <a:ea typeface="굴림" charset="-127"/>
                <a:cs typeface="굴림" charset="-127"/>
              </a:rPr>
              <a:t>., 128B line, single 32B port, twelve cycle latency</a:t>
            </a:r>
          </a:p>
        </p:txBody>
      </p:sp>
      <p:pic>
        <p:nvPicPr>
          <p:cNvPr id="15523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49772"/>
            <a:ext cx="4873752" cy="530342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Power 7 On-Chip Caches [IBM 2009]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63D-3259-CC47-846F-47C385D40AFA}" type="slidenum">
              <a:rPr lang="en-US" smtClean="0"/>
              <a:pPr/>
              <a:t>50</a:t>
            </a:fld>
            <a:endParaRPr lang="en-US" b="0">
              <a:solidFill>
                <a:srgbClr val="FBBA03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51945" y="1219200"/>
            <a:ext cx="6092055" cy="4876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066800"/>
            <a:ext cx="21379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32KB L1 I$/core</a:t>
            </a:r>
          </a:p>
          <a:p>
            <a:r>
              <a:rPr lang="en-US" sz="2000"/>
              <a:t>32KB L1 D$/core</a:t>
            </a:r>
          </a:p>
          <a:p>
            <a:r>
              <a:rPr lang="en-US" sz="2000"/>
              <a:t>3-cycle latency</a:t>
            </a: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2438400" y="1752600"/>
            <a:ext cx="990600" cy="53340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 flipV="1">
            <a:off x="2895600" y="4114800"/>
            <a:ext cx="1447800" cy="30480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0" y="2667000"/>
            <a:ext cx="29717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256KB Unified L2$/core</a:t>
            </a:r>
          </a:p>
          <a:p>
            <a:r>
              <a:rPr lang="en-US" sz="2000"/>
              <a:t>8-cycle latency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4343400"/>
            <a:ext cx="3124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32MB Unified Shared L3$</a:t>
            </a:r>
          </a:p>
          <a:p>
            <a:r>
              <a:rPr lang="en-US" sz="2000"/>
              <a:t>Embedded DRAM</a:t>
            </a:r>
          </a:p>
          <a:p>
            <a:r>
              <a:rPr lang="en-US" sz="2000"/>
              <a:t>25-cycle latency to local slice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 flipV="1">
            <a:off x="2743200" y="2895600"/>
            <a:ext cx="914400" cy="22860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F614-3F75-2E4A-B06F-7F44B9E3E4FC}" type="slidenum">
              <a:rPr lang="en-US"/>
              <a:pPr/>
              <a:t>51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45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Prefetching</a:t>
            </a:r>
          </a:p>
        </p:txBody>
      </p:sp>
      <p:sp>
        <p:nvSpPr>
          <p:cNvPr id="154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295400"/>
            <a:ext cx="7543800" cy="5029200"/>
          </a:xfrm>
          <a:ln/>
        </p:spPr>
        <p:txBody>
          <a:bodyPr/>
          <a:lstStyle/>
          <a:p>
            <a:pPr marL="342900" indent="-342900"/>
            <a:r>
              <a:rPr lang="en-US" altLang="ko-KR" sz="2800">
                <a:ea typeface="굴림" charset="-127"/>
                <a:cs typeface="굴림" charset="-127"/>
              </a:rPr>
              <a:t>Speculate on future instruction and data accesses and fetch them into cache(s)</a:t>
            </a:r>
          </a:p>
          <a:p>
            <a:pPr marL="742950" lvl="1" indent="-285750"/>
            <a:r>
              <a:rPr lang="en-US" altLang="ko-KR" sz="2400">
                <a:ea typeface="굴림" charset="-127"/>
                <a:cs typeface="굴림" charset="-127"/>
              </a:rPr>
              <a:t>Instruction accesses easier to predict than data accesses</a:t>
            </a:r>
            <a:endParaRPr lang="en-US" altLang="ko-KR" sz="2000">
              <a:ea typeface="굴림" charset="-127"/>
              <a:cs typeface="굴림" charset="-127"/>
            </a:endParaRPr>
          </a:p>
          <a:p>
            <a:pPr marL="342900" indent="-342900"/>
            <a:r>
              <a:rPr lang="en-US" altLang="ko-KR" sz="2800">
                <a:ea typeface="굴림" charset="-127"/>
                <a:cs typeface="굴림" charset="-127"/>
              </a:rPr>
              <a:t>Varieties of prefetching</a:t>
            </a:r>
          </a:p>
          <a:p>
            <a:pPr marL="742950" lvl="1" indent="-285750"/>
            <a:r>
              <a:rPr lang="en-US" altLang="ko-KR" sz="2400">
                <a:ea typeface="굴림" charset="-127"/>
                <a:cs typeface="굴림" charset="-127"/>
              </a:rPr>
              <a:t>Hardware prefetching</a:t>
            </a:r>
          </a:p>
          <a:p>
            <a:pPr marL="742950" lvl="1" indent="-285750"/>
            <a:r>
              <a:rPr lang="en-US" altLang="ko-KR" sz="2400">
                <a:ea typeface="굴림" charset="-127"/>
                <a:cs typeface="굴림" charset="-127"/>
              </a:rPr>
              <a:t>Software prefetching</a:t>
            </a:r>
          </a:p>
          <a:p>
            <a:pPr marL="742950" lvl="1" indent="-285750"/>
            <a:r>
              <a:rPr lang="en-US" altLang="ko-KR" sz="2400">
                <a:ea typeface="굴림" charset="-127"/>
                <a:cs typeface="굴림" charset="-127"/>
              </a:rPr>
              <a:t>Mixed schemes</a:t>
            </a:r>
            <a:endParaRPr lang="en-US" altLang="ko-KR" sz="2000">
              <a:ea typeface="굴림" charset="-127"/>
              <a:cs typeface="굴림" charset="-127"/>
            </a:endParaRPr>
          </a:p>
          <a:p>
            <a:pPr marL="342900" indent="-342900">
              <a:lnSpc>
                <a:spcPct val="100000"/>
              </a:lnSpc>
            </a:pPr>
            <a:r>
              <a:rPr lang="en-US" altLang="ko-KR" sz="3600" i="1">
                <a:ea typeface="굴림" charset="-127"/>
                <a:cs typeface="굴림" charset="-127"/>
              </a:rPr>
              <a:t>What types of misses does prefetching affect?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FAC54-6CD8-7843-8534-19F165D3DEA8}" type="slidenum">
              <a:rPr lang="en-US"/>
              <a:pPr/>
              <a:t>52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47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charset="-127"/>
                <a:cs typeface="굴림" charset="-127"/>
              </a:rPr>
              <a:t>Issues in Prefetching</a:t>
            </a:r>
          </a:p>
        </p:txBody>
      </p:sp>
      <p:sp>
        <p:nvSpPr>
          <p:cNvPr id="154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0400" y="1270000"/>
            <a:ext cx="7772400" cy="1600200"/>
          </a:xfrm>
          <a:ln/>
        </p:spPr>
        <p:txBody>
          <a:bodyPr/>
          <a:lstStyle/>
          <a:p>
            <a:r>
              <a:rPr lang="en-US" altLang="ko-KR" dirty="0">
                <a:ea typeface="굴림" charset="-127"/>
                <a:cs typeface="굴림" charset="-127"/>
              </a:rPr>
              <a:t>Usefulness – should produce hits</a:t>
            </a:r>
          </a:p>
          <a:p>
            <a:r>
              <a:rPr lang="en-US" altLang="ko-KR" dirty="0">
                <a:ea typeface="굴림" charset="-127"/>
                <a:cs typeface="굴림" charset="-127"/>
              </a:rPr>
              <a:t>Timeliness – not late and not too early</a:t>
            </a:r>
          </a:p>
          <a:p>
            <a:r>
              <a:rPr lang="en-US" altLang="ko-KR" dirty="0">
                <a:ea typeface="굴림" charset="-127"/>
                <a:cs typeface="굴림" charset="-127"/>
              </a:rPr>
              <a:t>Cache and bandwidth pollution</a:t>
            </a:r>
          </a:p>
        </p:txBody>
      </p:sp>
      <p:sp>
        <p:nvSpPr>
          <p:cNvPr id="1547268" name="Rectangle 4"/>
          <p:cNvSpPr>
            <a:spLocks noChangeArrowheads="1"/>
          </p:cNvSpPr>
          <p:nvPr/>
        </p:nvSpPr>
        <p:spPr bwMode="auto">
          <a:xfrm>
            <a:off x="1524000" y="3213100"/>
            <a:ext cx="1016000" cy="213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 sz="2000" b="1">
              <a:ea typeface="굴림" charset="-127"/>
              <a:cs typeface="굴림" charset="-127"/>
            </a:endParaRPr>
          </a:p>
        </p:txBody>
      </p:sp>
      <p:sp>
        <p:nvSpPr>
          <p:cNvPr id="1547269" name="Rectangle 5"/>
          <p:cNvSpPr>
            <a:spLocks noChangeArrowheads="1"/>
          </p:cNvSpPr>
          <p:nvPr/>
        </p:nvSpPr>
        <p:spPr bwMode="auto">
          <a:xfrm>
            <a:off x="3200400" y="4432300"/>
            <a:ext cx="1600200" cy="927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L1 Data</a:t>
            </a:r>
            <a:endParaRPr lang="en-US" altLang="ko-KR" sz="2400" b="1">
              <a:ea typeface="굴림" charset="-127"/>
              <a:cs typeface="굴림" charset="-127"/>
            </a:endParaRPr>
          </a:p>
        </p:txBody>
      </p:sp>
      <p:sp>
        <p:nvSpPr>
          <p:cNvPr id="1547270" name="Line 6"/>
          <p:cNvSpPr>
            <a:spLocks noChangeShapeType="1"/>
          </p:cNvSpPr>
          <p:nvPr/>
        </p:nvSpPr>
        <p:spPr bwMode="auto">
          <a:xfrm flipH="1" flipV="1">
            <a:off x="2514600" y="36703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1" name="Line 7"/>
          <p:cNvSpPr>
            <a:spLocks noChangeShapeType="1"/>
          </p:cNvSpPr>
          <p:nvPr/>
        </p:nvSpPr>
        <p:spPr bwMode="auto">
          <a:xfrm flipH="1" flipV="1">
            <a:off x="2514600" y="48895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2" name="Rectangle 8"/>
          <p:cNvSpPr>
            <a:spLocks noChangeArrowheads="1"/>
          </p:cNvSpPr>
          <p:nvPr/>
        </p:nvSpPr>
        <p:spPr bwMode="auto">
          <a:xfrm>
            <a:off x="3200400" y="3213100"/>
            <a:ext cx="16002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L1 Instruction</a:t>
            </a:r>
          </a:p>
        </p:txBody>
      </p:sp>
      <p:sp>
        <p:nvSpPr>
          <p:cNvPr id="1547273" name="Rectangle 9"/>
          <p:cNvSpPr>
            <a:spLocks noChangeArrowheads="1"/>
          </p:cNvSpPr>
          <p:nvPr/>
        </p:nvSpPr>
        <p:spPr bwMode="auto">
          <a:xfrm>
            <a:off x="5715000" y="3213100"/>
            <a:ext cx="1524000" cy="213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Unified L2 Cache</a:t>
            </a:r>
          </a:p>
        </p:txBody>
      </p:sp>
      <p:sp>
        <p:nvSpPr>
          <p:cNvPr id="1547274" name="Freeform 10"/>
          <p:cNvSpPr>
            <a:spLocks/>
          </p:cNvSpPr>
          <p:nvPr/>
        </p:nvSpPr>
        <p:spPr bwMode="auto">
          <a:xfrm>
            <a:off x="4800600" y="3670300"/>
            <a:ext cx="914400" cy="609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0"/>
              </a:cxn>
              <a:cxn ang="0">
                <a:pos x="288" y="384"/>
              </a:cxn>
              <a:cxn ang="0">
                <a:pos x="576" y="384"/>
              </a:cxn>
            </a:cxnLst>
            <a:rect l="0" t="0" r="r" b="b"/>
            <a:pathLst>
              <a:path w="576" h="384">
                <a:moveTo>
                  <a:pt x="0" y="0"/>
                </a:moveTo>
                <a:lnTo>
                  <a:pt x="288" y="0"/>
                </a:lnTo>
                <a:lnTo>
                  <a:pt x="288" y="384"/>
                </a:lnTo>
                <a:lnTo>
                  <a:pt x="576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5" name="Freeform 11"/>
          <p:cNvSpPr>
            <a:spLocks/>
          </p:cNvSpPr>
          <p:nvPr/>
        </p:nvSpPr>
        <p:spPr bwMode="auto">
          <a:xfrm>
            <a:off x="4800600" y="4279900"/>
            <a:ext cx="457200" cy="609600"/>
          </a:xfrm>
          <a:custGeom>
            <a:avLst/>
            <a:gdLst/>
            <a:ahLst/>
            <a:cxnLst>
              <a:cxn ang="0">
                <a:pos x="288" y="0"/>
              </a:cxn>
              <a:cxn ang="0">
                <a:pos x="288" y="384"/>
              </a:cxn>
              <a:cxn ang="0">
                <a:pos x="0" y="384"/>
              </a:cxn>
            </a:cxnLst>
            <a:rect l="0" t="0" r="r" b="b"/>
            <a:pathLst>
              <a:path w="288" h="384">
                <a:moveTo>
                  <a:pt x="288" y="0"/>
                </a:moveTo>
                <a:lnTo>
                  <a:pt x="288" y="384"/>
                </a:lnTo>
                <a:lnTo>
                  <a:pt x="0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6" name="Rectangle 12"/>
          <p:cNvSpPr>
            <a:spLocks noChangeArrowheads="1"/>
          </p:cNvSpPr>
          <p:nvPr/>
        </p:nvSpPr>
        <p:spPr bwMode="auto">
          <a:xfrm>
            <a:off x="1676400" y="45847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ko-KR" sz="2000" b="1">
                <a:ea typeface="굴림" charset="-127"/>
                <a:cs typeface="굴림" charset="-127"/>
              </a:rPr>
              <a:t>RF</a:t>
            </a:r>
          </a:p>
        </p:txBody>
      </p:sp>
      <p:sp>
        <p:nvSpPr>
          <p:cNvPr id="1547277" name="Line 13"/>
          <p:cNvSpPr>
            <a:spLocks noChangeShapeType="1"/>
          </p:cNvSpPr>
          <p:nvPr/>
        </p:nvSpPr>
        <p:spPr bwMode="auto">
          <a:xfrm flipV="1">
            <a:off x="1828800" y="43561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8" name="Line 14"/>
          <p:cNvSpPr>
            <a:spLocks noChangeShapeType="1"/>
          </p:cNvSpPr>
          <p:nvPr/>
        </p:nvSpPr>
        <p:spPr bwMode="auto">
          <a:xfrm flipV="1">
            <a:off x="1981200" y="43561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79" name="Line 15"/>
          <p:cNvSpPr>
            <a:spLocks noChangeShapeType="1"/>
          </p:cNvSpPr>
          <p:nvPr/>
        </p:nvSpPr>
        <p:spPr bwMode="auto">
          <a:xfrm>
            <a:off x="2133600" y="43561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80" name="Text Box 16"/>
          <p:cNvSpPr txBox="1">
            <a:spLocks noChangeArrowheads="1"/>
          </p:cNvSpPr>
          <p:nvPr/>
        </p:nvSpPr>
        <p:spPr bwMode="auto">
          <a:xfrm>
            <a:off x="1524000" y="3746500"/>
            <a:ext cx="9906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altLang="ko-KR" sz="2400" b="1">
                <a:ea typeface="굴림" charset="-127"/>
                <a:cs typeface="굴림" charset="-127"/>
              </a:rPr>
              <a:t>CPU</a:t>
            </a:r>
          </a:p>
        </p:txBody>
      </p:sp>
      <p:sp>
        <p:nvSpPr>
          <p:cNvPr id="1547281" name="AutoShape 17"/>
          <p:cNvSpPr>
            <a:spLocks noChangeArrowheads="1"/>
          </p:cNvSpPr>
          <p:nvPr/>
        </p:nvSpPr>
        <p:spPr bwMode="auto">
          <a:xfrm rot="5400000" flipV="1">
            <a:off x="4876800" y="4737100"/>
            <a:ext cx="762000" cy="609600"/>
          </a:xfrm>
          <a:custGeom>
            <a:avLst/>
            <a:gdLst>
              <a:gd name="G0" fmla="+- 9257 0 0"/>
              <a:gd name="G1" fmla="+- 16874 0 0"/>
              <a:gd name="G2" fmla="+- 7143 0 0"/>
              <a:gd name="G3" fmla="*/ 9257 1 2"/>
              <a:gd name="G4" fmla="+- G3 10800 0"/>
              <a:gd name="G5" fmla="+- 21600 9257 16874"/>
              <a:gd name="G6" fmla="+- 16874 7143 0"/>
              <a:gd name="G7" fmla="*/ G6 1 2"/>
              <a:gd name="G8" fmla="*/ 1687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87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143 h 21600"/>
              <a:gd name="T4" fmla="*/ 0 w 21600"/>
              <a:gd name="T5" fmla="*/ 19750 h 21600"/>
              <a:gd name="T6" fmla="*/ 8437 w 21600"/>
              <a:gd name="T7" fmla="*/ 21600 h 21600"/>
              <a:gd name="T8" fmla="*/ 16874 w 21600"/>
              <a:gd name="T9" fmla="*/ 15372 h 21600"/>
              <a:gd name="T10" fmla="*/ 21600 w 21600"/>
              <a:gd name="T11" fmla="*/ 7143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143"/>
                </a:lnTo>
                <a:lnTo>
                  <a:pt x="13983" y="7143"/>
                </a:lnTo>
                <a:lnTo>
                  <a:pt x="13983" y="17899"/>
                </a:lnTo>
                <a:lnTo>
                  <a:pt x="0" y="17899"/>
                </a:lnTo>
                <a:lnTo>
                  <a:pt x="0" y="21600"/>
                </a:lnTo>
                <a:lnTo>
                  <a:pt x="16874" y="21600"/>
                </a:lnTo>
                <a:lnTo>
                  <a:pt x="16874" y="7143"/>
                </a:lnTo>
                <a:lnTo>
                  <a:pt x="21600" y="7143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7282" name="Text Box 18"/>
          <p:cNvSpPr txBox="1">
            <a:spLocks noChangeArrowheads="1"/>
          </p:cNvSpPr>
          <p:nvPr/>
        </p:nvSpPr>
        <p:spPr bwMode="auto">
          <a:xfrm>
            <a:off x="5089525" y="5434013"/>
            <a:ext cx="2089150" cy="396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 b="1">
                <a:solidFill>
                  <a:schemeClr val="accent2"/>
                </a:solidFill>
                <a:ea typeface="굴림" charset="-127"/>
                <a:cs typeface="굴림" charset="-127"/>
              </a:rPr>
              <a:t>Prefetched data</a:t>
            </a:r>
          </a:p>
        </p:txBody>
      </p:sp>
      <p:sp>
        <p:nvSpPr>
          <p:cNvPr id="1547283" name="Rectangle 19"/>
          <p:cNvSpPr>
            <a:spLocks noChangeArrowheads="1"/>
          </p:cNvSpPr>
          <p:nvPr/>
        </p:nvSpPr>
        <p:spPr bwMode="auto">
          <a:xfrm>
            <a:off x="4572000" y="4432300"/>
            <a:ext cx="228600" cy="9144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6B344-989E-C448-8D36-814DE2CE6F54}" type="slidenum">
              <a:rPr lang="en-US"/>
              <a:pPr/>
              <a:t>53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4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30200" y="342900"/>
            <a:ext cx="7835900" cy="850900"/>
          </a:xfrm>
        </p:spPr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Hardware Instruction Prefetching</a:t>
            </a:r>
          </a:p>
        </p:txBody>
      </p:sp>
      <p:sp>
        <p:nvSpPr>
          <p:cNvPr id="1549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1219200"/>
            <a:ext cx="7848600" cy="2209800"/>
          </a:xfrm>
          <a:ln/>
        </p:spPr>
        <p:txBody>
          <a:bodyPr/>
          <a:lstStyle/>
          <a:p>
            <a:pPr marL="231775" indent="-231775">
              <a:buFontTx/>
              <a:buNone/>
            </a:pPr>
            <a:r>
              <a:rPr lang="en-US" altLang="ko-KR" sz="2000">
                <a:ea typeface="굴림" charset="-127"/>
                <a:cs typeface="굴림" charset="-127"/>
              </a:rPr>
              <a:t>Instruction prefetch in Alpha AXP 21064</a:t>
            </a:r>
          </a:p>
          <a:p>
            <a:pPr marL="574675" lvl="1"/>
            <a:r>
              <a:rPr lang="en-US" altLang="ko-KR" sz="2000">
                <a:ea typeface="굴림" charset="-127"/>
                <a:cs typeface="굴림" charset="-127"/>
              </a:rPr>
              <a:t>Fetch two blocks on a miss; the requested block (</a:t>
            </a:r>
            <a:r>
              <a:rPr lang="en-US" altLang="ko-KR" sz="2000" err="1">
                <a:ea typeface="굴림" charset="-127"/>
                <a:cs typeface="굴림" charset="-127"/>
              </a:rPr>
              <a:t>i</a:t>
            </a:r>
            <a:r>
              <a:rPr lang="en-US" altLang="ko-KR" sz="2000">
                <a:ea typeface="굴림" charset="-127"/>
                <a:cs typeface="굴림" charset="-127"/>
              </a:rPr>
              <a:t>) and the next consecutive block (i+1)</a:t>
            </a:r>
          </a:p>
          <a:p>
            <a:pPr marL="574675" lvl="1"/>
            <a:r>
              <a:rPr lang="en-US" altLang="ko-KR" sz="2000">
                <a:ea typeface="굴림" charset="-127"/>
                <a:cs typeface="굴림" charset="-127"/>
              </a:rPr>
              <a:t>Requested block placed in cache, and next block in instruction stream buffer</a:t>
            </a:r>
          </a:p>
          <a:p>
            <a:pPr marL="574675" lvl="1"/>
            <a:r>
              <a:rPr lang="en-US" altLang="ko-KR" sz="2000">
                <a:ea typeface="굴림" charset="-127"/>
                <a:cs typeface="굴림" charset="-127"/>
              </a:rPr>
              <a:t>If miss in cache but hit in stream buffer, move stream buffer block into cache and prefetch next block (i+2)</a:t>
            </a:r>
          </a:p>
        </p:txBody>
      </p:sp>
      <p:sp>
        <p:nvSpPr>
          <p:cNvPr id="1549316" name="Rectangle 4"/>
          <p:cNvSpPr>
            <a:spLocks noChangeArrowheads="1"/>
          </p:cNvSpPr>
          <p:nvPr/>
        </p:nvSpPr>
        <p:spPr bwMode="auto">
          <a:xfrm>
            <a:off x="1524000" y="4419600"/>
            <a:ext cx="1016000" cy="1600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z="2000" b="1"/>
          </a:p>
        </p:txBody>
      </p:sp>
      <p:sp>
        <p:nvSpPr>
          <p:cNvPr id="1549317" name="Line 5"/>
          <p:cNvSpPr>
            <a:spLocks noChangeShapeType="1"/>
          </p:cNvSpPr>
          <p:nvPr/>
        </p:nvSpPr>
        <p:spPr bwMode="auto">
          <a:xfrm flipH="1" flipV="1">
            <a:off x="2514600" y="52578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18" name="Rectangle 6"/>
          <p:cNvSpPr>
            <a:spLocks noChangeArrowheads="1"/>
          </p:cNvSpPr>
          <p:nvPr/>
        </p:nvSpPr>
        <p:spPr bwMode="auto">
          <a:xfrm>
            <a:off x="3200400" y="4800600"/>
            <a:ext cx="16002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 b="1"/>
              <a:t>L1 Instruction</a:t>
            </a:r>
          </a:p>
        </p:txBody>
      </p:sp>
      <p:sp>
        <p:nvSpPr>
          <p:cNvPr id="1549319" name="Rectangle 7"/>
          <p:cNvSpPr>
            <a:spLocks noChangeArrowheads="1"/>
          </p:cNvSpPr>
          <p:nvPr/>
        </p:nvSpPr>
        <p:spPr bwMode="auto">
          <a:xfrm>
            <a:off x="6172200" y="4419600"/>
            <a:ext cx="1524000" cy="1600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 b="1"/>
              <a:t>Unified L2 Cache</a:t>
            </a:r>
          </a:p>
        </p:txBody>
      </p:sp>
      <p:sp>
        <p:nvSpPr>
          <p:cNvPr id="1549320" name="Freeform 8"/>
          <p:cNvSpPr>
            <a:spLocks/>
          </p:cNvSpPr>
          <p:nvPr/>
        </p:nvSpPr>
        <p:spPr bwMode="auto">
          <a:xfrm>
            <a:off x="4800600" y="5029200"/>
            <a:ext cx="13716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0"/>
              </a:cxn>
              <a:cxn ang="0">
                <a:pos x="288" y="384"/>
              </a:cxn>
              <a:cxn ang="0">
                <a:pos x="576" y="384"/>
              </a:cxn>
            </a:cxnLst>
            <a:rect l="0" t="0" r="r" b="b"/>
            <a:pathLst>
              <a:path w="576" h="384">
                <a:moveTo>
                  <a:pt x="0" y="0"/>
                </a:moveTo>
                <a:lnTo>
                  <a:pt x="288" y="0"/>
                </a:lnTo>
                <a:lnTo>
                  <a:pt x="288" y="384"/>
                </a:lnTo>
                <a:lnTo>
                  <a:pt x="576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1" name="Rectangle 9"/>
          <p:cNvSpPr>
            <a:spLocks noChangeArrowheads="1"/>
          </p:cNvSpPr>
          <p:nvPr/>
        </p:nvSpPr>
        <p:spPr bwMode="auto">
          <a:xfrm>
            <a:off x="1676400" y="53340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 b="1"/>
              <a:t>RF</a:t>
            </a:r>
          </a:p>
        </p:txBody>
      </p:sp>
      <p:sp>
        <p:nvSpPr>
          <p:cNvPr id="1549322" name="Line 10"/>
          <p:cNvSpPr>
            <a:spLocks noChangeShapeType="1"/>
          </p:cNvSpPr>
          <p:nvPr/>
        </p:nvSpPr>
        <p:spPr bwMode="auto">
          <a:xfrm flipV="1">
            <a:off x="1828800" y="5105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3" name="Line 11"/>
          <p:cNvSpPr>
            <a:spLocks noChangeShapeType="1"/>
          </p:cNvSpPr>
          <p:nvPr/>
        </p:nvSpPr>
        <p:spPr bwMode="auto">
          <a:xfrm flipV="1">
            <a:off x="1981200" y="5105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4" name="Line 12"/>
          <p:cNvSpPr>
            <a:spLocks noChangeShapeType="1"/>
          </p:cNvSpPr>
          <p:nvPr/>
        </p:nvSpPr>
        <p:spPr bwMode="auto">
          <a:xfrm>
            <a:off x="2133600" y="510540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5" name="Text Box 13"/>
          <p:cNvSpPr txBox="1">
            <a:spLocks noChangeArrowheads="1"/>
          </p:cNvSpPr>
          <p:nvPr/>
        </p:nvSpPr>
        <p:spPr bwMode="auto">
          <a:xfrm>
            <a:off x="1524000" y="4495800"/>
            <a:ext cx="9906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CPU</a:t>
            </a:r>
          </a:p>
        </p:txBody>
      </p:sp>
      <p:sp>
        <p:nvSpPr>
          <p:cNvPr id="1549326" name="AutoShape 14"/>
          <p:cNvSpPr>
            <a:spLocks noChangeArrowheads="1"/>
          </p:cNvSpPr>
          <p:nvPr/>
        </p:nvSpPr>
        <p:spPr bwMode="auto">
          <a:xfrm rot="-27000000">
            <a:off x="4457700" y="4229100"/>
            <a:ext cx="990600" cy="609600"/>
          </a:xfrm>
          <a:custGeom>
            <a:avLst/>
            <a:gdLst>
              <a:gd name="G0" fmla="+- 9257 0 0"/>
              <a:gd name="G1" fmla="+- 16874 0 0"/>
              <a:gd name="G2" fmla="+- 7143 0 0"/>
              <a:gd name="G3" fmla="*/ 9257 1 2"/>
              <a:gd name="G4" fmla="+- G3 10800 0"/>
              <a:gd name="G5" fmla="+- 21600 9257 16874"/>
              <a:gd name="G6" fmla="+- 16874 7143 0"/>
              <a:gd name="G7" fmla="*/ G6 1 2"/>
              <a:gd name="G8" fmla="*/ 1687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87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143 h 21600"/>
              <a:gd name="T4" fmla="*/ 0 w 21600"/>
              <a:gd name="T5" fmla="*/ 19750 h 21600"/>
              <a:gd name="T6" fmla="*/ 8437 w 21600"/>
              <a:gd name="T7" fmla="*/ 21600 h 21600"/>
              <a:gd name="T8" fmla="*/ 16874 w 21600"/>
              <a:gd name="T9" fmla="*/ 15372 h 21600"/>
              <a:gd name="T10" fmla="*/ 21600 w 21600"/>
              <a:gd name="T11" fmla="*/ 7143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143"/>
                </a:lnTo>
                <a:lnTo>
                  <a:pt x="13983" y="7143"/>
                </a:lnTo>
                <a:lnTo>
                  <a:pt x="13983" y="17899"/>
                </a:lnTo>
                <a:lnTo>
                  <a:pt x="0" y="17899"/>
                </a:lnTo>
                <a:lnTo>
                  <a:pt x="0" y="21600"/>
                </a:lnTo>
                <a:lnTo>
                  <a:pt x="16874" y="21600"/>
                </a:lnTo>
                <a:lnTo>
                  <a:pt x="16874" y="7143"/>
                </a:lnTo>
                <a:lnTo>
                  <a:pt x="21600" y="7143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27" name="Rectangle 15"/>
          <p:cNvSpPr>
            <a:spLocks noChangeArrowheads="1"/>
          </p:cNvSpPr>
          <p:nvPr/>
        </p:nvSpPr>
        <p:spPr bwMode="auto">
          <a:xfrm>
            <a:off x="3733800" y="3810000"/>
            <a:ext cx="9144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600" b="1"/>
              <a:t>Stream</a:t>
            </a:r>
          </a:p>
          <a:p>
            <a:pPr>
              <a:spcBef>
                <a:spcPct val="0"/>
              </a:spcBef>
            </a:pPr>
            <a:r>
              <a:rPr lang="en-US" sz="1600" b="1"/>
              <a:t>Buffer</a:t>
            </a:r>
          </a:p>
        </p:txBody>
      </p:sp>
      <p:sp>
        <p:nvSpPr>
          <p:cNvPr id="1549328" name="Text Box 16"/>
          <p:cNvSpPr txBox="1">
            <a:spLocks noChangeArrowheads="1"/>
          </p:cNvSpPr>
          <p:nvPr/>
        </p:nvSpPr>
        <p:spPr bwMode="auto">
          <a:xfrm>
            <a:off x="5029200" y="3581400"/>
            <a:ext cx="1820863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Prefetched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instruction block</a:t>
            </a:r>
          </a:p>
        </p:txBody>
      </p:sp>
      <p:sp>
        <p:nvSpPr>
          <p:cNvPr id="1549329" name="AutoShape 17"/>
          <p:cNvSpPr>
            <a:spLocks noChangeArrowheads="1"/>
          </p:cNvSpPr>
          <p:nvPr/>
        </p:nvSpPr>
        <p:spPr bwMode="auto">
          <a:xfrm rot="-10800000">
            <a:off x="3200400" y="4191000"/>
            <a:ext cx="533400" cy="609600"/>
          </a:xfrm>
          <a:custGeom>
            <a:avLst/>
            <a:gdLst>
              <a:gd name="G0" fmla="+- 9257 0 0"/>
              <a:gd name="G1" fmla="+- 16874 0 0"/>
              <a:gd name="G2" fmla="+- 7143 0 0"/>
              <a:gd name="G3" fmla="*/ 9257 1 2"/>
              <a:gd name="G4" fmla="+- G3 10800 0"/>
              <a:gd name="G5" fmla="+- 21600 9257 16874"/>
              <a:gd name="G6" fmla="+- 16874 7143 0"/>
              <a:gd name="G7" fmla="*/ G6 1 2"/>
              <a:gd name="G8" fmla="*/ 16874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6874 1 2"/>
              <a:gd name="G15" fmla="+- G5 0 G4"/>
              <a:gd name="G16" fmla="+- G0 0 G4"/>
              <a:gd name="G17" fmla="*/ G2 G15 G16"/>
              <a:gd name="T0" fmla="*/ 15429 w 21600"/>
              <a:gd name="T1" fmla="*/ 0 h 21600"/>
              <a:gd name="T2" fmla="*/ 9257 w 21600"/>
              <a:gd name="T3" fmla="*/ 7143 h 21600"/>
              <a:gd name="T4" fmla="*/ 0 w 21600"/>
              <a:gd name="T5" fmla="*/ 19750 h 21600"/>
              <a:gd name="T6" fmla="*/ 8437 w 21600"/>
              <a:gd name="T7" fmla="*/ 21600 h 21600"/>
              <a:gd name="T8" fmla="*/ 16874 w 21600"/>
              <a:gd name="T9" fmla="*/ 15372 h 21600"/>
              <a:gd name="T10" fmla="*/ 21600 w 21600"/>
              <a:gd name="T11" fmla="*/ 7143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5429" y="0"/>
                </a:moveTo>
                <a:lnTo>
                  <a:pt x="9257" y="7143"/>
                </a:lnTo>
                <a:lnTo>
                  <a:pt x="13983" y="7143"/>
                </a:lnTo>
                <a:lnTo>
                  <a:pt x="13983" y="17899"/>
                </a:lnTo>
                <a:lnTo>
                  <a:pt x="0" y="17899"/>
                </a:lnTo>
                <a:lnTo>
                  <a:pt x="0" y="21600"/>
                </a:lnTo>
                <a:lnTo>
                  <a:pt x="16874" y="21600"/>
                </a:lnTo>
                <a:lnTo>
                  <a:pt x="16874" y="7143"/>
                </a:lnTo>
                <a:lnTo>
                  <a:pt x="21600" y="7143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accent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49330" name="Text Box 18"/>
          <p:cNvSpPr txBox="1">
            <a:spLocks noChangeArrowheads="1"/>
          </p:cNvSpPr>
          <p:nvPr/>
        </p:nvSpPr>
        <p:spPr bwMode="auto">
          <a:xfrm>
            <a:off x="2552700" y="3810000"/>
            <a:ext cx="771525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Req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 block</a:t>
            </a:r>
          </a:p>
        </p:txBody>
      </p:sp>
      <p:sp>
        <p:nvSpPr>
          <p:cNvPr id="1549331" name="Text Box 19"/>
          <p:cNvSpPr txBox="1">
            <a:spLocks noChangeArrowheads="1"/>
          </p:cNvSpPr>
          <p:nvPr/>
        </p:nvSpPr>
        <p:spPr bwMode="auto">
          <a:xfrm>
            <a:off x="4800600" y="5257800"/>
            <a:ext cx="771525" cy="5810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Req</a:t>
            </a:r>
          </a:p>
          <a:p>
            <a:pPr>
              <a:spcBef>
                <a:spcPct val="0"/>
              </a:spcBef>
            </a:pPr>
            <a:r>
              <a:rPr lang="en-US" b="1">
                <a:solidFill>
                  <a:schemeClr val="accent2"/>
                </a:solidFill>
              </a:rPr>
              <a:t> block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60C46-7C1D-C240-8D89-8439AF478820}" type="slidenum">
              <a:rPr lang="en-US"/>
              <a:pPr/>
              <a:t>54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Hardware Data Prefetching</a:t>
            </a:r>
          </a:p>
        </p:txBody>
      </p:sp>
      <p:sp>
        <p:nvSpPr>
          <p:cNvPr id="155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0100" y="1143000"/>
            <a:ext cx="7543800" cy="5181600"/>
          </a:xfrm>
          <a:ln/>
        </p:spPr>
        <p:txBody>
          <a:bodyPr/>
          <a:lstStyle/>
          <a:p>
            <a:pPr marL="231775" indent="-231775">
              <a:lnSpc>
                <a:spcPct val="80000"/>
              </a:lnSpc>
            </a:pPr>
            <a:r>
              <a:rPr lang="en-US" altLang="ko-KR" dirty="0">
                <a:ea typeface="굴림" charset="-127"/>
                <a:cs typeface="굴림" charset="-127"/>
              </a:rPr>
              <a:t>Prefetch-on-miss:</a:t>
            </a: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dirty="0">
                <a:ea typeface="굴림" charset="-127"/>
                <a:cs typeface="굴림" charset="-127"/>
              </a:rPr>
              <a:t>Prefetch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 + 1</a:t>
            </a:r>
            <a:r>
              <a:rPr lang="en-US" altLang="ko-KR" sz="2000" dirty="0">
                <a:ea typeface="굴림" charset="-127"/>
                <a:cs typeface="굴림" charset="-127"/>
              </a:rPr>
              <a:t> upon miss on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</a:t>
            </a:r>
          </a:p>
          <a:p>
            <a:pPr marL="574675" lvl="1" indent="-171450">
              <a:lnSpc>
                <a:spcPct val="80000"/>
              </a:lnSpc>
            </a:pPr>
            <a:endParaRPr lang="en-US" altLang="ko-KR" dirty="0">
              <a:solidFill>
                <a:schemeClr val="accent2"/>
              </a:solidFill>
              <a:ea typeface="굴림" charset="-127"/>
              <a:cs typeface="굴림" charset="-127"/>
            </a:endParaRPr>
          </a:p>
          <a:p>
            <a:pPr marL="231775" indent="-231775">
              <a:lnSpc>
                <a:spcPct val="80000"/>
              </a:lnSpc>
            </a:pPr>
            <a:r>
              <a:rPr lang="en-US" altLang="ko-KR" dirty="0">
                <a:ea typeface="굴림" charset="-127"/>
                <a:cs typeface="굴림" charset="-127"/>
              </a:rPr>
              <a:t>One Block Lookahead (OBL) scheme </a:t>
            </a: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dirty="0">
                <a:ea typeface="굴림" charset="-127"/>
                <a:cs typeface="굴림" charset="-127"/>
              </a:rPr>
              <a:t>Initiate prefetch for block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 + 1</a:t>
            </a:r>
            <a:r>
              <a:rPr lang="en-US" altLang="ko-KR" sz="2000" dirty="0">
                <a:ea typeface="굴림" charset="-127"/>
                <a:cs typeface="굴림" charset="-127"/>
              </a:rPr>
              <a:t> when block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</a:t>
            </a:r>
            <a:r>
              <a:rPr lang="en-US" altLang="ko-KR" sz="2000" dirty="0">
                <a:ea typeface="굴림" charset="-127"/>
                <a:cs typeface="굴림" charset="-127"/>
              </a:rPr>
              <a:t> is accessed</a:t>
            </a: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i="1" dirty="0">
                <a:solidFill>
                  <a:schemeClr val="tx2"/>
                </a:solidFill>
                <a:ea typeface="굴림" charset="-127"/>
                <a:cs typeface="굴림" charset="-127"/>
              </a:rPr>
              <a:t>Why is this different from doubling block size?</a:t>
            </a:r>
            <a:endParaRPr lang="en-US" altLang="ko-KR" sz="2000" dirty="0">
              <a:solidFill>
                <a:schemeClr val="tx2"/>
              </a:solidFill>
              <a:ea typeface="굴림" charset="-127"/>
              <a:cs typeface="굴림" charset="-127"/>
            </a:endParaRP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dirty="0">
                <a:solidFill>
                  <a:schemeClr val="tx2"/>
                </a:solidFill>
                <a:ea typeface="굴림" charset="-127"/>
                <a:cs typeface="굴림" charset="-127"/>
              </a:rPr>
              <a:t>Can extend to N-block look-ahead</a:t>
            </a:r>
          </a:p>
          <a:p>
            <a:pPr marL="574675" lvl="1" indent="-171450">
              <a:lnSpc>
                <a:spcPct val="80000"/>
              </a:lnSpc>
            </a:pPr>
            <a:endParaRPr lang="en-US" altLang="ko-KR" dirty="0">
              <a:solidFill>
                <a:schemeClr val="tx2"/>
              </a:solidFill>
              <a:ea typeface="굴림" charset="-127"/>
              <a:cs typeface="굴림" charset="-127"/>
            </a:endParaRPr>
          </a:p>
          <a:p>
            <a:pPr marL="231775" indent="-231775">
              <a:lnSpc>
                <a:spcPct val="80000"/>
              </a:lnSpc>
            </a:pPr>
            <a:r>
              <a:rPr lang="en-US" altLang="ko-KR" dirty="0" err="1">
                <a:ea typeface="굴림" charset="-127"/>
                <a:cs typeface="굴림" charset="-127"/>
              </a:rPr>
              <a:t>Strided</a:t>
            </a:r>
            <a:r>
              <a:rPr lang="en-US" altLang="ko-KR" dirty="0">
                <a:ea typeface="굴림" charset="-127"/>
                <a:cs typeface="굴림" charset="-127"/>
              </a:rPr>
              <a:t> prefetch</a:t>
            </a:r>
          </a:p>
          <a:p>
            <a:pPr marL="574675" lvl="1" indent="-171450">
              <a:lnSpc>
                <a:spcPct val="80000"/>
              </a:lnSpc>
            </a:pPr>
            <a:r>
              <a:rPr lang="en-US" altLang="ko-KR" sz="2000" dirty="0">
                <a:ea typeface="굴림" charset="-127"/>
                <a:cs typeface="굴림" charset="-127"/>
              </a:rPr>
              <a:t>If observe sequence of accesses to block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</a:t>
            </a:r>
            <a:r>
              <a:rPr lang="en-US" altLang="ko-KR" sz="2000" dirty="0">
                <a:ea typeface="굴림" charset="-127"/>
                <a:cs typeface="굴림" charset="-127"/>
              </a:rPr>
              <a:t>, </a:t>
            </a:r>
            <a:r>
              <a:rPr lang="en-US" altLang="ko-KR" sz="2000" dirty="0" err="1">
                <a:solidFill>
                  <a:schemeClr val="accent2"/>
                </a:solidFill>
                <a:ea typeface="굴림" charset="-127"/>
                <a:cs typeface="굴림" charset="-127"/>
              </a:rPr>
              <a:t>b+N</a:t>
            </a:r>
            <a:r>
              <a:rPr lang="en-US" altLang="ko-KR" sz="2000" dirty="0">
                <a:ea typeface="굴림" charset="-127"/>
                <a:cs typeface="굴림" charset="-127"/>
              </a:rPr>
              <a:t>,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b+2N</a:t>
            </a:r>
            <a:r>
              <a:rPr lang="en-US" altLang="ko-KR" sz="2000" dirty="0">
                <a:ea typeface="굴림" charset="-127"/>
                <a:cs typeface="굴림" charset="-127"/>
              </a:rPr>
              <a:t>, then prefetch </a:t>
            </a:r>
            <a:r>
              <a:rPr lang="en-US" altLang="ko-KR" sz="2000" dirty="0">
                <a:solidFill>
                  <a:schemeClr val="accent2"/>
                </a:solidFill>
                <a:ea typeface="굴림" charset="-127"/>
                <a:cs typeface="굴림" charset="-127"/>
              </a:rPr>
              <a:t>b+3N</a:t>
            </a:r>
            <a:r>
              <a:rPr lang="en-US" altLang="ko-KR" sz="2000" dirty="0">
                <a:ea typeface="굴림" charset="-127"/>
                <a:cs typeface="굴림" charset="-127"/>
              </a:rPr>
              <a:t> etc.</a:t>
            </a:r>
          </a:p>
          <a:p>
            <a:pPr marL="231775" indent="-231775">
              <a:lnSpc>
                <a:spcPct val="80000"/>
              </a:lnSpc>
            </a:pPr>
            <a:endParaRPr lang="en-US" altLang="ko-KR" dirty="0">
              <a:ea typeface="굴림" charset="-127"/>
              <a:cs typeface="굴림" charset="-127"/>
            </a:endParaRPr>
          </a:p>
          <a:p>
            <a:pPr marL="231775" indent="-231775">
              <a:lnSpc>
                <a:spcPct val="80000"/>
              </a:lnSpc>
              <a:buFontTx/>
              <a:buNone/>
            </a:pPr>
            <a:r>
              <a:rPr lang="en-US" altLang="ko-KR" sz="2000" b="1" dirty="0">
                <a:ea typeface="굴림" charset="-127"/>
                <a:cs typeface="굴림" charset="-127"/>
              </a:rPr>
              <a:t>Example:</a:t>
            </a:r>
            <a:r>
              <a:rPr lang="en-US" altLang="ko-KR" sz="2000" dirty="0">
                <a:ea typeface="굴림" charset="-127"/>
                <a:cs typeface="굴림" charset="-127"/>
              </a:rPr>
              <a:t> IBM Power 5 [2003] supports eight independent streams of </a:t>
            </a:r>
            <a:r>
              <a:rPr lang="en-US" altLang="ko-KR" sz="2000" dirty="0" err="1">
                <a:ea typeface="굴림" charset="-127"/>
                <a:cs typeface="굴림" charset="-127"/>
              </a:rPr>
              <a:t>strided</a:t>
            </a:r>
            <a:r>
              <a:rPr lang="en-US" altLang="ko-KR" sz="2000" dirty="0">
                <a:ea typeface="굴림" charset="-127"/>
                <a:cs typeface="굴림" charset="-127"/>
              </a:rPr>
              <a:t> prefetch per processor, prefetching 12 lines ahead of current access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DF65309-BA8A-37B5-720E-772B805F6799}"/>
                  </a:ext>
                </a:extLst>
              </p14:cNvPr>
              <p14:cNvContentPartPr/>
              <p14:nvPr/>
            </p14:nvContentPartPr>
            <p14:xfrm>
              <a:off x="4781520" y="1037520"/>
              <a:ext cx="3996000" cy="3635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DF65309-BA8A-37B5-720E-772B805F67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72160" y="1028160"/>
                <a:ext cx="4014720" cy="3654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4A05-5350-604A-860D-2BECFAB5A584}" type="slidenum">
              <a:rPr lang="en-US"/>
              <a:pPr/>
              <a:t>55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Software Prefetching</a:t>
            </a:r>
          </a:p>
        </p:txBody>
      </p:sp>
      <p:sp>
        <p:nvSpPr>
          <p:cNvPr id="155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5200" y="1708150"/>
            <a:ext cx="7399338" cy="4252913"/>
          </a:xfrm>
          <a:noFill/>
          <a:ln/>
        </p:spPr>
        <p:txBody>
          <a:bodyPr/>
          <a:lstStyle/>
          <a:p>
            <a:pPr lvl="1"/>
            <a:endParaRPr lang="ko-KR" altLang="en-US">
              <a:solidFill>
                <a:schemeClr val="tx2"/>
              </a:solidFill>
              <a:ea typeface="굴림" charset="-127"/>
              <a:cs typeface="굴림" charset="-127"/>
            </a:endParaRPr>
          </a:p>
          <a:p>
            <a:pPr lvl="1">
              <a:buFontTx/>
              <a:buNone/>
            </a:pPr>
            <a:r>
              <a:rPr lang="ko-KR" altLang="en-US" b="1">
                <a:solidFill>
                  <a:schemeClr val="tx2"/>
                </a:solidFill>
                <a:latin typeface="Courier New" charset="0"/>
                <a:ea typeface="굴림" charset="-127"/>
                <a:cs typeface="굴림" charset="-127"/>
              </a:rPr>
              <a:t> 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for(i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=0;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&lt; N;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++) {</a:t>
            </a:r>
            <a:b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  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prefetch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( &amp;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a[i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+ 1] );</a:t>
            </a:r>
            <a:b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  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prefetch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( &amp;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b[i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+ 1] );</a:t>
            </a:r>
            <a:b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   SUM = SUM +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a[i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] * </a:t>
            </a:r>
            <a:r>
              <a:rPr lang="en-US" altLang="ko-KR" sz="2800" b="1" err="1">
                <a:latin typeface="Courier New" charset="0"/>
                <a:ea typeface="굴림" charset="-127"/>
                <a:cs typeface="굴림" charset="-127"/>
              </a:rPr>
              <a:t>b[i</a:t>
            </a: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];</a:t>
            </a:r>
            <a:b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800" b="1">
                <a:latin typeface="Courier New" charset="0"/>
                <a:ea typeface="굴림" charset="-127"/>
                <a:cs typeface="굴림" charset="-127"/>
              </a:rPr>
              <a:t> }</a:t>
            </a:r>
          </a:p>
          <a:p>
            <a:endParaRPr lang="en-US" altLang="ko-KR" sz="3600">
              <a:ea typeface="굴림" charset="-127"/>
              <a:cs typeface="굴림" charset="-127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95F0A-2FFC-3144-BA6F-0144DB5F0F3C}" type="slidenum">
              <a:rPr lang="en-US"/>
              <a:pPr/>
              <a:t>56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55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>
                <a:ea typeface="굴림" charset="-127"/>
                <a:cs typeface="굴림" charset="-127"/>
              </a:rPr>
              <a:t>Software Prefetching Issues</a:t>
            </a:r>
          </a:p>
        </p:txBody>
      </p:sp>
      <p:sp>
        <p:nvSpPr>
          <p:cNvPr id="155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001000" cy="4419600"/>
          </a:xfrm>
          <a:ln/>
        </p:spPr>
        <p:txBody>
          <a:bodyPr/>
          <a:lstStyle/>
          <a:p>
            <a:pPr marL="342900" indent="-342900"/>
            <a:r>
              <a:rPr lang="en-US" altLang="ko-KR">
                <a:ea typeface="굴림" charset="-127"/>
                <a:cs typeface="굴림" charset="-127"/>
              </a:rPr>
              <a:t>Timing is the biggest issue, not predictability</a:t>
            </a:r>
          </a:p>
          <a:p>
            <a:pPr marL="742950" lvl="1" indent="-285750"/>
            <a:r>
              <a:rPr lang="en-US" altLang="ko-KR" sz="2000">
                <a:ea typeface="굴림" charset="-127"/>
                <a:cs typeface="굴림" charset="-127"/>
              </a:rPr>
              <a:t>If you </a:t>
            </a:r>
            <a:r>
              <a:rPr lang="en-US" altLang="ko-KR" sz="2000" err="1">
                <a:ea typeface="굴림" charset="-127"/>
                <a:cs typeface="굴림" charset="-127"/>
              </a:rPr>
              <a:t>prefetch</a:t>
            </a:r>
            <a:r>
              <a:rPr lang="en-US" altLang="ko-KR" sz="2000">
                <a:ea typeface="굴림" charset="-127"/>
                <a:cs typeface="굴림" charset="-127"/>
              </a:rPr>
              <a:t> very close to when the data is required, you might be too late</a:t>
            </a:r>
          </a:p>
          <a:p>
            <a:pPr marL="742950" lvl="1" indent="-285750"/>
            <a:r>
              <a:rPr lang="en-US" altLang="ko-KR" sz="2000" err="1">
                <a:ea typeface="굴림" charset="-127"/>
                <a:cs typeface="굴림" charset="-127"/>
              </a:rPr>
              <a:t>Prefetch</a:t>
            </a:r>
            <a:r>
              <a:rPr lang="en-US" altLang="ko-KR" sz="2000">
                <a:ea typeface="굴림" charset="-127"/>
                <a:cs typeface="굴림" charset="-127"/>
              </a:rPr>
              <a:t> too early, cause pollution</a:t>
            </a:r>
          </a:p>
          <a:p>
            <a:pPr marL="742950" lvl="1" indent="-285750"/>
            <a:r>
              <a:rPr lang="en-US" altLang="ko-KR" sz="2000">
                <a:ea typeface="굴림" charset="-127"/>
                <a:cs typeface="굴림" charset="-127"/>
              </a:rPr>
              <a:t>Estimate how long it will take for the data to come into L1, so we can set P appropriately</a:t>
            </a:r>
          </a:p>
          <a:p>
            <a:pPr marL="742950" lvl="1" indent="-285750"/>
            <a:r>
              <a:rPr lang="en-US" altLang="ko-KR" sz="2000" i="1">
                <a:solidFill>
                  <a:schemeClr val="tx2"/>
                </a:solidFill>
                <a:ea typeface="굴림" charset="-127"/>
                <a:cs typeface="굴림" charset="-127"/>
              </a:rPr>
              <a:t> Why is this hard to do?</a:t>
            </a:r>
            <a:br>
              <a:rPr lang="en-US" altLang="ko-KR" i="1">
                <a:solidFill>
                  <a:schemeClr val="tx2"/>
                </a:solidFill>
                <a:ea typeface="굴림" charset="-127"/>
                <a:cs typeface="굴림" charset="-127"/>
              </a:rPr>
            </a:br>
            <a:endParaRPr lang="en-US" altLang="ko-KR" i="1">
              <a:solidFill>
                <a:schemeClr val="tx2"/>
              </a:solidFill>
              <a:ea typeface="굴림" charset="-127"/>
              <a:cs typeface="굴림" charset="-127"/>
            </a:endParaRPr>
          </a:p>
          <a:p>
            <a:pPr marL="742950" lvl="1" indent="-285750">
              <a:buFontTx/>
              <a:buNone/>
            </a:pPr>
            <a:r>
              <a:rPr lang="en-US" altLang="ko-KR" sz="1600" b="1">
                <a:latin typeface="Courier New" charset="0"/>
                <a:ea typeface="굴림" charset="-127"/>
                <a:cs typeface="굴림" charset="-127"/>
              </a:rPr>
              <a:t> 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for(i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=0;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&lt; N;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++) {</a:t>
            </a:r>
            <a:b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  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prefetch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( &amp;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a[i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+ </a:t>
            </a:r>
            <a:r>
              <a:rPr lang="en-US" altLang="ko-KR" sz="2000" b="1">
                <a:ea typeface="굴림" charset="-127"/>
                <a:cs typeface="굴림" charset="-127"/>
              </a:rPr>
              <a:t>P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] );</a:t>
            </a:r>
            <a:b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  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prefetch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( &amp;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b[i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+ </a:t>
            </a:r>
            <a:r>
              <a:rPr lang="en-US" altLang="ko-KR" sz="2000" b="1">
                <a:ea typeface="굴림" charset="-127"/>
                <a:cs typeface="굴림" charset="-127"/>
              </a:rPr>
              <a:t>P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] );</a:t>
            </a:r>
            <a:b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   SUM = SUM +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a[i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] * </a:t>
            </a:r>
            <a:r>
              <a:rPr lang="en-US" altLang="ko-KR" sz="2000" b="1" err="1">
                <a:latin typeface="Courier New" charset="0"/>
                <a:ea typeface="굴림" charset="-127"/>
                <a:cs typeface="굴림" charset="-127"/>
              </a:rPr>
              <a:t>b[i</a:t>
            </a: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];</a:t>
            </a:r>
            <a:b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</a:br>
            <a:r>
              <a:rPr lang="en-US" altLang="ko-KR" sz="2000" b="1">
                <a:latin typeface="Courier New" charset="0"/>
                <a:ea typeface="굴림" charset="-127"/>
                <a:cs typeface="굴림" charset="-127"/>
              </a:rPr>
              <a:t> }</a:t>
            </a:r>
          </a:p>
        </p:txBody>
      </p:sp>
      <p:sp>
        <p:nvSpPr>
          <p:cNvPr id="1555460" name="Text Box 4"/>
          <p:cNvSpPr txBox="1">
            <a:spLocks noChangeArrowheads="1"/>
          </p:cNvSpPr>
          <p:nvPr/>
        </p:nvSpPr>
        <p:spPr bwMode="auto">
          <a:xfrm>
            <a:off x="1371600" y="5715000"/>
            <a:ext cx="6478587" cy="4206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  <a:buClr>
                <a:schemeClr val="hlink"/>
              </a:buClr>
              <a:buSzPct val="100000"/>
            </a:pPr>
            <a:r>
              <a:rPr lang="en-US" altLang="ko-KR" sz="2400" b="1">
                <a:ea typeface="굴림" charset="-127"/>
                <a:cs typeface="굴림" charset="-127"/>
              </a:rPr>
              <a:t>Must consider cost of </a:t>
            </a:r>
            <a:r>
              <a:rPr lang="en-US" altLang="ko-KR" sz="2400" b="1" err="1">
                <a:ea typeface="굴림" charset="-127"/>
                <a:cs typeface="굴림" charset="-127"/>
              </a:rPr>
              <a:t>prefetch</a:t>
            </a:r>
            <a:r>
              <a:rPr lang="en-US" altLang="ko-KR" sz="2400" b="1">
                <a:ea typeface="굴림" charset="-127"/>
                <a:cs typeface="굴림" charset="-127"/>
              </a:rPr>
              <a:t> instructions</a:t>
            </a:r>
            <a:endParaRPr lang="en-US" altLang="ko-KR" sz="2000" b="1" i="1">
              <a:ea typeface="굴림" charset="-127"/>
              <a:cs typeface="굴림" charset="-127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F1C826A-7406-542D-80CA-CDDCCFCF8B50}"/>
                  </a:ext>
                </a:extLst>
              </p14:cNvPr>
              <p14:cNvContentPartPr/>
              <p14:nvPr/>
            </p14:nvContentPartPr>
            <p14:xfrm>
              <a:off x="1651680" y="4633560"/>
              <a:ext cx="4726800" cy="1150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F1C826A-7406-542D-80CA-CDDCCFCF8B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2320" y="4624200"/>
                <a:ext cx="4745520" cy="116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BFB9-87BE-70AF-4826-4827C85C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EE08-14DF-08DD-497B-5AEFF857C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CE81E-5642-E895-F651-11DC15B43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Memory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DRAM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Caches</a:t>
            </a:r>
          </a:p>
          <a:p>
            <a:r>
              <a:rPr lang="en-US" dirty="0"/>
              <a:t>Memory Management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7832E-B249-BF49-F5E0-6455DA163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9C004-F78A-140F-89AD-8F400D2A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4677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92908-6764-CDB3-2E6A-DBA99F4E3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825497"/>
            <a:ext cx="8229600" cy="950976"/>
          </a:xfrm>
        </p:spPr>
        <p:txBody>
          <a:bodyPr/>
          <a:lstStyle/>
          <a:p>
            <a:pPr marL="0" indent="0" algn="ctr">
              <a:buNone/>
            </a:pPr>
            <a:r>
              <a:rPr lang="en-US" sz="4800" dirty="0"/>
              <a:t>Memory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7B225-A643-A899-39E4-B1C87337A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A79234-1B87-CC41-0ECC-5C815F71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6363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9882-667D-B2D7-3902-D6B3D8DFE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Bare Machine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1838-10D6-8D9B-90DA-2020AB751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C00B3A-C049-F255-E28B-8B19D80A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39C7D9-115D-A953-47BB-6126F0C1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400" y="1541429"/>
            <a:ext cx="6847200" cy="444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30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78C6-2561-6985-231D-1A8C418E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and Bound Scheme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F0708-2300-D412-37AB-DCBE9A9D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4A241-DD8B-11CF-600E-9DC9333F0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B0DAA2-AD9B-0440-8596-4A25EDC14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78" y="1271016"/>
            <a:ext cx="7937638" cy="51310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BB1F8F-31A4-4998-C08A-625ED24C8CB7}"/>
                  </a:ext>
                </a:extLst>
              </p14:cNvPr>
              <p14:cNvContentPartPr/>
              <p14:nvPr/>
            </p14:nvContentPartPr>
            <p14:xfrm>
              <a:off x="268200" y="55080"/>
              <a:ext cx="8909280" cy="6758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BB1F8F-31A4-4998-C08A-625ED24C8C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840" y="45720"/>
                <a:ext cx="8928000" cy="677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48567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D04A-663E-4E63-FAE0-60B9463A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and Bound Scheme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23F22-A20F-A345-32A1-8F33F462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7E71E5-7EED-39AF-1FE3-F720688D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82C97B-9E22-2E99-ED8D-830485B7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09" y="1417638"/>
            <a:ext cx="8229601" cy="46539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8CBD1E9-29AA-104D-D439-80BF35CBF81F}"/>
                  </a:ext>
                </a:extLst>
              </p14:cNvPr>
              <p14:cNvContentPartPr/>
              <p14:nvPr/>
            </p14:nvContentPartPr>
            <p14:xfrm>
              <a:off x="-51840" y="1196280"/>
              <a:ext cx="9279360" cy="54784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8CBD1E9-29AA-104D-D439-80BF35CBF8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61200" y="1186920"/>
                <a:ext cx="9298080" cy="549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76520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78651-7A1A-AC43-A2E4-9D97FA2003EB}" type="slidenum">
              <a:rPr lang="en-US"/>
              <a:pPr/>
              <a:t>62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17922" name="AutoShape 2"/>
          <p:cNvSpPr>
            <a:spLocks noChangeArrowheads="1"/>
          </p:cNvSpPr>
          <p:nvPr/>
        </p:nvSpPr>
        <p:spPr bwMode="auto">
          <a:xfrm>
            <a:off x="6997700" y="3336925"/>
            <a:ext cx="1219200" cy="2133600"/>
          </a:xfrm>
          <a:prstGeom prst="can">
            <a:avLst>
              <a:gd name="adj" fmla="val 37763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3" name="Rectangle 3"/>
          <p:cNvSpPr>
            <a:spLocks noGrp="1" noChangeArrowheads="1"/>
          </p:cNvSpPr>
          <p:nvPr>
            <p:ph type="title"/>
          </p:nvPr>
        </p:nvSpPr>
        <p:spPr>
          <a:xfrm>
            <a:off x="292100" y="190500"/>
            <a:ext cx="7950200" cy="1092200"/>
          </a:xfrm>
          <a:noFill/>
          <a:ln/>
        </p:spPr>
        <p:txBody>
          <a:bodyPr lIns="90488" tIns="44450" rIns="90488" bIns="44450"/>
          <a:lstStyle/>
          <a:p>
            <a:r>
              <a:rPr lang="en-US" altLang="ko-KR" dirty="0">
                <a:ea typeface="굴림" charset="-127"/>
                <a:cs typeface="굴림" charset="-127"/>
              </a:rPr>
              <a:t>Modern Virtual Memory Systems</a:t>
            </a:r>
            <a:br>
              <a:rPr lang="en-US" altLang="ko-KR" sz="2000" dirty="0">
                <a:ea typeface="굴림" charset="-127"/>
                <a:cs typeface="굴림" charset="-127"/>
              </a:rPr>
            </a:br>
            <a:r>
              <a:rPr lang="en-US" altLang="ko-KR" sz="2000" dirty="0">
                <a:ea typeface="굴림" charset="-127"/>
                <a:cs typeface="굴림" charset="-127"/>
              </a:rPr>
              <a:t> </a:t>
            </a:r>
            <a:r>
              <a:rPr lang="en-US" altLang="ko-KR" sz="2000" i="1" dirty="0">
                <a:ea typeface="굴림" charset="-127"/>
                <a:cs typeface="굴림" charset="-127"/>
              </a:rPr>
              <a:t>Illusion of a large, private, uniform store</a:t>
            </a:r>
          </a:p>
        </p:txBody>
      </p:sp>
      <p:sp>
        <p:nvSpPr>
          <p:cNvPr id="1617924" name="Rectangle 4"/>
          <p:cNvSpPr>
            <a:spLocks noChangeArrowheads="1"/>
          </p:cNvSpPr>
          <p:nvPr/>
        </p:nvSpPr>
        <p:spPr bwMode="auto">
          <a:xfrm>
            <a:off x="279400" y="1281113"/>
            <a:ext cx="5503863" cy="53835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Protection &amp; Privacy</a:t>
            </a:r>
          </a:p>
          <a:p>
            <a:pPr lvl="1" algn="l">
              <a:spcBef>
                <a:spcPct val="0"/>
              </a:spcBef>
            </a:pP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several users, each with their private address space and one or more shared address spaces</a:t>
            </a:r>
          </a:p>
          <a:p>
            <a:pPr algn="l">
              <a:spcBef>
                <a:spcPct val="0"/>
              </a:spcBef>
            </a:pP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		page table </a:t>
            </a:r>
            <a:r>
              <a:rPr lang="en-US" altLang="ko-KR" sz="2000" dirty="0">
                <a:solidFill>
                  <a:srgbClr val="56127A"/>
                </a:solidFill>
                <a:latin typeface="Symbol" charset="2"/>
                <a:ea typeface="굴림" charset="-127"/>
                <a:cs typeface="굴림" charset="-127"/>
              </a:rPr>
              <a:t> </a:t>
            </a: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name space</a:t>
            </a:r>
          </a:p>
          <a:p>
            <a:pPr algn="l">
              <a:spcBef>
                <a:spcPct val="0"/>
              </a:spcBef>
            </a:pPr>
            <a:endParaRPr lang="en-US" altLang="ko-KR" sz="2000" dirty="0">
              <a:solidFill>
                <a:srgbClr val="56127A"/>
              </a:solidFill>
              <a:latin typeface="Verdana" charset="0"/>
              <a:ea typeface="굴림" charset="-127"/>
              <a:cs typeface="굴림" charset="-127"/>
            </a:endParaRPr>
          </a:p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Demand Paging</a:t>
            </a:r>
          </a:p>
          <a:p>
            <a:pPr lvl="1" algn="l">
              <a:spcBef>
                <a:spcPct val="0"/>
              </a:spcBef>
            </a:pP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Provides the ability to run programs larger than the primary memory</a:t>
            </a:r>
          </a:p>
          <a:p>
            <a:pPr lvl="1" algn="l">
              <a:spcBef>
                <a:spcPct val="0"/>
              </a:spcBef>
            </a:pPr>
            <a:endParaRPr lang="en-US" altLang="ko-KR" sz="2000" dirty="0">
              <a:solidFill>
                <a:srgbClr val="56127A"/>
              </a:solidFill>
              <a:latin typeface="Verdana" charset="0"/>
              <a:ea typeface="굴림" charset="-127"/>
              <a:cs typeface="굴림" charset="-127"/>
            </a:endParaRPr>
          </a:p>
          <a:p>
            <a:pPr lvl="1" algn="l">
              <a:spcBef>
                <a:spcPct val="0"/>
              </a:spcBef>
            </a:pPr>
            <a:r>
              <a:rPr lang="en-US" altLang="ko-KR" sz="20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Hides differences in machine configurations</a:t>
            </a:r>
          </a:p>
          <a:p>
            <a:pPr lvl="1" algn="l">
              <a:spcBef>
                <a:spcPct val="0"/>
              </a:spcBef>
            </a:pPr>
            <a:r>
              <a:rPr lang="en-US" altLang="ko-KR" sz="24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		</a:t>
            </a:r>
          </a:p>
          <a:p>
            <a:pPr algn="l">
              <a:spcBef>
                <a:spcPct val="0"/>
              </a:spcBef>
            </a:pPr>
            <a:r>
              <a:rPr lang="en-US" altLang="ko-KR" sz="2400" i="1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The price is the address translation on each memory reference</a:t>
            </a:r>
          </a:p>
        </p:txBody>
      </p:sp>
      <p:sp>
        <p:nvSpPr>
          <p:cNvPr id="1617925" name="Rectangle 5"/>
          <p:cNvSpPr>
            <a:spLocks noChangeArrowheads="1"/>
          </p:cNvSpPr>
          <p:nvPr/>
        </p:nvSpPr>
        <p:spPr bwMode="auto">
          <a:xfrm>
            <a:off x="6705600" y="1295400"/>
            <a:ext cx="812800" cy="4318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6" name="Rectangle 6"/>
          <p:cNvSpPr>
            <a:spLocks noChangeArrowheads="1"/>
          </p:cNvSpPr>
          <p:nvPr/>
        </p:nvSpPr>
        <p:spPr bwMode="auto">
          <a:xfrm>
            <a:off x="6705600" y="1752600"/>
            <a:ext cx="812800" cy="736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7" name="Rectangle 7"/>
          <p:cNvSpPr>
            <a:spLocks noChangeArrowheads="1"/>
          </p:cNvSpPr>
          <p:nvPr/>
        </p:nvSpPr>
        <p:spPr bwMode="auto">
          <a:xfrm>
            <a:off x="6858000" y="1905000"/>
            <a:ext cx="812800" cy="736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8" name="Rectangle 8"/>
          <p:cNvSpPr>
            <a:spLocks noChangeArrowheads="1"/>
          </p:cNvSpPr>
          <p:nvPr/>
        </p:nvSpPr>
        <p:spPr bwMode="auto">
          <a:xfrm>
            <a:off x="7010400" y="2057400"/>
            <a:ext cx="812800" cy="736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29" name="Rectangle 9"/>
          <p:cNvSpPr>
            <a:spLocks noChangeArrowheads="1"/>
          </p:cNvSpPr>
          <p:nvPr/>
        </p:nvSpPr>
        <p:spPr bwMode="auto">
          <a:xfrm>
            <a:off x="6858000" y="1295400"/>
            <a:ext cx="55403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OS</a:t>
            </a:r>
          </a:p>
        </p:txBody>
      </p:sp>
      <p:sp>
        <p:nvSpPr>
          <p:cNvPr id="1617930" name="Rectangle 10"/>
          <p:cNvSpPr>
            <a:spLocks noChangeArrowheads="1"/>
          </p:cNvSpPr>
          <p:nvPr/>
        </p:nvSpPr>
        <p:spPr bwMode="auto">
          <a:xfrm>
            <a:off x="6983413" y="2228850"/>
            <a:ext cx="779462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user</a:t>
            </a:r>
            <a:r>
              <a:rPr lang="en-US" altLang="ko-KR" sz="2000" baseline="-25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i</a:t>
            </a:r>
          </a:p>
        </p:txBody>
      </p:sp>
      <p:sp>
        <p:nvSpPr>
          <p:cNvPr id="1617931" name="Rectangle 11"/>
          <p:cNvSpPr>
            <a:spLocks noChangeArrowheads="1"/>
          </p:cNvSpPr>
          <p:nvPr/>
        </p:nvSpPr>
        <p:spPr bwMode="auto">
          <a:xfrm>
            <a:off x="5943600" y="4149725"/>
            <a:ext cx="660400" cy="584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32" name="Line 12"/>
          <p:cNvSpPr>
            <a:spLocks noChangeShapeType="1"/>
          </p:cNvSpPr>
          <p:nvPr/>
        </p:nvSpPr>
        <p:spPr bwMode="auto">
          <a:xfrm>
            <a:off x="5943600" y="428942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33" name="Line 13"/>
          <p:cNvSpPr>
            <a:spLocks noChangeShapeType="1"/>
          </p:cNvSpPr>
          <p:nvPr/>
        </p:nvSpPr>
        <p:spPr bwMode="auto">
          <a:xfrm>
            <a:off x="5943600" y="444182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7302500" y="3870325"/>
            <a:ext cx="660400" cy="1346200"/>
            <a:chOff x="5096" y="2384"/>
            <a:chExt cx="416" cy="848"/>
          </a:xfrm>
        </p:grpSpPr>
        <p:sp>
          <p:nvSpPr>
            <p:cNvPr id="1617935" name="Rectangle 15"/>
            <p:cNvSpPr>
              <a:spLocks noChangeArrowheads="1"/>
            </p:cNvSpPr>
            <p:nvPr/>
          </p:nvSpPr>
          <p:spPr bwMode="auto">
            <a:xfrm>
              <a:off x="5096" y="2384"/>
              <a:ext cx="416" cy="848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endParaRPr lang="ko-KR" altLang="en-US" b="1" i="1">
                <a:ea typeface="굴림" charset="-127"/>
                <a:cs typeface="굴림" charset="-127"/>
              </a:endParaRPr>
            </a:p>
          </p:txBody>
        </p:sp>
        <p:sp>
          <p:nvSpPr>
            <p:cNvPr id="1617936" name="Line 16"/>
            <p:cNvSpPr>
              <a:spLocks noChangeShapeType="1"/>
            </p:cNvSpPr>
            <p:nvPr/>
          </p:nvSpPr>
          <p:spPr bwMode="auto">
            <a:xfrm>
              <a:off x="5096" y="2472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37" name="Line 17"/>
            <p:cNvSpPr>
              <a:spLocks noChangeShapeType="1"/>
            </p:cNvSpPr>
            <p:nvPr/>
          </p:nvSpPr>
          <p:spPr bwMode="auto">
            <a:xfrm>
              <a:off x="5096" y="2568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38" name="Line 18"/>
            <p:cNvSpPr>
              <a:spLocks noChangeShapeType="1"/>
            </p:cNvSpPr>
            <p:nvPr/>
          </p:nvSpPr>
          <p:spPr bwMode="auto">
            <a:xfrm>
              <a:off x="5096" y="2664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39" name="Line 19"/>
            <p:cNvSpPr>
              <a:spLocks noChangeShapeType="1"/>
            </p:cNvSpPr>
            <p:nvPr/>
          </p:nvSpPr>
          <p:spPr bwMode="auto">
            <a:xfrm>
              <a:off x="5096" y="2760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0" name="Line 20"/>
            <p:cNvSpPr>
              <a:spLocks noChangeShapeType="1"/>
            </p:cNvSpPr>
            <p:nvPr/>
          </p:nvSpPr>
          <p:spPr bwMode="auto">
            <a:xfrm>
              <a:off x="5096" y="2856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1" name="Line 21"/>
            <p:cNvSpPr>
              <a:spLocks noChangeShapeType="1"/>
            </p:cNvSpPr>
            <p:nvPr/>
          </p:nvSpPr>
          <p:spPr bwMode="auto">
            <a:xfrm>
              <a:off x="5096" y="2952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2" name="Line 22"/>
            <p:cNvSpPr>
              <a:spLocks noChangeShapeType="1"/>
            </p:cNvSpPr>
            <p:nvPr/>
          </p:nvSpPr>
          <p:spPr bwMode="auto">
            <a:xfrm>
              <a:off x="5096" y="3048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3" name="Line 23"/>
            <p:cNvSpPr>
              <a:spLocks noChangeShapeType="1"/>
            </p:cNvSpPr>
            <p:nvPr/>
          </p:nvSpPr>
          <p:spPr bwMode="auto">
            <a:xfrm>
              <a:off x="5096" y="3144"/>
              <a:ext cx="416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17944" name="Line 24"/>
          <p:cNvSpPr>
            <a:spLocks noChangeShapeType="1"/>
          </p:cNvSpPr>
          <p:nvPr/>
        </p:nvSpPr>
        <p:spPr bwMode="auto">
          <a:xfrm>
            <a:off x="5943600" y="4594225"/>
            <a:ext cx="660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553200" y="3962400"/>
            <a:ext cx="833438" cy="892175"/>
            <a:chOff x="4616" y="2602"/>
            <a:chExt cx="525" cy="562"/>
          </a:xfrm>
        </p:grpSpPr>
        <p:sp>
          <p:nvSpPr>
            <p:cNvPr id="1617946" name="Line 26"/>
            <p:cNvSpPr>
              <a:spLocks noChangeShapeType="1"/>
            </p:cNvSpPr>
            <p:nvPr/>
          </p:nvSpPr>
          <p:spPr bwMode="auto">
            <a:xfrm flipV="1">
              <a:off x="4616" y="2602"/>
              <a:ext cx="512" cy="16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7" name="Line 27"/>
            <p:cNvSpPr>
              <a:spLocks noChangeShapeType="1"/>
            </p:cNvSpPr>
            <p:nvPr/>
          </p:nvSpPr>
          <p:spPr bwMode="auto">
            <a:xfrm flipV="1">
              <a:off x="4616" y="2780"/>
              <a:ext cx="512" cy="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8" name="Line 28"/>
            <p:cNvSpPr>
              <a:spLocks noChangeShapeType="1"/>
            </p:cNvSpPr>
            <p:nvPr/>
          </p:nvSpPr>
          <p:spPr bwMode="auto">
            <a:xfrm>
              <a:off x="4616" y="2960"/>
              <a:ext cx="525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7949" name="Line 29"/>
            <p:cNvSpPr>
              <a:spLocks noChangeShapeType="1"/>
            </p:cNvSpPr>
            <p:nvPr/>
          </p:nvSpPr>
          <p:spPr bwMode="auto">
            <a:xfrm flipV="1">
              <a:off x="4616" y="2979"/>
              <a:ext cx="519" cy="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17950" name="Rectangle 30"/>
          <p:cNvSpPr>
            <a:spLocks noChangeArrowheads="1"/>
          </p:cNvSpPr>
          <p:nvPr/>
        </p:nvSpPr>
        <p:spPr bwMode="auto">
          <a:xfrm>
            <a:off x="5756275" y="3527425"/>
            <a:ext cx="1103313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Primary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Memory</a:t>
            </a:r>
          </a:p>
        </p:txBody>
      </p:sp>
      <p:sp>
        <p:nvSpPr>
          <p:cNvPr id="1617951" name="Rectangle 31"/>
          <p:cNvSpPr>
            <a:spLocks noChangeArrowheads="1"/>
          </p:cNvSpPr>
          <p:nvPr/>
        </p:nvSpPr>
        <p:spPr bwMode="auto">
          <a:xfrm>
            <a:off x="7174706" y="2767012"/>
            <a:ext cx="129698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Swapping</a:t>
            </a:r>
          </a:p>
          <a:p>
            <a:pPr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Store</a:t>
            </a:r>
          </a:p>
        </p:txBody>
      </p:sp>
      <p:sp>
        <p:nvSpPr>
          <p:cNvPr id="1617952" name="Rectangle 32"/>
          <p:cNvSpPr>
            <a:spLocks noChangeArrowheads="1"/>
          </p:cNvSpPr>
          <p:nvPr/>
        </p:nvSpPr>
        <p:spPr bwMode="auto">
          <a:xfrm>
            <a:off x="6630988" y="5759450"/>
            <a:ext cx="1447800" cy="86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53" name="Line 33"/>
          <p:cNvSpPr>
            <a:spLocks noChangeShapeType="1"/>
          </p:cNvSpPr>
          <p:nvPr/>
        </p:nvSpPr>
        <p:spPr bwMode="auto">
          <a:xfrm>
            <a:off x="6084888" y="62293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54" name="Line 34"/>
          <p:cNvSpPr>
            <a:spLocks noChangeShapeType="1"/>
          </p:cNvSpPr>
          <p:nvPr/>
        </p:nvSpPr>
        <p:spPr bwMode="auto">
          <a:xfrm>
            <a:off x="8091488" y="6229350"/>
            <a:ext cx="508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17955" name="Rectangle 35"/>
          <p:cNvSpPr>
            <a:spLocks noChangeArrowheads="1"/>
          </p:cNvSpPr>
          <p:nvPr/>
        </p:nvSpPr>
        <p:spPr bwMode="auto">
          <a:xfrm>
            <a:off x="5994400" y="5842000"/>
            <a:ext cx="52863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VA</a:t>
            </a:r>
          </a:p>
        </p:txBody>
      </p:sp>
      <p:sp>
        <p:nvSpPr>
          <p:cNvPr id="1617956" name="Rectangle 36"/>
          <p:cNvSpPr>
            <a:spLocks noChangeArrowheads="1"/>
          </p:cNvSpPr>
          <p:nvPr/>
        </p:nvSpPr>
        <p:spPr bwMode="auto">
          <a:xfrm>
            <a:off x="8091488" y="5842000"/>
            <a:ext cx="5080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</a:t>
            </a:r>
          </a:p>
        </p:txBody>
      </p:sp>
      <p:sp>
        <p:nvSpPr>
          <p:cNvPr id="1617957" name="Rectangle 37"/>
          <p:cNvSpPr>
            <a:spLocks noChangeArrowheads="1"/>
          </p:cNvSpPr>
          <p:nvPr/>
        </p:nvSpPr>
        <p:spPr bwMode="auto">
          <a:xfrm>
            <a:off x="6637338" y="5727700"/>
            <a:ext cx="12858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mapping</a:t>
            </a:r>
          </a:p>
        </p:txBody>
      </p:sp>
      <p:sp>
        <p:nvSpPr>
          <p:cNvPr id="1617958" name="Rectangle 38"/>
          <p:cNvSpPr>
            <a:spLocks noChangeArrowheads="1"/>
          </p:cNvSpPr>
          <p:nvPr/>
        </p:nvSpPr>
        <p:spPr bwMode="auto">
          <a:xfrm>
            <a:off x="7061200" y="6146800"/>
            <a:ext cx="665163" cy="4064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TLB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C578C9-EC4D-2544-7C72-003419CB6832}"/>
                  </a:ext>
                </a:extLst>
              </p14:cNvPr>
              <p14:cNvContentPartPr/>
              <p14:nvPr/>
            </p14:nvContentPartPr>
            <p14:xfrm>
              <a:off x="480600" y="0"/>
              <a:ext cx="8850600" cy="6487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C578C9-EC4D-2544-7C72-003419CB68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240" y="-9360"/>
                <a:ext cx="8869320" cy="65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4C84F3-8DE9-3742-500A-E6549BAE1BC2}"/>
                  </a:ext>
                </a:extLst>
              </p14:cNvPr>
              <p14:cNvContentPartPr/>
              <p14:nvPr/>
            </p14:nvContentPartPr>
            <p14:xfrm>
              <a:off x="3618000" y="1043280"/>
              <a:ext cx="3094920" cy="1780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4C84F3-8DE9-3742-500A-E6549BAE1B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08640" y="1033920"/>
                <a:ext cx="3113640" cy="179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274" name="Rectangle 2">
            <a:extLst>
              <a:ext uri="{FF2B5EF4-FFF2-40B4-BE49-F238E27FC236}">
                <a16:creationId xmlns:a16="http://schemas.microsoft.com/office/drawing/2014/main" id="{18BC1EDE-B9FE-0160-05D2-B1D06725B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22238"/>
            <a:ext cx="8928100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dirty="0"/>
              <a:t>Page tables encode virtual address spaces</a:t>
            </a:r>
          </a:p>
        </p:txBody>
      </p:sp>
      <p:grpSp>
        <p:nvGrpSpPr>
          <p:cNvPr id="1206275" name="Group 3">
            <a:extLst>
              <a:ext uri="{FF2B5EF4-FFF2-40B4-BE49-F238E27FC236}">
                <a16:creationId xmlns:a16="http://schemas.microsoft.com/office/drawing/2014/main" id="{60FAD9D4-8126-1F56-6BE6-BA20E73DB34F}"/>
              </a:ext>
            </a:extLst>
          </p:cNvPr>
          <p:cNvGrpSpPr>
            <a:grpSpLocks/>
          </p:cNvGrpSpPr>
          <p:nvPr/>
        </p:nvGrpSpPr>
        <p:grpSpPr bwMode="auto">
          <a:xfrm>
            <a:off x="4013200" y="2247900"/>
            <a:ext cx="4619625" cy="2832100"/>
            <a:chOff x="2212" y="1239"/>
            <a:chExt cx="2910" cy="1784"/>
          </a:xfrm>
        </p:grpSpPr>
        <p:sp>
          <p:nvSpPr>
            <p:cNvPr id="1206276" name="Text Box 4">
              <a:extLst>
                <a:ext uri="{FF2B5EF4-FFF2-40B4-BE49-F238E27FC236}">
                  <a16:creationId xmlns:a16="http://schemas.microsoft.com/office/drawing/2014/main" id="{2F3C623D-3FD3-E598-8F07-524CA1163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399"/>
              <a:ext cx="1880" cy="1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A machine usually supports</a:t>
              </a:r>
            </a:p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pages of a few sizes</a:t>
              </a:r>
            </a:p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(MIPS R4000):</a:t>
              </a:r>
            </a:p>
          </p:txBody>
        </p:sp>
        <p:pic>
          <p:nvPicPr>
            <p:cNvPr id="1206277" name="Picture 5">
              <a:extLst>
                <a:ext uri="{FF2B5EF4-FFF2-40B4-BE49-F238E27FC236}">
                  <a16:creationId xmlns:a16="http://schemas.microsoft.com/office/drawing/2014/main" id="{DD9906B9-F1E1-F21D-B57B-10A281D208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1" y="1239"/>
              <a:ext cx="791" cy="1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1206285" name="Text Box 13">
            <a:extLst>
              <a:ext uri="{FF2B5EF4-FFF2-40B4-BE49-F238E27FC236}">
                <a16:creationId xmlns:a16="http://schemas.microsoft.com/office/drawing/2014/main" id="{CD99944C-8E81-806E-7A17-FBCEA22C0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5554662"/>
            <a:ext cx="75311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700" dirty="0">
                <a:latin typeface="Helvetica" panose="020B0604020202020204" pitchFamily="34" charset="0"/>
              </a:rPr>
              <a:t>A valid page table entry codes </a:t>
            </a:r>
            <a:r>
              <a:rPr lang="en-US" altLang="en-US" sz="2700" dirty="0">
                <a:solidFill>
                  <a:srgbClr val="0000FF"/>
                </a:solidFill>
                <a:latin typeface="Helvetica" panose="020B0604020202020204" pitchFamily="34" charset="0"/>
              </a:rPr>
              <a:t>physical memory “frame”</a:t>
            </a:r>
            <a:r>
              <a:rPr lang="en-US" altLang="en-US" sz="2700" dirty="0">
                <a:latin typeface="Helvetica" panose="020B0604020202020204" pitchFamily="34" charset="0"/>
              </a:rPr>
              <a:t> address for the page</a:t>
            </a:r>
          </a:p>
        </p:txBody>
      </p:sp>
      <p:sp>
        <p:nvSpPr>
          <p:cNvPr id="1206286" name="Text Box 14">
            <a:extLst>
              <a:ext uri="{FF2B5EF4-FFF2-40B4-BE49-F238E27FC236}">
                <a16:creationId xmlns:a16="http://schemas.microsoft.com/office/drawing/2014/main" id="{158955CE-63C0-AC39-E90A-4CEF0D8AE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200" y="963613"/>
            <a:ext cx="5016500" cy="105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A virtual address space</a:t>
            </a:r>
          </a:p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is divided into blocks</a:t>
            </a:r>
          </a:p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of memory called </a:t>
            </a:r>
            <a:r>
              <a:rPr lang="en-US" altLang="en-US" sz="2300">
                <a:solidFill>
                  <a:srgbClr val="0000FF"/>
                </a:solidFill>
                <a:latin typeface="Helvetica" panose="020B0604020202020204" pitchFamily="34" charset="0"/>
              </a:rPr>
              <a:t>pages</a:t>
            </a:r>
          </a:p>
        </p:txBody>
      </p:sp>
      <p:grpSp>
        <p:nvGrpSpPr>
          <p:cNvPr id="1206317" name="Group 45">
            <a:extLst>
              <a:ext uri="{FF2B5EF4-FFF2-40B4-BE49-F238E27FC236}">
                <a16:creationId xmlns:a16="http://schemas.microsoft.com/office/drawing/2014/main" id="{4D80F9F9-B54C-4BFB-02C6-3518E4C12531}"/>
              </a:ext>
            </a:extLst>
          </p:cNvPr>
          <p:cNvGrpSpPr>
            <a:grpSpLocks/>
          </p:cNvGrpSpPr>
          <p:nvPr/>
        </p:nvGrpSpPr>
        <p:grpSpPr bwMode="auto">
          <a:xfrm>
            <a:off x="0" y="1303338"/>
            <a:ext cx="3048000" cy="4014787"/>
            <a:chOff x="672" y="1152"/>
            <a:chExt cx="1920" cy="2529"/>
          </a:xfrm>
        </p:grpSpPr>
        <p:sp>
          <p:nvSpPr>
            <p:cNvPr id="1206318" name="Rectangle 46">
              <a:extLst>
                <a:ext uri="{FF2B5EF4-FFF2-40B4-BE49-F238E27FC236}">
                  <a16:creationId xmlns:a16="http://schemas.microsoft.com/office/drawing/2014/main" id="{D5AEC840-0C5E-CC10-7FF1-0FC0765DF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1577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19" name="Rectangle 47">
              <a:extLst>
                <a:ext uri="{FF2B5EF4-FFF2-40B4-BE49-F238E27FC236}">
                  <a16:creationId xmlns:a16="http://schemas.microsoft.com/office/drawing/2014/main" id="{6107D434-9C68-9AE1-4409-15A5415DD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1769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0" name="Rectangle 48">
              <a:extLst>
                <a:ext uri="{FF2B5EF4-FFF2-40B4-BE49-F238E27FC236}">
                  <a16:creationId xmlns:a16="http://schemas.microsoft.com/office/drawing/2014/main" id="{AC8950F3-EE53-BC7C-E04E-F22BA3519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1961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1" name="Rectangle 49">
              <a:extLst>
                <a:ext uri="{FF2B5EF4-FFF2-40B4-BE49-F238E27FC236}">
                  <a16:creationId xmlns:a16="http://schemas.microsoft.com/office/drawing/2014/main" id="{D63A389B-1E1F-9748-B353-DF5CFFFCE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" y="2153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2" name="Rectangle 50">
              <a:extLst>
                <a:ext uri="{FF2B5EF4-FFF2-40B4-BE49-F238E27FC236}">
                  <a16:creationId xmlns:a16="http://schemas.microsoft.com/office/drawing/2014/main" id="{8EE9AE14-0057-F54A-194F-B8DE36820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1" y="1152"/>
              <a:ext cx="921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</a:rPr>
                <a:t>Physical </a:t>
              </a:r>
            </a:p>
            <a:p>
              <a:pPr algn="ctr"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</a:rPr>
                <a:t>Address Space</a:t>
              </a:r>
            </a:p>
          </p:txBody>
        </p:sp>
        <p:sp>
          <p:nvSpPr>
            <p:cNvPr id="1206323" name="Rectangle 51">
              <a:extLst>
                <a:ext uri="{FF2B5EF4-FFF2-40B4-BE49-F238E27FC236}">
                  <a16:creationId xmlns:a16="http://schemas.microsoft.com/office/drawing/2014/main" id="{A6458E1E-A5A7-C885-82C8-34C159ED5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577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4" name="Rectangle 52">
              <a:extLst>
                <a:ext uri="{FF2B5EF4-FFF2-40B4-BE49-F238E27FC236}">
                  <a16:creationId xmlns:a16="http://schemas.microsoft.com/office/drawing/2014/main" id="{847BDB32-F20C-544C-6470-08885746C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769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5" name="Rectangle 53">
              <a:extLst>
                <a:ext uri="{FF2B5EF4-FFF2-40B4-BE49-F238E27FC236}">
                  <a16:creationId xmlns:a16="http://schemas.microsoft.com/office/drawing/2014/main" id="{0347F8CC-1D96-C93B-F5B8-15866E239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961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6" name="Rectangle 54">
              <a:extLst>
                <a:ext uri="{FF2B5EF4-FFF2-40B4-BE49-F238E27FC236}">
                  <a16:creationId xmlns:a16="http://schemas.microsoft.com/office/drawing/2014/main" id="{C76BABF9-1042-0D19-2B86-1B3ED5BC1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153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7" name="Rectangle 55">
              <a:extLst>
                <a:ext uri="{FF2B5EF4-FFF2-40B4-BE49-F238E27FC236}">
                  <a16:creationId xmlns:a16="http://schemas.microsoft.com/office/drawing/2014/main" id="{588581AD-F6B6-837B-DA76-FFE70F2EC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345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8" name="Rectangle 56">
              <a:extLst>
                <a:ext uri="{FF2B5EF4-FFF2-40B4-BE49-F238E27FC236}">
                  <a16:creationId xmlns:a16="http://schemas.microsoft.com/office/drawing/2014/main" id="{A21BF007-7C99-9771-5DBF-C2B653A92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537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29" name="Rectangle 57">
              <a:extLst>
                <a:ext uri="{FF2B5EF4-FFF2-40B4-BE49-F238E27FC236}">
                  <a16:creationId xmlns:a16="http://schemas.microsoft.com/office/drawing/2014/main" id="{8DE10282-3BBF-4138-2862-F705829C7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729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0" name="Rectangle 58">
              <a:extLst>
                <a:ext uri="{FF2B5EF4-FFF2-40B4-BE49-F238E27FC236}">
                  <a16:creationId xmlns:a16="http://schemas.microsoft.com/office/drawing/2014/main" id="{E11510FA-E0D7-602D-B441-D9771FDFB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2921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1" name="Rectangle 59">
              <a:extLst>
                <a:ext uri="{FF2B5EF4-FFF2-40B4-BE49-F238E27FC236}">
                  <a16:creationId xmlns:a16="http://schemas.microsoft.com/office/drawing/2014/main" id="{24F77E15-911C-988E-D874-394880327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3113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2" name="Rectangle 60">
              <a:extLst>
                <a:ext uri="{FF2B5EF4-FFF2-40B4-BE49-F238E27FC236}">
                  <a16:creationId xmlns:a16="http://schemas.microsoft.com/office/drawing/2014/main" id="{2881849B-42BF-DAEA-F005-A00D24696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3305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3" name="Rectangle 61">
              <a:extLst>
                <a:ext uri="{FF2B5EF4-FFF2-40B4-BE49-F238E27FC236}">
                  <a16:creationId xmlns:a16="http://schemas.microsoft.com/office/drawing/2014/main" id="{5CA371B7-CBC8-7EF0-3842-EABB62840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3497"/>
              <a:ext cx="424" cy="18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4" name="Rectangle 62">
              <a:extLst>
                <a:ext uri="{FF2B5EF4-FFF2-40B4-BE49-F238E27FC236}">
                  <a16:creationId xmlns:a16="http://schemas.microsoft.com/office/drawing/2014/main" id="{4CCD5E1D-7F53-979E-E9A9-A0AF8B8DA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152"/>
              <a:ext cx="921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spcBef>
                  <a:spcPct val="0"/>
                </a:spcBef>
              </a:pPr>
              <a:r>
                <a:rPr lang="en-US" altLang="en-US" sz="1400">
                  <a:solidFill>
                    <a:schemeClr val="accent2"/>
                  </a:solidFill>
                </a:rPr>
                <a:t>Virtual </a:t>
              </a:r>
            </a:p>
            <a:p>
              <a:pPr algn="ctr">
                <a:spcBef>
                  <a:spcPct val="0"/>
                </a:spcBef>
              </a:pPr>
              <a:r>
                <a:rPr lang="en-US" altLang="en-US" sz="1400">
                  <a:solidFill>
                    <a:schemeClr val="accent2"/>
                  </a:solidFill>
                </a:rPr>
                <a:t>Address Space</a:t>
              </a:r>
            </a:p>
          </p:txBody>
        </p:sp>
        <p:sp>
          <p:nvSpPr>
            <p:cNvPr id="1206335" name="Line 63">
              <a:extLst>
                <a:ext uri="{FF2B5EF4-FFF2-40B4-BE49-F238E27FC236}">
                  <a16:creationId xmlns:a16="http://schemas.microsoft.com/office/drawing/2014/main" id="{14360A2B-0CE7-24FA-329F-E15A7DA0C5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1" y="2053"/>
              <a:ext cx="56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6" name="Line 64">
              <a:extLst>
                <a:ext uri="{FF2B5EF4-FFF2-40B4-BE49-F238E27FC236}">
                  <a16:creationId xmlns:a16="http://schemas.microsoft.com/office/drawing/2014/main" id="{0B2FDB31-93F1-EA78-50E5-4B2C47A694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1" y="1665"/>
              <a:ext cx="568" cy="82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7" name="Line 65">
              <a:extLst>
                <a:ext uri="{FF2B5EF4-FFF2-40B4-BE49-F238E27FC236}">
                  <a16:creationId xmlns:a16="http://schemas.microsoft.com/office/drawing/2014/main" id="{EA7EC7B3-8241-D306-6E09-5FEBED5B87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1" y="1857"/>
              <a:ext cx="568" cy="11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6338" name="Line 66">
              <a:extLst>
                <a:ext uri="{FF2B5EF4-FFF2-40B4-BE49-F238E27FC236}">
                  <a16:creationId xmlns:a16="http://schemas.microsoft.com/office/drawing/2014/main" id="{8BF87553-98B6-A487-CD43-5534D97F3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61" y="2241"/>
              <a:ext cx="568" cy="116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06341" name="Text Box 69">
            <a:extLst>
              <a:ext uri="{FF2B5EF4-FFF2-40B4-BE49-F238E27FC236}">
                <a16:creationId xmlns:a16="http://schemas.microsoft.com/office/drawing/2014/main" id="{B05E5028-1A2C-4D83-C355-B5494253B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2014538"/>
            <a:ext cx="59690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206342" name="Text Box 70">
            <a:extLst>
              <a:ext uri="{FF2B5EF4-FFF2-40B4-BE49-F238E27FC236}">
                <a16:creationId xmlns:a16="http://schemas.microsoft.com/office/drawing/2014/main" id="{B223E25A-CE1E-CAEE-8684-09805586B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2339975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206343" name="Text Box 71">
            <a:extLst>
              <a:ext uri="{FF2B5EF4-FFF2-40B4-BE49-F238E27FC236}">
                <a16:creationId xmlns:a16="http://schemas.microsoft.com/office/drawing/2014/main" id="{EBCDF041-AD2E-8AEF-4F94-872E80665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2665413"/>
            <a:ext cx="59690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206344" name="Text Box 72">
            <a:extLst>
              <a:ext uri="{FF2B5EF4-FFF2-40B4-BE49-F238E27FC236}">
                <a16:creationId xmlns:a16="http://schemas.microsoft.com/office/drawing/2014/main" id="{97ABDDE1-38DD-1CC5-0B8F-7C8C2AD0A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2935288"/>
            <a:ext cx="596900" cy="198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2E46CD8-210A-F819-C5B3-51D07B0D8193}"/>
                  </a:ext>
                </a:extLst>
              </p14:cNvPr>
              <p14:cNvContentPartPr/>
              <p14:nvPr/>
            </p14:nvContentPartPr>
            <p14:xfrm>
              <a:off x="63360" y="1946160"/>
              <a:ext cx="8559360" cy="3697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2E46CD8-210A-F819-C5B3-51D07B0D81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00" y="1936800"/>
                <a:ext cx="8578080" cy="3716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490" name="Rectangle 2">
            <a:extLst>
              <a:ext uri="{FF2B5EF4-FFF2-40B4-BE49-F238E27FC236}">
                <a16:creationId xmlns:a16="http://schemas.microsoft.com/office/drawing/2014/main" id="{5EF1D445-CC3B-AC2C-9694-7738459CF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300" y="38100"/>
            <a:ext cx="8264526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dirty="0"/>
              <a:t>Page tables encode virtual address spaces</a:t>
            </a:r>
          </a:p>
        </p:txBody>
      </p:sp>
      <p:grpSp>
        <p:nvGrpSpPr>
          <p:cNvPr id="1215491" name="Group 3">
            <a:extLst>
              <a:ext uri="{FF2B5EF4-FFF2-40B4-BE49-F238E27FC236}">
                <a16:creationId xmlns:a16="http://schemas.microsoft.com/office/drawing/2014/main" id="{D0C52188-BB29-7195-6C69-449E74B37313}"/>
              </a:ext>
            </a:extLst>
          </p:cNvPr>
          <p:cNvGrpSpPr>
            <a:grpSpLocks/>
          </p:cNvGrpSpPr>
          <p:nvPr/>
        </p:nvGrpSpPr>
        <p:grpSpPr bwMode="auto">
          <a:xfrm>
            <a:off x="4013200" y="2247900"/>
            <a:ext cx="4619625" cy="2832100"/>
            <a:chOff x="2212" y="1239"/>
            <a:chExt cx="2910" cy="1784"/>
          </a:xfrm>
        </p:grpSpPr>
        <p:sp>
          <p:nvSpPr>
            <p:cNvPr id="1215492" name="Text Box 4">
              <a:extLst>
                <a:ext uri="{FF2B5EF4-FFF2-40B4-BE49-F238E27FC236}">
                  <a16:creationId xmlns:a16="http://schemas.microsoft.com/office/drawing/2014/main" id="{541A0530-A21A-C574-3351-85846D64D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2" y="1399"/>
              <a:ext cx="1880" cy="12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A machine usually supports</a:t>
              </a:r>
            </a:p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pages of a few sizes</a:t>
              </a:r>
            </a:p>
            <a:p>
              <a:pPr algn="r" eaLnBrk="1" hangingPunct="1"/>
              <a:r>
                <a:rPr lang="en-US" altLang="en-US" sz="2700">
                  <a:latin typeface="Helvetica" panose="020B0604020202020204" pitchFamily="34" charset="0"/>
                </a:rPr>
                <a:t>(MIPS R4000):</a:t>
              </a:r>
            </a:p>
          </p:txBody>
        </p:sp>
        <p:pic>
          <p:nvPicPr>
            <p:cNvPr id="1215493" name="Picture 5">
              <a:extLst>
                <a:ext uri="{FF2B5EF4-FFF2-40B4-BE49-F238E27FC236}">
                  <a16:creationId xmlns:a16="http://schemas.microsoft.com/office/drawing/2014/main" id="{F08DF9F9-9CF1-30A0-5EE8-7C7B5E58DA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31" y="1239"/>
              <a:ext cx="791" cy="1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grpSp>
        <p:nvGrpSpPr>
          <p:cNvPr id="1215494" name="Group 6">
            <a:extLst>
              <a:ext uri="{FF2B5EF4-FFF2-40B4-BE49-F238E27FC236}">
                <a16:creationId xmlns:a16="http://schemas.microsoft.com/office/drawing/2014/main" id="{D788286A-0E37-891A-E8B4-6D73113B8D9B}"/>
              </a:ext>
            </a:extLst>
          </p:cNvPr>
          <p:cNvGrpSpPr>
            <a:grpSpLocks/>
          </p:cNvGrpSpPr>
          <p:nvPr/>
        </p:nvGrpSpPr>
        <p:grpSpPr bwMode="auto">
          <a:xfrm>
            <a:off x="927100" y="1009650"/>
            <a:ext cx="7531100" cy="5632450"/>
            <a:chOff x="511" y="556"/>
            <a:chExt cx="4744" cy="3548"/>
          </a:xfrm>
        </p:grpSpPr>
        <p:grpSp>
          <p:nvGrpSpPr>
            <p:cNvPr id="1215495" name="Group 7">
              <a:extLst>
                <a:ext uri="{FF2B5EF4-FFF2-40B4-BE49-F238E27FC236}">
                  <a16:creationId xmlns:a16="http://schemas.microsoft.com/office/drawing/2014/main" id="{C9B97059-9140-E979-0D58-BFCA33512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0" y="556"/>
              <a:ext cx="872" cy="1164"/>
              <a:chOff x="1297" y="556"/>
              <a:chExt cx="872" cy="1164"/>
            </a:xfrm>
          </p:grpSpPr>
          <p:sp>
            <p:nvSpPr>
              <p:cNvPr id="1215496" name="Text Box 8">
                <a:extLst>
                  <a:ext uri="{FF2B5EF4-FFF2-40B4-BE49-F238E27FC236}">
                    <a16:creationId xmlns:a16="http://schemas.microsoft.com/office/drawing/2014/main" id="{972F5C00-3CD9-58B6-37C4-7D8D318919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7" y="556"/>
                <a:ext cx="872" cy="2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ts val="17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Physical</a:t>
                </a:r>
              </a:p>
              <a:p>
                <a:pPr algn="ctr" eaLnBrk="1" hangingPunct="1">
                  <a:lnSpc>
                    <a:spcPts val="17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Memory Space</a:t>
                </a:r>
              </a:p>
            </p:txBody>
          </p:sp>
          <p:sp>
            <p:nvSpPr>
              <p:cNvPr id="1215497" name="Freeform 9">
                <a:extLst>
                  <a:ext uri="{FF2B5EF4-FFF2-40B4-BE49-F238E27FC236}">
                    <a16:creationId xmlns:a16="http://schemas.microsoft.com/office/drawing/2014/main" id="{87D9E79B-480A-C9A8-F00D-B81114034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960"/>
                <a:ext cx="424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498" name="Freeform 10">
                <a:extLst>
                  <a:ext uri="{FF2B5EF4-FFF2-40B4-BE49-F238E27FC236}">
                    <a16:creationId xmlns:a16="http://schemas.microsoft.com/office/drawing/2014/main" id="{6B1D5317-C6B9-9674-0D0F-FD1EF98C42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152"/>
                <a:ext cx="424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499" name="Freeform 11">
                <a:extLst>
                  <a:ext uri="{FF2B5EF4-FFF2-40B4-BE49-F238E27FC236}">
                    <a16:creationId xmlns:a16="http://schemas.microsoft.com/office/drawing/2014/main" id="{2EC10BCD-5EDE-BF11-144F-066DC0CA3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344"/>
                <a:ext cx="424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500" name="Freeform 12">
                <a:extLst>
                  <a:ext uri="{FF2B5EF4-FFF2-40B4-BE49-F238E27FC236}">
                    <a16:creationId xmlns:a16="http://schemas.microsoft.com/office/drawing/2014/main" id="{A2BD2A23-2A28-C7B1-F204-F0D236A795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536"/>
                <a:ext cx="424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38100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15501" name="Text Box 13">
              <a:extLst>
                <a:ext uri="{FF2B5EF4-FFF2-40B4-BE49-F238E27FC236}">
                  <a16:creationId xmlns:a16="http://schemas.microsoft.com/office/drawing/2014/main" id="{98746606-F7D4-4313-30AF-F09F2097A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" y="3592"/>
              <a:ext cx="4744" cy="5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700">
                  <a:latin typeface="Helvetica" panose="020B0604020202020204" pitchFamily="34" charset="0"/>
                </a:rPr>
                <a:t>A valid page table entry codes </a:t>
              </a:r>
              <a:r>
                <a:rPr lang="en-US" altLang="en-US" sz="2700">
                  <a:solidFill>
                    <a:srgbClr val="0000FF"/>
                  </a:solidFill>
                  <a:latin typeface="Helvetica" panose="020B0604020202020204" pitchFamily="34" charset="0"/>
                </a:rPr>
                <a:t>physical memory “frame”</a:t>
              </a:r>
              <a:r>
                <a:rPr lang="en-US" altLang="en-US" sz="2700">
                  <a:latin typeface="Helvetica" panose="020B0604020202020204" pitchFamily="34" charset="0"/>
                </a:rPr>
                <a:t> address for the page</a:t>
              </a:r>
            </a:p>
          </p:txBody>
        </p:sp>
      </p:grpSp>
      <p:sp>
        <p:nvSpPr>
          <p:cNvPr id="1215502" name="Text Box 14">
            <a:extLst>
              <a:ext uri="{FF2B5EF4-FFF2-40B4-BE49-F238E27FC236}">
                <a16:creationId xmlns:a16="http://schemas.microsoft.com/office/drawing/2014/main" id="{F4926527-E567-562B-A993-57A9B7C45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3200" y="963613"/>
            <a:ext cx="5016500" cy="1052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A virtual address space</a:t>
            </a:r>
          </a:p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is divided into blocks</a:t>
            </a:r>
          </a:p>
          <a:p>
            <a:pPr algn="ctr" eaLnBrk="1" hangingPunct="1"/>
            <a:r>
              <a:rPr lang="en-US" altLang="en-US" sz="2300">
                <a:latin typeface="Helvetica" panose="020B0604020202020204" pitchFamily="34" charset="0"/>
              </a:rPr>
              <a:t>of memory called </a:t>
            </a:r>
            <a:r>
              <a:rPr lang="en-US" altLang="en-US" sz="2300">
                <a:solidFill>
                  <a:srgbClr val="0000FF"/>
                </a:solidFill>
                <a:latin typeface="Helvetica" panose="020B0604020202020204" pitchFamily="34" charset="0"/>
              </a:rPr>
              <a:t>pages</a:t>
            </a:r>
          </a:p>
        </p:txBody>
      </p:sp>
      <p:grpSp>
        <p:nvGrpSpPr>
          <p:cNvPr id="1215503" name="Group 15">
            <a:extLst>
              <a:ext uri="{FF2B5EF4-FFF2-40B4-BE49-F238E27FC236}">
                <a16:creationId xmlns:a16="http://schemas.microsoft.com/office/drawing/2014/main" id="{280E3A0B-DE9B-6FA7-CC20-E8A8F7617D05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993900"/>
            <a:ext cx="1574800" cy="1943100"/>
            <a:chOff x="952" y="1099"/>
            <a:chExt cx="992" cy="1224"/>
          </a:xfrm>
        </p:grpSpPr>
        <p:sp>
          <p:nvSpPr>
            <p:cNvPr id="1215504" name="Line 16">
              <a:extLst>
                <a:ext uri="{FF2B5EF4-FFF2-40B4-BE49-F238E27FC236}">
                  <a16:creationId xmlns:a16="http://schemas.microsoft.com/office/drawing/2014/main" id="{9145E101-D107-49D9-C375-558554A114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52" y="1163"/>
              <a:ext cx="568" cy="1160"/>
            </a:xfrm>
            <a:prstGeom prst="line">
              <a:avLst/>
            </a:prstGeom>
            <a:noFill/>
            <a:ln w="381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05" name="Text Box 17">
              <a:extLst>
                <a:ext uri="{FF2B5EF4-FFF2-40B4-BE49-F238E27FC236}">
                  <a16:creationId xmlns:a16="http://schemas.microsoft.com/office/drawing/2014/main" id="{5D3A7B68-A292-3D3F-39D1-FA922A3CE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099"/>
              <a:ext cx="37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FF"/>
                  </a:solidFill>
                  <a:latin typeface="Helvetica" panose="020B0604020202020204" pitchFamily="34" charset="0"/>
                </a:rPr>
                <a:t>frame</a:t>
              </a:r>
            </a:p>
          </p:txBody>
        </p:sp>
      </p:grpSp>
      <p:grpSp>
        <p:nvGrpSpPr>
          <p:cNvPr id="1215506" name="Group 18">
            <a:extLst>
              <a:ext uri="{FF2B5EF4-FFF2-40B4-BE49-F238E27FC236}">
                <a16:creationId xmlns:a16="http://schemas.microsoft.com/office/drawing/2014/main" id="{2E1C2287-CEDE-020A-431D-467E59988C87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2286000"/>
            <a:ext cx="1574800" cy="203200"/>
            <a:chOff x="952" y="1260"/>
            <a:chExt cx="992" cy="128"/>
          </a:xfrm>
        </p:grpSpPr>
        <p:sp>
          <p:nvSpPr>
            <p:cNvPr id="1215507" name="Line 19">
              <a:extLst>
                <a:ext uri="{FF2B5EF4-FFF2-40B4-BE49-F238E27FC236}">
                  <a16:creationId xmlns:a16="http://schemas.microsoft.com/office/drawing/2014/main" id="{7B42A991-F798-35DB-6C4F-9FAF9B2C6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1332"/>
              <a:ext cx="568" cy="8"/>
            </a:xfrm>
            <a:prstGeom prst="line">
              <a:avLst/>
            </a:prstGeom>
            <a:noFill/>
            <a:ln w="381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08" name="Text Box 20">
              <a:extLst>
                <a:ext uri="{FF2B5EF4-FFF2-40B4-BE49-F238E27FC236}">
                  <a16:creationId xmlns:a16="http://schemas.microsoft.com/office/drawing/2014/main" id="{77F2F554-170C-F295-9DD0-2C3C0946ED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260"/>
              <a:ext cx="37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FF"/>
                  </a:solidFill>
                  <a:latin typeface="Helvetica" panose="020B0604020202020204" pitchFamily="34" charset="0"/>
                </a:rPr>
                <a:t>frame</a:t>
              </a:r>
            </a:p>
          </p:txBody>
        </p:sp>
      </p:grpSp>
      <p:grpSp>
        <p:nvGrpSpPr>
          <p:cNvPr id="1215509" name="Group 21">
            <a:extLst>
              <a:ext uri="{FF2B5EF4-FFF2-40B4-BE49-F238E27FC236}">
                <a16:creationId xmlns:a16="http://schemas.microsoft.com/office/drawing/2014/main" id="{A8F6DB53-A872-E195-C270-84B0E90984C6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2603500"/>
            <a:ext cx="1574800" cy="1943100"/>
            <a:chOff x="952" y="1435"/>
            <a:chExt cx="992" cy="1224"/>
          </a:xfrm>
        </p:grpSpPr>
        <p:sp>
          <p:nvSpPr>
            <p:cNvPr id="1215510" name="Line 22">
              <a:extLst>
                <a:ext uri="{FF2B5EF4-FFF2-40B4-BE49-F238E27FC236}">
                  <a16:creationId xmlns:a16="http://schemas.microsoft.com/office/drawing/2014/main" id="{81A37A86-BFD7-D561-B51C-0C4D7FAE4E1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52" y="1499"/>
              <a:ext cx="568" cy="1160"/>
            </a:xfrm>
            <a:prstGeom prst="line">
              <a:avLst/>
            </a:prstGeom>
            <a:noFill/>
            <a:ln w="381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11" name="Text Box 23">
              <a:extLst>
                <a:ext uri="{FF2B5EF4-FFF2-40B4-BE49-F238E27FC236}">
                  <a16:creationId xmlns:a16="http://schemas.microsoft.com/office/drawing/2014/main" id="{F9A57B01-04DE-80DB-DC20-6D8A185CC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1435"/>
              <a:ext cx="37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FF"/>
                  </a:solidFill>
                  <a:latin typeface="Helvetica" panose="020B0604020202020204" pitchFamily="34" charset="0"/>
                </a:rPr>
                <a:t>frame</a:t>
              </a:r>
            </a:p>
          </p:txBody>
        </p:sp>
      </p:grpSp>
      <p:grpSp>
        <p:nvGrpSpPr>
          <p:cNvPr id="1215512" name="Group 24">
            <a:extLst>
              <a:ext uri="{FF2B5EF4-FFF2-40B4-BE49-F238E27FC236}">
                <a16:creationId xmlns:a16="http://schemas.microsoft.com/office/drawing/2014/main" id="{B0D27781-7BFB-486B-4891-56FCC8445C9E}"/>
              </a:ext>
            </a:extLst>
          </p:cNvPr>
          <p:cNvGrpSpPr>
            <a:grpSpLocks/>
          </p:cNvGrpSpPr>
          <p:nvPr/>
        </p:nvGrpSpPr>
        <p:grpSpPr bwMode="auto">
          <a:xfrm>
            <a:off x="1727200" y="1689100"/>
            <a:ext cx="1574800" cy="1409700"/>
            <a:chOff x="952" y="931"/>
            <a:chExt cx="992" cy="888"/>
          </a:xfrm>
        </p:grpSpPr>
        <p:sp>
          <p:nvSpPr>
            <p:cNvPr id="1215513" name="Line 25">
              <a:extLst>
                <a:ext uri="{FF2B5EF4-FFF2-40B4-BE49-F238E27FC236}">
                  <a16:creationId xmlns:a16="http://schemas.microsoft.com/office/drawing/2014/main" id="{BCF12EBB-9185-71DC-7D87-4FB72F796A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952" y="995"/>
              <a:ext cx="568" cy="824"/>
            </a:xfrm>
            <a:prstGeom prst="line">
              <a:avLst/>
            </a:prstGeom>
            <a:noFill/>
            <a:ln w="381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14" name="Text Box 26">
              <a:extLst>
                <a:ext uri="{FF2B5EF4-FFF2-40B4-BE49-F238E27FC236}">
                  <a16:creationId xmlns:a16="http://schemas.microsoft.com/office/drawing/2014/main" id="{CCED0AF6-6CA4-1124-7E4A-4803C8861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8" y="931"/>
              <a:ext cx="37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300">
                  <a:solidFill>
                    <a:srgbClr val="0000FF"/>
                  </a:solidFill>
                  <a:latin typeface="Helvetica" panose="020B0604020202020204" pitchFamily="34" charset="0"/>
                </a:rPr>
                <a:t>frame</a:t>
              </a:r>
            </a:p>
          </p:txBody>
        </p:sp>
      </p:grpSp>
      <p:grpSp>
        <p:nvGrpSpPr>
          <p:cNvPr id="1215515" name="Group 27">
            <a:extLst>
              <a:ext uri="{FF2B5EF4-FFF2-40B4-BE49-F238E27FC236}">
                <a16:creationId xmlns:a16="http://schemas.microsoft.com/office/drawing/2014/main" id="{3A0F9560-5B54-D4A8-A7B7-B20CD3C8C6D3}"/>
              </a:ext>
            </a:extLst>
          </p:cNvPr>
          <p:cNvGrpSpPr>
            <a:grpSpLocks/>
          </p:cNvGrpSpPr>
          <p:nvPr/>
        </p:nvGrpSpPr>
        <p:grpSpPr bwMode="auto">
          <a:xfrm>
            <a:off x="114300" y="3683000"/>
            <a:ext cx="8026400" cy="2032000"/>
            <a:chOff x="63" y="2033"/>
            <a:chExt cx="5056" cy="1280"/>
          </a:xfrm>
        </p:grpSpPr>
        <p:sp>
          <p:nvSpPr>
            <p:cNvPr id="1215516" name="Text Box 28">
              <a:extLst>
                <a:ext uri="{FF2B5EF4-FFF2-40B4-BE49-F238E27FC236}">
                  <a16:creationId xmlns:a16="http://schemas.microsoft.com/office/drawing/2014/main" id="{457FC88C-D2FA-B9F6-9BF7-46FBFA2395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" y="2801"/>
              <a:ext cx="4584" cy="5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700">
                  <a:latin typeface="Helvetica" panose="020B0604020202020204" pitchFamily="34" charset="0"/>
                </a:rPr>
                <a:t>A page table is indexed by a </a:t>
              </a:r>
            </a:p>
            <a:p>
              <a:pPr algn="ctr" eaLnBrk="1" hangingPunct="1"/>
              <a:r>
                <a:rPr lang="en-US" altLang="en-US" sz="2700">
                  <a:solidFill>
                    <a:srgbClr val="0000FF"/>
                  </a:solidFill>
                  <a:latin typeface="Helvetica" panose="020B0604020202020204" pitchFamily="34" charset="0"/>
                </a:rPr>
                <a:t>virtual address</a:t>
              </a:r>
            </a:p>
          </p:txBody>
        </p:sp>
        <p:sp>
          <p:nvSpPr>
            <p:cNvPr id="1215517" name="Line 29">
              <a:extLst>
                <a:ext uri="{FF2B5EF4-FFF2-40B4-BE49-F238E27FC236}">
                  <a16:creationId xmlns:a16="http://schemas.microsoft.com/office/drawing/2014/main" id="{B12CE1EC-B19D-2C5B-5516-409EB3B4B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" y="2009"/>
              <a:ext cx="3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18" name="Text Box 30">
              <a:extLst>
                <a:ext uri="{FF2B5EF4-FFF2-40B4-BE49-F238E27FC236}">
                  <a16:creationId xmlns:a16="http://schemas.microsoft.com/office/drawing/2014/main" id="{1EB72B76-AF80-C5E6-03D1-9E1984E1FD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" y="2033"/>
              <a:ext cx="504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/>
              <a:r>
                <a:rPr lang="en-US" altLang="en-US" sz="1300">
                  <a:latin typeface="Helvetica" panose="020B0604020202020204" pitchFamily="34" charset="0"/>
                </a:rPr>
                <a:t>virtual address</a:t>
              </a:r>
            </a:p>
          </p:txBody>
        </p:sp>
      </p:grpSp>
      <p:grpSp>
        <p:nvGrpSpPr>
          <p:cNvPr id="1215519" name="Group 31">
            <a:extLst>
              <a:ext uri="{FF2B5EF4-FFF2-40B4-BE49-F238E27FC236}">
                <a16:creationId xmlns:a16="http://schemas.microsoft.com/office/drawing/2014/main" id="{42517DAE-5FE7-7420-7DCB-8EAA3DF7AA62}"/>
              </a:ext>
            </a:extLst>
          </p:cNvPr>
          <p:cNvGrpSpPr>
            <a:grpSpLocks/>
          </p:cNvGrpSpPr>
          <p:nvPr/>
        </p:nvGrpSpPr>
        <p:grpSpPr bwMode="auto">
          <a:xfrm>
            <a:off x="333628" y="1073150"/>
            <a:ext cx="1799972" cy="4421188"/>
            <a:chOff x="211" y="591"/>
            <a:chExt cx="1133" cy="2785"/>
          </a:xfrm>
        </p:grpSpPr>
        <p:sp>
          <p:nvSpPr>
            <p:cNvPr id="1215520" name="Text Box 32">
              <a:extLst>
                <a:ext uri="{FF2B5EF4-FFF2-40B4-BE49-F238E27FC236}">
                  <a16:creationId xmlns:a16="http://schemas.microsoft.com/office/drawing/2014/main" id="{3B6EFD5D-5B4A-CBCD-4AED-169F12223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0" y="591"/>
              <a:ext cx="696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en-US" altLang="en-US" sz="1400">
                  <a:solidFill>
                    <a:srgbClr val="053DE8"/>
                  </a:solidFill>
                  <a:latin typeface="Arial" panose="020B0604020202020204" pitchFamily="34" charset="0"/>
                </a:rPr>
                <a:t> Page Table</a:t>
              </a:r>
            </a:p>
          </p:txBody>
        </p:sp>
        <p:sp>
          <p:nvSpPr>
            <p:cNvPr id="1215521" name="Freeform 33">
              <a:extLst>
                <a:ext uri="{FF2B5EF4-FFF2-40B4-BE49-F238E27FC236}">
                  <a16:creationId xmlns:a16="http://schemas.microsoft.com/office/drawing/2014/main" id="{E6831BC5-DE77-E061-4E80-667A5CADC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955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2" name="Freeform 34">
              <a:extLst>
                <a:ext uri="{FF2B5EF4-FFF2-40B4-BE49-F238E27FC236}">
                  <a16:creationId xmlns:a16="http://schemas.microsoft.com/office/drawing/2014/main" id="{F9278A98-9279-1DB4-CD67-4858F1A09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147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3" name="Freeform 35">
              <a:extLst>
                <a:ext uri="{FF2B5EF4-FFF2-40B4-BE49-F238E27FC236}">
                  <a16:creationId xmlns:a16="http://schemas.microsoft.com/office/drawing/2014/main" id="{2D8EEAA8-C0D2-05CA-CF7E-45AE69832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339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4" name="Freeform 36">
              <a:extLst>
                <a:ext uri="{FF2B5EF4-FFF2-40B4-BE49-F238E27FC236}">
                  <a16:creationId xmlns:a16="http://schemas.microsoft.com/office/drawing/2014/main" id="{51B0E004-C142-4158-D7FA-E99D5C35A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531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5" name="Freeform 37">
              <a:extLst>
                <a:ext uri="{FF2B5EF4-FFF2-40B4-BE49-F238E27FC236}">
                  <a16:creationId xmlns:a16="http://schemas.microsoft.com/office/drawing/2014/main" id="{B61DF57D-1852-EFD8-43A0-297F3817A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723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6" name="Freeform 38">
              <a:extLst>
                <a:ext uri="{FF2B5EF4-FFF2-40B4-BE49-F238E27FC236}">
                  <a16:creationId xmlns:a16="http://schemas.microsoft.com/office/drawing/2014/main" id="{47F08B61-0EBC-9B4D-BCA8-36A31D9E8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1915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7" name="Freeform 39">
              <a:extLst>
                <a:ext uri="{FF2B5EF4-FFF2-40B4-BE49-F238E27FC236}">
                  <a16:creationId xmlns:a16="http://schemas.microsoft.com/office/drawing/2014/main" id="{914A21F6-6513-251C-7147-26BEFBC13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2107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8" name="Freeform 40">
              <a:extLst>
                <a:ext uri="{FF2B5EF4-FFF2-40B4-BE49-F238E27FC236}">
                  <a16:creationId xmlns:a16="http://schemas.microsoft.com/office/drawing/2014/main" id="{468524D9-8A42-015C-5BDE-2EC511235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2299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29" name="Freeform 41">
              <a:extLst>
                <a:ext uri="{FF2B5EF4-FFF2-40B4-BE49-F238E27FC236}">
                  <a16:creationId xmlns:a16="http://schemas.microsoft.com/office/drawing/2014/main" id="{6479CAA1-05C7-408C-649B-73E87BF0C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2491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30" name="Freeform 42">
              <a:extLst>
                <a:ext uri="{FF2B5EF4-FFF2-40B4-BE49-F238E27FC236}">
                  <a16:creationId xmlns:a16="http://schemas.microsoft.com/office/drawing/2014/main" id="{A82E160F-F110-53C7-4EA7-FB0A98ED8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" y="2683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5531" name="Text Box 43">
              <a:extLst>
                <a:ext uri="{FF2B5EF4-FFF2-40B4-BE49-F238E27FC236}">
                  <a16:creationId xmlns:a16="http://schemas.microsoft.com/office/drawing/2014/main" id="{297E2C43-BB30-B0BD-C18D-8A7BB0908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" y="707"/>
              <a:ext cx="848" cy="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US" altLang="en-US" sz="1300">
                <a:solidFill>
                  <a:srgbClr val="0000FF"/>
                </a:solidFill>
                <a:latin typeface="Helvetica" panose="020B0604020202020204" pitchFamily="34" charset="0"/>
              </a:endParaRPr>
            </a:p>
          </p:txBody>
        </p:sp>
        <p:sp>
          <p:nvSpPr>
            <p:cNvPr id="1215532" name="Text Box 44">
              <a:extLst>
                <a:ext uri="{FF2B5EF4-FFF2-40B4-BE49-F238E27FC236}">
                  <a16:creationId xmlns:a16="http://schemas.microsoft.com/office/drawing/2014/main" id="{5A1CF2FA-C0C2-C8FC-CC91-F394704A7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" y="2911"/>
              <a:ext cx="844" cy="4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600" dirty="0">
                  <a:solidFill>
                    <a:srgbClr val="053DE8"/>
                  </a:solidFill>
                  <a:latin typeface="Marker Felt" pitchFamily="34" charset="0"/>
                </a:rPr>
                <a:t>OS manages the page table for each process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CC0D4D-137E-8788-514B-2AD0A85BEFAD}"/>
                  </a:ext>
                </a:extLst>
              </p14:cNvPr>
              <p14:cNvContentPartPr/>
              <p14:nvPr/>
            </p14:nvContentPartPr>
            <p14:xfrm>
              <a:off x="295200" y="1404360"/>
              <a:ext cx="7952400" cy="468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CC0D4D-137E-8788-514B-2AD0A85BEF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5840" y="1395000"/>
                <a:ext cx="7971120" cy="470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15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15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15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1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15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15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15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15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B0DFFF6-40A0-33FD-39C2-065191233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CC7CC-C21F-485B-9D1F-4F949516FAB5}" type="datetime1">
              <a:rPr lang="en-US" altLang="en-US"/>
              <a:pPr/>
              <a:t>9/9/2025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7099985-667A-550C-BB75-92B8065C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CS252-s06, Lec 04-cache review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537E884-194F-3009-EBDD-E5306B75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33913-F458-42C0-99E3-3041BB7CDF7B}" type="slidenum">
              <a:rPr lang="en-US" altLang="en-US"/>
              <a:pPr/>
              <a:t>65</a:t>
            </a:fld>
            <a:endParaRPr lang="en-US" altLang="en-US" b="0">
              <a:solidFill>
                <a:srgbClr val="FBBA03"/>
              </a:solidFill>
            </a:endParaRPr>
          </a:p>
        </p:txBody>
      </p:sp>
      <p:grpSp>
        <p:nvGrpSpPr>
          <p:cNvPr id="1163366" name="Group 102">
            <a:extLst>
              <a:ext uri="{FF2B5EF4-FFF2-40B4-BE49-F238E27FC236}">
                <a16:creationId xmlns:a16="http://schemas.microsoft.com/office/drawing/2014/main" id="{E89CCCA7-C07D-7CCE-ACE1-5DA166C2B61A}"/>
              </a:ext>
            </a:extLst>
          </p:cNvPr>
          <p:cNvGrpSpPr>
            <a:grpSpLocks/>
          </p:cNvGrpSpPr>
          <p:nvPr/>
        </p:nvGrpSpPr>
        <p:grpSpPr bwMode="auto">
          <a:xfrm>
            <a:off x="2190750" y="1009650"/>
            <a:ext cx="1252538" cy="1847850"/>
            <a:chOff x="1338" y="556"/>
            <a:chExt cx="789" cy="1164"/>
          </a:xfrm>
        </p:grpSpPr>
        <p:sp>
          <p:nvSpPr>
            <p:cNvPr id="1163367" name="Text Box 103">
              <a:extLst>
                <a:ext uri="{FF2B5EF4-FFF2-40B4-BE49-F238E27FC236}">
                  <a16:creationId xmlns:a16="http://schemas.microsoft.com/office/drawing/2014/main" id="{6BC17499-2D48-18A3-BF81-FE9776A505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556"/>
              <a:ext cx="789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1700"/>
                </a:lnSpc>
              </a:pPr>
              <a:r>
                <a:rPr lang="en-US" altLang="en-US" sz="1400">
                  <a:latin typeface="Arial" panose="020B0604020202020204" pitchFamily="34" charset="0"/>
                </a:rPr>
                <a:t>Physical</a:t>
              </a:r>
            </a:p>
            <a:p>
              <a:pPr algn="ctr" eaLnBrk="1" hangingPunct="1">
                <a:lnSpc>
                  <a:spcPts val="1700"/>
                </a:lnSpc>
              </a:pPr>
              <a:r>
                <a:rPr lang="en-US" altLang="en-US" sz="1400">
                  <a:latin typeface="Arial" panose="020B0604020202020204" pitchFamily="34" charset="0"/>
                </a:rPr>
                <a:t>Memory Space</a:t>
              </a:r>
            </a:p>
          </p:txBody>
        </p:sp>
        <p:sp>
          <p:nvSpPr>
            <p:cNvPr id="1163368" name="Freeform 104">
              <a:extLst>
                <a:ext uri="{FF2B5EF4-FFF2-40B4-BE49-F238E27FC236}">
                  <a16:creationId xmlns:a16="http://schemas.microsoft.com/office/drawing/2014/main" id="{263AE435-4206-5C35-1E22-5CF2FD1A1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960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369" name="Freeform 105">
              <a:extLst>
                <a:ext uri="{FF2B5EF4-FFF2-40B4-BE49-F238E27FC236}">
                  <a16:creationId xmlns:a16="http://schemas.microsoft.com/office/drawing/2014/main" id="{AC85A582-3834-0BD3-C1AC-28CB6A085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152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370" name="Freeform 106">
              <a:extLst>
                <a:ext uri="{FF2B5EF4-FFF2-40B4-BE49-F238E27FC236}">
                  <a16:creationId xmlns:a16="http://schemas.microsoft.com/office/drawing/2014/main" id="{70437F05-98A6-36F5-5DE9-D937EBF46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344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3371" name="Freeform 107">
              <a:extLst>
                <a:ext uri="{FF2B5EF4-FFF2-40B4-BE49-F238E27FC236}">
                  <a16:creationId xmlns:a16="http://schemas.microsoft.com/office/drawing/2014/main" id="{B33739B3-E4A6-B243-78B2-5FD8812A9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8" y="1536"/>
              <a:ext cx="424" cy="184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solidFill>
              <a:srgbClr val="FFFFFF"/>
            </a:solidFill>
            <a:ln w="38100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63266" name="Rectangle 2">
            <a:extLst>
              <a:ext uri="{FF2B5EF4-FFF2-40B4-BE49-F238E27FC236}">
                <a16:creationId xmlns:a16="http://schemas.microsoft.com/office/drawing/2014/main" id="{84CC1BB3-D50B-EF04-42C1-DDA6ECD96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5226050"/>
            <a:ext cx="8572500" cy="112553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63500" tIns="25400" rIns="63500" bIns="25400">
            <a:spAutoFit/>
          </a:bodyPr>
          <a:lstStyle/>
          <a:p>
            <a:pPr>
              <a:lnSpc>
                <a:spcPct val="85000"/>
              </a:lnSpc>
              <a:spcBef>
                <a:spcPct val="15000"/>
              </a:spcBef>
            </a:pPr>
            <a:r>
              <a:rPr lang="en-US" altLang="en-US" sz="2600"/>
              <a:t>Page table maps virtual page numbers to physical frames (</a:t>
            </a:r>
            <a:r>
              <a:rPr lang="en-US" altLang="en-US"/>
              <a:t>“PTE” = Page Table Entry)</a:t>
            </a:r>
          </a:p>
          <a:p>
            <a:pPr>
              <a:lnSpc>
                <a:spcPct val="85000"/>
              </a:lnSpc>
              <a:spcBef>
                <a:spcPct val="15000"/>
              </a:spcBef>
            </a:pPr>
            <a:r>
              <a:rPr lang="en-US" altLang="en-US" sz="2600"/>
              <a:t>Virtual memory =&gt; treat memory </a:t>
            </a:r>
            <a:r>
              <a:rPr lang="en-US" altLang="en-US" sz="2600">
                <a:sym typeface="Symbol" panose="05050102010706020507" pitchFamily="18" charset="2"/>
              </a:rPr>
              <a:t></a:t>
            </a:r>
            <a:r>
              <a:rPr lang="en-US" altLang="en-US" sz="2600"/>
              <a:t> cache for disk</a:t>
            </a:r>
          </a:p>
        </p:txBody>
      </p:sp>
      <p:sp>
        <p:nvSpPr>
          <p:cNvPr id="1163289" name="Rectangle 25">
            <a:extLst>
              <a:ext uri="{FF2B5EF4-FFF2-40B4-BE49-F238E27FC236}">
                <a16:creationId xmlns:a16="http://schemas.microsoft.com/office/drawing/2014/main" id="{A9FD1032-FA00-C97C-281D-A0DD16B13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191" y="530225"/>
            <a:ext cx="5749925" cy="368300"/>
          </a:xfrm>
        </p:spPr>
        <p:txBody>
          <a:bodyPr/>
          <a:lstStyle/>
          <a:p>
            <a:r>
              <a:rPr lang="en-US" altLang="en-US" sz="4000" dirty="0"/>
              <a:t>Details of Page Table</a:t>
            </a:r>
          </a:p>
        </p:txBody>
      </p:sp>
      <p:grpSp>
        <p:nvGrpSpPr>
          <p:cNvPr id="1163290" name="Group 26">
            <a:extLst>
              <a:ext uri="{FF2B5EF4-FFF2-40B4-BE49-F238E27FC236}">
                <a16:creationId xmlns:a16="http://schemas.microsoft.com/office/drawing/2014/main" id="{33B2C44D-473F-87D8-CD22-96C326FB6499}"/>
              </a:ext>
            </a:extLst>
          </p:cNvPr>
          <p:cNvGrpSpPr>
            <a:grpSpLocks/>
          </p:cNvGrpSpPr>
          <p:nvPr/>
        </p:nvGrpSpPr>
        <p:grpSpPr bwMode="auto">
          <a:xfrm>
            <a:off x="2790825" y="1358900"/>
            <a:ext cx="6189663" cy="3789363"/>
            <a:chOff x="1768" y="1536"/>
            <a:chExt cx="3899" cy="2387"/>
          </a:xfrm>
        </p:grpSpPr>
        <p:sp>
          <p:nvSpPr>
            <p:cNvPr id="1163291" name="Rectangle 27">
              <a:extLst>
                <a:ext uri="{FF2B5EF4-FFF2-40B4-BE49-F238E27FC236}">
                  <a16:creationId xmlns:a16="http://schemas.microsoft.com/office/drawing/2014/main" id="{D9F7BCA5-BA0A-6C3A-F55E-E7ED260DD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536"/>
              <a:ext cx="1144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accent2"/>
                  </a:solidFill>
                </a:rPr>
                <a:t>Virtual Address</a:t>
              </a:r>
            </a:p>
          </p:txBody>
        </p:sp>
        <p:sp>
          <p:nvSpPr>
            <p:cNvPr id="1163292" name="Line 28">
              <a:extLst>
                <a:ext uri="{FF2B5EF4-FFF2-40B4-BE49-F238E27FC236}">
                  <a16:creationId xmlns:a16="http://schemas.microsoft.com/office/drawing/2014/main" id="{55D424E9-6254-79C3-D166-225C5765CF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8" y="2316"/>
              <a:ext cx="0" cy="8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3" name="Line 29">
              <a:extLst>
                <a:ext uri="{FF2B5EF4-FFF2-40B4-BE49-F238E27FC236}">
                  <a16:creationId xmlns:a16="http://schemas.microsoft.com/office/drawing/2014/main" id="{94DD69C2-29C8-4EF7-6C38-E2DD6B838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4" y="2316"/>
              <a:ext cx="0" cy="8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4" name="Line 30">
              <a:extLst>
                <a:ext uri="{FF2B5EF4-FFF2-40B4-BE49-F238E27FC236}">
                  <a16:creationId xmlns:a16="http://schemas.microsoft.com/office/drawing/2014/main" id="{F2F4D0C2-1918-AC1D-F294-F70D29AC2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2508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5" name="Line 31">
              <a:extLst>
                <a:ext uri="{FF2B5EF4-FFF2-40B4-BE49-F238E27FC236}">
                  <a16:creationId xmlns:a16="http://schemas.microsoft.com/office/drawing/2014/main" id="{6378894C-D7AC-74B0-30FB-0621381E0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2692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6" name="Line 32">
              <a:extLst>
                <a:ext uri="{FF2B5EF4-FFF2-40B4-BE49-F238E27FC236}">
                  <a16:creationId xmlns:a16="http://schemas.microsoft.com/office/drawing/2014/main" id="{BF8DE75B-C625-F37F-CAB1-760AEE766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2908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7" name="Line 33">
              <a:extLst>
                <a:ext uri="{FF2B5EF4-FFF2-40B4-BE49-F238E27FC236}">
                  <a16:creationId xmlns:a16="http://schemas.microsoft.com/office/drawing/2014/main" id="{8D2527E0-1850-2289-E674-4EB925EAE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3052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8" name="Line 34">
              <a:extLst>
                <a:ext uri="{FF2B5EF4-FFF2-40B4-BE49-F238E27FC236}">
                  <a16:creationId xmlns:a16="http://schemas.microsoft.com/office/drawing/2014/main" id="{8BDCFE65-27AA-858C-A960-CE6C24BAC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2516"/>
              <a:ext cx="0" cy="504"/>
            </a:xfrm>
            <a:prstGeom prst="line">
              <a:avLst/>
            </a:prstGeom>
            <a:noFill/>
            <a:ln w="25400"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299" name="Line 35">
              <a:extLst>
                <a:ext uri="{FF2B5EF4-FFF2-40B4-BE49-F238E27FC236}">
                  <a16:creationId xmlns:a16="http://schemas.microsoft.com/office/drawing/2014/main" id="{9EC577B2-96C3-96DD-88F2-1BD5EE287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" y="2516"/>
              <a:ext cx="0" cy="504"/>
            </a:xfrm>
            <a:prstGeom prst="line">
              <a:avLst/>
            </a:prstGeom>
            <a:noFill/>
            <a:ln w="25400">
              <a:pattFill prst="dkUpDiag">
                <a:fgClr>
                  <a:schemeClr val="tx1"/>
                </a:fgClr>
                <a:bgClr>
                  <a:schemeClr val="bg1"/>
                </a:bgClr>
              </a:patt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00" name="Rectangle 36">
              <a:extLst>
                <a:ext uri="{FF2B5EF4-FFF2-40B4-BE49-F238E27FC236}">
                  <a16:creationId xmlns:a16="http://schemas.microsoft.com/office/drawing/2014/main" id="{47B7E5C8-4630-0A07-8FC7-87C9AC3D4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2280"/>
              <a:ext cx="84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i="1">
                  <a:solidFill>
                    <a:schemeClr val="tx1"/>
                  </a:solidFill>
                </a:rPr>
                <a:t>Page Table</a:t>
              </a:r>
            </a:p>
          </p:txBody>
        </p:sp>
        <p:sp>
          <p:nvSpPr>
            <p:cNvPr id="1163301" name="Line 37">
              <a:extLst>
                <a:ext uri="{FF2B5EF4-FFF2-40B4-BE49-F238E27FC236}">
                  <a16:creationId xmlns:a16="http://schemas.microsoft.com/office/drawing/2014/main" id="{5FD72BBE-555B-A8C9-5FC5-3EE135E25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8" y="2060"/>
              <a:ext cx="0" cy="6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02" name="Line 38">
              <a:extLst>
                <a:ext uri="{FF2B5EF4-FFF2-40B4-BE49-F238E27FC236}">
                  <a16:creationId xmlns:a16="http://schemas.microsoft.com/office/drawing/2014/main" id="{EE10961D-9430-FF46-90C4-6435D2C49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6" y="2764"/>
              <a:ext cx="3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03" name="Rectangle 39">
              <a:extLst>
                <a:ext uri="{FF2B5EF4-FFF2-40B4-BE49-F238E27FC236}">
                  <a16:creationId xmlns:a16="http://schemas.microsoft.com/office/drawing/2014/main" id="{F5FFD5F1-FD20-CFB3-5518-55BE6B0B7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768"/>
              <a:ext cx="424" cy="6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index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into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page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table</a:t>
              </a:r>
            </a:p>
          </p:txBody>
        </p:sp>
        <p:sp>
          <p:nvSpPr>
            <p:cNvPr id="1163304" name="Rectangle 40">
              <a:extLst>
                <a:ext uri="{FF2B5EF4-FFF2-40B4-BE49-F238E27FC236}">
                  <a16:creationId xmlns:a16="http://schemas.microsoft.com/office/drawing/2014/main" id="{29C21825-E0D7-EA8D-17A8-AB2AB84EF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8" y="2528"/>
              <a:ext cx="816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 dirty="0">
                  <a:solidFill>
                    <a:schemeClr val="tx1"/>
                  </a:solidFill>
                </a:rPr>
                <a:t>Page Table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 dirty="0">
                  <a:solidFill>
                    <a:schemeClr val="tx1"/>
                  </a:solidFill>
                </a:rPr>
                <a:t>Base Reg</a:t>
              </a:r>
            </a:p>
          </p:txBody>
        </p:sp>
        <p:sp>
          <p:nvSpPr>
            <p:cNvPr id="1163305" name="Line 41">
              <a:extLst>
                <a:ext uri="{FF2B5EF4-FFF2-40B4-BE49-F238E27FC236}">
                  <a16:creationId xmlns:a16="http://schemas.microsoft.com/office/drawing/2014/main" id="{91871CBB-18A2-0E74-1659-B8C848835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2" y="2596"/>
              <a:ext cx="44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06" name="Rectangle 42">
              <a:extLst>
                <a:ext uri="{FF2B5EF4-FFF2-40B4-BE49-F238E27FC236}">
                  <a16:creationId xmlns:a16="http://schemas.microsoft.com/office/drawing/2014/main" id="{D7B7E35B-82ED-43C5-5365-F364F3DFC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0" y="2712"/>
              <a:ext cx="176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tx1"/>
                  </a:solidFill>
                </a:rPr>
                <a:t>V</a:t>
              </a:r>
            </a:p>
          </p:txBody>
        </p:sp>
        <p:sp>
          <p:nvSpPr>
            <p:cNvPr id="1163307" name="Rectangle 43">
              <a:extLst>
                <a:ext uri="{FF2B5EF4-FFF2-40B4-BE49-F238E27FC236}">
                  <a16:creationId xmlns:a16="http://schemas.microsoft.com/office/drawing/2014/main" id="{883E0748-CC52-A958-EDB1-EFABBAFD5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0" y="2656"/>
              <a:ext cx="471" cy="2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</a:rPr>
                <a:t>Access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en-US" altLang="en-US" sz="1400">
                  <a:solidFill>
                    <a:schemeClr val="tx1"/>
                  </a:solidFill>
                </a:rPr>
                <a:t>Rights</a:t>
              </a:r>
            </a:p>
          </p:txBody>
        </p:sp>
        <p:sp>
          <p:nvSpPr>
            <p:cNvPr id="1163308" name="Rectangle 44">
              <a:extLst>
                <a:ext uri="{FF2B5EF4-FFF2-40B4-BE49-F238E27FC236}">
                  <a16:creationId xmlns:a16="http://schemas.microsoft.com/office/drawing/2014/main" id="{211FBFDA-B2F5-437B-F790-AF1E0C36A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2728"/>
              <a:ext cx="28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accent1"/>
                  </a:solidFill>
                </a:rPr>
                <a:t>PA</a:t>
              </a:r>
              <a:endParaRPr lang="en-US" altLang="en-US" sz="1800">
                <a:solidFill>
                  <a:schemeClr val="bg2"/>
                </a:solidFill>
              </a:endParaRPr>
            </a:p>
          </p:txBody>
        </p:sp>
        <p:grpSp>
          <p:nvGrpSpPr>
            <p:cNvPr id="1163309" name="Group 45">
              <a:extLst>
                <a:ext uri="{FF2B5EF4-FFF2-40B4-BE49-F238E27FC236}">
                  <a16:creationId xmlns:a16="http://schemas.microsoft.com/office/drawing/2014/main" id="{1B5B2B1B-B654-AAFF-2BA0-CAC6D899D5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2" y="1712"/>
              <a:ext cx="1600" cy="452"/>
              <a:chOff x="2556" y="1712"/>
              <a:chExt cx="1600" cy="452"/>
            </a:xfrm>
          </p:grpSpPr>
          <p:sp>
            <p:nvSpPr>
              <p:cNvPr id="1163310" name="Rectangle 46">
                <a:extLst>
                  <a:ext uri="{FF2B5EF4-FFF2-40B4-BE49-F238E27FC236}">
                    <a16:creationId xmlns:a16="http://schemas.microsoft.com/office/drawing/2014/main" id="{1CD8FB9A-8CA7-6B7A-CE87-A3BFACECA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6" y="1868"/>
                <a:ext cx="1600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11" name="Rectangle 47">
                <a:extLst>
                  <a:ext uri="{FF2B5EF4-FFF2-40B4-BE49-F238E27FC236}">
                    <a16:creationId xmlns:a16="http://schemas.microsoft.com/office/drawing/2014/main" id="{D320483B-3D6C-D996-4969-B37E28D763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0" y="1880"/>
                <a:ext cx="8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accent1"/>
                    </a:solidFill>
                  </a:rPr>
                  <a:t>V page no.</a:t>
                </a:r>
              </a:p>
            </p:txBody>
          </p:sp>
          <p:sp>
            <p:nvSpPr>
              <p:cNvPr id="1163312" name="Rectangle 48">
                <a:extLst>
                  <a:ext uri="{FF2B5EF4-FFF2-40B4-BE49-F238E27FC236}">
                    <a16:creationId xmlns:a16="http://schemas.microsoft.com/office/drawing/2014/main" id="{02FED925-1B05-5E18-99C7-EDE16954E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880"/>
                <a:ext cx="47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offset</a:t>
                </a:r>
              </a:p>
            </p:txBody>
          </p:sp>
          <p:sp>
            <p:nvSpPr>
              <p:cNvPr id="1163313" name="Line 49">
                <a:extLst>
                  <a:ext uri="{FF2B5EF4-FFF2-40B4-BE49-F238E27FC236}">
                    <a16:creationId xmlns:a16="http://schemas.microsoft.com/office/drawing/2014/main" id="{75B65B5D-F3FA-5599-E4D2-9B22923BF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92" y="186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14" name="Rectangle 50">
                <a:extLst>
                  <a:ext uri="{FF2B5EF4-FFF2-40B4-BE49-F238E27FC236}">
                    <a16:creationId xmlns:a16="http://schemas.microsoft.com/office/drawing/2014/main" id="{A7A7BC67-7755-D02A-7243-DCD8A4D0EB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2" y="1712"/>
                <a:ext cx="240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12</a:t>
                </a:r>
              </a:p>
            </p:txBody>
          </p:sp>
          <p:sp>
            <p:nvSpPr>
              <p:cNvPr id="1163315" name="Line 51">
                <a:extLst>
                  <a:ext uri="{FF2B5EF4-FFF2-40B4-BE49-F238E27FC236}">
                    <a16:creationId xmlns:a16="http://schemas.microsoft.com/office/drawing/2014/main" id="{AD13F5A9-7146-C723-46B5-0E1C532B3A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2" y="1780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16" name="Line 52">
                <a:extLst>
                  <a:ext uri="{FF2B5EF4-FFF2-40B4-BE49-F238E27FC236}">
                    <a16:creationId xmlns:a16="http://schemas.microsoft.com/office/drawing/2014/main" id="{6D53DA12-4AD0-D56D-8532-3C87FEE454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84" y="1788"/>
                <a:ext cx="2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17" name="Line 53">
                <a:extLst>
                  <a:ext uri="{FF2B5EF4-FFF2-40B4-BE49-F238E27FC236}">
                    <a16:creationId xmlns:a16="http://schemas.microsoft.com/office/drawing/2014/main" id="{87C854DC-B2D7-BDAB-DC6B-1D4E02A5C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8" y="2052"/>
                <a:ext cx="0" cy="112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163318" name="Line 54">
              <a:extLst>
                <a:ext uri="{FF2B5EF4-FFF2-40B4-BE49-F238E27FC236}">
                  <a16:creationId xmlns:a16="http://schemas.microsoft.com/office/drawing/2014/main" id="{B6C486AD-ACB2-75E2-8199-663D97F43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2" y="2160"/>
              <a:ext cx="1588" cy="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19" name="Line 55">
              <a:extLst>
                <a:ext uri="{FF2B5EF4-FFF2-40B4-BE49-F238E27FC236}">
                  <a16:creationId xmlns:a16="http://schemas.microsoft.com/office/drawing/2014/main" id="{DBB26283-C819-7D3F-7B2A-D212118E8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2160"/>
              <a:ext cx="0" cy="11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20" name="Rectangle 56">
              <a:extLst>
                <a:ext uri="{FF2B5EF4-FFF2-40B4-BE49-F238E27FC236}">
                  <a16:creationId xmlns:a16="http://schemas.microsoft.com/office/drawing/2014/main" id="{97440609-C253-BA29-2EC2-EC2C35C69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3152"/>
              <a:ext cx="896" cy="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table located</a:t>
              </a:r>
            </a:p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in physical</a:t>
              </a:r>
            </a:p>
            <a:p>
              <a:pPr algn="ctr"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 b="0">
                  <a:solidFill>
                    <a:schemeClr val="tx1"/>
                  </a:solidFill>
                </a:rPr>
                <a:t>memory</a:t>
              </a:r>
            </a:p>
          </p:txBody>
        </p:sp>
        <p:grpSp>
          <p:nvGrpSpPr>
            <p:cNvPr id="1163321" name="Group 57">
              <a:extLst>
                <a:ext uri="{FF2B5EF4-FFF2-40B4-BE49-F238E27FC236}">
                  <a16:creationId xmlns:a16="http://schemas.microsoft.com/office/drawing/2014/main" id="{F213333C-883D-2F26-EFDE-85E516959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57" y="3316"/>
              <a:ext cx="1610" cy="374"/>
              <a:chOff x="3984" y="3708"/>
              <a:chExt cx="1610" cy="374"/>
            </a:xfrm>
          </p:grpSpPr>
          <p:sp>
            <p:nvSpPr>
              <p:cNvPr id="1163322" name="Rectangle 58">
                <a:extLst>
                  <a:ext uri="{FF2B5EF4-FFF2-40B4-BE49-F238E27FC236}">
                    <a16:creationId xmlns:a16="http://schemas.microsoft.com/office/drawing/2014/main" id="{90067B1C-D494-765E-8624-0AD3F1E84B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708"/>
                <a:ext cx="1600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3323" name="Rectangle 59">
                <a:extLst>
                  <a:ext uri="{FF2B5EF4-FFF2-40B4-BE49-F238E27FC236}">
                    <a16:creationId xmlns:a16="http://schemas.microsoft.com/office/drawing/2014/main" id="{4B151B74-4B78-C3BE-F99B-F7425455BF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8" y="3720"/>
                <a:ext cx="808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accent1"/>
                    </a:solidFill>
                  </a:rPr>
                  <a:t>P page no.</a:t>
                </a:r>
              </a:p>
            </p:txBody>
          </p:sp>
          <p:sp>
            <p:nvSpPr>
              <p:cNvPr id="1163324" name="Rectangle 60">
                <a:extLst>
                  <a:ext uri="{FF2B5EF4-FFF2-40B4-BE49-F238E27FC236}">
                    <a16:creationId xmlns:a16="http://schemas.microsoft.com/office/drawing/2014/main" id="{9C1057A1-4D54-0420-54A6-49E4263121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6" y="3720"/>
                <a:ext cx="472" cy="1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63500" tIns="25400" rIns="63500" bIns="25400">
                <a:spAutoFit/>
              </a:bodyPr>
              <a:lstStyle/>
              <a:p>
                <a:pPr>
                  <a:lnSpc>
                    <a:spcPct val="85000"/>
                  </a:lnSpc>
                  <a:spcBef>
                    <a:spcPct val="0"/>
                  </a:spcBef>
                </a:pPr>
                <a:r>
                  <a:rPr lang="en-US" altLang="en-US" sz="1800">
                    <a:solidFill>
                      <a:schemeClr val="tx1"/>
                    </a:solidFill>
                  </a:rPr>
                  <a:t>offset</a:t>
                </a:r>
              </a:p>
            </p:txBody>
          </p:sp>
          <p:sp>
            <p:nvSpPr>
              <p:cNvPr id="1163325" name="Line 61">
                <a:extLst>
                  <a:ext uri="{FF2B5EF4-FFF2-40B4-BE49-F238E27FC236}">
                    <a16:creationId xmlns:a16="http://schemas.microsoft.com/office/drawing/2014/main" id="{A5CDD6E3-B4C5-F311-FC03-70A0C1C6E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0" y="3708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163326" name="Group 62">
                <a:extLst>
                  <a:ext uri="{FF2B5EF4-FFF2-40B4-BE49-F238E27FC236}">
                    <a16:creationId xmlns:a16="http://schemas.microsoft.com/office/drawing/2014/main" id="{255A3AEC-6E9A-6D85-331B-61E4318E33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22" y="3903"/>
                <a:ext cx="672" cy="179"/>
                <a:chOff x="4912" y="3552"/>
                <a:chExt cx="672" cy="179"/>
              </a:xfrm>
            </p:grpSpPr>
            <p:sp>
              <p:nvSpPr>
                <p:cNvPr id="1163327" name="Rectangle 63">
                  <a:extLst>
                    <a:ext uri="{FF2B5EF4-FFF2-40B4-BE49-F238E27FC236}">
                      <a16:creationId xmlns:a16="http://schemas.microsoft.com/office/drawing/2014/main" id="{D13969B3-F8B0-F82C-4129-FB05C064B0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40" y="3552"/>
                  <a:ext cx="240" cy="1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63500" tIns="25400" rIns="63500" bIns="25400">
                  <a:spAutoFit/>
                </a:bodyPr>
                <a:lstStyle/>
                <a:p>
                  <a:pPr>
                    <a:lnSpc>
                      <a:spcPct val="85000"/>
                    </a:lnSpc>
                    <a:spcBef>
                      <a:spcPct val="0"/>
                    </a:spcBef>
                  </a:pPr>
                  <a:r>
                    <a:rPr lang="en-US" altLang="en-US" sz="1800">
                      <a:solidFill>
                        <a:schemeClr val="tx1"/>
                      </a:solidFill>
                    </a:rPr>
                    <a:t>12</a:t>
                  </a:r>
                </a:p>
              </p:txBody>
            </p:sp>
            <p:sp>
              <p:nvSpPr>
                <p:cNvPr id="1163328" name="Line 64">
                  <a:extLst>
                    <a:ext uri="{FF2B5EF4-FFF2-40B4-BE49-F238E27FC236}">
                      <a16:creationId xmlns:a16="http://schemas.microsoft.com/office/drawing/2014/main" id="{3D2A7EE1-1A3C-1F78-A07E-A60A6855A2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60" y="3620"/>
                  <a:ext cx="2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163329" name="Line 65">
                  <a:extLst>
                    <a:ext uri="{FF2B5EF4-FFF2-40B4-BE49-F238E27FC236}">
                      <a16:creationId xmlns:a16="http://schemas.microsoft.com/office/drawing/2014/main" id="{8C2B8959-B231-F56C-F87F-FE55151702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912" y="3628"/>
                  <a:ext cx="272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163330" name="Freeform 66">
              <a:extLst>
                <a:ext uri="{FF2B5EF4-FFF2-40B4-BE49-F238E27FC236}">
                  <a16:creationId xmlns:a16="http://schemas.microsoft.com/office/drawing/2014/main" id="{C7DBC1AD-09FE-E481-0F1F-6EB8DAC3F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784"/>
              <a:ext cx="384" cy="528"/>
            </a:xfrm>
            <a:custGeom>
              <a:avLst/>
              <a:gdLst>
                <a:gd name="T0" fmla="*/ 0 w 384"/>
                <a:gd name="T1" fmla="*/ 0 h 528"/>
                <a:gd name="T2" fmla="*/ 384 w 384"/>
                <a:gd name="T3" fmla="*/ 0 h 528"/>
                <a:gd name="T4" fmla="*/ 384 w 384"/>
                <a:gd name="T5" fmla="*/ 528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528">
                  <a:moveTo>
                    <a:pt x="0" y="0"/>
                  </a:moveTo>
                  <a:lnTo>
                    <a:pt x="384" y="0"/>
                  </a:lnTo>
                  <a:lnTo>
                    <a:pt x="384" y="52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3331" name="Rectangle 67">
              <a:extLst>
                <a:ext uri="{FF2B5EF4-FFF2-40B4-BE49-F238E27FC236}">
                  <a16:creationId xmlns:a16="http://schemas.microsoft.com/office/drawing/2014/main" id="{41370F9D-691A-E9EE-C5E7-E2E535D21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744"/>
              <a:ext cx="1280" cy="1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3500" tIns="25400" rIns="63500" bIns="25400">
              <a:spAutoFit/>
            </a:bodyPr>
            <a:lstStyle/>
            <a:p>
              <a:pPr>
                <a:lnSpc>
                  <a:spcPct val="85000"/>
                </a:lnSpc>
                <a:spcBef>
                  <a:spcPct val="0"/>
                </a:spcBef>
              </a:pPr>
              <a:r>
                <a:rPr lang="en-US" altLang="en-US" sz="1800">
                  <a:solidFill>
                    <a:schemeClr val="accent2"/>
                  </a:solidFill>
                </a:rPr>
                <a:t>Physical Address</a:t>
              </a:r>
            </a:p>
          </p:txBody>
        </p:sp>
      </p:grpSp>
      <p:sp>
        <p:nvSpPr>
          <p:cNvPr id="1163333" name="Line 69">
            <a:extLst>
              <a:ext uri="{FF2B5EF4-FFF2-40B4-BE49-F238E27FC236}">
                <a16:creationId xmlns:a16="http://schemas.microsoft.com/office/drawing/2014/main" id="{C646368A-0901-4736-9C7F-4AF5265FBD37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531938" y="2095500"/>
            <a:ext cx="901700" cy="1841500"/>
          </a:xfrm>
          <a:prstGeom prst="line">
            <a:avLst/>
          </a:prstGeom>
          <a:noFill/>
          <a:ln w="38100">
            <a:solidFill>
              <a:srgbClr val="05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34" name="Text Box 70">
            <a:extLst>
              <a:ext uri="{FF2B5EF4-FFF2-40B4-BE49-F238E27FC236}">
                <a16:creationId xmlns:a16="http://schemas.microsoft.com/office/drawing/2014/main" id="{6304B098-BEC9-5EB3-EDA1-07ACA362C7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1993900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163336" name="Line 72">
            <a:extLst>
              <a:ext uri="{FF2B5EF4-FFF2-40B4-BE49-F238E27FC236}">
                <a16:creationId xmlns:a16="http://schemas.microsoft.com/office/drawing/2014/main" id="{27F23F88-6A14-F3E9-90E4-28CBD0D58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1938" y="2400300"/>
            <a:ext cx="901700" cy="12700"/>
          </a:xfrm>
          <a:prstGeom prst="line">
            <a:avLst/>
          </a:prstGeom>
          <a:noFill/>
          <a:ln w="38100">
            <a:solidFill>
              <a:srgbClr val="05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37" name="Text Box 73">
            <a:extLst>
              <a:ext uri="{FF2B5EF4-FFF2-40B4-BE49-F238E27FC236}">
                <a16:creationId xmlns:a16="http://schemas.microsoft.com/office/drawing/2014/main" id="{1CF6ABA6-AFD4-F8AE-3814-6F2B2F2C5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2286000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163339" name="Line 75">
            <a:extLst>
              <a:ext uri="{FF2B5EF4-FFF2-40B4-BE49-F238E27FC236}">
                <a16:creationId xmlns:a16="http://schemas.microsoft.com/office/drawing/2014/main" id="{9595E2A5-A804-A592-AC8F-68902214CEF6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531938" y="2705100"/>
            <a:ext cx="901700" cy="1841500"/>
          </a:xfrm>
          <a:prstGeom prst="line">
            <a:avLst/>
          </a:prstGeom>
          <a:noFill/>
          <a:ln w="38100">
            <a:solidFill>
              <a:srgbClr val="05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40" name="Text Box 76">
            <a:extLst>
              <a:ext uri="{FF2B5EF4-FFF2-40B4-BE49-F238E27FC236}">
                <a16:creationId xmlns:a16="http://schemas.microsoft.com/office/drawing/2014/main" id="{1D54D5FC-C1AC-E3AF-BBE9-199525584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2603500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163342" name="Line 78">
            <a:extLst>
              <a:ext uri="{FF2B5EF4-FFF2-40B4-BE49-F238E27FC236}">
                <a16:creationId xmlns:a16="http://schemas.microsoft.com/office/drawing/2014/main" id="{DF6A3F64-0F31-3BDC-439D-9EA3A5F49865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1531938" y="1790700"/>
            <a:ext cx="901700" cy="1308100"/>
          </a:xfrm>
          <a:prstGeom prst="line">
            <a:avLst/>
          </a:prstGeom>
          <a:noFill/>
          <a:ln w="38100">
            <a:solidFill>
              <a:srgbClr val="053DE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43" name="Text Box 79">
            <a:extLst>
              <a:ext uri="{FF2B5EF4-FFF2-40B4-BE49-F238E27FC236}">
                <a16:creationId xmlns:a16="http://schemas.microsoft.com/office/drawing/2014/main" id="{D071FF60-F49C-6272-65A5-BEA554731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9838" y="1689100"/>
            <a:ext cx="596900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solidFill>
                  <a:srgbClr val="0000FF"/>
                </a:solidFill>
                <a:latin typeface="Helvetica" panose="020B0604020202020204" pitchFamily="34" charset="0"/>
              </a:rPr>
              <a:t>frame</a:t>
            </a:r>
          </a:p>
        </p:txBody>
      </p:sp>
      <p:sp>
        <p:nvSpPr>
          <p:cNvPr id="1163346" name="Line 82">
            <a:extLst>
              <a:ext uri="{FF2B5EF4-FFF2-40B4-BE49-F238E27FC236}">
                <a16:creationId xmlns:a16="http://schemas.microsoft.com/office/drawing/2014/main" id="{7E6B5246-88EF-0A66-E716-C8DB2C2F7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7638" y="3644900"/>
            <a:ext cx="6223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47" name="Text Box 83">
            <a:extLst>
              <a:ext uri="{FF2B5EF4-FFF2-40B4-BE49-F238E27FC236}">
                <a16:creationId xmlns:a16="http://schemas.microsoft.com/office/drawing/2014/main" id="{CF4DE8A4-2647-6490-2750-A87AEC020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0963" y="3683000"/>
            <a:ext cx="800101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r>
              <a:rPr lang="en-US" altLang="en-US" sz="1300">
                <a:latin typeface="Helvetica" panose="020B0604020202020204" pitchFamily="34" charset="0"/>
              </a:rPr>
              <a:t>virtual address</a:t>
            </a:r>
          </a:p>
        </p:txBody>
      </p:sp>
      <p:sp>
        <p:nvSpPr>
          <p:cNvPr id="1163349" name="Text Box 85">
            <a:extLst>
              <a:ext uri="{FF2B5EF4-FFF2-40B4-BE49-F238E27FC236}">
                <a16:creationId xmlns:a16="http://schemas.microsoft.com/office/drawing/2014/main" id="{71C03D7A-C1DF-AD78-75F4-41E01A489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073150"/>
            <a:ext cx="984250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en-US" altLang="en-US" sz="1400">
                <a:solidFill>
                  <a:srgbClr val="053DE8"/>
                </a:solidFill>
                <a:latin typeface="Arial" panose="020B0604020202020204" pitchFamily="34" charset="0"/>
              </a:rPr>
              <a:t> Page Table</a:t>
            </a:r>
          </a:p>
        </p:txBody>
      </p:sp>
      <p:sp>
        <p:nvSpPr>
          <p:cNvPr id="1163350" name="Freeform 86">
            <a:extLst>
              <a:ext uri="{FF2B5EF4-FFF2-40B4-BE49-F238E27FC236}">
                <a16:creationId xmlns:a16="http://schemas.microsoft.com/office/drawing/2014/main" id="{6DFB15ED-CFFD-1AD7-D7AF-626037E0D297}"/>
              </a:ext>
            </a:extLst>
          </p:cNvPr>
          <p:cNvSpPr>
            <a:spLocks/>
          </p:cNvSpPr>
          <p:nvPr/>
        </p:nvSpPr>
        <p:spPr bwMode="auto">
          <a:xfrm>
            <a:off x="844550" y="16510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1" name="Freeform 87">
            <a:extLst>
              <a:ext uri="{FF2B5EF4-FFF2-40B4-BE49-F238E27FC236}">
                <a16:creationId xmlns:a16="http://schemas.microsoft.com/office/drawing/2014/main" id="{29004723-5C61-F179-E0C4-221B03839AF8}"/>
              </a:ext>
            </a:extLst>
          </p:cNvPr>
          <p:cNvSpPr>
            <a:spLocks/>
          </p:cNvSpPr>
          <p:nvPr/>
        </p:nvSpPr>
        <p:spPr bwMode="auto">
          <a:xfrm>
            <a:off x="844550" y="19558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2" name="Freeform 88">
            <a:extLst>
              <a:ext uri="{FF2B5EF4-FFF2-40B4-BE49-F238E27FC236}">
                <a16:creationId xmlns:a16="http://schemas.microsoft.com/office/drawing/2014/main" id="{80F4E648-AD78-FD71-F257-1E4471257C92}"/>
              </a:ext>
            </a:extLst>
          </p:cNvPr>
          <p:cNvSpPr>
            <a:spLocks/>
          </p:cNvSpPr>
          <p:nvPr/>
        </p:nvSpPr>
        <p:spPr bwMode="auto">
          <a:xfrm>
            <a:off x="844550" y="22606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3" name="Freeform 89">
            <a:extLst>
              <a:ext uri="{FF2B5EF4-FFF2-40B4-BE49-F238E27FC236}">
                <a16:creationId xmlns:a16="http://schemas.microsoft.com/office/drawing/2014/main" id="{D24CB02B-02AC-9B89-844D-D99F6BE51E9C}"/>
              </a:ext>
            </a:extLst>
          </p:cNvPr>
          <p:cNvSpPr>
            <a:spLocks/>
          </p:cNvSpPr>
          <p:nvPr/>
        </p:nvSpPr>
        <p:spPr bwMode="auto">
          <a:xfrm>
            <a:off x="844550" y="25654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4" name="Freeform 90">
            <a:extLst>
              <a:ext uri="{FF2B5EF4-FFF2-40B4-BE49-F238E27FC236}">
                <a16:creationId xmlns:a16="http://schemas.microsoft.com/office/drawing/2014/main" id="{15BD8617-84E2-F7BA-1E84-BD3D49382731}"/>
              </a:ext>
            </a:extLst>
          </p:cNvPr>
          <p:cNvSpPr>
            <a:spLocks/>
          </p:cNvSpPr>
          <p:nvPr/>
        </p:nvSpPr>
        <p:spPr bwMode="auto">
          <a:xfrm>
            <a:off x="844550" y="28702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5" name="Freeform 91">
            <a:extLst>
              <a:ext uri="{FF2B5EF4-FFF2-40B4-BE49-F238E27FC236}">
                <a16:creationId xmlns:a16="http://schemas.microsoft.com/office/drawing/2014/main" id="{AD6C8C9F-E940-9607-3BA2-A026C4A3B509}"/>
              </a:ext>
            </a:extLst>
          </p:cNvPr>
          <p:cNvSpPr>
            <a:spLocks/>
          </p:cNvSpPr>
          <p:nvPr/>
        </p:nvSpPr>
        <p:spPr bwMode="auto">
          <a:xfrm>
            <a:off x="844550" y="31750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6" name="Freeform 92">
            <a:extLst>
              <a:ext uri="{FF2B5EF4-FFF2-40B4-BE49-F238E27FC236}">
                <a16:creationId xmlns:a16="http://schemas.microsoft.com/office/drawing/2014/main" id="{6D9E49D0-1540-0C48-B383-0F40C96695EB}"/>
              </a:ext>
            </a:extLst>
          </p:cNvPr>
          <p:cNvSpPr>
            <a:spLocks/>
          </p:cNvSpPr>
          <p:nvPr/>
        </p:nvSpPr>
        <p:spPr bwMode="auto">
          <a:xfrm>
            <a:off x="844550" y="34798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7" name="Freeform 93">
            <a:extLst>
              <a:ext uri="{FF2B5EF4-FFF2-40B4-BE49-F238E27FC236}">
                <a16:creationId xmlns:a16="http://schemas.microsoft.com/office/drawing/2014/main" id="{37BEBC4A-36DE-7CFA-9CE3-3F04C55364E5}"/>
              </a:ext>
            </a:extLst>
          </p:cNvPr>
          <p:cNvSpPr>
            <a:spLocks/>
          </p:cNvSpPr>
          <p:nvPr/>
        </p:nvSpPr>
        <p:spPr bwMode="auto">
          <a:xfrm>
            <a:off x="844550" y="37846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8" name="Freeform 94">
            <a:extLst>
              <a:ext uri="{FF2B5EF4-FFF2-40B4-BE49-F238E27FC236}">
                <a16:creationId xmlns:a16="http://schemas.microsoft.com/office/drawing/2014/main" id="{40CEAEF4-F463-91A1-1ED4-BC78259849AC}"/>
              </a:ext>
            </a:extLst>
          </p:cNvPr>
          <p:cNvSpPr>
            <a:spLocks/>
          </p:cNvSpPr>
          <p:nvPr/>
        </p:nvSpPr>
        <p:spPr bwMode="auto">
          <a:xfrm>
            <a:off x="844550" y="40894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59" name="Freeform 95">
            <a:extLst>
              <a:ext uri="{FF2B5EF4-FFF2-40B4-BE49-F238E27FC236}">
                <a16:creationId xmlns:a16="http://schemas.microsoft.com/office/drawing/2014/main" id="{47AB1EE2-A26A-9D08-EA28-5587DB65334B}"/>
              </a:ext>
            </a:extLst>
          </p:cNvPr>
          <p:cNvSpPr>
            <a:spLocks/>
          </p:cNvSpPr>
          <p:nvPr/>
        </p:nvSpPr>
        <p:spPr bwMode="auto">
          <a:xfrm>
            <a:off x="844550" y="4394200"/>
            <a:ext cx="674688" cy="29210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38100">
            <a:solidFill>
              <a:srgbClr val="053DE8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63360" name="Text Box 96">
            <a:extLst>
              <a:ext uri="{FF2B5EF4-FFF2-40B4-BE49-F238E27FC236}">
                <a16:creationId xmlns:a16="http://schemas.microsoft.com/office/drawing/2014/main" id="{0B9EBD70-B3AE-283D-73AF-AF06A634C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1257300"/>
            <a:ext cx="1347788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 sz="1300">
              <a:solidFill>
                <a:srgbClr val="0000FF"/>
              </a:solidFill>
              <a:latin typeface="Helvetica" panose="020B060402020202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AAFF53-1023-2D65-B2D4-D6020F40CC63}"/>
                  </a:ext>
                </a:extLst>
              </p14:cNvPr>
              <p14:cNvContentPartPr/>
              <p14:nvPr/>
            </p14:nvContentPartPr>
            <p14:xfrm>
              <a:off x="169200" y="0"/>
              <a:ext cx="8917200" cy="4845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AAFF53-1023-2D65-B2D4-D6020F40CC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840" y="-9360"/>
                <a:ext cx="8935920" cy="486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346" name="Rectangle 2">
            <a:extLst>
              <a:ext uri="{FF2B5EF4-FFF2-40B4-BE49-F238E27FC236}">
                <a16:creationId xmlns:a16="http://schemas.microsoft.com/office/drawing/2014/main" id="{AFC04CBD-97FE-7747-91DA-E52FF4846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38100"/>
            <a:ext cx="8369300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dirty="0"/>
              <a:t>VM and Disk: Page replacement policy</a:t>
            </a:r>
          </a:p>
        </p:txBody>
      </p:sp>
      <p:grpSp>
        <p:nvGrpSpPr>
          <p:cNvPr id="1209347" name="Group 3">
            <a:extLst>
              <a:ext uri="{FF2B5EF4-FFF2-40B4-BE49-F238E27FC236}">
                <a16:creationId xmlns:a16="http://schemas.microsoft.com/office/drawing/2014/main" id="{6C217B3A-60CB-59E8-932B-D6CDC6F6BFCC}"/>
              </a:ext>
            </a:extLst>
          </p:cNvPr>
          <p:cNvGrpSpPr>
            <a:grpSpLocks/>
          </p:cNvGrpSpPr>
          <p:nvPr/>
        </p:nvGrpSpPr>
        <p:grpSpPr bwMode="auto">
          <a:xfrm>
            <a:off x="6076950" y="768350"/>
            <a:ext cx="2919413" cy="2324100"/>
            <a:chOff x="3352" y="423"/>
            <a:chExt cx="1839" cy="1464"/>
          </a:xfrm>
        </p:grpSpPr>
        <p:sp>
          <p:nvSpPr>
            <p:cNvPr id="1209348" name="Line 4">
              <a:extLst>
                <a:ext uri="{FF2B5EF4-FFF2-40B4-BE49-F238E27FC236}">
                  <a16:creationId xmlns:a16="http://schemas.microsoft.com/office/drawing/2014/main" id="{1A1567FA-45C0-C9E9-72A6-02C556B02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823"/>
              <a:ext cx="1828" cy="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49" name="Line 5">
              <a:extLst>
                <a:ext uri="{FF2B5EF4-FFF2-40B4-BE49-F238E27FC236}">
                  <a16:creationId xmlns:a16="http://schemas.microsoft.com/office/drawing/2014/main" id="{BC03C3F8-5021-784A-9DB4-6737DA1F89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999"/>
              <a:ext cx="1831" cy="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0" name="Line 6">
              <a:extLst>
                <a:ext uri="{FF2B5EF4-FFF2-40B4-BE49-F238E27FC236}">
                  <a16:creationId xmlns:a16="http://schemas.microsoft.com/office/drawing/2014/main" id="{1951962F-6724-4142-7733-F4419E405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175"/>
              <a:ext cx="1800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1" name="Line 7">
              <a:extLst>
                <a:ext uri="{FF2B5EF4-FFF2-40B4-BE49-F238E27FC236}">
                  <a16:creationId xmlns:a16="http://schemas.microsoft.com/office/drawing/2014/main" id="{59FD245D-8E18-AAEE-5281-D5DD96B05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327"/>
              <a:ext cx="1784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2" name="Line 8">
              <a:extLst>
                <a:ext uri="{FF2B5EF4-FFF2-40B4-BE49-F238E27FC236}">
                  <a16:creationId xmlns:a16="http://schemas.microsoft.com/office/drawing/2014/main" id="{ED4A5A08-5121-BCB2-7E19-B7FE3A9F1C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03"/>
              <a:ext cx="1784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3" name="Line 9">
              <a:extLst>
                <a:ext uri="{FF2B5EF4-FFF2-40B4-BE49-F238E27FC236}">
                  <a16:creationId xmlns:a16="http://schemas.microsoft.com/office/drawing/2014/main" id="{D60C5CDB-3EBD-92C5-6D37-15B3C377D7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679"/>
              <a:ext cx="1784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4" name="Line 10">
              <a:extLst>
                <a:ext uri="{FF2B5EF4-FFF2-40B4-BE49-F238E27FC236}">
                  <a16:creationId xmlns:a16="http://schemas.microsoft.com/office/drawing/2014/main" id="{94A9E866-3CB0-5351-850A-7656DEA44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6" y="655"/>
              <a:ext cx="8" cy="12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5" name="Line 11">
              <a:extLst>
                <a:ext uri="{FF2B5EF4-FFF2-40B4-BE49-F238E27FC236}">
                  <a16:creationId xmlns:a16="http://schemas.microsoft.com/office/drawing/2014/main" id="{5CFBD77B-C2CB-005E-31C6-DB091B997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671"/>
              <a:ext cx="8" cy="12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56" name="Text Box 12">
              <a:extLst>
                <a:ext uri="{FF2B5EF4-FFF2-40B4-BE49-F238E27FC236}">
                  <a16:creationId xmlns:a16="http://schemas.microsoft.com/office/drawing/2014/main" id="{A0F2C996-5B32-645D-5E73-FE5647834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2" y="855"/>
              <a:ext cx="208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...</a:t>
              </a:r>
            </a:p>
          </p:txBody>
        </p:sp>
        <p:sp>
          <p:nvSpPr>
            <p:cNvPr id="1209357" name="Text Box 13">
              <a:extLst>
                <a:ext uri="{FF2B5EF4-FFF2-40B4-BE49-F238E27FC236}">
                  <a16:creationId xmlns:a16="http://schemas.microsoft.com/office/drawing/2014/main" id="{2A642A56-5975-38D1-CEA9-7C96D45F4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6" y="423"/>
              <a:ext cx="832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900"/>
                </a:lnSpc>
              </a:pPr>
              <a:r>
                <a:rPr lang="en-US" altLang="en-US" sz="1800">
                  <a:latin typeface="Helvetica" panose="020B0604020202020204" pitchFamily="34" charset="0"/>
                </a:rPr>
                <a:t>Page Table</a:t>
              </a:r>
            </a:p>
          </p:txBody>
        </p:sp>
        <p:sp>
          <p:nvSpPr>
            <p:cNvPr id="1209358" name="Text Box 14">
              <a:extLst>
                <a:ext uri="{FF2B5EF4-FFF2-40B4-BE49-F238E27FC236}">
                  <a16:creationId xmlns:a16="http://schemas.microsoft.com/office/drawing/2014/main" id="{C08B1E73-0630-6D78-2188-647A5D9F2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847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1     0</a:t>
              </a:r>
            </a:p>
          </p:txBody>
        </p:sp>
        <p:sp>
          <p:nvSpPr>
            <p:cNvPr id="1209359" name="Line 15">
              <a:extLst>
                <a:ext uri="{FF2B5EF4-FFF2-40B4-BE49-F238E27FC236}">
                  <a16:creationId xmlns:a16="http://schemas.microsoft.com/office/drawing/2014/main" id="{2F30D5EE-9284-3049-4F0C-911FD54BD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" y="671"/>
              <a:ext cx="8" cy="1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60" name="Text Box 16">
              <a:extLst>
                <a:ext uri="{FF2B5EF4-FFF2-40B4-BE49-F238E27FC236}">
                  <a16:creationId xmlns:a16="http://schemas.microsoft.com/office/drawing/2014/main" id="{FE6991D7-B246-73AC-62FA-89B4408A0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4" y="600"/>
              <a:ext cx="344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500"/>
                </a:lnSpc>
              </a:pPr>
              <a:r>
                <a:rPr lang="en-US" altLang="en-US" sz="1400" dirty="0">
                  <a:latin typeface="Arial" panose="020B0604020202020204" pitchFamily="34" charset="0"/>
                </a:rPr>
                <a:t>used</a:t>
              </a:r>
            </a:p>
          </p:txBody>
        </p:sp>
        <p:sp>
          <p:nvSpPr>
            <p:cNvPr id="1209361" name="Text Box 17">
              <a:extLst>
                <a:ext uri="{FF2B5EF4-FFF2-40B4-BE49-F238E27FC236}">
                  <a16:creationId xmlns:a16="http://schemas.microsoft.com/office/drawing/2014/main" id="{FB268A54-A74E-3D56-D45D-55745C7D25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8" y="601"/>
              <a:ext cx="328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500"/>
                </a:lnSpc>
              </a:pPr>
              <a:r>
                <a:rPr lang="en-US" altLang="en-US" sz="1400" dirty="0">
                  <a:latin typeface="Arial" panose="020B0604020202020204" pitchFamily="34" charset="0"/>
                </a:rPr>
                <a:t>dirty</a:t>
              </a:r>
            </a:p>
          </p:txBody>
        </p:sp>
        <p:sp>
          <p:nvSpPr>
            <p:cNvPr id="1209362" name="Text Box 18">
              <a:extLst>
                <a:ext uri="{FF2B5EF4-FFF2-40B4-BE49-F238E27FC236}">
                  <a16:creationId xmlns:a16="http://schemas.microsoft.com/office/drawing/2014/main" id="{A91CB9D5-7E35-30D7-818A-9080B90830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019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1     0</a:t>
              </a:r>
            </a:p>
          </p:txBody>
        </p:sp>
        <p:sp>
          <p:nvSpPr>
            <p:cNvPr id="1209363" name="Text Box 19">
              <a:extLst>
                <a:ext uri="{FF2B5EF4-FFF2-40B4-BE49-F238E27FC236}">
                  <a16:creationId xmlns:a16="http://schemas.microsoft.com/office/drawing/2014/main" id="{E72C6F49-E4C8-AC25-0A38-A17AFB4AFC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187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0     1</a:t>
              </a:r>
            </a:p>
          </p:txBody>
        </p:sp>
        <p:sp>
          <p:nvSpPr>
            <p:cNvPr id="1209364" name="Text Box 20">
              <a:extLst>
                <a:ext uri="{FF2B5EF4-FFF2-40B4-BE49-F238E27FC236}">
                  <a16:creationId xmlns:a16="http://schemas.microsoft.com/office/drawing/2014/main" id="{0A3F6241-8A12-7170-1ED2-ABBEC07408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355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1     1</a:t>
              </a:r>
            </a:p>
          </p:txBody>
        </p:sp>
        <p:sp>
          <p:nvSpPr>
            <p:cNvPr id="1209365" name="Text Box 21">
              <a:extLst>
                <a:ext uri="{FF2B5EF4-FFF2-40B4-BE49-F238E27FC236}">
                  <a16:creationId xmlns:a16="http://schemas.microsoft.com/office/drawing/2014/main" id="{55E8FB55-26AB-ADC7-FE3A-CD261A9C7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4" y="1547"/>
              <a:ext cx="50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18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0     0</a:t>
              </a:r>
            </a:p>
          </p:txBody>
        </p:sp>
      </p:grpSp>
      <p:sp>
        <p:nvSpPr>
          <p:cNvPr id="1209366" name="Freeform 22">
            <a:extLst>
              <a:ext uri="{FF2B5EF4-FFF2-40B4-BE49-F238E27FC236}">
                <a16:creationId xmlns:a16="http://schemas.microsoft.com/office/drawing/2014/main" id="{36BD187D-0639-52E8-6DDD-41FE5D953D81}"/>
              </a:ext>
            </a:extLst>
          </p:cNvPr>
          <p:cNvSpPr>
            <a:spLocks/>
          </p:cNvSpPr>
          <p:nvPr/>
        </p:nvSpPr>
        <p:spPr bwMode="auto">
          <a:xfrm>
            <a:off x="939800" y="1639888"/>
            <a:ext cx="2971800" cy="2895600"/>
          </a:xfrm>
          <a:custGeom>
            <a:avLst/>
            <a:gdLst>
              <a:gd name="T0" fmla="+- 0 15000 10000"/>
              <a:gd name="T1" fmla="*/ T0 w 10000"/>
              <a:gd name="T2" fmla="+- 0 10000 10000"/>
              <a:gd name="T3" fmla="*/ 10000 h 10000"/>
              <a:gd name="T4" fmla="+- 0 10000 10000"/>
              <a:gd name="T5" fmla="*/ T4 w 10000"/>
              <a:gd name="T6" fmla="+- 0 15000 10000"/>
              <a:gd name="T7" fmla="*/ 15000 h 10000"/>
              <a:gd name="T8" fmla="+- 0 15000 10000"/>
              <a:gd name="T9" fmla="*/ T8 w 10000"/>
              <a:gd name="T10" fmla="+- 0 20000 10000"/>
              <a:gd name="T11" fmla="*/ 20000 h 10000"/>
              <a:gd name="T12" fmla="+- 0 20000 10000"/>
              <a:gd name="T13" fmla="*/ T12 w 10000"/>
              <a:gd name="T14" fmla="+- 0 15000 10000"/>
              <a:gd name="T15" fmla="*/ 15000 h 10000"/>
              <a:gd name="T16" fmla="+- 0 15000 10000"/>
              <a:gd name="T17" fmla="*/ T16 w 10000"/>
              <a:gd name="T18" fmla="+- 0 10000 10000"/>
              <a:gd name="T19" fmla="*/ 10000 h 10000"/>
              <a:gd name="T20" fmla="+- 0 15000 10000"/>
              <a:gd name="T21" fmla="*/ T20 w 10000"/>
              <a:gd name="T22" fmla="+- 0 10000 10000"/>
              <a:gd name="T23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  <a:cxn ang="0">
                <a:pos x="T21" y="T23"/>
              </a:cxn>
            </a:cxnLst>
            <a:rect l="0" t="0" r="r" b="b"/>
            <a:pathLst>
              <a:path w="10000" h="10000">
                <a:moveTo>
                  <a:pt x="5000" y="0"/>
                </a:moveTo>
                <a:cubicBezTo>
                  <a:pt x="2238" y="0"/>
                  <a:pt x="0" y="2238"/>
                  <a:pt x="0" y="5000"/>
                </a:cubicBezTo>
                <a:cubicBezTo>
                  <a:pt x="0" y="7761"/>
                  <a:pt x="2238" y="10000"/>
                  <a:pt x="5000" y="10000"/>
                </a:cubicBezTo>
                <a:cubicBezTo>
                  <a:pt x="7761" y="10000"/>
                  <a:pt x="10000" y="7761"/>
                  <a:pt x="10000" y="5000"/>
                </a:cubicBezTo>
                <a:cubicBezTo>
                  <a:pt x="10000" y="2238"/>
                  <a:pt x="7761" y="0"/>
                  <a:pt x="5000" y="0"/>
                </a:cubicBezTo>
                <a:close/>
                <a:moveTo>
                  <a:pt x="5000" y="0"/>
                </a:moveTo>
              </a:path>
            </a:pathLst>
          </a:cu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9367" name="Text Box 23">
            <a:extLst>
              <a:ext uri="{FF2B5EF4-FFF2-40B4-BE49-F238E27FC236}">
                <a16:creationId xmlns:a16="http://schemas.microsoft.com/office/drawing/2014/main" id="{F70D1159-C03F-F49A-2B28-E6EEE10CD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750" y="2700338"/>
            <a:ext cx="22352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2900"/>
              </a:lnSpc>
            </a:pPr>
            <a:r>
              <a:rPr lang="en-US" altLang="en-US" b="0">
                <a:latin typeface="Arial" panose="020B0604020202020204" pitchFamily="34" charset="0"/>
              </a:rPr>
              <a:t>Set of all pages</a:t>
            </a:r>
          </a:p>
          <a:p>
            <a:pPr algn="ctr" eaLnBrk="1" hangingPunct="1">
              <a:lnSpc>
                <a:spcPts val="2900"/>
              </a:lnSpc>
            </a:pPr>
            <a:r>
              <a:rPr lang="en-US" altLang="en-US" b="0">
                <a:latin typeface="Arial" panose="020B0604020202020204" pitchFamily="34" charset="0"/>
              </a:rPr>
              <a:t>in Memory</a:t>
            </a:r>
          </a:p>
        </p:txBody>
      </p:sp>
      <p:sp>
        <p:nvSpPr>
          <p:cNvPr id="1209368" name="Text Box 24">
            <a:extLst>
              <a:ext uri="{FF2B5EF4-FFF2-40B4-BE49-F238E27FC236}">
                <a16:creationId xmlns:a16="http://schemas.microsoft.com/office/drawing/2014/main" id="{79B67499-D6BA-7626-D200-F8D73E346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46338"/>
            <a:ext cx="1143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eaLnBrk="1" hangingPunct="1">
              <a:spcBef>
                <a:spcPct val="0"/>
              </a:spcBef>
            </a:pPr>
            <a:endParaRPr lang="en-US" altLang="en-US" sz="1200" b="0">
              <a:solidFill>
                <a:schemeClr val="tx1"/>
              </a:solidFill>
              <a:latin typeface="Helvetica" panose="020B0604020202020204" pitchFamily="34" charset="0"/>
            </a:endParaRPr>
          </a:p>
        </p:txBody>
      </p:sp>
      <p:grpSp>
        <p:nvGrpSpPr>
          <p:cNvPr id="1209369" name="Group 25">
            <a:extLst>
              <a:ext uri="{FF2B5EF4-FFF2-40B4-BE49-F238E27FC236}">
                <a16:creationId xmlns:a16="http://schemas.microsoft.com/office/drawing/2014/main" id="{C6AB5056-513F-98B8-5CFB-92F63CF2DEB4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870200"/>
            <a:ext cx="2387600" cy="1339850"/>
            <a:chOff x="2016" y="1582"/>
            <a:chExt cx="1504" cy="844"/>
          </a:xfrm>
        </p:grpSpPr>
        <p:sp>
          <p:nvSpPr>
            <p:cNvPr id="1209370" name="Line 26">
              <a:extLst>
                <a:ext uri="{FF2B5EF4-FFF2-40B4-BE49-F238E27FC236}">
                  <a16:creationId xmlns:a16="http://schemas.microsoft.com/office/drawing/2014/main" id="{450F1408-422B-2299-2310-7FF166CB1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582"/>
              <a:ext cx="616" cy="113"/>
            </a:xfrm>
            <a:prstGeom prst="line">
              <a:avLst/>
            </a:prstGeom>
            <a:noFill/>
            <a:ln w="76200">
              <a:solidFill>
                <a:srgbClr val="FB012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71" name="Text Box 27">
              <a:extLst>
                <a:ext uri="{FF2B5EF4-FFF2-40B4-BE49-F238E27FC236}">
                  <a16:creationId xmlns:a16="http://schemas.microsoft.com/office/drawing/2014/main" id="{41A2146C-40C4-219F-1202-6008E0003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5" y="1802"/>
              <a:ext cx="1145" cy="6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solidFill>
                    <a:srgbClr val="FB0128"/>
                  </a:solidFill>
                  <a:latin typeface="Arial" panose="020B0604020202020204" pitchFamily="34" charset="0"/>
                </a:rPr>
                <a:t>Tail pointer:</a:t>
              </a:r>
              <a:endParaRPr lang="en-US" altLang="en-US" sz="1800">
                <a:latin typeface="Arial" panose="020B0604020202020204" pitchFamily="34" charset="0"/>
              </a:endParaRP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Clear the used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bit in the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page table</a:t>
              </a:r>
            </a:p>
          </p:txBody>
        </p:sp>
        <p:sp>
          <p:nvSpPr>
            <p:cNvPr id="1209372" name="Line 28">
              <a:extLst>
                <a:ext uri="{FF2B5EF4-FFF2-40B4-BE49-F238E27FC236}">
                  <a16:creationId xmlns:a16="http://schemas.microsoft.com/office/drawing/2014/main" id="{42ACC391-DC29-C579-CE45-CF4000CECE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718"/>
              <a:ext cx="40" cy="27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09373" name="Group 29">
            <a:extLst>
              <a:ext uri="{FF2B5EF4-FFF2-40B4-BE49-F238E27FC236}">
                <a16:creationId xmlns:a16="http://schemas.microsoft.com/office/drawing/2014/main" id="{2D3345E3-AEC8-C89B-520B-F54F30D881CA}"/>
              </a:ext>
            </a:extLst>
          </p:cNvPr>
          <p:cNvGrpSpPr>
            <a:grpSpLocks/>
          </p:cNvGrpSpPr>
          <p:nvPr/>
        </p:nvGrpSpPr>
        <p:grpSpPr bwMode="auto">
          <a:xfrm>
            <a:off x="166688" y="3292475"/>
            <a:ext cx="8509000" cy="3054350"/>
            <a:chOff x="91" y="1814"/>
            <a:chExt cx="5360" cy="1924"/>
          </a:xfrm>
        </p:grpSpPr>
        <p:sp>
          <p:nvSpPr>
            <p:cNvPr id="1209374" name="Line 30">
              <a:extLst>
                <a:ext uri="{FF2B5EF4-FFF2-40B4-BE49-F238E27FC236}">
                  <a16:creationId xmlns:a16="http://schemas.microsoft.com/office/drawing/2014/main" id="{CC3BFD4C-EADE-DE74-33AF-EDAF3AF458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70" y="2117"/>
              <a:ext cx="376" cy="127"/>
            </a:xfrm>
            <a:prstGeom prst="line">
              <a:avLst/>
            </a:prstGeom>
            <a:noFill/>
            <a:ln w="76200">
              <a:solidFill>
                <a:srgbClr val="FB012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75" name="Text Box 31">
              <a:extLst>
                <a:ext uri="{FF2B5EF4-FFF2-40B4-BE49-F238E27FC236}">
                  <a16:creationId xmlns:a16="http://schemas.microsoft.com/office/drawing/2014/main" id="{FDDBAF45-6BDD-D433-8B12-7D96D8062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" y="2457"/>
              <a:ext cx="1423" cy="1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solidFill>
                    <a:srgbClr val="FB0128"/>
                  </a:solidFill>
                  <a:latin typeface="Arial" panose="020B0604020202020204" pitchFamily="34" charset="0"/>
                </a:rPr>
                <a:t>Head pointer</a:t>
              </a:r>
              <a:endParaRPr lang="en-US" altLang="en-US" sz="1800">
                <a:latin typeface="Arial" panose="020B0604020202020204" pitchFamily="34" charset="0"/>
              </a:endParaRP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Place pages on free list if used bit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is still clear.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Schedule pages with dirty bit set to</a:t>
              </a:r>
            </a:p>
            <a:p>
              <a:pPr eaLnBrk="1" hangingPunct="1">
                <a:lnSpc>
                  <a:spcPts val="2200"/>
                </a:lnSpc>
              </a:pPr>
              <a:r>
                <a:rPr lang="en-US" altLang="en-US" sz="1800">
                  <a:latin typeface="Arial" panose="020B0604020202020204" pitchFamily="34" charset="0"/>
                </a:rPr>
                <a:t>be written to disk.</a:t>
              </a:r>
            </a:p>
            <a:p>
              <a:pPr eaLnBrk="1" hangingPunct="1">
                <a:lnSpc>
                  <a:spcPts val="2200"/>
                </a:lnSpc>
              </a:pPr>
              <a:endParaRPr lang="en-US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1209376" name="Freeform 32">
              <a:extLst>
                <a:ext uri="{FF2B5EF4-FFF2-40B4-BE49-F238E27FC236}">
                  <a16:creationId xmlns:a16="http://schemas.microsoft.com/office/drawing/2014/main" id="{E512DA83-3B4A-9261-8D6D-8048A73AC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1852"/>
              <a:ext cx="624" cy="1392"/>
            </a:xfrm>
            <a:custGeom>
              <a:avLst/>
              <a:gdLst>
                <a:gd name="T0" fmla="+- 0 10000 10000"/>
                <a:gd name="T1" fmla="*/ T0 w 10000"/>
                <a:gd name="T2" fmla="+- 0 10000 10000"/>
                <a:gd name="T3" fmla="*/ 10000 h 10000"/>
                <a:gd name="T4" fmla="+- 0 20000 10000"/>
                <a:gd name="T5" fmla="*/ T4 w 10000"/>
                <a:gd name="T6" fmla="+- 0 10000 10000"/>
                <a:gd name="T7" fmla="*/ 10000 h 10000"/>
                <a:gd name="T8" fmla="+- 0 20000 10000"/>
                <a:gd name="T9" fmla="*/ T8 w 10000"/>
                <a:gd name="T10" fmla="+- 0 20000 10000"/>
                <a:gd name="T11" fmla="*/ 20000 h 10000"/>
                <a:gd name="T12" fmla="+- 0 10000 10000"/>
                <a:gd name="T13" fmla="*/ T12 w 10000"/>
                <a:gd name="T14" fmla="+- 0 20000 10000"/>
                <a:gd name="T15" fmla="*/ 20000 h 10000"/>
                <a:gd name="T16" fmla="+- 0 10000 10000"/>
                <a:gd name="T17" fmla="*/ T16 w 10000"/>
                <a:gd name="T18" fmla="+- 0 10000 10000"/>
                <a:gd name="T19" fmla="*/ 10000 h 1000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close/>
                  <a:moveTo>
                    <a:pt x="0" y="0"/>
                  </a:move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77" name="Text Box 33">
              <a:extLst>
                <a:ext uri="{FF2B5EF4-FFF2-40B4-BE49-F238E27FC236}">
                  <a16:creationId xmlns:a16="http://schemas.microsoft.com/office/drawing/2014/main" id="{4B1F1752-52D3-BDF3-B617-7DCC6CE6D8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0" y="2440"/>
              <a:ext cx="560" cy="1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lnSpc>
                  <a:spcPts val="2200"/>
                </a:lnSpc>
              </a:pPr>
              <a:r>
                <a:rPr lang="en-US" altLang="en-US" sz="1800" b="0">
                  <a:latin typeface="Arial" panose="020B0604020202020204" pitchFamily="34" charset="0"/>
                </a:rPr>
                <a:t>Freelist</a:t>
              </a:r>
            </a:p>
          </p:txBody>
        </p:sp>
        <p:sp>
          <p:nvSpPr>
            <p:cNvPr id="1209378" name="Freeform 34">
              <a:extLst>
                <a:ext uri="{FF2B5EF4-FFF2-40B4-BE49-F238E27FC236}">
                  <a16:creationId xmlns:a16="http://schemas.microsoft.com/office/drawing/2014/main" id="{E46F48B0-D562-871C-FEF1-2FA01F7894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1814"/>
              <a:ext cx="3120" cy="1184"/>
            </a:xfrm>
            <a:custGeom>
              <a:avLst/>
              <a:gdLst>
                <a:gd name="T0" fmla="+- 0 10000 10000"/>
                <a:gd name="T1" fmla="*/ T0 w 10000"/>
                <a:gd name="T2" fmla="+- 0 17212 10373"/>
                <a:gd name="T3" fmla="*/ 17212 h 8980"/>
                <a:gd name="T4" fmla="+- 0 15076 10000"/>
                <a:gd name="T5" fmla="*/ T4 w 10000"/>
                <a:gd name="T6" fmla="+- 0 19030 10373"/>
                <a:gd name="T7" fmla="*/ 19030 h 8980"/>
                <a:gd name="T8" fmla="+- 0 18461 10000"/>
                <a:gd name="T9" fmla="*/ T8 w 10000"/>
                <a:gd name="T10" fmla="+- 0 11393 10373"/>
                <a:gd name="T11" fmla="*/ 11393 h 8980"/>
                <a:gd name="T12" fmla="+- 0 20000 10000"/>
                <a:gd name="T13" fmla="*/ T12 w 10000"/>
                <a:gd name="T14" fmla="+- 0 10666 10373"/>
                <a:gd name="T15" fmla="*/ 10666 h 8980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0000" h="8980">
                  <a:moveTo>
                    <a:pt x="0" y="6839"/>
                  </a:moveTo>
                  <a:cubicBezTo>
                    <a:pt x="1833" y="8233"/>
                    <a:pt x="3666" y="9627"/>
                    <a:pt x="5076" y="8657"/>
                  </a:cubicBezTo>
                  <a:cubicBezTo>
                    <a:pt x="6487" y="7687"/>
                    <a:pt x="7641" y="2414"/>
                    <a:pt x="8461" y="1020"/>
                  </a:cubicBezTo>
                  <a:cubicBezTo>
                    <a:pt x="9282" y="-373"/>
                    <a:pt x="9641" y="-40"/>
                    <a:pt x="10000" y="293"/>
                  </a:cubicBezTo>
                </a:path>
              </a:pathLst>
            </a:custGeom>
            <a:noFill/>
            <a:ln w="63500">
              <a:solidFill>
                <a:srgbClr val="053DE8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79" name="Line 35">
              <a:extLst>
                <a:ext uri="{FF2B5EF4-FFF2-40B4-BE49-F238E27FC236}">
                  <a16:creationId xmlns:a16="http://schemas.microsoft.com/office/drawing/2014/main" id="{35CE12BE-32D0-5E07-E01B-78DB2C848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4" y="3244"/>
              <a:ext cx="8" cy="288"/>
            </a:xfrm>
            <a:prstGeom prst="line">
              <a:avLst/>
            </a:prstGeom>
            <a:noFill/>
            <a:ln w="63500">
              <a:solidFill>
                <a:srgbClr val="053DE8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9380" name="Text Box 36">
              <a:extLst>
                <a:ext uri="{FF2B5EF4-FFF2-40B4-BE49-F238E27FC236}">
                  <a16:creationId xmlns:a16="http://schemas.microsoft.com/office/drawing/2014/main" id="{A672FA8B-7A1A-4259-C3EB-3E8FFCE06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" y="3514"/>
              <a:ext cx="1080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lnSpc>
                  <a:spcPts val="2900"/>
                </a:lnSpc>
              </a:pPr>
              <a:r>
                <a:rPr lang="en-US" altLang="en-US" b="0">
                  <a:solidFill>
                    <a:srgbClr val="053DE8"/>
                  </a:solidFill>
                  <a:latin typeface="Arial" panose="020B0604020202020204" pitchFamily="34" charset="0"/>
                </a:rPr>
                <a:t>Free Pages</a:t>
              </a:r>
            </a:p>
          </p:txBody>
        </p:sp>
        <p:sp>
          <p:nvSpPr>
            <p:cNvPr id="1209381" name="Line 37">
              <a:extLst>
                <a:ext uri="{FF2B5EF4-FFF2-40B4-BE49-F238E27FC236}">
                  <a16:creationId xmlns:a16="http://schemas.microsoft.com/office/drawing/2014/main" id="{0CEC4DE0-2118-2D4D-2D72-CD8196BF12E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14" y="1836"/>
              <a:ext cx="128" cy="28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9382" name="Text Box 38">
            <a:extLst>
              <a:ext uri="{FF2B5EF4-FFF2-40B4-BE49-F238E27FC236}">
                <a16:creationId xmlns:a16="http://schemas.microsoft.com/office/drawing/2014/main" id="{0DC221F2-3C4C-7949-E489-B48A816E6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0" y="1101725"/>
            <a:ext cx="17272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700">
                <a:solidFill>
                  <a:srgbClr val="053DE8"/>
                </a:solidFill>
                <a:latin typeface="Marker Felt" pitchFamily="34" charset="0"/>
              </a:rPr>
              <a:t>Dirty bit: page written.</a:t>
            </a:r>
          </a:p>
          <a:p>
            <a:pPr algn="ctr" eaLnBrk="1" hangingPunct="1"/>
            <a:endParaRPr lang="en-US" altLang="en-US" sz="1700">
              <a:solidFill>
                <a:srgbClr val="053DE8"/>
              </a:solidFill>
              <a:latin typeface="Marker Felt" pitchFamily="34" charset="0"/>
            </a:endParaRPr>
          </a:p>
          <a:p>
            <a:pPr algn="ctr" eaLnBrk="1" hangingPunct="1"/>
            <a:r>
              <a:rPr lang="en-US" altLang="en-US" sz="1700">
                <a:solidFill>
                  <a:srgbClr val="053DE8"/>
                </a:solidFill>
                <a:latin typeface="Marker Felt" pitchFamily="34" charset="0"/>
              </a:rPr>
              <a:t>Used bit: set to</a:t>
            </a:r>
          </a:p>
          <a:p>
            <a:pPr algn="ctr" eaLnBrk="1" hangingPunct="1"/>
            <a:r>
              <a:rPr lang="en-US" altLang="en-US" sz="1700">
                <a:solidFill>
                  <a:srgbClr val="053DE8"/>
                </a:solidFill>
                <a:latin typeface="Marker Felt" pitchFamily="34" charset="0"/>
              </a:rPr>
              <a:t>1 on any reference</a:t>
            </a:r>
          </a:p>
        </p:txBody>
      </p:sp>
      <p:sp>
        <p:nvSpPr>
          <p:cNvPr id="1209383" name="Text Box 39">
            <a:extLst>
              <a:ext uri="{FF2B5EF4-FFF2-40B4-BE49-F238E27FC236}">
                <a16:creationId xmlns:a16="http://schemas.microsoft.com/office/drawing/2014/main" id="{3244C469-7C60-12EC-4635-FED13604B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5483225"/>
            <a:ext cx="3149600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500">
                <a:solidFill>
                  <a:srgbClr val="053DE8"/>
                </a:solidFill>
                <a:latin typeface="Marker Felt" pitchFamily="34" charset="0"/>
              </a:rPr>
              <a:t>Architect’s role: support setting dirty and used bits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9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09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09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09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0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382" grpId="0" autoUpdateAnimBg="0"/>
      <p:bldP spid="1209383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22" name="Rectangle 2">
            <a:extLst>
              <a:ext uri="{FF2B5EF4-FFF2-40B4-BE49-F238E27FC236}">
                <a16:creationId xmlns:a16="http://schemas.microsoft.com/office/drawing/2014/main" id="{7CAFBF89-11FE-79F7-7C87-58855D9FA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176213"/>
            <a:ext cx="7874000" cy="812800"/>
          </a:xfrm>
          <a:noFill/>
        </p:spPr>
        <p:txBody>
          <a:bodyPr/>
          <a:lstStyle/>
          <a:p>
            <a:pPr marL="25400">
              <a:tabLst>
                <a:tab pos="317500" algn="l"/>
                <a:tab pos="1231900" algn="l"/>
                <a:tab pos="2146300" algn="l"/>
                <a:tab pos="3060700" algn="l"/>
                <a:tab pos="3975100" algn="l"/>
                <a:tab pos="4889500" algn="l"/>
                <a:tab pos="5803900" algn="l"/>
              </a:tabLst>
            </a:pPr>
            <a:r>
              <a:rPr lang="en-US" altLang="en-US" sz="3600" dirty="0"/>
              <a:t>Page tables may not fit in memory!</a:t>
            </a:r>
          </a:p>
        </p:txBody>
      </p:sp>
      <p:sp>
        <p:nvSpPr>
          <p:cNvPr id="1208323" name="Freeform 3">
            <a:extLst>
              <a:ext uri="{FF2B5EF4-FFF2-40B4-BE49-F238E27FC236}">
                <a16:creationId xmlns:a16="http://schemas.microsoft.com/office/drawing/2014/main" id="{16DA9DB7-6465-657F-75DF-06369848AE8D}"/>
              </a:ext>
            </a:extLst>
          </p:cNvPr>
          <p:cNvSpPr>
            <a:spLocks/>
          </p:cNvSpPr>
          <p:nvPr/>
        </p:nvSpPr>
        <p:spPr bwMode="auto">
          <a:xfrm>
            <a:off x="279400" y="1250950"/>
            <a:ext cx="857250" cy="768350"/>
          </a:xfrm>
          <a:custGeom>
            <a:avLst/>
            <a:gdLst>
              <a:gd name="T0" fmla="+- 0 10000 10000"/>
              <a:gd name="T1" fmla="*/ T0 w 10000"/>
              <a:gd name="T2" fmla="+- 0 10000 10000"/>
              <a:gd name="T3" fmla="*/ 10000 h 10000"/>
              <a:gd name="T4" fmla="+- 0 20000 10000"/>
              <a:gd name="T5" fmla="*/ T4 w 10000"/>
              <a:gd name="T6" fmla="+- 0 10000 10000"/>
              <a:gd name="T7" fmla="*/ 10000 h 10000"/>
              <a:gd name="T8" fmla="+- 0 20000 10000"/>
              <a:gd name="T9" fmla="*/ T8 w 10000"/>
              <a:gd name="T10" fmla="+- 0 20000 10000"/>
              <a:gd name="T11" fmla="*/ 20000 h 10000"/>
              <a:gd name="T12" fmla="+- 0 10000 10000"/>
              <a:gd name="T13" fmla="*/ T12 w 10000"/>
              <a:gd name="T14" fmla="+- 0 20000 10000"/>
              <a:gd name="T15" fmla="*/ 20000 h 10000"/>
              <a:gd name="T16" fmla="+- 0 10000 10000"/>
              <a:gd name="T17" fmla="*/ T16 w 10000"/>
              <a:gd name="T18" fmla="+- 0 10000 10000"/>
              <a:gd name="T19" fmla="*/ 10000 h 10000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  <a:cxn ang="0">
                <a:pos x="T17" y="T19"/>
              </a:cxn>
            </a:cxnLst>
            <a:rect l="0" t="0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  <a:moveTo>
                  <a:pt x="0" y="0"/>
                </a:moveTo>
              </a:path>
            </a:pathLst>
          </a:custGeom>
          <a:solidFill>
            <a:srgbClr val="FFFFFF"/>
          </a:solidFill>
          <a:ln w="9525">
            <a:solidFill>
              <a:srgbClr val="FFFFFF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24" name="Text Box 4">
            <a:extLst>
              <a:ext uri="{FF2B5EF4-FFF2-40B4-BE49-F238E27FC236}">
                <a16:creationId xmlns:a16="http://schemas.microsoft.com/office/drawing/2014/main" id="{B13B1EDA-5534-3B5A-7AAD-C64C54D64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75" y="1081088"/>
            <a:ext cx="62357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300" dirty="0">
                <a:latin typeface="Helvetica" panose="020B0604020202020204" pitchFamily="34" charset="0"/>
              </a:rPr>
              <a:t>A table for 4KB pages for a 32-bit address space has 1M entries </a:t>
            </a:r>
          </a:p>
        </p:txBody>
      </p:sp>
      <p:sp>
        <p:nvSpPr>
          <p:cNvPr id="1208325" name="Text Box 5">
            <a:extLst>
              <a:ext uri="{FF2B5EF4-FFF2-40B4-BE49-F238E27FC236}">
                <a16:creationId xmlns:a16="http://schemas.microsoft.com/office/drawing/2014/main" id="{59CAC428-679E-56D8-A4AA-71F0871BD0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1752600"/>
            <a:ext cx="8153400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2700">
                <a:solidFill>
                  <a:srgbClr val="0000FF"/>
                </a:solidFill>
                <a:latin typeface="Helvetica" panose="020B0604020202020204" pitchFamily="34" charset="0"/>
              </a:rPr>
              <a:t>Each process needs its own address space!</a:t>
            </a:r>
          </a:p>
        </p:txBody>
      </p:sp>
      <p:grpSp>
        <p:nvGrpSpPr>
          <p:cNvPr id="1208326" name="Group 6">
            <a:extLst>
              <a:ext uri="{FF2B5EF4-FFF2-40B4-BE49-F238E27FC236}">
                <a16:creationId xmlns:a16="http://schemas.microsoft.com/office/drawing/2014/main" id="{6A1C72EA-CB92-D9D7-5DCA-7B3AB8F8EAEA}"/>
              </a:ext>
            </a:extLst>
          </p:cNvPr>
          <p:cNvGrpSpPr>
            <a:grpSpLocks/>
          </p:cNvGrpSpPr>
          <p:nvPr/>
        </p:nvGrpSpPr>
        <p:grpSpPr bwMode="auto">
          <a:xfrm>
            <a:off x="279400" y="3276600"/>
            <a:ext cx="4178300" cy="984250"/>
            <a:chOff x="154" y="1806"/>
            <a:chExt cx="2632" cy="620"/>
          </a:xfrm>
        </p:grpSpPr>
        <p:grpSp>
          <p:nvGrpSpPr>
            <p:cNvPr id="1208327" name="Group 7">
              <a:extLst>
                <a:ext uri="{FF2B5EF4-FFF2-40B4-BE49-F238E27FC236}">
                  <a16:creationId xmlns:a16="http://schemas.microsoft.com/office/drawing/2014/main" id="{6EF4B0F3-3AB4-20E3-D812-E7BCAA69DD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" y="2106"/>
              <a:ext cx="2064" cy="320"/>
              <a:chOff x="402" y="2068"/>
              <a:chExt cx="2064" cy="320"/>
            </a:xfrm>
          </p:grpSpPr>
          <p:sp>
            <p:nvSpPr>
              <p:cNvPr id="1208328" name="Freeform 8">
                <a:extLst>
                  <a:ext uri="{FF2B5EF4-FFF2-40B4-BE49-F238E27FC236}">
                    <a16:creationId xmlns:a16="http://schemas.microsoft.com/office/drawing/2014/main" id="{62D83168-C67E-D133-4246-4A0201575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" y="2204"/>
                <a:ext cx="616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329" name="Freeform 9">
                <a:extLst>
                  <a:ext uri="{FF2B5EF4-FFF2-40B4-BE49-F238E27FC236}">
                    <a16:creationId xmlns:a16="http://schemas.microsoft.com/office/drawing/2014/main" id="{0E9A9732-14A5-1FB9-53DC-64B1B0EC23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8" y="2204"/>
                <a:ext cx="616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330" name="Freeform 10">
                <a:extLst>
                  <a:ext uri="{FF2B5EF4-FFF2-40B4-BE49-F238E27FC236}">
                    <a16:creationId xmlns:a16="http://schemas.microsoft.com/office/drawing/2014/main" id="{F2D85959-4BC2-5BCA-13F8-9218DFB32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2" y="2204"/>
                <a:ext cx="712" cy="1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331" name="Text Box 11">
                <a:extLst>
                  <a:ext uri="{FF2B5EF4-FFF2-40B4-BE49-F238E27FC236}">
                    <a16:creationId xmlns:a16="http://schemas.microsoft.com/office/drawing/2014/main" id="{18043B14-6703-16FA-9980-2030C23D90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6" y="2228"/>
                <a:ext cx="544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P1 index</a:t>
                </a:r>
              </a:p>
            </p:txBody>
          </p:sp>
          <p:sp>
            <p:nvSpPr>
              <p:cNvPr id="1208332" name="Text Box 12">
                <a:extLst>
                  <a:ext uri="{FF2B5EF4-FFF2-40B4-BE49-F238E27FC236}">
                    <a16:creationId xmlns:a16="http://schemas.microsoft.com/office/drawing/2014/main" id="{66497C9D-2806-55BE-3DDE-35329B3171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0" y="2228"/>
                <a:ext cx="544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P2 index</a:t>
                </a:r>
              </a:p>
            </p:txBody>
          </p:sp>
          <p:sp>
            <p:nvSpPr>
              <p:cNvPr id="1208333" name="Text Box 13">
                <a:extLst>
                  <a:ext uri="{FF2B5EF4-FFF2-40B4-BE49-F238E27FC236}">
                    <a16:creationId xmlns:a16="http://schemas.microsoft.com/office/drawing/2014/main" id="{3D6231DB-003F-7366-6B85-2E3F28C235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2" y="2228"/>
                <a:ext cx="510" cy="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200" dirty="0">
                    <a:latin typeface="Arial" panose="020B0604020202020204" pitchFamily="34" charset="0"/>
                  </a:rPr>
                  <a:t>Page Offset</a:t>
                </a:r>
              </a:p>
            </p:txBody>
          </p:sp>
          <p:sp>
            <p:nvSpPr>
              <p:cNvPr id="1208334" name="Text Box 14">
                <a:extLst>
                  <a:ext uri="{FF2B5EF4-FFF2-40B4-BE49-F238E27FC236}">
                    <a16:creationId xmlns:a16="http://schemas.microsoft.com/office/drawing/2014/main" id="{20E4DDAB-2D4B-3D8B-E542-42CAE8C05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2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31</a:t>
                </a:r>
              </a:p>
            </p:txBody>
          </p:sp>
          <p:sp>
            <p:nvSpPr>
              <p:cNvPr id="1208335" name="Text Box 15">
                <a:extLst>
                  <a:ext uri="{FF2B5EF4-FFF2-40B4-BE49-F238E27FC236}">
                    <a16:creationId xmlns:a16="http://schemas.microsoft.com/office/drawing/2014/main" id="{A47192DB-CACB-AAE8-9107-EBF804AAA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6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12</a:t>
                </a:r>
              </a:p>
            </p:txBody>
          </p:sp>
          <p:sp>
            <p:nvSpPr>
              <p:cNvPr id="1208336" name="Text Box 16">
                <a:extLst>
                  <a:ext uri="{FF2B5EF4-FFF2-40B4-BE49-F238E27FC236}">
                    <a16:creationId xmlns:a16="http://schemas.microsoft.com/office/drawing/2014/main" id="{5AD2980B-34D2-0E4B-8546-914428F77B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4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11</a:t>
                </a:r>
              </a:p>
            </p:txBody>
          </p:sp>
          <p:sp>
            <p:nvSpPr>
              <p:cNvPr id="1208337" name="Text Box 17">
                <a:extLst>
                  <a:ext uri="{FF2B5EF4-FFF2-40B4-BE49-F238E27FC236}">
                    <a16:creationId xmlns:a16="http://schemas.microsoft.com/office/drawing/2014/main" id="{907A7C54-6C69-49D7-E125-FB07197259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22" y="2068"/>
                <a:ext cx="144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208338" name="Text Box 18">
                <a:extLst>
                  <a:ext uri="{FF2B5EF4-FFF2-40B4-BE49-F238E27FC236}">
                    <a16:creationId xmlns:a16="http://schemas.microsoft.com/office/drawing/2014/main" id="{DCB96E0C-0180-EBCC-4940-D1A6373BF8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0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21</a:t>
                </a:r>
              </a:p>
            </p:txBody>
          </p:sp>
          <p:sp>
            <p:nvSpPr>
              <p:cNvPr id="1208339" name="Text Box 19">
                <a:extLst>
                  <a:ext uri="{FF2B5EF4-FFF2-40B4-BE49-F238E27FC236}">
                    <a16:creationId xmlns:a16="http://schemas.microsoft.com/office/drawing/2014/main" id="{868CC795-E7F9-8372-231C-45DC26BEDC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2" y="2068"/>
                <a:ext cx="208" cy="12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>
                  <a:spcBef>
                    <a:spcPct val="0"/>
                  </a:spcBef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lnSpc>
                    <a:spcPts val="1500"/>
                  </a:lnSpc>
                </a:pPr>
                <a:r>
                  <a:rPr lang="en-US" altLang="en-US" sz="1400">
                    <a:latin typeface="Arial" panose="020B0604020202020204" pitchFamily="34" charset="0"/>
                  </a:rPr>
                  <a:t>22</a:t>
                </a:r>
              </a:p>
            </p:txBody>
          </p:sp>
        </p:grpSp>
        <p:sp>
          <p:nvSpPr>
            <p:cNvPr id="1208340" name="Text Box 20">
              <a:extLst>
                <a:ext uri="{FF2B5EF4-FFF2-40B4-BE49-F238E27FC236}">
                  <a16:creationId xmlns:a16="http://schemas.microsoft.com/office/drawing/2014/main" id="{E7DD6BE5-7122-A142-14E7-1E3D15AF2C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" y="1806"/>
              <a:ext cx="2632" cy="1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1900" dirty="0">
                  <a:solidFill>
                    <a:srgbClr val="0000FF"/>
                  </a:solidFill>
                  <a:latin typeface="Helvetica" panose="020B0604020202020204" pitchFamily="34" charset="0"/>
                </a:rPr>
                <a:t>32-bit virtual address</a:t>
              </a:r>
            </a:p>
          </p:txBody>
        </p:sp>
      </p:grpSp>
      <p:sp>
        <p:nvSpPr>
          <p:cNvPr id="1208341" name="Text Box 21">
            <a:extLst>
              <a:ext uri="{FF2B5EF4-FFF2-40B4-BE49-F238E27FC236}">
                <a16:creationId xmlns:a16="http://schemas.microsoft.com/office/drawing/2014/main" id="{26D83D40-A6F9-843E-2332-DA83091B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27000" y="4724400"/>
            <a:ext cx="5003800" cy="29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900">
                <a:latin typeface="Helvetica" panose="020B0604020202020204" pitchFamily="34" charset="0"/>
              </a:rPr>
              <a:t>Top-level table wired in main memory</a:t>
            </a:r>
          </a:p>
        </p:txBody>
      </p:sp>
      <p:sp>
        <p:nvSpPr>
          <p:cNvPr id="1208342" name="Text Box 22">
            <a:extLst>
              <a:ext uri="{FF2B5EF4-FFF2-40B4-BE49-F238E27FC236}">
                <a16:creationId xmlns:a16="http://schemas.microsoft.com/office/drawing/2014/main" id="{AB43FBAF-3469-0ED9-4B65-718F6EC18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5219700"/>
            <a:ext cx="461010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spcBef>
                <a:spcPct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900">
                <a:solidFill>
                  <a:srgbClr val="0000FF"/>
                </a:solidFill>
                <a:latin typeface="Helvetica" panose="020B0604020202020204" pitchFamily="34" charset="0"/>
              </a:rPr>
              <a:t>Subset of 1024 second-level tables in main memory; rest are on disk or unallocated </a:t>
            </a:r>
          </a:p>
        </p:txBody>
      </p:sp>
      <p:grpSp>
        <p:nvGrpSpPr>
          <p:cNvPr id="1208343" name="Group 23">
            <a:extLst>
              <a:ext uri="{FF2B5EF4-FFF2-40B4-BE49-F238E27FC236}">
                <a16:creationId xmlns:a16="http://schemas.microsoft.com/office/drawing/2014/main" id="{C4694C2E-0407-8C23-CA04-705729BE433E}"/>
              </a:ext>
            </a:extLst>
          </p:cNvPr>
          <p:cNvGrpSpPr>
            <a:grpSpLocks/>
          </p:cNvGrpSpPr>
          <p:nvPr/>
        </p:nvGrpSpPr>
        <p:grpSpPr bwMode="auto">
          <a:xfrm>
            <a:off x="279400" y="2217738"/>
            <a:ext cx="8494713" cy="4498975"/>
            <a:chOff x="154" y="1222"/>
            <a:chExt cx="5351" cy="2834"/>
          </a:xfrm>
        </p:grpSpPr>
        <p:sp>
          <p:nvSpPr>
            <p:cNvPr id="1208344" name="Text Box 24">
              <a:extLst>
                <a:ext uri="{FF2B5EF4-FFF2-40B4-BE49-F238E27FC236}">
                  <a16:creationId xmlns:a16="http://schemas.microsoft.com/office/drawing/2014/main" id="{F8DCB383-7B0E-785D-1329-FED9EE05D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" y="1393"/>
              <a:ext cx="2632" cy="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>
                <a:spcBef>
                  <a:spcPct val="0"/>
                </a:spcBef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sz="2700">
                  <a:latin typeface="Helvetica" panose="020B0604020202020204" pitchFamily="34" charset="0"/>
                </a:rPr>
                <a:t>Two-level Page Tables</a:t>
              </a:r>
            </a:p>
          </p:txBody>
        </p:sp>
        <p:grpSp>
          <p:nvGrpSpPr>
            <p:cNvPr id="1208345" name="Group 25">
              <a:extLst>
                <a:ext uri="{FF2B5EF4-FFF2-40B4-BE49-F238E27FC236}">
                  <a16:creationId xmlns:a16="http://schemas.microsoft.com/office/drawing/2014/main" id="{996820B7-1040-C66B-ADF6-BAAB2F281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0" y="1222"/>
              <a:ext cx="2755" cy="2834"/>
              <a:chOff x="2425" y="1222"/>
              <a:chExt cx="2755" cy="2834"/>
            </a:xfrm>
          </p:grpSpPr>
          <p:pic>
            <p:nvPicPr>
              <p:cNvPr id="1208346" name="Picture 26">
                <a:extLst>
                  <a:ext uri="{FF2B5EF4-FFF2-40B4-BE49-F238E27FC236}">
                    <a16:creationId xmlns:a16="http://schemas.microsoft.com/office/drawing/2014/main" id="{81CE268E-FE77-BE61-C4AE-1BF41389A6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25" y="1222"/>
                <a:ext cx="2455" cy="2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FFFF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208347" name="Freeform 27">
                <a:extLst>
                  <a:ext uri="{FF2B5EF4-FFF2-40B4-BE49-F238E27FC236}">
                    <a16:creationId xmlns:a16="http://schemas.microsoft.com/office/drawing/2014/main" id="{F4F7DBAD-5872-143D-A408-CC9AA6658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5" y="1765"/>
                <a:ext cx="468" cy="496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348" name="Freeform 28">
                <a:extLst>
                  <a:ext uri="{FF2B5EF4-FFF2-40B4-BE49-F238E27FC236}">
                    <a16:creationId xmlns:a16="http://schemas.microsoft.com/office/drawing/2014/main" id="{4B52A7B7-F9AA-BBBA-2374-EFBFFA95D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1" y="3669"/>
                <a:ext cx="672" cy="384"/>
              </a:xfrm>
              <a:custGeom>
                <a:avLst/>
                <a:gdLst>
                  <a:gd name="T0" fmla="+- 0 10000 10000"/>
                  <a:gd name="T1" fmla="*/ T0 w 10000"/>
                  <a:gd name="T2" fmla="+- 0 10000 10000"/>
                  <a:gd name="T3" fmla="*/ 10000 h 10000"/>
                  <a:gd name="T4" fmla="+- 0 20000 10000"/>
                  <a:gd name="T5" fmla="*/ T4 w 10000"/>
                  <a:gd name="T6" fmla="+- 0 10000 10000"/>
                  <a:gd name="T7" fmla="*/ 10000 h 10000"/>
                  <a:gd name="T8" fmla="+- 0 20000 10000"/>
                  <a:gd name="T9" fmla="*/ T8 w 10000"/>
                  <a:gd name="T10" fmla="+- 0 20000 10000"/>
                  <a:gd name="T11" fmla="*/ 20000 h 10000"/>
                  <a:gd name="T12" fmla="+- 0 10000 10000"/>
                  <a:gd name="T13" fmla="*/ T12 w 10000"/>
                  <a:gd name="T14" fmla="+- 0 20000 10000"/>
                  <a:gd name="T15" fmla="*/ 20000 h 10000"/>
                  <a:gd name="T16" fmla="+- 0 10000 10000"/>
                  <a:gd name="T17" fmla="*/ T16 w 10000"/>
                  <a:gd name="T18" fmla="+- 0 10000 10000"/>
                  <a:gd name="T19" fmla="*/ 10000 h 10000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</a:cxnLst>
                <a:rect l="0" t="0" r="r" b="b"/>
                <a:pathLst>
                  <a:path w="10000" h="10000">
                    <a:moveTo>
                      <a:pt x="0" y="0"/>
                    </a:moveTo>
                    <a:lnTo>
                      <a:pt x="10000" y="0"/>
                    </a:lnTo>
                    <a:lnTo>
                      <a:pt x="10000" y="10000"/>
                    </a:lnTo>
                    <a:lnTo>
                      <a:pt x="0" y="10000"/>
                    </a:lnTo>
                    <a:close/>
                    <a:moveTo>
                      <a:pt x="0" y="0"/>
                    </a:moveTo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FFFFFF"/>
                </a:solidFill>
                <a:prstDash val="solid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98D03C7-BF5B-D5CF-B1E5-25A5C981411F}"/>
                  </a:ext>
                </a:extLst>
              </p14:cNvPr>
              <p14:cNvContentPartPr/>
              <p14:nvPr/>
            </p14:nvContentPartPr>
            <p14:xfrm>
              <a:off x="284400" y="451440"/>
              <a:ext cx="8812800" cy="4812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98D03C7-BF5B-D5CF-B1E5-25A5C98141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5040" y="442080"/>
                <a:ext cx="8831520" cy="483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270C1C-B9DC-C147-9AF6-8247FECD9DFD}" type="slidenum">
              <a:rPr lang="en-US"/>
              <a:pPr/>
              <a:t>68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24066" name="Rectangle 2" descr="40%"/>
          <p:cNvSpPr>
            <a:spLocks noChangeArrowheads="1"/>
          </p:cNvSpPr>
          <p:nvPr/>
        </p:nvSpPr>
        <p:spPr bwMode="auto">
          <a:xfrm>
            <a:off x="7594600" y="846137"/>
            <a:ext cx="914400" cy="9906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594600" y="858837"/>
            <a:ext cx="901700" cy="965200"/>
            <a:chOff x="4784" y="584"/>
            <a:chExt cx="568" cy="608"/>
          </a:xfrm>
        </p:grpSpPr>
        <p:sp>
          <p:nvSpPr>
            <p:cNvPr id="1624068" name="Rectangle 4" descr="40%"/>
            <p:cNvSpPr>
              <a:spLocks noChangeArrowheads="1"/>
            </p:cNvSpPr>
            <p:nvPr/>
          </p:nvSpPr>
          <p:spPr bwMode="auto">
            <a:xfrm>
              <a:off x="4784" y="584"/>
              <a:ext cx="568" cy="608"/>
            </a:xfrm>
            <a:prstGeom prst="rect">
              <a:avLst/>
            </a:prstGeom>
            <a:pattFill prst="pct40">
              <a:fgClr>
                <a:schemeClr val="accent1"/>
              </a:fgClr>
              <a:bgClr>
                <a:srgbClr val="FFFFFF"/>
              </a:bgClr>
            </a:patt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69" name="Line 5" descr="40%"/>
            <p:cNvSpPr>
              <a:spLocks noChangeShapeType="1"/>
            </p:cNvSpPr>
            <p:nvPr/>
          </p:nvSpPr>
          <p:spPr bwMode="auto">
            <a:xfrm>
              <a:off x="4784" y="890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70" name="Line 6" descr="40%"/>
            <p:cNvSpPr>
              <a:spLocks noChangeShapeType="1"/>
            </p:cNvSpPr>
            <p:nvPr/>
          </p:nvSpPr>
          <p:spPr bwMode="auto">
            <a:xfrm>
              <a:off x="4784" y="1050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71" name="Line 7" descr="40%"/>
            <p:cNvSpPr>
              <a:spLocks noChangeShapeType="1"/>
            </p:cNvSpPr>
            <p:nvPr/>
          </p:nvSpPr>
          <p:spPr bwMode="auto">
            <a:xfrm>
              <a:off x="4784" y="731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24072" name="Rectangle 8" descr="40%"/>
          <p:cNvSpPr>
            <a:spLocks noChangeArrowheads="1"/>
          </p:cNvSpPr>
          <p:nvPr/>
        </p:nvSpPr>
        <p:spPr bwMode="auto">
          <a:xfrm>
            <a:off x="7594600" y="1912937"/>
            <a:ext cx="914400" cy="9906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3" name="Rectangle 9" descr="40%"/>
          <p:cNvSpPr>
            <a:spLocks noChangeArrowheads="1"/>
          </p:cNvSpPr>
          <p:nvPr/>
        </p:nvSpPr>
        <p:spPr bwMode="auto">
          <a:xfrm>
            <a:off x="7594600" y="1925637"/>
            <a:ext cx="901700" cy="9652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4" name="Line 10" descr="40%"/>
          <p:cNvSpPr>
            <a:spLocks noChangeShapeType="1"/>
          </p:cNvSpPr>
          <p:nvPr/>
        </p:nvSpPr>
        <p:spPr bwMode="auto">
          <a:xfrm>
            <a:off x="7594600" y="24114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5" name="Line 11" descr="40%"/>
          <p:cNvSpPr>
            <a:spLocks noChangeShapeType="1"/>
          </p:cNvSpPr>
          <p:nvPr/>
        </p:nvSpPr>
        <p:spPr bwMode="auto">
          <a:xfrm>
            <a:off x="7594600" y="26654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6" name="Line 12" descr="40%"/>
          <p:cNvSpPr>
            <a:spLocks noChangeShapeType="1"/>
          </p:cNvSpPr>
          <p:nvPr/>
        </p:nvSpPr>
        <p:spPr bwMode="auto">
          <a:xfrm>
            <a:off x="7594600" y="2159000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7" name="Rectangle 13" descr="40%"/>
          <p:cNvSpPr>
            <a:spLocks noChangeArrowheads="1"/>
          </p:cNvSpPr>
          <p:nvPr/>
        </p:nvSpPr>
        <p:spPr bwMode="auto">
          <a:xfrm>
            <a:off x="7594600" y="2154237"/>
            <a:ext cx="904875" cy="257175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78" name="Rectangle 14" descr="Wide upward diagonal"/>
          <p:cNvSpPr>
            <a:spLocks noChangeArrowheads="1"/>
          </p:cNvSpPr>
          <p:nvPr/>
        </p:nvSpPr>
        <p:spPr bwMode="auto">
          <a:xfrm>
            <a:off x="5372100" y="1570037"/>
            <a:ext cx="901700" cy="508000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FFFFFF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24079" name="Rectangle 15" descr="40%"/>
          <p:cNvSpPr>
            <a:spLocks noChangeArrowheads="1"/>
          </p:cNvSpPr>
          <p:nvPr/>
        </p:nvSpPr>
        <p:spPr bwMode="auto">
          <a:xfrm>
            <a:off x="5384800" y="1087437"/>
            <a:ext cx="901700" cy="5080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624080" name="Rectangle 16" descr="Wide upward diagonal"/>
          <p:cNvSpPr>
            <a:spLocks noChangeArrowheads="1"/>
          </p:cNvSpPr>
          <p:nvPr/>
        </p:nvSpPr>
        <p:spPr bwMode="auto">
          <a:xfrm>
            <a:off x="5359400" y="3830637"/>
            <a:ext cx="898525" cy="244475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1" name="Rectangle 17" descr="Wide upward diagonal"/>
          <p:cNvSpPr>
            <a:spLocks noChangeArrowheads="1"/>
          </p:cNvSpPr>
          <p:nvPr/>
        </p:nvSpPr>
        <p:spPr bwMode="auto">
          <a:xfrm>
            <a:off x="5359400" y="4059237"/>
            <a:ext cx="898525" cy="244475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2" name="Rectangle 18"/>
          <p:cNvSpPr>
            <a:spLocks noChangeArrowheads="1"/>
          </p:cNvSpPr>
          <p:nvPr/>
        </p:nvSpPr>
        <p:spPr bwMode="auto">
          <a:xfrm>
            <a:off x="5359400" y="3602037"/>
            <a:ext cx="898525" cy="244475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3" name="Rectangle 19"/>
          <p:cNvSpPr>
            <a:spLocks noChangeArrowheads="1"/>
          </p:cNvSpPr>
          <p:nvPr/>
        </p:nvSpPr>
        <p:spPr bwMode="auto">
          <a:xfrm>
            <a:off x="5359400" y="4287837"/>
            <a:ext cx="898525" cy="244475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4" name="Rectangle 20"/>
          <p:cNvSpPr>
            <a:spLocks noChangeArrowheads="1"/>
          </p:cNvSpPr>
          <p:nvPr/>
        </p:nvSpPr>
        <p:spPr bwMode="auto">
          <a:xfrm>
            <a:off x="1536700" y="1404937"/>
            <a:ext cx="2921000" cy="292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85" name="Line 21"/>
          <p:cNvSpPr>
            <a:spLocks noChangeShapeType="1"/>
          </p:cNvSpPr>
          <p:nvPr/>
        </p:nvSpPr>
        <p:spPr bwMode="auto">
          <a:xfrm>
            <a:off x="6248400" y="2687637"/>
            <a:ext cx="1346200" cy="152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7594600" y="2992437"/>
            <a:ext cx="901700" cy="965200"/>
            <a:chOff x="4784" y="1928"/>
            <a:chExt cx="568" cy="608"/>
          </a:xfrm>
        </p:grpSpPr>
        <p:sp>
          <p:nvSpPr>
            <p:cNvPr id="1624087" name="Rectangle 23"/>
            <p:cNvSpPr>
              <a:spLocks noChangeArrowheads="1"/>
            </p:cNvSpPr>
            <p:nvPr/>
          </p:nvSpPr>
          <p:spPr bwMode="auto">
            <a:xfrm>
              <a:off x="4784" y="1928"/>
              <a:ext cx="568" cy="60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88" name="Line 24"/>
            <p:cNvSpPr>
              <a:spLocks noChangeShapeType="1"/>
            </p:cNvSpPr>
            <p:nvPr/>
          </p:nvSpPr>
          <p:spPr bwMode="auto">
            <a:xfrm>
              <a:off x="4784" y="2234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89" name="Line 25"/>
            <p:cNvSpPr>
              <a:spLocks noChangeShapeType="1"/>
            </p:cNvSpPr>
            <p:nvPr/>
          </p:nvSpPr>
          <p:spPr bwMode="auto">
            <a:xfrm>
              <a:off x="4784" y="2394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90" name="Line 26"/>
            <p:cNvSpPr>
              <a:spLocks noChangeShapeType="1"/>
            </p:cNvSpPr>
            <p:nvPr/>
          </p:nvSpPr>
          <p:spPr bwMode="auto">
            <a:xfrm>
              <a:off x="4784" y="2075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7594600" y="5126037"/>
            <a:ext cx="901700" cy="965200"/>
            <a:chOff x="4784" y="3272"/>
            <a:chExt cx="568" cy="608"/>
          </a:xfrm>
        </p:grpSpPr>
        <p:sp>
          <p:nvSpPr>
            <p:cNvPr id="1624092" name="Rectangle 28"/>
            <p:cNvSpPr>
              <a:spLocks noChangeArrowheads="1"/>
            </p:cNvSpPr>
            <p:nvPr/>
          </p:nvSpPr>
          <p:spPr bwMode="auto">
            <a:xfrm>
              <a:off x="4784" y="3272"/>
              <a:ext cx="568" cy="60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93" name="Line 29"/>
            <p:cNvSpPr>
              <a:spLocks noChangeShapeType="1"/>
            </p:cNvSpPr>
            <p:nvPr/>
          </p:nvSpPr>
          <p:spPr bwMode="auto">
            <a:xfrm>
              <a:off x="4784" y="3578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94" name="Line 30"/>
            <p:cNvSpPr>
              <a:spLocks noChangeShapeType="1"/>
            </p:cNvSpPr>
            <p:nvPr/>
          </p:nvSpPr>
          <p:spPr bwMode="auto">
            <a:xfrm>
              <a:off x="4784" y="3738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4095" name="Line 31"/>
            <p:cNvSpPr>
              <a:spLocks noChangeShapeType="1"/>
            </p:cNvSpPr>
            <p:nvPr/>
          </p:nvSpPr>
          <p:spPr bwMode="auto">
            <a:xfrm>
              <a:off x="4784" y="3419"/>
              <a:ext cx="56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24096" name="Rectangle 32"/>
          <p:cNvSpPr>
            <a:spLocks noGrp="1" noChangeArrowheads="1"/>
          </p:cNvSpPr>
          <p:nvPr>
            <p:ph type="title"/>
          </p:nvPr>
        </p:nvSpPr>
        <p:spPr>
          <a:xfrm>
            <a:off x="250825" y="76200"/>
            <a:ext cx="7648575" cy="666750"/>
          </a:xfrm>
          <a:noFill/>
          <a:ln/>
        </p:spPr>
        <p:txBody>
          <a:bodyPr lIns="90488" tIns="44450" rIns="90488" bIns="44450"/>
          <a:lstStyle/>
          <a:p>
            <a:r>
              <a:rPr lang="en-US" altLang="ko-KR">
                <a:ea typeface="굴림" charset="-127"/>
                <a:cs typeface="굴림" charset="-127"/>
              </a:rPr>
              <a:t>Hierarchical Page Table</a:t>
            </a:r>
          </a:p>
        </p:txBody>
      </p:sp>
      <p:sp>
        <p:nvSpPr>
          <p:cNvPr id="1624097" name="Rectangle 33"/>
          <p:cNvSpPr>
            <a:spLocks noChangeArrowheads="1"/>
          </p:cNvSpPr>
          <p:nvPr/>
        </p:nvSpPr>
        <p:spPr bwMode="auto">
          <a:xfrm>
            <a:off x="5384800" y="2319337"/>
            <a:ext cx="876300" cy="9779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98" name="Rectangle 34"/>
          <p:cNvSpPr>
            <a:spLocks noChangeArrowheads="1"/>
          </p:cNvSpPr>
          <p:nvPr/>
        </p:nvSpPr>
        <p:spPr bwMode="auto">
          <a:xfrm>
            <a:off x="3327400" y="2611437"/>
            <a:ext cx="927100" cy="9906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099" name="Rectangle 35"/>
          <p:cNvSpPr>
            <a:spLocks noChangeArrowheads="1"/>
          </p:cNvSpPr>
          <p:nvPr/>
        </p:nvSpPr>
        <p:spPr bwMode="auto">
          <a:xfrm>
            <a:off x="3127375" y="3719512"/>
            <a:ext cx="1435100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Level 1 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Table</a:t>
            </a:r>
          </a:p>
        </p:txBody>
      </p:sp>
      <p:sp>
        <p:nvSpPr>
          <p:cNvPr id="1624100" name="Rectangle 36"/>
          <p:cNvSpPr>
            <a:spLocks noChangeArrowheads="1"/>
          </p:cNvSpPr>
          <p:nvPr/>
        </p:nvSpPr>
        <p:spPr bwMode="auto">
          <a:xfrm>
            <a:off x="5106988" y="4633912"/>
            <a:ext cx="1624012" cy="6683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Level 2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Tables</a:t>
            </a:r>
            <a:r>
              <a:rPr lang="en-US" altLang="ko-KR" sz="2000" b="1">
                <a:solidFill>
                  <a:schemeClr val="accent2"/>
                </a:solidFill>
                <a:ea typeface="굴림" charset="-127"/>
                <a:cs typeface="굴림" charset="-127"/>
              </a:rPr>
              <a:t> </a:t>
            </a:r>
          </a:p>
        </p:txBody>
      </p:sp>
      <p:sp>
        <p:nvSpPr>
          <p:cNvPr id="1624101" name="Line 37"/>
          <p:cNvSpPr>
            <a:spLocks noChangeShapeType="1"/>
          </p:cNvSpPr>
          <p:nvPr/>
        </p:nvSpPr>
        <p:spPr bwMode="auto">
          <a:xfrm flipV="1">
            <a:off x="4241800" y="2078037"/>
            <a:ext cx="1149350" cy="698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2" name="Rectangle 38"/>
          <p:cNvSpPr>
            <a:spLocks noChangeArrowheads="1"/>
          </p:cNvSpPr>
          <p:nvPr/>
        </p:nvSpPr>
        <p:spPr bwMode="auto">
          <a:xfrm>
            <a:off x="5384800" y="1087437"/>
            <a:ext cx="889000" cy="965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3" name="Rectangle 39"/>
          <p:cNvSpPr>
            <a:spLocks noChangeArrowheads="1"/>
          </p:cNvSpPr>
          <p:nvPr/>
        </p:nvSpPr>
        <p:spPr bwMode="auto">
          <a:xfrm>
            <a:off x="7594600" y="4046537"/>
            <a:ext cx="914400" cy="9906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4" name="Rectangle 40" descr="40%"/>
          <p:cNvSpPr>
            <a:spLocks noChangeArrowheads="1"/>
          </p:cNvSpPr>
          <p:nvPr/>
        </p:nvSpPr>
        <p:spPr bwMode="auto">
          <a:xfrm>
            <a:off x="7594600" y="4059237"/>
            <a:ext cx="901700" cy="965200"/>
          </a:xfrm>
          <a:prstGeom prst="rect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5" name="Line 41"/>
          <p:cNvSpPr>
            <a:spLocks noChangeShapeType="1"/>
          </p:cNvSpPr>
          <p:nvPr/>
        </p:nvSpPr>
        <p:spPr bwMode="auto">
          <a:xfrm>
            <a:off x="7594600" y="45450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6" name="Line 42"/>
          <p:cNvSpPr>
            <a:spLocks noChangeShapeType="1"/>
          </p:cNvSpPr>
          <p:nvPr/>
        </p:nvSpPr>
        <p:spPr bwMode="auto">
          <a:xfrm>
            <a:off x="7594600" y="47990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7" name="Line 43"/>
          <p:cNvSpPr>
            <a:spLocks noChangeShapeType="1"/>
          </p:cNvSpPr>
          <p:nvPr/>
        </p:nvSpPr>
        <p:spPr bwMode="auto">
          <a:xfrm>
            <a:off x="7594600" y="4292600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8" name="Line 44"/>
          <p:cNvSpPr>
            <a:spLocks noChangeShapeType="1"/>
          </p:cNvSpPr>
          <p:nvPr/>
        </p:nvSpPr>
        <p:spPr bwMode="auto">
          <a:xfrm flipV="1">
            <a:off x="4191000" y="3297237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09" name="Line 45"/>
          <p:cNvSpPr>
            <a:spLocks noChangeShapeType="1"/>
          </p:cNvSpPr>
          <p:nvPr/>
        </p:nvSpPr>
        <p:spPr bwMode="auto">
          <a:xfrm>
            <a:off x="4227513" y="3495675"/>
            <a:ext cx="1106487" cy="1020762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0" name="Line 46"/>
          <p:cNvSpPr>
            <a:spLocks noChangeShapeType="1"/>
          </p:cNvSpPr>
          <p:nvPr/>
        </p:nvSpPr>
        <p:spPr bwMode="auto">
          <a:xfrm>
            <a:off x="6248400" y="1239837"/>
            <a:ext cx="13716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1" name="Line 47"/>
          <p:cNvSpPr>
            <a:spLocks noChangeShapeType="1"/>
          </p:cNvSpPr>
          <p:nvPr/>
        </p:nvSpPr>
        <p:spPr bwMode="auto">
          <a:xfrm>
            <a:off x="6248400" y="1392237"/>
            <a:ext cx="129540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2" name="Line 48"/>
          <p:cNvSpPr>
            <a:spLocks noChangeShapeType="1"/>
          </p:cNvSpPr>
          <p:nvPr/>
        </p:nvSpPr>
        <p:spPr bwMode="auto">
          <a:xfrm>
            <a:off x="6172200" y="3221037"/>
            <a:ext cx="1371600" cy="3810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3" name="Line 49"/>
          <p:cNvSpPr>
            <a:spLocks noChangeShapeType="1"/>
          </p:cNvSpPr>
          <p:nvPr/>
        </p:nvSpPr>
        <p:spPr bwMode="auto">
          <a:xfrm>
            <a:off x="6248400" y="4440237"/>
            <a:ext cx="1295400" cy="1219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4" name="Rectangle 50"/>
          <p:cNvSpPr>
            <a:spLocks noChangeArrowheads="1"/>
          </p:cNvSpPr>
          <p:nvPr/>
        </p:nvSpPr>
        <p:spPr bwMode="auto">
          <a:xfrm>
            <a:off x="6045200" y="5900737"/>
            <a:ext cx="1465263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b="1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Data Pages</a:t>
            </a:r>
          </a:p>
        </p:txBody>
      </p:sp>
      <p:sp>
        <p:nvSpPr>
          <p:cNvPr id="1624115" name="Rectangle 51"/>
          <p:cNvSpPr>
            <a:spLocks noChangeArrowheads="1"/>
          </p:cNvSpPr>
          <p:nvPr/>
        </p:nvSpPr>
        <p:spPr bwMode="auto">
          <a:xfrm>
            <a:off x="696913" y="4973637"/>
            <a:ext cx="330993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in primary memory </a:t>
            </a:r>
          </a:p>
          <a:p>
            <a:pPr algn="l"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in secondary memory</a:t>
            </a:r>
          </a:p>
        </p:txBody>
      </p:sp>
      <p:sp>
        <p:nvSpPr>
          <p:cNvPr id="1624116" name="Rectangle 52"/>
          <p:cNvSpPr>
            <a:spLocks noChangeArrowheads="1"/>
          </p:cNvSpPr>
          <p:nvPr/>
        </p:nvSpPr>
        <p:spPr bwMode="auto">
          <a:xfrm>
            <a:off x="201613" y="5354637"/>
            <a:ext cx="476250" cy="301625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7" name="Rectangle 53"/>
          <p:cNvSpPr>
            <a:spLocks noChangeArrowheads="1"/>
          </p:cNvSpPr>
          <p:nvPr/>
        </p:nvSpPr>
        <p:spPr bwMode="auto">
          <a:xfrm>
            <a:off x="169863" y="2627312"/>
            <a:ext cx="240823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Root of the Current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Page Table</a:t>
            </a:r>
          </a:p>
        </p:txBody>
      </p:sp>
      <p:sp>
        <p:nvSpPr>
          <p:cNvPr id="1624118" name="Line 54"/>
          <p:cNvSpPr>
            <a:spLocks noChangeShapeType="1"/>
          </p:cNvSpPr>
          <p:nvPr/>
        </p:nvSpPr>
        <p:spPr bwMode="auto">
          <a:xfrm>
            <a:off x="2133600" y="3500437"/>
            <a:ext cx="1219200" cy="17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19" name="Line 55"/>
          <p:cNvSpPr>
            <a:spLocks noChangeShapeType="1"/>
          </p:cNvSpPr>
          <p:nvPr/>
        </p:nvSpPr>
        <p:spPr bwMode="auto">
          <a:xfrm flipH="1" flipV="1">
            <a:off x="3186113" y="3286125"/>
            <a:ext cx="0" cy="304800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20" name="Line 56"/>
          <p:cNvSpPr>
            <a:spLocks noChangeShapeType="1"/>
          </p:cNvSpPr>
          <p:nvPr/>
        </p:nvSpPr>
        <p:spPr bwMode="auto">
          <a:xfrm flipH="1" flipV="1">
            <a:off x="5257800" y="2687637"/>
            <a:ext cx="0" cy="496888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21" name="Line 57"/>
          <p:cNvSpPr>
            <a:spLocks noChangeShapeType="1"/>
          </p:cNvSpPr>
          <p:nvPr/>
        </p:nvSpPr>
        <p:spPr bwMode="auto">
          <a:xfrm>
            <a:off x="7467600" y="2192337"/>
            <a:ext cx="0" cy="596900"/>
          </a:xfrm>
          <a:prstGeom prst="line">
            <a:avLst/>
          </a:prstGeom>
          <a:noFill/>
          <a:ln w="25400" cap="flat" cmpd="sng" algn="ctr">
            <a:solidFill>
              <a:srgbClr val="000000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22" name="Rectangle 58"/>
          <p:cNvSpPr>
            <a:spLocks noChangeArrowheads="1"/>
          </p:cNvSpPr>
          <p:nvPr/>
        </p:nvSpPr>
        <p:spPr bwMode="auto">
          <a:xfrm>
            <a:off x="2743200" y="3221037"/>
            <a:ext cx="468313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b="1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p1</a:t>
            </a:r>
          </a:p>
        </p:txBody>
      </p:sp>
      <p:sp>
        <p:nvSpPr>
          <p:cNvPr id="1624123" name="Rectangle 59"/>
          <p:cNvSpPr>
            <a:spLocks noChangeArrowheads="1"/>
          </p:cNvSpPr>
          <p:nvPr/>
        </p:nvSpPr>
        <p:spPr bwMode="auto">
          <a:xfrm>
            <a:off x="6664325" y="2344737"/>
            <a:ext cx="839788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b="1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offset</a:t>
            </a:r>
          </a:p>
        </p:txBody>
      </p:sp>
      <p:sp>
        <p:nvSpPr>
          <p:cNvPr id="1624124" name="Rectangle 60"/>
          <p:cNvSpPr>
            <a:spLocks noChangeArrowheads="1"/>
          </p:cNvSpPr>
          <p:nvPr/>
        </p:nvSpPr>
        <p:spPr bwMode="auto">
          <a:xfrm>
            <a:off x="4800600" y="2819400"/>
            <a:ext cx="468313" cy="3333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b="1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p2</a:t>
            </a:r>
          </a:p>
        </p:txBody>
      </p:sp>
      <p:sp>
        <p:nvSpPr>
          <p:cNvPr id="1624125" name="Rectangle 61"/>
          <p:cNvSpPr>
            <a:spLocks noChangeArrowheads="1"/>
          </p:cNvSpPr>
          <p:nvPr/>
        </p:nvSpPr>
        <p:spPr bwMode="auto">
          <a:xfrm>
            <a:off x="228600" y="782637"/>
            <a:ext cx="2119313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Virtual Address</a:t>
            </a:r>
          </a:p>
        </p:txBody>
      </p:sp>
      <p:sp>
        <p:nvSpPr>
          <p:cNvPr id="1624126" name="Rectangle 62"/>
          <p:cNvSpPr>
            <a:spLocks noChangeArrowheads="1"/>
          </p:cNvSpPr>
          <p:nvPr/>
        </p:nvSpPr>
        <p:spPr bwMode="auto">
          <a:xfrm>
            <a:off x="695325" y="3678237"/>
            <a:ext cx="1522413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(Processor</a:t>
            </a:r>
          </a:p>
          <a:p>
            <a:pPr>
              <a:spcBef>
                <a:spcPct val="0"/>
              </a:spcBef>
            </a:pPr>
            <a:r>
              <a:rPr lang="en-US" altLang="ko-KR" sz="20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Register)</a:t>
            </a:r>
          </a:p>
        </p:txBody>
      </p:sp>
      <p:sp>
        <p:nvSpPr>
          <p:cNvPr id="1624127" name="Rectangle 63" descr="Wide upward diagonal"/>
          <p:cNvSpPr>
            <a:spLocks noChangeArrowheads="1"/>
          </p:cNvSpPr>
          <p:nvPr/>
        </p:nvSpPr>
        <p:spPr bwMode="auto">
          <a:xfrm>
            <a:off x="241300" y="5797550"/>
            <a:ext cx="406400" cy="228600"/>
          </a:xfrm>
          <a:prstGeom prst="rect">
            <a:avLst/>
          </a:prstGeom>
          <a:pattFill prst="wdUpDiag">
            <a:fgClr>
              <a:srgbClr val="000000"/>
            </a:fgClr>
            <a:bgClr>
              <a:schemeClr val="bg1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28" name="Rectangle 64"/>
          <p:cNvSpPr>
            <a:spLocks noChangeArrowheads="1"/>
          </p:cNvSpPr>
          <p:nvPr/>
        </p:nvSpPr>
        <p:spPr bwMode="auto">
          <a:xfrm>
            <a:off x="671513" y="5735637"/>
            <a:ext cx="3182937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PTE of a nonexistent page</a:t>
            </a:r>
          </a:p>
        </p:txBody>
      </p:sp>
      <p:sp>
        <p:nvSpPr>
          <p:cNvPr id="1624129" name="Rectangle 65" descr="Wide upward diagonal"/>
          <p:cNvSpPr>
            <a:spLocks noChangeArrowheads="1"/>
          </p:cNvSpPr>
          <p:nvPr/>
        </p:nvSpPr>
        <p:spPr bwMode="auto">
          <a:xfrm>
            <a:off x="3352800" y="2992437"/>
            <a:ext cx="914400" cy="244475"/>
          </a:xfrm>
          <a:prstGeom prst="rect">
            <a:avLst/>
          </a:prstGeom>
          <a:pattFill prst="wdUpDiag">
            <a:fgClr>
              <a:srgbClr val="000000"/>
            </a:fgClr>
            <a:bgClr>
              <a:schemeClr val="bg1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0" name="Rectangle 66"/>
          <p:cNvSpPr>
            <a:spLocks noChangeArrowheads="1"/>
          </p:cNvSpPr>
          <p:nvPr/>
        </p:nvSpPr>
        <p:spPr bwMode="auto">
          <a:xfrm>
            <a:off x="3352800" y="2763837"/>
            <a:ext cx="914400" cy="244475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1" name="Rectangle 67" descr="40%"/>
          <p:cNvSpPr>
            <a:spLocks noChangeArrowheads="1"/>
          </p:cNvSpPr>
          <p:nvPr/>
        </p:nvSpPr>
        <p:spPr bwMode="auto">
          <a:xfrm>
            <a:off x="3352800" y="3449637"/>
            <a:ext cx="914400" cy="2286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2" name="Rectangle 68"/>
          <p:cNvSpPr>
            <a:spLocks noChangeArrowheads="1"/>
          </p:cNvSpPr>
          <p:nvPr/>
        </p:nvSpPr>
        <p:spPr bwMode="auto">
          <a:xfrm>
            <a:off x="3352800" y="3221037"/>
            <a:ext cx="914400" cy="244475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3" name="Rectangle 69"/>
          <p:cNvSpPr>
            <a:spLocks noChangeArrowheads="1"/>
          </p:cNvSpPr>
          <p:nvPr/>
        </p:nvSpPr>
        <p:spPr bwMode="auto">
          <a:xfrm>
            <a:off x="5334000" y="2840037"/>
            <a:ext cx="898525" cy="244475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4" name="Rectangle 70" descr="Wide upward diagonal"/>
          <p:cNvSpPr>
            <a:spLocks noChangeArrowheads="1"/>
          </p:cNvSpPr>
          <p:nvPr/>
        </p:nvSpPr>
        <p:spPr bwMode="auto">
          <a:xfrm>
            <a:off x="5334000" y="2382837"/>
            <a:ext cx="898525" cy="244475"/>
          </a:xfrm>
          <a:prstGeom prst="rect">
            <a:avLst/>
          </a:prstGeom>
          <a:pattFill prst="wdUpDiag">
            <a:fgClr>
              <a:schemeClr val="tx1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5" name="Rectangle 71" descr="40%"/>
          <p:cNvSpPr>
            <a:spLocks noChangeArrowheads="1"/>
          </p:cNvSpPr>
          <p:nvPr/>
        </p:nvSpPr>
        <p:spPr bwMode="auto">
          <a:xfrm>
            <a:off x="5334000" y="2611437"/>
            <a:ext cx="898525" cy="244475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6" name="Rectangle 72"/>
          <p:cNvSpPr>
            <a:spLocks noChangeArrowheads="1"/>
          </p:cNvSpPr>
          <p:nvPr/>
        </p:nvSpPr>
        <p:spPr bwMode="auto">
          <a:xfrm>
            <a:off x="5334000" y="3068637"/>
            <a:ext cx="898525" cy="244475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7" name="Rectangle 73"/>
          <p:cNvSpPr>
            <a:spLocks noChangeArrowheads="1"/>
          </p:cNvSpPr>
          <p:nvPr/>
        </p:nvSpPr>
        <p:spPr bwMode="auto">
          <a:xfrm>
            <a:off x="5384800" y="1100137"/>
            <a:ext cx="9017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8" name="Line 74"/>
          <p:cNvSpPr>
            <a:spLocks noChangeShapeType="1"/>
          </p:cNvSpPr>
          <p:nvPr/>
        </p:nvSpPr>
        <p:spPr bwMode="auto">
          <a:xfrm>
            <a:off x="5384800" y="15859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39" name="Line 75"/>
          <p:cNvSpPr>
            <a:spLocks noChangeShapeType="1"/>
          </p:cNvSpPr>
          <p:nvPr/>
        </p:nvSpPr>
        <p:spPr bwMode="auto">
          <a:xfrm>
            <a:off x="5384800" y="1839912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40" name="Line 76"/>
          <p:cNvSpPr>
            <a:spLocks noChangeShapeType="1"/>
          </p:cNvSpPr>
          <p:nvPr/>
        </p:nvSpPr>
        <p:spPr bwMode="auto">
          <a:xfrm>
            <a:off x="5384800" y="1333500"/>
            <a:ext cx="8921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41" name="Line 77"/>
          <p:cNvSpPr>
            <a:spLocks noChangeShapeType="1"/>
          </p:cNvSpPr>
          <p:nvPr/>
        </p:nvSpPr>
        <p:spPr bwMode="auto">
          <a:xfrm>
            <a:off x="3390900" y="1417637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42" name="Line 78"/>
          <p:cNvSpPr>
            <a:spLocks noChangeShapeType="1"/>
          </p:cNvSpPr>
          <p:nvPr/>
        </p:nvSpPr>
        <p:spPr bwMode="auto">
          <a:xfrm>
            <a:off x="2438400" y="1417637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43" name="Rectangle 79"/>
          <p:cNvSpPr>
            <a:spLocks noChangeArrowheads="1"/>
          </p:cNvSpPr>
          <p:nvPr/>
        </p:nvSpPr>
        <p:spPr bwMode="auto">
          <a:xfrm>
            <a:off x="1751013" y="1357312"/>
            <a:ext cx="2722562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p1</a:t>
            </a:r>
            <a:r>
              <a:rPr lang="en-US" altLang="ko-KR" sz="1800">
                <a:solidFill>
                  <a:schemeClr val="accent2"/>
                </a:solidFill>
                <a:ea typeface="굴림" charset="-127"/>
                <a:cs typeface="굴림" charset="-127"/>
              </a:rPr>
              <a:t>          </a:t>
            </a: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p2   </a:t>
            </a:r>
            <a:r>
              <a:rPr lang="en-US" altLang="ko-KR" sz="1800">
                <a:solidFill>
                  <a:schemeClr val="accent2"/>
                </a:solidFill>
                <a:ea typeface="굴림" charset="-127"/>
                <a:cs typeface="굴림" charset="-127"/>
              </a:rPr>
              <a:t>       </a:t>
            </a: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offset</a:t>
            </a:r>
          </a:p>
        </p:txBody>
      </p:sp>
      <p:sp>
        <p:nvSpPr>
          <p:cNvPr id="1624144" name="Text Box 80"/>
          <p:cNvSpPr txBox="1">
            <a:spLocks noChangeArrowheads="1"/>
          </p:cNvSpPr>
          <p:nvPr/>
        </p:nvSpPr>
        <p:spPr bwMode="auto">
          <a:xfrm>
            <a:off x="4267200" y="1084262"/>
            <a:ext cx="31273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0</a:t>
            </a:r>
          </a:p>
        </p:txBody>
      </p:sp>
      <p:sp>
        <p:nvSpPr>
          <p:cNvPr id="1624145" name="Text Box 81"/>
          <p:cNvSpPr txBox="1">
            <a:spLocks noChangeArrowheads="1"/>
          </p:cNvSpPr>
          <p:nvPr/>
        </p:nvSpPr>
        <p:spPr bwMode="auto">
          <a:xfrm>
            <a:off x="33528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11</a:t>
            </a:r>
          </a:p>
        </p:txBody>
      </p:sp>
      <p:sp>
        <p:nvSpPr>
          <p:cNvPr id="1624146" name="Text Box 82"/>
          <p:cNvSpPr txBox="1">
            <a:spLocks noChangeArrowheads="1"/>
          </p:cNvSpPr>
          <p:nvPr/>
        </p:nvSpPr>
        <p:spPr bwMode="auto">
          <a:xfrm>
            <a:off x="30480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12</a:t>
            </a:r>
          </a:p>
        </p:txBody>
      </p:sp>
      <p:sp>
        <p:nvSpPr>
          <p:cNvPr id="1624147" name="Text Box 83"/>
          <p:cNvSpPr txBox="1">
            <a:spLocks noChangeArrowheads="1"/>
          </p:cNvSpPr>
          <p:nvPr/>
        </p:nvSpPr>
        <p:spPr bwMode="auto">
          <a:xfrm>
            <a:off x="23622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21</a:t>
            </a:r>
          </a:p>
        </p:txBody>
      </p:sp>
      <p:sp>
        <p:nvSpPr>
          <p:cNvPr id="1624148" name="Text Box 84"/>
          <p:cNvSpPr txBox="1">
            <a:spLocks noChangeArrowheads="1"/>
          </p:cNvSpPr>
          <p:nvPr/>
        </p:nvSpPr>
        <p:spPr bwMode="auto">
          <a:xfrm>
            <a:off x="20574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22</a:t>
            </a:r>
          </a:p>
        </p:txBody>
      </p:sp>
      <p:sp>
        <p:nvSpPr>
          <p:cNvPr id="1624149" name="Text Box 85"/>
          <p:cNvSpPr txBox="1">
            <a:spLocks noChangeArrowheads="1"/>
          </p:cNvSpPr>
          <p:nvPr/>
        </p:nvSpPr>
        <p:spPr bwMode="auto">
          <a:xfrm>
            <a:off x="1447800" y="1087437"/>
            <a:ext cx="4572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31</a:t>
            </a:r>
          </a:p>
        </p:txBody>
      </p:sp>
      <p:sp>
        <p:nvSpPr>
          <p:cNvPr id="1624150" name="AutoShape 86"/>
          <p:cNvSpPr>
            <a:spLocks/>
          </p:cNvSpPr>
          <p:nvPr/>
        </p:nvSpPr>
        <p:spPr bwMode="auto">
          <a:xfrm rot="5400000">
            <a:off x="1828800" y="1468437"/>
            <a:ext cx="304800" cy="914400"/>
          </a:xfrm>
          <a:prstGeom prst="rightBrace">
            <a:avLst>
              <a:gd name="adj1" fmla="val 34375"/>
              <a:gd name="adj2" fmla="val 50000"/>
            </a:avLst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1" name="Text Box 87"/>
          <p:cNvSpPr txBox="1">
            <a:spLocks noChangeArrowheads="1"/>
          </p:cNvSpPr>
          <p:nvPr/>
        </p:nvSpPr>
        <p:spPr bwMode="auto">
          <a:xfrm>
            <a:off x="1384300" y="1973262"/>
            <a:ext cx="1158875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10-bit</a:t>
            </a:r>
          </a:p>
          <a:p>
            <a:pPr>
              <a:spcBef>
                <a:spcPct val="0"/>
              </a:spcBef>
            </a:pPr>
            <a:r>
              <a:rPr lang="en-US" altLang="ko-KR" sz="1800" dirty="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L1 index</a:t>
            </a:r>
          </a:p>
        </p:txBody>
      </p:sp>
      <p:sp>
        <p:nvSpPr>
          <p:cNvPr id="1624152" name="AutoShape 88"/>
          <p:cNvSpPr>
            <a:spLocks/>
          </p:cNvSpPr>
          <p:nvPr/>
        </p:nvSpPr>
        <p:spPr bwMode="auto">
          <a:xfrm rot="5400000">
            <a:off x="2743200" y="1468437"/>
            <a:ext cx="304800" cy="914400"/>
          </a:xfrm>
          <a:prstGeom prst="rightBrace">
            <a:avLst>
              <a:gd name="adj1" fmla="val 34375"/>
              <a:gd name="adj2" fmla="val 50000"/>
            </a:avLst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3" name="Text Box 89"/>
          <p:cNvSpPr txBox="1">
            <a:spLocks noChangeArrowheads="1"/>
          </p:cNvSpPr>
          <p:nvPr/>
        </p:nvSpPr>
        <p:spPr bwMode="auto">
          <a:xfrm>
            <a:off x="2451100" y="1973262"/>
            <a:ext cx="1158875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10-bit </a:t>
            </a:r>
          </a:p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L2 index</a:t>
            </a:r>
          </a:p>
        </p:txBody>
      </p:sp>
      <p:sp>
        <p:nvSpPr>
          <p:cNvPr id="1624154" name="Rectangle 90" descr="40%"/>
          <p:cNvSpPr>
            <a:spLocks noChangeArrowheads="1"/>
          </p:cNvSpPr>
          <p:nvPr/>
        </p:nvSpPr>
        <p:spPr bwMode="auto">
          <a:xfrm>
            <a:off x="188913" y="5011737"/>
            <a:ext cx="476250" cy="301625"/>
          </a:xfrm>
          <a:prstGeom prst="rect">
            <a:avLst/>
          </a:prstGeom>
          <a:pattFill prst="pct40">
            <a:fgClr>
              <a:srgbClr val="FFCC66"/>
            </a:fgClr>
            <a:bgClr>
              <a:srgbClr val="FFFFFF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5" name="Rectangle 91" descr="40%"/>
          <p:cNvSpPr>
            <a:spLocks noChangeArrowheads="1"/>
          </p:cNvSpPr>
          <p:nvPr/>
        </p:nvSpPr>
        <p:spPr bwMode="auto">
          <a:xfrm>
            <a:off x="3352800" y="3221037"/>
            <a:ext cx="914400" cy="2286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6" name="Rectangle 92" descr="40%"/>
          <p:cNvSpPr>
            <a:spLocks noChangeArrowheads="1"/>
          </p:cNvSpPr>
          <p:nvPr/>
        </p:nvSpPr>
        <p:spPr bwMode="auto">
          <a:xfrm>
            <a:off x="3352800" y="2776537"/>
            <a:ext cx="914400" cy="2286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24157" name="Rectangle 93" descr="40%"/>
          <p:cNvSpPr>
            <a:spLocks noChangeArrowheads="1"/>
          </p:cNvSpPr>
          <p:nvPr/>
        </p:nvSpPr>
        <p:spPr bwMode="auto">
          <a:xfrm>
            <a:off x="1206500" y="3360737"/>
            <a:ext cx="914400" cy="228600"/>
          </a:xfrm>
          <a:prstGeom prst="rect">
            <a:avLst/>
          </a:prstGeom>
          <a:pattFill prst="pct40">
            <a:fgClr>
              <a:srgbClr val="FFA74F"/>
            </a:fgClr>
            <a:bgClr>
              <a:srgbClr val="FFFFFF"/>
            </a:bgClr>
          </a:patt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Rectangle 46"/>
          <p:cNvSpPr>
            <a:spLocks noChangeArrowheads="1"/>
          </p:cNvSpPr>
          <p:nvPr/>
        </p:nvSpPr>
        <p:spPr bwMode="auto">
          <a:xfrm rot="16200000">
            <a:off x="7556500" y="3187700"/>
            <a:ext cx="2322513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ko-KR" sz="1800">
                <a:solidFill>
                  <a:srgbClr val="56127A"/>
                </a:solidFill>
                <a:latin typeface="Verdana" charset="0"/>
                <a:ea typeface="굴림" charset="-127"/>
                <a:cs typeface="굴림" charset="-127"/>
              </a:rPr>
              <a:t>Physical Memory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219EA2-0418-33C4-BF08-1151A968BF76}"/>
                  </a:ext>
                </a:extLst>
              </p14:cNvPr>
              <p14:cNvContentPartPr/>
              <p14:nvPr/>
            </p14:nvContentPartPr>
            <p14:xfrm>
              <a:off x="2224440" y="0"/>
              <a:ext cx="6723000" cy="5619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219EA2-0418-33C4-BF08-1151A968BF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15080" y="-9360"/>
                <a:ext cx="6741720" cy="563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Inverted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579296" cy="5524723"/>
          </a:xfrm>
        </p:spPr>
        <p:txBody>
          <a:bodyPr/>
          <a:lstStyle/>
          <a:p>
            <a:r>
              <a:rPr lang="en-US" sz="2400" dirty="0"/>
              <a:t>Hierarchical page table</a:t>
            </a:r>
          </a:p>
          <a:p>
            <a:pPr lvl="1"/>
            <a:r>
              <a:rPr lang="en-US" sz="2000" dirty="0"/>
              <a:t>Each process has its own set of page tables</a:t>
            </a:r>
          </a:p>
          <a:p>
            <a:pPr lvl="1"/>
            <a:r>
              <a:rPr lang="en-US" sz="2000" dirty="0"/>
              <a:t>A lot of page table entries are still empty</a:t>
            </a:r>
          </a:p>
          <a:p>
            <a:r>
              <a:rPr lang="en-US" sz="2400" dirty="0"/>
              <a:t>Inverted page tables</a:t>
            </a:r>
          </a:p>
          <a:p>
            <a:pPr lvl="1"/>
            <a:r>
              <a:rPr lang="en-US" sz="2000" dirty="0"/>
              <a:t>Inverted page table</a:t>
            </a:r>
            <a:r>
              <a:rPr lang="en-US" sz="2000" i="1" dirty="0"/>
              <a:t> </a:t>
            </a:r>
            <a:r>
              <a:rPr lang="en-US" sz="2000" dirty="0"/>
              <a:t>has one entry per physical page frame</a:t>
            </a:r>
          </a:p>
          <a:p>
            <a:pPr lvl="2"/>
            <a:r>
              <a:rPr lang="en-US" sz="1800" dirty="0"/>
              <a:t>That it is shared by all processes</a:t>
            </a:r>
          </a:p>
          <a:p>
            <a:pPr lvl="1"/>
            <a:r>
              <a:rPr lang="en-US" sz="2000" dirty="0"/>
              <a:t>Motivation</a:t>
            </a:r>
          </a:p>
          <a:p>
            <a:pPr lvl="2"/>
            <a:r>
              <a:rPr lang="en-US" sz="1800" dirty="0"/>
              <a:t>There cannot be more valid page-table entries than there are page frames</a:t>
            </a:r>
          </a:p>
          <a:p>
            <a:pPr lvl="1"/>
            <a:r>
              <a:rPr lang="en-US" sz="2000" dirty="0"/>
              <a:t>Size of page table</a:t>
            </a:r>
          </a:p>
          <a:p>
            <a:pPr lvl="2"/>
            <a:r>
              <a:rPr lang="en-US" sz="1800" dirty="0"/>
              <a:t>Proportional to number of page frames</a:t>
            </a:r>
          </a:p>
          <a:p>
            <a:pPr lvl="2"/>
            <a:r>
              <a:rPr lang="en-US" sz="1800" dirty="0"/>
              <a:t>Not to number of pages</a:t>
            </a:r>
          </a:p>
          <a:p>
            <a:pPr lvl="1"/>
            <a:r>
              <a:rPr lang="en-US" sz="2000" dirty="0"/>
              <a:t>Shared by all processes</a:t>
            </a:r>
          </a:p>
          <a:p>
            <a:pPr lvl="2"/>
            <a:r>
              <a:rPr lang="en-US" sz="1800" dirty="0"/>
              <a:t>Virtual page number is hashed to obtain one entry in inverted page table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F65D3C0-D7F5-3303-A243-684FDC2BEC3D}"/>
                  </a:ext>
                </a:extLst>
              </p14:cNvPr>
              <p14:cNvContentPartPr/>
              <p14:nvPr/>
            </p14:nvContentPartPr>
            <p14:xfrm>
              <a:off x="411120" y="14400"/>
              <a:ext cx="8737560" cy="6675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F65D3C0-D7F5-3303-A243-684FDC2BEC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760" y="5040"/>
                <a:ext cx="8756280" cy="669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3822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Inverted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Synonyms</a:t>
            </a:r>
          </a:p>
          <a:p>
            <a:pPr lvl="1"/>
            <a:r>
              <a:rPr lang="en-US" dirty="0"/>
              <a:t>Solved since page table is shared</a:t>
            </a:r>
          </a:p>
          <a:p>
            <a:pPr lvl="1"/>
            <a:r>
              <a:rPr lang="en-US" dirty="0"/>
              <a:t>All processes refer to same page with same VA</a:t>
            </a:r>
          </a:p>
          <a:p>
            <a:pPr lvl="1"/>
            <a:r>
              <a:rPr lang="en-US" dirty="0"/>
              <a:t>Per process access rights</a:t>
            </a:r>
          </a:p>
          <a:p>
            <a:pPr lvl="2"/>
            <a:r>
              <a:rPr lang="en-US" dirty="0"/>
              <a:t>Solved by memory segmentation</a:t>
            </a:r>
          </a:p>
          <a:p>
            <a:pPr lvl="2"/>
            <a:r>
              <a:rPr lang="en-US" dirty="0"/>
              <a:t>Each VA points to a memory segment private to a process</a:t>
            </a:r>
          </a:p>
          <a:p>
            <a:pPr lvl="2"/>
            <a:r>
              <a:rPr lang="en-US" dirty="0"/>
              <a:t>But segments are paged in a unique virtual space shared by all processes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ED5424E-5214-B240-BDA3-950E6D2B25FB}"/>
                  </a:ext>
                </a:extLst>
              </p14:cNvPr>
              <p14:cNvContentPartPr/>
              <p14:nvPr/>
            </p14:nvContentPartPr>
            <p14:xfrm>
              <a:off x="16560" y="0"/>
              <a:ext cx="9188640" cy="6220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ED5424E-5214-B240-BDA3-950E6D2B25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00" y="-9360"/>
                <a:ext cx="9207360" cy="623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90874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3ADB8-9631-D986-9704-B908393E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 Lookaside Buffer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254E5-2337-70CF-73B6-CAE349B25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D3878-7D33-394A-D78D-31B13A2D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B2B91D-F905-163B-F335-58680DFFC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529" y="1185043"/>
            <a:ext cx="7086936" cy="492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2712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9F8F-B68F-E348-AB5E-213A526F8E08}" type="slidenum">
              <a:rPr lang="en-US"/>
              <a:pPr/>
              <a:t>72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639175" cy="831850"/>
          </a:xfrm>
        </p:spPr>
        <p:txBody>
          <a:bodyPr/>
          <a:lstStyle/>
          <a:p>
            <a:r>
              <a:rPr lang="en-US" sz="3600"/>
              <a:t>Page-Based Virtual-Memory Machine</a:t>
            </a:r>
            <a:br>
              <a:rPr lang="en-US" sz="3600"/>
            </a:br>
            <a:r>
              <a:rPr lang="en-US" sz="1800"/>
              <a:t>(Hardware Page-Table Walk)</a:t>
            </a:r>
            <a:endParaRPr lang="en-US" sz="3600"/>
          </a:p>
        </p:txBody>
      </p:sp>
      <p:sp>
        <p:nvSpPr>
          <p:cNvPr id="1691652" name="Line 4"/>
          <p:cNvSpPr>
            <a:spLocks noChangeShapeType="1"/>
          </p:cNvSpPr>
          <p:nvPr/>
        </p:nvSpPr>
        <p:spPr bwMode="auto">
          <a:xfrm>
            <a:off x="5410200" y="2859087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53" name="Line 5"/>
          <p:cNvSpPr>
            <a:spLocks noChangeShapeType="1"/>
          </p:cNvSpPr>
          <p:nvPr/>
        </p:nvSpPr>
        <p:spPr bwMode="auto">
          <a:xfrm>
            <a:off x="685800" y="2859087"/>
            <a:ext cx="411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1000" y="2249487"/>
            <a:ext cx="304800" cy="1219200"/>
            <a:chOff x="336" y="1200"/>
            <a:chExt cx="144" cy="720"/>
          </a:xfrm>
        </p:grpSpPr>
        <p:sp>
          <p:nvSpPr>
            <p:cNvPr id="1691655" name="Rectangle 7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PC</a:t>
              </a:r>
            </a:p>
          </p:txBody>
        </p:sp>
        <p:sp>
          <p:nvSpPr>
            <p:cNvPr id="1691656" name="Freeform 8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57" name="Rectangle 9"/>
          <p:cNvSpPr>
            <a:spLocks noChangeArrowheads="1"/>
          </p:cNvSpPr>
          <p:nvPr/>
        </p:nvSpPr>
        <p:spPr bwMode="auto">
          <a:xfrm>
            <a:off x="990600" y="2325687"/>
            <a:ext cx="7620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Inst. TLB</a:t>
            </a:r>
          </a:p>
        </p:txBody>
      </p:sp>
      <p:sp>
        <p:nvSpPr>
          <p:cNvPr id="1691658" name="Rectangle 10"/>
          <p:cNvSpPr>
            <a:spLocks noChangeArrowheads="1"/>
          </p:cNvSpPr>
          <p:nvPr/>
        </p:nvSpPr>
        <p:spPr bwMode="auto">
          <a:xfrm>
            <a:off x="1981200" y="2478087"/>
            <a:ext cx="914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Inst. Cache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2249487"/>
            <a:ext cx="304800" cy="1219200"/>
            <a:chOff x="336" y="1200"/>
            <a:chExt cx="144" cy="720"/>
          </a:xfrm>
        </p:grpSpPr>
        <p:sp>
          <p:nvSpPr>
            <p:cNvPr id="1691660" name="Rectangle 12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D</a:t>
              </a:r>
            </a:p>
          </p:txBody>
        </p:sp>
        <p:sp>
          <p:nvSpPr>
            <p:cNvPr id="1691661" name="Freeform 13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62" name="Rectangle 14"/>
          <p:cNvSpPr>
            <a:spLocks noChangeArrowheads="1"/>
          </p:cNvSpPr>
          <p:nvPr/>
        </p:nvSpPr>
        <p:spPr bwMode="auto">
          <a:xfrm>
            <a:off x="3429000" y="2325687"/>
            <a:ext cx="10668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Decode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572000" y="2249487"/>
            <a:ext cx="304800" cy="1219200"/>
            <a:chOff x="336" y="1200"/>
            <a:chExt cx="144" cy="720"/>
          </a:xfrm>
        </p:grpSpPr>
        <p:sp>
          <p:nvSpPr>
            <p:cNvPr id="1691664" name="Rectangle 16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E</a:t>
              </a:r>
            </a:p>
          </p:txBody>
        </p:sp>
        <p:sp>
          <p:nvSpPr>
            <p:cNvPr id="1691665" name="Freeform 17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66" name="Freeform 18"/>
          <p:cNvSpPr>
            <a:spLocks/>
          </p:cNvSpPr>
          <p:nvPr/>
        </p:nvSpPr>
        <p:spPr bwMode="auto">
          <a:xfrm>
            <a:off x="5029200" y="2325687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486400" y="2249487"/>
            <a:ext cx="304800" cy="1219200"/>
            <a:chOff x="336" y="1200"/>
            <a:chExt cx="144" cy="720"/>
          </a:xfrm>
        </p:grpSpPr>
        <p:sp>
          <p:nvSpPr>
            <p:cNvPr id="1691668" name="Rectangle 20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M</a:t>
              </a:r>
            </a:p>
          </p:txBody>
        </p:sp>
        <p:sp>
          <p:nvSpPr>
            <p:cNvPr id="1691669" name="Freeform 21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71" name="Rectangle 23"/>
          <p:cNvSpPr>
            <a:spLocks noChangeArrowheads="1"/>
          </p:cNvSpPr>
          <p:nvPr/>
        </p:nvSpPr>
        <p:spPr bwMode="auto">
          <a:xfrm>
            <a:off x="7162800" y="2478087"/>
            <a:ext cx="914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Data Cache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8229600" y="2249487"/>
            <a:ext cx="304800" cy="1219200"/>
            <a:chOff x="336" y="1200"/>
            <a:chExt cx="144" cy="720"/>
          </a:xfrm>
        </p:grpSpPr>
        <p:sp>
          <p:nvSpPr>
            <p:cNvPr id="1691673" name="Rectangle 25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W</a:t>
              </a:r>
            </a:p>
          </p:txBody>
        </p:sp>
        <p:sp>
          <p:nvSpPr>
            <p:cNvPr id="1691674" name="Freeform 26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75" name="Line 27"/>
          <p:cNvSpPr>
            <a:spLocks noChangeShapeType="1"/>
          </p:cNvSpPr>
          <p:nvPr/>
        </p:nvSpPr>
        <p:spPr bwMode="auto">
          <a:xfrm>
            <a:off x="4876800" y="2554287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6" name="Line 28"/>
          <p:cNvSpPr>
            <a:spLocks noChangeShapeType="1"/>
          </p:cNvSpPr>
          <p:nvPr/>
        </p:nvSpPr>
        <p:spPr bwMode="auto">
          <a:xfrm>
            <a:off x="4876800" y="3163887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7" name="Text Box 29"/>
          <p:cNvSpPr txBox="1">
            <a:spLocks noChangeArrowheads="1"/>
          </p:cNvSpPr>
          <p:nvPr/>
        </p:nvSpPr>
        <p:spPr bwMode="auto">
          <a:xfrm>
            <a:off x="5081588" y="2706687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1691678" name="Line 30"/>
          <p:cNvSpPr>
            <a:spLocks noChangeShapeType="1"/>
          </p:cNvSpPr>
          <p:nvPr/>
        </p:nvSpPr>
        <p:spPr bwMode="auto">
          <a:xfrm flipV="1">
            <a:off x="1295400" y="1716087"/>
            <a:ext cx="0" cy="6096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9" name="Line 31"/>
          <p:cNvSpPr>
            <a:spLocks noChangeShapeType="1"/>
          </p:cNvSpPr>
          <p:nvPr/>
        </p:nvSpPr>
        <p:spPr bwMode="auto">
          <a:xfrm flipV="1">
            <a:off x="6477000" y="1716087"/>
            <a:ext cx="0" cy="65087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0" name="Text Box 32"/>
          <p:cNvSpPr txBox="1">
            <a:spLocks noChangeArrowheads="1"/>
          </p:cNvSpPr>
          <p:nvPr/>
        </p:nvSpPr>
        <p:spPr bwMode="auto">
          <a:xfrm>
            <a:off x="304800" y="1106487"/>
            <a:ext cx="2517775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Page Fault?</a:t>
            </a:r>
          </a:p>
          <a:p>
            <a:r>
              <a:rPr lang="en-US" i="1">
                <a:solidFill>
                  <a:srgbClr val="56127A"/>
                </a:solidFill>
              </a:rPr>
              <a:t>Protection violation?</a:t>
            </a:r>
            <a:endParaRPr lang="en-US">
              <a:solidFill>
                <a:srgbClr val="56127A"/>
              </a:solidFill>
            </a:endParaRPr>
          </a:p>
        </p:txBody>
      </p:sp>
      <p:sp>
        <p:nvSpPr>
          <p:cNvPr id="1691681" name="Text Box 33"/>
          <p:cNvSpPr txBox="1">
            <a:spLocks noChangeArrowheads="1"/>
          </p:cNvSpPr>
          <p:nvPr/>
        </p:nvSpPr>
        <p:spPr bwMode="auto">
          <a:xfrm>
            <a:off x="5334000" y="1106487"/>
            <a:ext cx="2517775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Page Fault?</a:t>
            </a:r>
          </a:p>
          <a:p>
            <a:r>
              <a:rPr lang="en-US" i="1">
                <a:solidFill>
                  <a:srgbClr val="56127A"/>
                </a:solidFill>
              </a:rPr>
              <a:t>Protection violation?</a:t>
            </a:r>
            <a:endParaRPr lang="en-US">
              <a:solidFill>
                <a:srgbClr val="56127A"/>
              </a:solidFill>
            </a:endParaRPr>
          </a:p>
        </p:txBody>
      </p:sp>
      <p:sp>
        <p:nvSpPr>
          <p:cNvPr id="1691682" name="Rectangle 34"/>
          <p:cNvSpPr>
            <a:spLocks noGrp="1" noChangeArrowheads="1"/>
          </p:cNvSpPr>
          <p:nvPr>
            <p:ph type="body" idx="1"/>
          </p:nvPr>
        </p:nvSpPr>
        <p:spPr>
          <a:xfrm>
            <a:off x="1003300" y="5943600"/>
            <a:ext cx="7683500" cy="406400"/>
          </a:xfrm>
        </p:spPr>
        <p:txBody>
          <a:bodyPr/>
          <a:lstStyle/>
          <a:p>
            <a:r>
              <a:rPr lang="en-US" sz="2000"/>
              <a:t>Assumes page tables held in un-translated physical memory</a:t>
            </a:r>
          </a:p>
        </p:txBody>
      </p:sp>
      <p:sp>
        <p:nvSpPr>
          <p:cNvPr id="1691670" name="Rectangle 22"/>
          <p:cNvSpPr>
            <a:spLocks noChangeArrowheads="1"/>
          </p:cNvSpPr>
          <p:nvPr/>
        </p:nvSpPr>
        <p:spPr bwMode="auto">
          <a:xfrm>
            <a:off x="6096000" y="2325687"/>
            <a:ext cx="7620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Data TLB</a:t>
            </a:r>
          </a:p>
        </p:txBody>
      </p:sp>
      <p:sp>
        <p:nvSpPr>
          <p:cNvPr id="1691683" name="Rectangle 35"/>
          <p:cNvSpPr>
            <a:spLocks noChangeArrowheads="1"/>
          </p:cNvSpPr>
          <p:nvPr/>
        </p:nvSpPr>
        <p:spPr bwMode="auto">
          <a:xfrm>
            <a:off x="3429000" y="5526087"/>
            <a:ext cx="3276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Main Memory (DRAM)</a:t>
            </a:r>
          </a:p>
        </p:txBody>
      </p:sp>
      <p:sp>
        <p:nvSpPr>
          <p:cNvPr id="1691684" name="Rectangle 36"/>
          <p:cNvSpPr>
            <a:spLocks noChangeArrowheads="1"/>
          </p:cNvSpPr>
          <p:nvPr/>
        </p:nvSpPr>
        <p:spPr bwMode="auto">
          <a:xfrm>
            <a:off x="3733800" y="4459287"/>
            <a:ext cx="26670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Memory Controller</a:t>
            </a:r>
          </a:p>
        </p:txBody>
      </p:sp>
      <p:sp>
        <p:nvSpPr>
          <p:cNvPr id="1691685" name="Freeform 37"/>
          <p:cNvSpPr>
            <a:spLocks/>
          </p:cNvSpPr>
          <p:nvPr/>
        </p:nvSpPr>
        <p:spPr bwMode="auto">
          <a:xfrm>
            <a:off x="6400800" y="3163887"/>
            <a:ext cx="1371600" cy="1600200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6" name="Freeform 38"/>
          <p:cNvSpPr>
            <a:spLocks/>
          </p:cNvSpPr>
          <p:nvPr/>
        </p:nvSpPr>
        <p:spPr bwMode="auto">
          <a:xfrm flipH="1">
            <a:off x="2438400" y="3163887"/>
            <a:ext cx="1295400" cy="1600200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7" name="Line 39"/>
          <p:cNvSpPr>
            <a:spLocks noChangeShapeType="1"/>
          </p:cNvSpPr>
          <p:nvPr/>
        </p:nvSpPr>
        <p:spPr bwMode="auto">
          <a:xfrm>
            <a:off x="5105400" y="50688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8" name="Text Box 40"/>
          <p:cNvSpPr txBox="1">
            <a:spLocks noChangeArrowheads="1"/>
          </p:cNvSpPr>
          <p:nvPr/>
        </p:nvSpPr>
        <p:spPr bwMode="auto">
          <a:xfrm>
            <a:off x="7696200" y="4419600"/>
            <a:ext cx="1116013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/>
              <a:t>Physical Address</a:t>
            </a:r>
          </a:p>
        </p:txBody>
      </p:sp>
      <p:sp>
        <p:nvSpPr>
          <p:cNvPr id="1691689" name="Text Box 41"/>
          <p:cNvSpPr txBox="1">
            <a:spLocks noChangeArrowheads="1"/>
          </p:cNvSpPr>
          <p:nvPr/>
        </p:nvSpPr>
        <p:spPr bwMode="auto">
          <a:xfrm>
            <a:off x="1474787" y="4495800"/>
            <a:ext cx="1116013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/>
              <a:t>Physical Address</a:t>
            </a:r>
          </a:p>
        </p:txBody>
      </p:sp>
      <p:sp>
        <p:nvSpPr>
          <p:cNvPr id="1691690" name="Text Box 42"/>
          <p:cNvSpPr txBox="1">
            <a:spLocks noChangeArrowheads="1"/>
          </p:cNvSpPr>
          <p:nvPr/>
        </p:nvSpPr>
        <p:spPr bwMode="auto">
          <a:xfrm>
            <a:off x="4724400" y="5105400"/>
            <a:ext cx="243840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/>
              <a:t>Physical Address</a:t>
            </a:r>
          </a:p>
        </p:txBody>
      </p:sp>
      <p:sp>
        <p:nvSpPr>
          <p:cNvPr id="1691694" name="Text Box 46"/>
          <p:cNvSpPr txBox="1">
            <a:spLocks noChangeArrowheads="1"/>
          </p:cNvSpPr>
          <p:nvPr/>
        </p:nvSpPr>
        <p:spPr bwMode="auto">
          <a:xfrm>
            <a:off x="1676400" y="1944687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Physical Address</a:t>
            </a:r>
          </a:p>
        </p:txBody>
      </p:sp>
      <p:sp>
        <p:nvSpPr>
          <p:cNvPr id="1691696" name="Rectangle 48"/>
          <p:cNvSpPr>
            <a:spLocks noChangeArrowheads="1"/>
          </p:cNvSpPr>
          <p:nvPr/>
        </p:nvSpPr>
        <p:spPr bwMode="auto">
          <a:xfrm>
            <a:off x="3429000" y="3544887"/>
            <a:ext cx="1635125" cy="4572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altLang="ko-KR" sz="1600">
                <a:ea typeface="굴림" charset="-127"/>
                <a:cs typeface="굴림" charset="-127"/>
              </a:rPr>
              <a:t>P</a:t>
            </a:r>
            <a:r>
              <a:rPr lang="en-US" altLang="ko-KR" sz="1600">
                <a:latin typeface="ヒラギノ角ゴ Pro W3" charset="-128"/>
                <a:ea typeface="굴림" charset="-127"/>
                <a:cs typeface="굴림" charset="-127"/>
              </a:rPr>
              <a:t>age-Table Base</a:t>
            </a:r>
            <a:r>
              <a:rPr lang="en-US" altLang="ko-KR" sz="1600">
                <a:ea typeface="굴림" charset="-127"/>
                <a:cs typeface="굴림" charset="-127"/>
              </a:rPr>
              <a:t> Register</a:t>
            </a:r>
            <a:endParaRPr lang="en-US"/>
          </a:p>
        </p:txBody>
      </p:sp>
      <p:sp>
        <p:nvSpPr>
          <p:cNvPr id="1691698" name="Line 50"/>
          <p:cNvSpPr>
            <a:spLocks noChangeShapeType="1"/>
          </p:cNvSpPr>
          <p:nvPr/>
        </p:nvSpPr>
        <p:spPr bwMode="auto">
          <a:xfrm flipH="1">
            <a:off x="1828800" y="2478087"/>
            <a:ext cx="76200" cy="3810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99" name="Text Box 51"/>
          <p:cNvSpPr txBox="1">
            <a:spLocks noChangeArrowheads="1"/>
          </p:cNvSpPr>
          <p:nvPr/>
        </p:nvSpPr>
        <p:spPr bwMode="auto">
          <a:xfrm>
            <a:off x="76200" y="1716087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Virtual Address</a:t>
            </a:r>
          </a:p>
        </p:txBody>
      </p:sp>
      <p:sp>
        <p:nvSpPr>
          <p:cNvPr id="1691700" name="Line 52"/>
          <p:cNvSpPr>
            <a:spLocks noChangeShapeType="1"/>
          </p:cNvSpPr>
          <p:nvPr/>
        </p:nvSpPr>
        <p:spPr bwMode="auto">
          <a:xfrm flipH="1" flipV="1">
            <a:off x="762000" y="2249487"/>
            <a:ext cx="76200" cy="5334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1" name="Text Box 53"/>
          <p:cNvSpPr txBox="1">
            <a:spLocks noChangeArrowheads="1"/>
          </p:cNvSpPr>
          <p:nvPr/>
        </p:nvSpPr>
        <p:spPr bwMode="auto">
          <a:xfrm>
            <a:off x="6781800" y="1944687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Physical Address</a:t>
            </a:r>
          </a:p>
        </p:txBody>
      </p:sp>
      <p:sp>
        <p:nvSpPr>
          <p:cNvPr id="1691702" name="Line 54"/>
          <p:cNvSpPr>
            <a:spLocks noChangeShapeType="1"/>
          </p:cNvSpPr>
          <p:nvPr/>
        </p:nvSpPr>
        <p:spPr bwMode="auto">
          <a:xfrm flipH="1">
            <a:off x="6961188" y="2478087"/>
            <a:ext cx="49212" cy="40957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3" name="Text Box 55"/>
          <p:cNvSpPr txBox="1">
            <a:spLocks noChangeArrowheads="1"/>
          </p:cNvSpPr>
          <p:nvPr/>
        </p:nvSpPr>
        <p:spPr bwMode="auto">
          <a:xfrm>
            <a:off x="5029200" y="1716087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Virtual Address</a:t>
            </a:r>
          </a:p>
        </p:txBody>
      </p:sp>
      <p:sp>
        <p:nvSpPr>
          <p:cNvPr id="1691704" name="Line 56"/>
          <p:cNvSpPr>
            <a:spLocks noChangeShapeType="1"/>
          </p:cNvSpPr>
          <p:nvPr/>
        </p:nvSpPr>
        <p:spPr bwMode="auto">
          <a:xfrm flipH="1" flipV="1">
            <a:off x="5867400" y="2173287"/>
            <a:ext cx="76200" cy="6096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5" name="Rectangle 57"/>
          <p:cNvSpPr>
            <a:spLocks noChangeArrowheads="1"/>
          </p:cNvSpPr>
          <p:nvPr/>
        </p:nvSpPr>
        <p:spPr bwMode="auto">
          <a:xfrm>
            <a:off x="5257800" y="3621087"/>
            <a:ext cx="2057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Hardware Page Table Walker</a:t>
            </a:r>
          </a:p>
        </p:txBody>
      </p:sp>
      <p:sp>
        <p:nvSpPr>
          <p:cNvPr id="1691706" name="Line 58"/>
          <p:cNvSpPr>
            <a:spLocks noChangeShapeType="1"/>
          </p:cNvSpPr>
          <p:nvPr/>
        </p:nvSpPr>
        <p:spPr bwMode="auto">
          <a:xfrm>
            <a:off x="5029200" y="369728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7" name="Line 59"/>
          <p:cNvSpPr>
            <a:spLocks noChangeShapeType="1"/>
          </p:cNvSpPr>
          <p:nvPr/>
        </p:nvSpPr>
        <p:spPr bwMode="auto">
          <a:xfrm>
            <a:off x="6629400" y="331628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8" name="Text Box 60"/>
          <p:cNvSpPr txBox="1">
            <a:spLocks noChangeArrowheads="1"/>
          </p:cNvSpPr>
          <p:nvPr/>
        </p:nvSpPr>
        <p:spPr bwMode="auto">
          <a:xfrm>
            <a:off x="762000" y="3316287"/>
            <a:ext cx="80168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Miss?</a:t>
            </a:r>
            <a:endParaRPr lang="en-US"/>
          </a:p>
        </p:txBody>
      </p:sp>
      <p:sp>
        <p:nvSpPr>
          <p:cNvPr id="1691710" name="Freeform 62"/>
          <p:cNvSpPr>
            <a:spLocks/>
          </p:cNvSpPr>
          <p:nvPr/>
        </p:nvSpPr>
        <p:spPr bwMode="auto">
          <a:xfrm>
            <a:off x="7315200" y="3163887"/>
            <a:ext cx="304800" cy="6858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96" y="432"/>
              </a:cxn>
              <a:cxn ang="0">
                <a:pos x="96" y="0"/>
              </a:cxn>
            </a:cxnLst>
            <a:rect l="0" t="0" r="r" b="b"/>
            <a:pathLst>
              <a:path w="96" h="432">
                <a:moveTo>
                  <a:pt x="0" y="432"/>
                </a:moveTo>
                <a:lnTo>
                  <a:pt x="96" y="432"/>
                </a:lnTo>
                <a:lnTo>
                  <a:pt x="9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1" name="Line 63"/>
          <p:cNvSpPr>
            <a:spLocks noChangeShapeType="1"/>
          </p:cNvSpPr>
          <p:nvPr/>
        </p:nvSpPr>
        <p:spPr bwMode="auto">
          <a:xfrm flipV="1">
            <a:off x="6781800" y="3316287"/>
            <a:ext cx="0" cy="304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2" name="Freeform 64"/>
          <p:cNvSpPr>
            <a:spLocks/>
          </p:cNvSpPr>
          <p:nvPr/>
        </p:nvSpPr>
        <p:spPr bwMode="auto">
          <a:xfrm>
            <a:off x="1524000" y="3316287"/>
            <a:ext cx="3733800" cy="914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3" name="Text Box 65"/>
          <p:cNvSpPr txBox="1">
            <a:spLocks noChangeArrowheads="1"/>
          </p:cNvSpPr>
          <p:nvPr/>
        </p:nvSpPr>
        <p:spPr bwMode="auto">
          <a:xfrm>
            <a:off x="5867400" y="3240087"/>
            <a:ext cx="80168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Miss?</a:t>
            </a:r>
            <a:endParaRPr lang="en-US"/>
          </a:p>
        </p:txBody>
      </p:sp>
      <p:sp>
        <p:nvSpPr>
          <p:cNvPr id="1691714" name="Freeform 66"/>
          <p:cNvSpPr>
            <a:spLocks/>
          </p:cNvSpPr>
          <p:nvPr/>
        </p:nvSpPr>
        <p:spPr bwMode="auto">
          <a:xfrm>
            <a:off x="1676400" y="3316287"/>
            <a:ext cx="3581400" cy="762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Line 63"/>
          <p:cNvSpPr>
            <a:spLocks noChangeShapeType="1"/>
          </p:cNvSpPr>
          <p:nvPr/>
        </p:nvSpPr>
        <p:spPr bwMode="auto">
          <a:xfrm flipV="1">
            <a:off x="7010400" y="3124200"/>
            <a:ext cx="38100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Line 54"/>
          <p:cNvSpPr>
            <a:spLocks noChangeShapeType="1"/>
          </p:cNvSpPr>
          <p:nvPr/>
        </p:nvSpPr>
        <p:spPr bwMode="auto">
          <a:xfrm>
            <a:off x="7086600" y="2514600"/>
            <a:ext cx="0" cy="91439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3E90A9C-D143-0B5F-7181-0F67B10F20A3}"/>
                  </a:ext>
                </a:extLst>
              </p14:cNvPr>
              <p14:cNvContentPartPr/>
              <p14:nvPr/>
            </p14:nvContentPartPr>
            <p14:xfrm>
              <a:off x="216000" y="1126800"/>
              <a:ext cx="7368120" cy="4743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3E90A9C-D143-0B5F-7181-0F67B10F20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6640" y="1117440"/>
                <a:ext cx="7386840" cy="476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1680" grpId="0"/>
      <p:bldP spid="169168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7F7E6-37E2-E849-BC15-87FEB208C3D5}" type="slidenum">
              <a:rPr lang="en-US"/>
              <a:pPr/>
              <a:t>73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73218" name="Freeform 2"/>
          <p:cNvSpPr>
            <a:spLocks/>
          </p:cNvSpPr>
          <p:nvPr/>
        </p:nvSpPr>
        <p:spPr bwMode="auto">
          <a:xfrm>
            <a:off x="457200" y="2286000"/>
            <a:ext cx="3505200" cy="4067175"/>
          </a:xfrm>
          <a:custGeom>
            <a:avLst/>
            <a:gdLst/>
            <a:ahLst/>
            <a:cxnLst>
              <a:cxn ang="0">
                <a:pos x="2208" y="1944"/>
              </a:cxn>
              <a:cxn ang="0">
                <a:pos x="2208" y="2562"/>
              </a:cxn>
              <a:cxn ang="0">
                <a:pos x="0" y="2556"/>
              </a:cxn>
              <a:cxn ang="0">
                <a:pos x="0" y="6"/>
              </a:cxn>
              <a:cxn ang="0">
                <a:pos x="1980" y="0"/>
              </a:cxn>
            </a:cxnLst>
            <a:rect l="0" t="0" r="r" b="b"/>
            <a:pathLst>
              <a:path w="2208" h="2562">
                <a:moveTo>
                  <a:pt x="2208" y="1944"/>
                </a:moveTo>
                <a:lnTo>
                  <a:pt x="2208" y="2562"/>
                </a:lnTo>
                <a:lnTo>
                  <a:pt x="0" y="2556"/>
                </a:lnTo>
                <a:lnTo>
                  <a:pt x="0" y="6"/>
                </a:lnTo>
                <a:lnTo>
                  <a:pt x="1980" y="0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19" name="Line 3"/>
          <p:cNvSpPr>
            <a:spLocks noChangeShapeType="1"/>
          </p:cNvSpPr>
          <p:nvPr/>
        </p:nvSpPr>
        <p:spPr bwMode="auto">
          <a:xfrm>
            <a:off x="1676400" y="5791200"/>
            <a:ext cx="0" cy="53340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20" name="Rectangle 4"/>
          <p:cNvSpPr>
            <a:spLocks noGrp="1" noChangeArrowheads="1"/>
          </p:cNvSpPr>
          <p:nvPr>
            <p:ph type="title"/>
          </p:nvPr>
        </p:nvSpPr>
        <p:spPr>
          <a:xfrm>
            <a:off x="282575" y="63500"/>
            <a:ext cx="6454775" cy="1128713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/>
              <a:t>Address Translation:</a:t>
            </a:r>
            <a:br>
              <a:rPr lang="en-US"/>
            </a:br>
            <a:r>
              <a:rPr lang="en-US" sz="2800" i="1"/>
              <a:t>putting it all together</a:t>
            </a:r>
            <a:endParaRPr lang="en-US" sz="4000"/>
          </a:p>
        </p:txBody>
      </p:sp>
      <p:sp>
        <p:nvSpPr>
          <p:cNvPr id="1673221" name="Rectangle 5"/>
          <p:cNvSpPr>
            <a:spLocks noChangeArrowheads="1"/>
          </p:cNvSpPr>
          <p:nvPr/>
        </p:nvSpPr>
        <p:spPr bwMode="auto">
          <a:xfrm>
            <a:off x="3048000" y="1217613"/>
            <a:ext cx="2506663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Virtual Address</a:t>
            </a:r>
          </a:p>
        </p:txBody>
      </p:sp>
      <p:sp>
        <p:nvSpPr>
          <p:cNvPr id="1673222" name="Rectangle 6"/>
          <p:cNvSpPr>
            <a:spLocks noChangeArrowheads="1"/>
          </p:cNvSpPr>
          <p:nvPr/>
        </p:nvSpPr>
        <p:spPr bwMode="auto">
          <a:xfrm>
            <a:off x="3576638" y="1984375"/>
            <a:ext cx="1309687" cy="84455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TLB</a:t>
            </a:r>
          </a:p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Lookup</a:t>
            </a:r>
          </a:p>
        </p:txBody>
      </p:sp>
      <p:sp>
        <p:nvSpPr>
          <p:cNvPr id="1673223" name="Rectangle 7" descr="90%"/>
          <p:cNvSpPr>
            <a:spLocks noChangeArrowheads="1"/>
          </p:cNvSpPr>
          <p:nvPr/>
        </p:nvSpPr>
        <p:spPr bwMode="auto">
          <a:xfrm>
            <a:off x="1636713" y="3436938"/>
            <a:ext cx="1814512" cy="844550"/>
          </a:xfrm>
          <a:prstGeom prst="rect">
            <a:avLst/>
          </a:prstGeom>
          <a:pattFill prst="pct90">
            <a:fgClr>
              <a:schemeClr val="accent1"/>
            </a:fgClr>
            <a:bgClr>
              <a:srgbClr val="FFFFFF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Page Table</a:t>
            </a:r>
          </a:p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Walk</a:t>
            </a:r>
          </a:p>
        </p:txBody>
      </p:sp>
      <p:sp>
        <p:nvSpPr>
          <p:cNvPr id="1673224" name="Rectangle 8" descr="90%"/>
          <p:cNvSpPr>
            <a:spLocks noChangeArrowheads="1"/>
          </p:cNvSpPr>
          <p:nvPr/>
        </p:nvSpPr>
        <p:spPr bwMode="auto">
          <a:xfrm>
            <a:off x="3048000" y="5181600"/>
            <a:ext cx="1916113" cy="479425"/>
          </a:xfrm>
          <a:prstGeom prst="rect">
            <a:avLst/>
          </a:prstGeom>
          <a:pattFill prst="pct90">
            <a:fgClr>
              <a:schemeClr val="accent1"/>
            </a:fgClr>
            <a:bgClr>
              <a:srgbClr val="FFFFFF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Update TLB</a:t>
            </a:r>
          </a:p>
        </p:txBody>
      </p:sp>
      <p:sp>
        <p:nvSpPr>
          <p:cNvPr id="1673225" name="Rectangle 9"/>
          <p:cNvSpPr>
            <a:spLocks noChangeArrowheads="1"/>
          </p:cNvSpPr>
          <p:nvPr/>
        </p:nvSpPr>
        <p:spPr bwMode="auto">
          <a:xfrm>
            <a:off x="609600" y="5105400"/>
            <a:ext cx="2286000" cy="693738"/>
          </a:xfrm>
          <a:prstGeom prst="rect">
            <a:avLst/>
          </a:prstGeom>
          <a:solidFill>
            <a:srgbClr val="FFCC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>
                <a:latin typeface="Verdana" charset="0"/>
              </a:rPr>
              <a:t>Page Fault</a:t>
            </a:r>
            <a:endParaRPr lang="en-US" sz="2000">
              <a:latin typeface="Verdana" charset="0"/>
            </a:endParaRPr>
          </a:p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(OS loads page)</a:t>
            </a:r>
          </a:p>
        </p:txBody>
      </p:sp>
      <p:sp>
        <p:nvSpPr>
          <p:cNvPr id="1673226" name="Rectangle 10"/>
          <p:cNvSpPr>
            <a:spLocks noChangeArrowheads="1"/>
          </p:cNvSpPr>
          <p:nvPr/>
        </p:nvSpPr>
        <p:spPr bwMode="auto">
          <a:xfrm>
            <a:off x="5375275" y="3440113"/>
            <a:ext cx="1490663" cy="7239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Protection</a:t>
            </a:r>
          </a:p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Check</a:t>
            </a:r>
          </a:p>
        </p:txBody>
      </p:sp>
      <p:sp>
        <p:nvSpPr>
          <p:cNvPr id="1673227" name="Rectangle 11"/>
          <p:cNvSpPr>
            <a:spLocks noChangeArrowheads="1"/>
          </p:cNvSpPr>
          <p:nvPr/>
        </p:nvSpPr>
        <p:spPr bwMode="auto">
          <a:xfrm>
            <a:off x="7469188" y="5160963"/>
            <a:ext cx="1354137" cy="9731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Physical</a:t>
            </a:r>
          </a:p>
          <a:p>
            <a:pPr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Address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(to cache)</a:t>
            </a:r>
          </a:p>
        </p:txBody>
      </p:sp>
      <p:sp>
        <p:nvSpPr>
          <p:cNvPr id="1673228" name="Line 12"/>
          <p:cNvSpPr>
            <a:spLocks noChangeShapeType="1"/>
          </p:cNvSpPr>
          <p:nvPr/>
        </p:nvSpPr>
        <p:spPr bwMode="auto">
          <a:xfrm>
            <a:off x="4160838" y="1647825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29" name="Freeform 13"/>
          <p:cNvSpPr>
            <a:spLocks/>
          </p:cNvSpPr>
          <p:nvPr/>
        </p:nvSpPr>
        <p:spPr bwMode="auto">
          <a:xfrm>
            <a:off x="2565400" y="2832100"/>
            <a:ext cx="1576388" cy="612775"/>
          </a:xfrm>
          <a:custGeom>
            <a:avLst/>
            <a:gdLst/>
            <a:ahLst/>
            <a:cxnLst>
              <a:cxn ang="0">
                <a:pos x="992" y="0"/>
              </a:cxn>
              <a:cxn ang="0">
                <a:pos x="992" y="136"/>
              </a:cxn>
              <a:cxn ang="0">
                <a:pos x="0" y="369"/>
              </a:cxn>
            </a:cxnLst>
            <a:rect l="0" t="0" r="r" b="b"/>
            <a:pathLst>
              <a:path w="993" h="370">
                <a:moveTo>
                  <a:pt x="992" y="0"/>
                </a:moveTo>
                <a:lnTo>
                  <a:pt x="992" y="136"/>
                </a:lnTo>
                <a:lnTo>
                  <a:pt x="0" y="369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0" name="Line 14"/>
          <p:cNvSpPr>
            <a:spLocks noChangeShapeType="1"/>
          </p:cNvSpPr>
          <p:nvPr/>
        </p:nvSpPr>
        <p:spPr bwMode="auto">
          <a:xfrm>
            <a:off x="4141788" y="3073400"/>
            <a:ext cx="2024062" cy="3698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1" name="Rectangle 15"/>
          <p:cNvSpPr>
            <a:spLocks noChangeArrowheads="1"/>
          </p:cNvSpPr>
          <p:nvPr/>
        </p:nvSpPr>
        <p:spPr bwMode="auto">
          <a:xfrm>
            <a:off x="2786063" y="2889250"/>
            <a:ext cx="704850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miss</a:t>
            </a:r>
          </a:p>
        </p:txBody>
      </p:sp>
      <p:sp>
        <p:nvSpPr>
          <p:cNvPr id="1673232" name="Rectangle 16"/>
          <p:cNvSpPr>
            <a:spLocks noChangeArrowheads="1"/>
          </p:cNvSpPr>
          <p:nvPr/>
        </p:nvSpPr>
        <p:spPr bwMode="auto">
          <a:xfrm>
            <a:off x="5008563" y="2900363"/>
            <a:ext cx="477837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hit</a:t>
            </a:r>
          </a:p>
        </p:txBody>
      </p:sp>
      <p:sp>
        <p:nvSpPr>
          <p:cNvPr id="1673233" name="Freeform 17"/>
          <p:cNvSpPr>
            <a:spLocks/>
          </p:cNvSpPr>
          <p:nvPr/>
        </p:nvSpPr>
        <p:spPr bwMode="auto">
          <a:xfrm>
            <a:off x="1606550" y="4289425"/>
            <a:ext cx="890588" cy="835025"/>
          </a:xfrm>
          <a:custGeom>
            <a:avLst/>
            <a:gdLst/>
            <a:ahLst/>
            <a:cxnLst>
              <a:cxn ang="0">
                <a:pos x="560" y="0"/>
              </a:cxn>
              <a:cxn ang="0">
                <a:pos x="560" y="205"/>
              </a:cxn>
              <a:cxn ang="0">
                <a:pos x="0" y="525"/>
              </a:cxn>
            </a:cxnLst>
            <a:rect l="0" t="0" r="r" b="b"/>
            <a:pathLst>
              <a:path w="561" h="526">
                <a:moveTo>
                  <a:pt x="560" y="0"/>
                </a:moveTo>
                <a:lnTo>
                  <a:pt x="560" y="205"/>
                </a:lnTo>
                <a:lnTo>
                  <a:pt x="0" y="525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4" name="Line 18"/>
          <p:cNvSpPr>
            <a:spLocks noChangeShapeType="1"/>
          </p:cNvSpPr>
          <p:nvPr/>
        </p:nvSpPr>
        <p:spPr bwMode="auto">
          <a:xfrm>
            <a:off x="2503488" y="4637088"/>
            <a:ext cx="1077912" cy="5445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5" name="Rectangle 19"/>
          <p:cNvSpPr>
            <a:spLocks noChangeArrowheads="1"/>
          </p:cNvSpPr>
          <p:nvPr/>
        </p:nvSpPr>
        <p:spPr bwMode="auto">
          <a:xfrm>
            <a:off x="628650" y="4283075"/>
            <a:ext cx="3924300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 b="1"/>
              <a:t>	      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the  page is </a:t>
            </a:r>
          </a:p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Symbol" charset="2"/>
              </a:rPr>
              <a:t>Ï</a:t>
            </a:r>
            <a:r>
              <a:rPr lang="en-US" sz="1800">
                <a:solidFill>
                  <a:srgbClr val="56127A"/>
                </a:solidFill>
                <a:latin typeface="Symbol" charset="2"/>
              </a:rPr>
              <a:t> 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memory	         </a:t>
            </a:r>
            <a:r>
              <a:rPr lang="en-US" sz="2000">
                <a:solidFill>
                  <a:srgbClr val="56127A"/>
                </a:solidFill>
                <a:latin typeface="Symbol" charset="2"/>
              </a:rPr>
              <a:t>Î</a:t>
            </a:r>
            <a:r>
              <a:rPr lang="en-US" sz="1800">
                <a:solidFill>
                  <a:srgbClr val="56127A"/>
                </a:solidFill>
                <a:latin typeface="Symbol" charset="2"/>
              </a:rPr>
              <a:t> </a:t>
            </a:r>
            <a:r>
              <a:rPr lang="en-US" sz="1800">
                <a:solidFill>
                  <a:srgbClr val="56127A"/>
                </a:solidFill>
                <a:latin typeface="Verdana" charset="0"/>
              </a:rPr>
              <a:t>memory</a:t>
            </a:r>
          </a:p>
        </p:txBody>
      </p:sp>
      <p:sp>
        <p:nvSpPr>
          <p:cNvPr id="1673236" name="Freeform 20"/>
          <p:cNvSpPr>
            <a:spLocks/>
          </p:cNvSpPr>
          <p:nvPr/>
        </p:nvSpPr>
        <p:spPr bwMode="auto">
          <a:xfrm>
            <a:off x="5584825" y="4281488"/>
            <a:ext cx="530225" cy="842962"/>
          </a:xfrm>
          <a:custGeom>
            <a:avLst/>
            <a:gdLst/>
            <a:ahLst/>
            <a:cxnLst>
              <a:cxn ang="0">
                <a:pos x="333" y="0"/>
              </a:cxn>
              <a:cxn ang="0">
                <a:pos x="333" y="187"/>
              </a:cxn>
              <a:cxn ang="0">
                <a:pos x="0" y="505"/>
              </a:cxn>
            </a:cxnLst>
            <a:rect l="0" t="0" r="r" b="b"/>
            <a:pathLst>
              <a:path w="334" h="506">
                <a:moveTo>
                  <a:pt x="333" y="0"/>
                </a:moveTo>
                <a:lnTo>
                  <a:pt x="333" y="187"/>
                </a:lnTo>
                <a:lnTo>
                  <a:pt x="0" y="505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7" name="Line 21"/>
          <p:cNvSpPr>
            <a:spLocks noChangeShapeType="1"/>
          </p:cNvSpPr>
          <p:nvPr/>
        </p:nvSpPr>
        <p:spPr bwMode="auto">
          <a:xfrm>
            <a:off x="6113463" y="4608513"/>
            <a:ext cx="1914525" cy="5159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38" name="Rectangle 22"/>
          <p:cNvSpPr>
            <a:spLocks noChangeArrowheads="1"/>
          </p:cNvSpPr>
          <p:nvPr/>
        </p:nvSpPr>
        <p:spPr bwMode="auto">
          <a:xfrm>
            <a:off x="4876800" y="4495800"/>
            <a:ext cx="946150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denied</a:t>
            </a:r>
          </a:p>
        </p:txBody>
      </p:sp>
      <p:sp>
        <p:nvSpPr>
          <p:cNvPr id="1673239" name="Rectangle 23"/>
          <p:cNvSpPr>
            <a:spLocks noChangeArrowheads="1"/>
          </p:cNvSpPr>
          <p:nvPr/>
        </p:nvSpPr>
        <p:spPr bwMode="auto">
          <a:xfrm>
            <a:off x="7002463" y="4506913"/>
            <a:ext cx="1301750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permitted</a:t>
            </a:r>
          </a:p>
        </p:txBody>
      </p:sp>
      <p:sp>
        <p:nvSpPr>
          <p:cNvPr id="1673240" name="Rectangle 24"/>
          <p:cNvSpPr>
            <a:spLocks noChangeArrowheads="1"/>
          </p:cNvSpPr>
          <p:nvPr/>
        </p:nvSpPr>
        <p:spPr bwMode="auto">
          <a:xfrm>
            <a:off x="5264150" y="5103813"/>
            <a:ext cx="1747838" cy="844550"/>
          </a:xfrm>
          <a:prstGeom prst="rect">
            <a:avLst/>
          </a:prstGeom>
          <a:solidFill>
            <a:srgbClr val="FFCC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Protection</a:t>
            </a:r>
          </a:p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Fault</a:t>
            </a:r>
          </a:p>
        </p:txBody>
      </p:sp>
      <p:sp>
        <p:nvSpPr>
          <p:cNvPr id="1673241" name="Rectangle 25"/>
          <p:cNvSpPr>
            <a:spLocks noChangeArrowheads="1"/>
          </p:cNvSpPr>
          <p:nvPr/>
        </p:nvSpPr>
        <p:spPr bwMode="auto">
          <a:xfrm>
            <a:off x="5551488" y="1784350"/>
            <a:ext cx="330200" cy="1905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42" name="Rectangle 26" descr="90%"/>
          <p:cNvSpPr>
            <a:spLocks noChangeArrowheads="1"/>
          </p:cNvSpPr>
          <p:nvPr/>
        </p:nvSpPr>
        <p:spPr bwMode="auto">
          <a:xfrm>
            <a:off x="5551488" y="2076450"/>
            <a:ext cx="330200" cy="190500"/>
          </a:xfrm>
          <a:prstGeom prst="rect">
            <a:avLst/>
          </a:prstGeom>
          <a:pattFill prst="pct90">
            <a:fgClr>
              <a:schemeClr val="accent1"/>
            </a:fgClr>
            <a:bgClr>
              <a:srgbClr val="FFFFFF"/>
            </a:bgClr>
          </a:patt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43" name="Rectangle 27"/>
          <p:cNvSpPr>
            <a:spLocks noChangeArrowheads="1"/>
          </p:cNvSpPr>
          <p:nvPr/>
        </p:nvSpPr>
        <p:spPr bwMode="auto">
          <a:xfrm>
            <a:off x="5551488" y="2355850"/>
            <a:ext cx="330200" cy="190500"/>
          </a:xfrm>
          <a:prstGeom prst="rect">
            <a:avLst/>
          </a:prstGeom>
          <a:solidFill>
            <a:srgbClr val="FFCC66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44" name="Rectangle 28"/>
          <p:cNvSpPr>
            <a:spLocks noChangeArrowheads="1"/>
          </p:cNvSpPr>
          <p:nvPr/>
        </p:nvSpPr>
        <p:spPr bwMode="auto">
          <a:xfrm>
            <a:off x="6019800" y="1676400"/>
            <a:ext cx="2644775" cy="912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hardware</a:t>
            </a:r>
          </a:p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hardware or software</a:t>
            </a:r>
          </a:p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software</a:t>
            </a:r>
          </a:p>
        </p:txBody>
      </p:sp>
      <p:sp>
        <p:nvSpPr>
          <p:cNvPr id="1673245" name="Line 29"/>
          <p:cNvSpPr>
            <a:spLocks noChangeShapeType="1"/>
          </p:cNvSpPr>
          <p:nvPr/>
        </p:nvSpPr>
        <p:spPr bwMode="auto">
          <a:xfrm flipH="1">
            <a:off x="6096000" y="5943600"/>
            <a:ext cx="0" cy="38100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73246" name="Text Box 30"/>
          <p:cNvSpPr txBox="1">
            <a:spLocks noChangeArrowheads="1"/>
          </p:cNvSpPr>
          <p:nvPr/>
        </p:nvSpPr>
        <p:spPr bwMode="auto">
          <a:xfrm>
            <a:off x="4800600" y="6172200"/>
            <a:ext cx="13716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b="1">
                <a:solidFill>
                  <a:srgbClr val="56127A"/>
                </a:solidFill>
                <a:latin typeface="Courier New" charset="0"/>
              </a:rPr>
              <a:t>SEGFAULT</a:t>
            </a:r>
          </a:p>
        </p:txBody>
      </p:sp>
      <p:sp>
        <p:nvSpPr>
          <p:cNvPr id="1673247" name="Rectangle 31"/>
          <p:cNvSpPr>
            <a:spLocks noChangeArrowheads="1"/>
          </p:cNvSpPr>
          <p:nvPr/>
        </p:nvSpPr>
        <p:spPr bwMode="auto">
          <a:xfrm>
            <a:off x="762000" y="1892300"/>
            <a:ext cx="25400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Restart instruction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DBBC55-5ABF-FA92-9A27-51484FD0097B}"/>
                  </a:ext>
                </a:extLst>
              </p14:cNvPr>
              <p14:cNvContentPartPr/>
              <p14:nvPr/>
            </p14:nvContentPartPr>
            <p14:xfrm>
              <a:off x="3020400" y="2167920"/>
              <a:ext cx="2598840" cy="1739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DBBC55-5ABF-FA92-9A27-51484FD0097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11040" y="2158560"/>
                <a:ext cx="2617560" cy="1758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76DC-9989-C345-B2D7-C32362AF26A2}" type="slidenum">
              <a:rPr lang="en-US"/>
              <a:pPr/>
              <a:t>74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8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Page Fault Handler</a:t>
            </a:r>
          </a:p>
        </p:txBody>
      </p:sp>
      <p:sp>
        <p:nvSpPr>
          <p:cNvPr id="169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90600"/>
            <a:ext cx="8305800" cy="5562600"/>
          </a:xfrm>
        </p:spPr>
        <p:txBody>
          <a:bodyPr/>
          <a:lstStyle/>
          <a:p>
            <a:r>
              <a:rPr lang="en-US" sz="2800"/>
              <a:t>When the referenced page is not in DRAM:</a:t>
            </a:r>
          </a:p>
          <a:p>
            <a:pPr lvl="1"/>
            <a:r>
              <a:rPr lang="en-US" sz="2400"/>
              <a:t>The missing page is located (or created)</a:t>
            </a:r>
          </a:p>
          <a:p>
            <a:pPr lvl="1"/>
            <a:r>
              <a:rPr lang="en-US" sz="2400"/>
              <a:t>It is brought in from disk, and page table is updated</a:t>
            </a:r>
          </a:p>
          <a:p>
            <a:pPr lvl="2">
              <a:buFontTx/>
              <a:buNone/>
            </a:pPr>
            <a:r>
              <a:rPr lang="en-US" sz="2000" i="1"/>
              <a:t>   Another job may be run on the CPU while the first job waits for the requested page to be read from disk</a:t>
            </a:r>
          </a:p>
          <a:p>
            <a:pPr lvl="1"/>
            <a:r>
              <a:rPr lang="en-US" sz="2400"/>
              <a:t>If no free pages are left, a page is swapped out</a:t>
            </a:r>
          </a:p>
          <a:p>
            <a:pPr lvl="2">
              <a:buFontTx/>
              <a:buNone/>
            </a:pPr>
            <a:r>
              <a:rPr lang="en-US" sz="2000"/>
              <a:t>   </a:t>
            </a:r>
            <a:r>
              <a:rPr lang="en-US" sz="2000" i="1"/>
              <a:t>Pseudo-LRU replacement policy</a:t>
            </a:r>
            <a:r>
              <a:rPr lang="en-US" sz="2000"/>
              <a:t>	</a:t>
            </a:r>
          </a:p>
          <a:p>
            <a:r>
              <a:rPr lang="en-US" sz="2800"/>
              <a:t>Since it takes a long time to transfer a page (msecs), page faults are handled completely in software by the OS</a:t>
            </a:r>
          </a:p>
          <a:p>
            <a:pPr lvl="1"/>
            <a:r>
              <a:rPr lang="en-US" sz="2400"/>
              <a:t>Untranslated addressing mode is essential to allow kernel to access page tables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Handling VM-related exceptions</a:t>
            </a:r>
          </a:p>
        </p:txBody>
      </p:sp>
      <p:sp>
        <p:nvSpPr>
          <p:cNvPr id="168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200400"/>
            <a:ext cx="7848600" cy="3276600"/>
          </a:xfrm>
        </p:spPr>
        <p:txBody>
          <a:bodyPr/>
          <a:lstStyle/>
          <a:p>
            <a:r>
              <a:rPr lang="en-US" sz="2000"/>
              <a:t>Handling a TLB miss needs a hardware or software mechanism to refill TLB </a:t>
            </a:r>
          </a:p>
          <a:p>
            <a:r>
              <a:rPr lang="en-US" sz="2000"/>
              <a:t>Handling a page fault (e.g., page is on disk) needs a </a:t>
            </a:r>
            <a:r>
              <a:rPr lang="en-US" sz="2000" err="1"/>
              <a:t>restartable</a:t>
            </a:r>
            <a:r>
              <a:rPr lang="en-US" sz="2000"/>
              <a:t> exception so software handler can resume after retrieving page</a:t>
            </a:r>
          </a:p>
          <a:p>
            <a:pPr lvl="1"/>
            <a:r>
              <a:rPr lang="en-US" sz="1800"/>
              <a:t>Precise exceptions are easy to restart</a:t>
            </a:r>
          </a:p>
          <a:p>
            <a:pPr lvl="1"/>
            <a:r>
              <a:rPr lang="en-US" sz="1800"/>
              <a:t>Can be imprecise but </a:t>
            </a:r>
            <a:r>
              <a:rPr lang="en-US" sz="1800" err="1"/>
              <a:t>restartable</a:t>
            </a:r>
            <a:r>
              <a:rPr lang="en-US" sz="1800"/>
              <a:t>, but this complicates OS software</a:t>
            </a:r>
          </a:p>
          <a:p>
            <a:r>
              <a:rPr lang="en-US" sz="2000"/>
              <a:t>Handling protection violation may abort process</a:t>
            </a:r>
          </a:p>
          <a:p>
            <a:pPr lvl="1"/>
            <a:r>
              <a:rPr lang="en-US" sz="1800"/>
              <a:t>But often handled the same as a page fault</a:t>
            </a:r>
          </a:p>
          <a:p>
            <a:pPr lvl="1"/>
            <a:endParaRPr lang="en-US" sz="180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7DD-8419-5243-9E56-EE2601435CE6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1685508" name="Line 4"/>
          <p:cNvSpPr>
            <a:spLocks noChangeShapeType="1"/>
          </p:cNvSpPr>
          <p:nvPr/>
        </p:nvSpPr>
        <p:spPr bwMode="auto">
          <a:xfrm>
            <a:off x="5638800" y="1828800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09" name="Line 5"/>
          <p:cNvSpPr>
            <a:spLocks noChangeShapeType="1"/>
          </p:cNvSpPr>
          <p:nvPr/>
        </p:nvSpPr>
        <p:spPr bwMode="auto">
          <a:xfrm>
            <a:off x="990600" y="1828800"/>
            <a:ext cx="3810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85800" y="1219200"/>
            <a:ext cx="304800" cy="1219200"/>
            <a:chOff x="336" y="1200"/>
            <a:chExt cx="144" cy="720"/>
          </a:xfrm>
        </p:grpSpPr>
        <p:sp>
          <p:nvSpPr>
            <p:cNvPr id="1685511" name="Rectangle 7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PC</a:t>
              </a:r>
            </a:p>
          </p:txBody>
        </p:sp>
        <p:sp>
          <p:nvSpPr>
            <p:cNvPr id="1685512" name="Freeform 8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13" name="Rectangle 9"/>
          <p:cNvSpPr>
            <a:spLocks noChangeArrowheads="1"/>
          </p:cNvSpPr>
          <p:nvPr/>
        </p:nvSpPr>
        <p:spPr bwMode="auto">
          <a:xfrm>
            <a:off x="1143000" y="1295400"/>
            <a:ext cx="6858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Inst TLB</a:t>
            </a:r>
          </a:p>
        </p:txBody>
      </p:sp>
      <p:sp>
        <p:nvSpPr>
          <p:cNvPr id="1685514" name="Rectangle 10"/>
          <p:cNvSpPr>
            <a:spLocks noChangeArrowheads="1"/>
          </p:cNvSpPr>
          <p:nvPr/>
        </p:nvSpPr>
        <p:spPr bwMode="auto">
          <a:xfrm>
            <a:off x="1981200" y="1295400"/>
            <a:ext cx="9144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Inst. Cache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1219200"/>
            <a:ext cx="304800" cy="1219200"/>
            <a:chOff x="336" y="1200"/>
            <a:chExt cx="144" cy="720"/>
          </a:xfrm>
        </p:grpSpPr>
        <p:sp>
          <p:nvSpPr>
            <p:cNvPr id="1685516" name="Rectangle 12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D</a:t>
              </a:r>
            </a:p>
          </p:txBody>
        </p:sp>
        <p:sp>
          <p:nvSpPr>
            <p:cNvPr id="1685517" name="Freeform 13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18" name="Rectangle 14"/>
          <p:cNvSpPr>
            <a:spLocks noChangeArrowheads="1"/>
          </p:cNvSpPr>
          <p:nvPr/>
        </p:nvSpPr>
        <p:spPr bwMode="auto">
          <a:xfrm>
            <a:off x="3505200" y="1295400"/>
            <a:ext cx="10668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Decode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800600" y="1219200"/>
            <a:ext cx="304800" cy="1219200"/>
            <a:chOff x="336" y="1200"/>
            <a:chExt cx="144" cy="720"/>
          </a:xfrm>
        </p:grpSpPr>
        <p:sp>
          <p:nvSpPr>
            <p:cNvPr id="1685520" name="Rectangle 16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E</a:t>
              </a:r>
            </a:p>
          </p:txBody>
        </p:sp>
        <p:sp>
          <p:nvSpPr>
            <p:cNvPr id="1685521" name="Freeform 17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22" name="Freeform 18"/>
          <p:cNvSpPr>
            <a:spLocks/>
          </p:cNvSpPr>
          <p:nvPr/>
        </p:nvSpPr>
        <p:spPr bwMode="auto">
          <a:xfrm>
            <a:off x="5257800" y="1295400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791200" y="1219200"/>
            <a:ext cx="304800" cy="1219200"/>
            <a:chOff x="336" y="1200"/>
            <a:chExt cx="144" cy="720"/>
          </a:xfrm>
        </p:grpSpPr>
        <p:sp>
          <p:nvSpPr>
            <p:cNvPr id="1685524" name="Rectangle 20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M</a:t>
              </a:r>
            </a:p>
          </p:txBody>
        </p:sp>
        <p:sp>
          <p:nvSpPr>
            <p:cNvPr id="1685525" name="Freeform 21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26" name="Rectangle 22"/>
          <p:cNvSpPr>
            <a:spLocks noChangeArrowheads="1"/>
          </p:cNvSpPr>
          <p:nvPr/>
        </p:nvSpPr>
        <p:spPr bwMode="auto">
          <a:xfrm>
            <a:off x="6248400" y="1295400"/>
            <a:ext cx="7620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Data TLB</a:t>
            </a:r>
          </a:p>
        </p:txBody>
      </p:sp>
      <p:sp>
        <p:nvSpPr>
          <p:cNvPr id="1685527" name="Rectangle 23"/>
          <p:cNvSpPr>
            <a:spLocks noChangeArrowheads="1"/>
          </p:cNvSpPr>
          <p:nvPr/>
        </p:nvSpPr>
        <p:spPr bwMode="auto">
          <a:xfrm>
            <a:off x="7162800" y="1295400"/>
            <a:ext cx="9144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Data Cache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8229600" y="1219200"/>
            <a:ext cx="304800" cy="1219200"/>
            <a:chOff x="336" y="1200"/>
            <a:chExt cx="144" cy="720"/>
          </a:xfrm>
        </p:grpSpPr>
        <p:sp>
          <p:nvSpPr>
            <p:cNvPr id="1685529" name="Rectangle 25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W</a:t>
              </a:r>
            </a:p>
          </p:txBody>
        </p:sp>
        <p:sp>
          <p:nvSpPr>
            <p:cNvPr id="1685530" name="Freeform 26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31" name="Line 27"/>
          <p:cNvSpPr>
            <a:spLocks noChangeShapeType="1"/>
          </p:cNvSpPr>
          <p:nvPr/>
        </p:nvSpPr>
        <p:spPr bwMode="auto">
          <a:xfrm>
            <a:off x="5105400" y="152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2" name="Line 28"/>
          <p:cNvSpPr>
            <a:spLocks noChangeShapeType="1"/>
          </p:cNvSpPr>
          <p:nvPr/>
        </p:nvSpPr>
        <p:spPr bwMode="auto">
          <a:xfrm>
            <a:off x="5105400" y="2133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3" name="Text Box 29"/>
          <p:cNvSpPr txBox="1">
            <a:spLocks noChangeArrowheads="1"/>
          </p:cNvSpPr>
          <p:nvPr/>
        </p:nvSpPr>
        <p:spPr bwMode="auto">
          <a:xfrm>
            <a:off x="5310188" y="1676400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Verdana" charset="0"/>
              </a:rPr>
              <a:t>+</a:t>
            </a:r>
          </a:p>
        </p:txBody>
      </p:sp>
      <p:sp>
        <p:nvSpPr>
          <p:cNvPr id="1685534" name="Line 30"/>
          <p:cNvSpPr>
            <a:spLocks noChangeShapeType="1"/>
          </p:cNvSpPr>
          <p:nvPr/>
        </p:nvSpPr>
        <p:spPr bwMode="auto">
          <a:xfrm>
            <a:off x="1447800" y="22860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5" name="Line 31"/>
          <p:cNvSpPr>
            <a:spLocks noChangeShapeType="1"/>
          </p:cNvSpPr>
          <p:nvPr/>
        </p:nvSpPr>
        <p:spPr bwMode="auto">
          <a:xfrm>
            <a:off x="6629400" y="22860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6" name="Text Box 32"/>
          <p:cNvSpPr txBox="1">
            <a:spLocks noChangeArrowheads="1"/>
          </p:cNvSpPr>
          <p:nvPr/>
        </p:nvSpPr>
        <p:spPr bwMode="auto">
          <a:xfrm>
            <a:off x="200025" y="2524125"/>
            <a:ext cx="2741613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TLB miss? Page Fault?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Protection violation?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85537" name="Text Box 33"/>
          <p:cNvSpPr txBox="1">
            <a:spLocks noChangeArrowheads="1"/>
          </p:cNvSpPr>
          <p:nvPr/>
        </p:nvSpPr>
        <p:spPr bwMode="auto">
          <a:xfrm>
            <a:off x="5214938" y="2524125"/>
            <a:ext cx="2741612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TLB miss? Page Fault?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Protection violation?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5507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E37DD-8419-5243-9E56-EE2601435CE6}" type="slidenum">
              <a:rPr lang="en-US"/>
              <a:pPr/>
              <a:t>76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85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41313"/>
            <a:ext cx="8639175" cy="831850"/>
          </a:xfrm>
        </p:spPr>
        <p:txBody>
          <a:bodyPr/>
          <a:lstStyle/>
          <a:p>
            <a:r>
              <a:rPr lang="en-US"/>
              <a:t>Address Translation in CPU Pipeline</a:t>
            </a:r>
          </a:p>
        </p:txBody>
      </p:sp>
      <p:sp>
        <p:nvSpPr>
          <p:cNvPr id="168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276600"/>
            <a:ext cx="8153400" cy="3124200"/>
          </a:xfrm>
        </p:spPr>
        <p:txBody>
          <a:bodyPr/>
          <a:lstStyle/>
          <a:p>
            <a:pPr marL="171450" indent="-171450"/>
            <a:r>
              <a:rPr lang="en-US"/>
              <a:t>Need to cope with additional latency of TLB:</a:t>
            </a:r>
          </a:p>
          <a:p>
            <a:pPr marL="631825" lvl="1" indent="-233363">
              <a:spcAft>
                <a:spcPts val="0"/>
              </a:spcAft>
            </a:pPr>
            <a:r>
              <a:rPr lang="en-US" sz="2400" i="1"/>
              <a:t>  </a:t>
            </a:r>
            <a:r>
              <a:rPr lang="en-US" sz="2400"/>
              <a:t>slow down the clock?</a:t>
            </a:r>
            <a:endParaRPr lang="en-US" sz="2400" i="1"/>
          </a:p>
          <a:p>
            <a:pPr marL="631825" lvl="1" indent="-233363">
              <a:spcAft>
                <a:spcPts val="0"/>
              </a:spcAft>
            </a:pPr>
            <a:r>
              <a:rPr lang="en-US" sz="2400"/>
              <a:t>  pipeline the TLB and cache access?</a:t>
            </a:r>
          </a:p>
          <a:p>
            <a:pPr marL="631825" lvl="1" indent="-233363">
              <a:spcAft>
                <a:spcPts val="0"/>
              </a:spcAft>
            </a:pPr>
            <a:r>
              <a:rPr lang="en-US" sz="2400"/>
              <a:t>  virtual address caches</a:t>
            </a:r>
          </a:p>
          <a:p>
            <a:pPr marL="631825" lvl="1" indent="-233363">
              <a:spcAft>
                <a:spcPts val="0"/>
              </a:spcAft>
            </a:pPr>
            <a:r>
              <a:rPr lang="en-US" sz="2400"/>
              <a:t>  parallel TLB/cache access</a:t>
            </a:r>
            <a:endParaRPr lang="en-US" sz="2400">
              <a:solidFill>
                <a:srgbClr val="56127A"/>
              </a:solidFill>
            </a:endParaRPr>
          </a:p>
        </p:txBody>
      </p:sp>
      <p:sp>
        <p:nvSpPr>
          <p:cNvPr id="1685508" name="Line 4"/>
          <p:cNvSpPr>
            <a:spLocks noChangeShapeType="1"/>
          </p:cNvSpPr>
          <p:nvPr/>
        </p:nvSpPr>
        <p:spPr bwMode="auto">
          <a:xfrm>
            <a:off x="5638800" y="1828800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09" name="Line 5"/>
          <p:cNvSpPr>
            <a:spLocks noChangeShapeType="1"/>
          </p:cNvSpPr>
          <p:nvPr/>
        </p:nvSpPr>
        <p:spPr bwMode="auto">
          <a:xfrm>
            <a:off x="990600" y="1828800"/>
            <a:ext cx="3810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85800" y="1219200"/>
            <a:ext cx="304800" cy="1219200"/>
            <a:chOff x="336" y="1200"/>
            <a:chExt cx="144" cy="720"/>
          </a:xfrm>
        </p:grpSpPr>
        <p:sp>
          <p:nvSpPr>
            <p:cNvPr id="1685511" name="Rectangle 7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PC</a:t>
              </a:r>
            </a:p>
          </p:txBody>
        </p:sp>
        <p:sp>
          <p:nvSpPr>
            <p:cNvPr id="1685512" name="Freeform 8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13" name="Rectangle 9"/>
          <p:cNvSpPr>
            <a:spLocks noChangeArrowheads="1"/>
          </p:cNvSpPr>
          <p:nvPr/>
        </p:nvSpPr>
        <p:spPr bwMode="auto">
          <a:xfrm>
            <a:off x="1143000" y="1295400"/>
            <a:ext cx="6858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Inst TLB</a:t>
            </a:r>
          </a:p>
        </p:txBody>
      </p:sp>
      <p:sp>
        <p:nvSpPr>
          <p:cNvPr id="1685514" name="Rectangle 10"/>
          <p:cNvSpPr>
            <a:spLocks noChangeArrowheads="1"/>
          </p:cNvSpPr>
          <p:nvPr/>
        </p:nvSpPr>
        <p:spPr bwMode="auto">
          <a:xfrm>
            <a:off x="1981200" y="1295400"/>
            <a:ext cx="9144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Inst. Cache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1219200"/>
            <a:ext cx="304800" cy="1219200"/>
            <a:chOff x="336" y="1200"/>
            <a:chExt cx="144" cy="720"/>
          </a:xfrm>
        </p:grpSpPr>
        <p:sp>
          <p:nvSpPr>
            <p:cNvPr id="1685516" name="Rectangle 12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D</a:t>
              </a:r>
            </a:p>
          </p:txBody>
        </p:sp>
        <p:sp>
          <p:nvSpPr>
            <p:cNvPr id="1685517" name="Freeform 13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18" name="Rectangle 14"/>
          <p:cNvSpPr>
            <a:spLocks noChangeArrowheads="1"/>
          </p:cNvSpPr>
          <p:nvPr/>
        </p:nvSpPr>
        <p:spPr bwMode="auto">
          <a:xfrm>
            <a:off x="3505200" y="1295400"/>
            <a:ext cx="10668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Decode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800600" y="1219200"/>
            <a:ext cx="304800" cy="1219200"/>
            <a:chOff x="336" y="1200"/>
            <a:chExt cx="144" cy="720"/>
          </a:xfrm>
        </p:grpSpPr>
        <p:sp>
          <p:nvSpPr>
            <p:cNvPr id="1685520" name="Rectangle 16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E</a:t>
              </a:r>
            </a:p>
          </p:txBody>
        </p:sp>
        <p:sp>
          <p:nvSpPr>
            <p:cNvPr id="1685521" name="Freeform 17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22" name="Freeform 18"/>
          <p:cNvSpPr>
            <a:spLocks/>
          </p:cNvSpPr>
          <p:nvPr/>
        </p:nvSpPr>
        <p:spPr bwMode="auto">
          <a:xfrm>
            <a:off x="5257800" y="1295400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791200" y="1219200"/>
            <a:ext cx="304800" cy="1219200"/>
            <a:chOff x="336" y="1200"/>
            <a:chExt cx="144" cy="720"/>
          </a:xfrm>
        </p:grpSpPr>
        <p:sp>
          <p:nvSpPr>
            <p:cNvPr id="1685524" name="Rectangle 20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M</a:t>
              </a:r>
            </a:p>
          </p:txBody>
        </p:sp>
        <p:sp>
          <p:nvSpPr>
            <p:cNvPr id="1685525" name="Freeform 21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26" name="Rectangle 22"/>
          <p:cNvSpPr>
            <a:spLocks noChangeArrowheads="1"/>
          </p:cNvSpPr>
          <p:nvPr/>
        </p:nvSpPr>
        <p:spPr bwMode="auto">
          <a:xfrm>
            <a:off x="6248400" y="1295400"/>
            <a:ext cx="762000" cy="9906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Data TLB</a:t>
            </a:r>
          </a:p>
        </p:txBody>
      </p:sp>
      <p:sp>
        <p:nvSpPr>
          <p:cNvPr id="1685527" name="Rectangle 23"/>
          <p:cNvSpPr>
            <a:spLocks noChangeArrowheads="1"/>
          </p:cNvSpPr>
          <p:nvPr/>
        </p:nvSpPr>
        <p:spPr bwMode="auto">
          <a:xfrm>
            <a:off x="7162800" y="1295400"/>
            <a:ext cx="914400" cy="990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1800">
                <a:latin typeface="Verdana" charset="0"/>
              </a:rPr>
              <a:t>Data Cache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8229600" y="1219200"/>
            <a:ext cx="304800" cy="1219200"/>
            <a:chOff x="336" y="1200"/>
            <a:chExt cx="144" cy="720"/>
          </a:xfrm>
        </p:grpSpPr>
        <p:sp>
          <p:nvSpPr>
            <p:cNvPr id="1685529" name="Rectangle 25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>
                  <a:latin typeface="Verdana" charset="0"/>
                </a:rPr>
                <a:t>W</a:t>
              </a:r>
            </a:p>
          </p:txBody>
        </p:sp>
        <p:sp>
          <p:nvSpPr>
            <p:cNvPr id="1685530" name="Freeform 26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85531" name="Line 27"/>
          <p:cNvSpPr>
            <a:spLocks noChangeShapeType="1"/>
          </p:cNvSpPr>
          <p:nvPr/>
        </p:nvSpPr>
        <p:spPr bwMode="auto">
          <a:xfrm>
            <a:off x="5105400" y="15240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2" name="Line 28"/>
          <p:cNvSpPr>
            <a:spLocks noChangeShapeType="1"/>
          </p:cNvSpPr>
          <p:nvPr/>
        </p:nvSpPr>
        <p:spPr bwMode="auto">
          <a:xfrm>
            <a:off x="5105400" y="2133600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3" name="Text Box 29"/>
          <p:cNvSpPr txBox="1">
            <a:spLocks noChangeArrowheads="1"/>
          </p:cNvSpPr>
          <p:nvPr/>
        </p:nvSpPr>
        <p:spPr bwMode="auto">
          <a:xfrm>
            <a:off x="5310188" y="1676400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Verdana" charset="0"/>
              </a:rPr>
              <a:t>+</a:t>
            </a:r>
          </a:p>
        </p:txBody>
      </p:sp>
      <p:sp>
        <p:nvSpPr>
          <p:cNvPr id="1685534" name="Line 30"/>
          <p:cNvSpPr>
            <a:spLocks noChangeShapeType="1"/>
          </p:cNvSpPr>
          <p:nvPr/>
        </p:nvSpPr>
        <p:spPr bwMode="auto">
          <a:xfrm>
            <a:off x="1447800" y="22860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5" name="Line 31"/>
          <p:cNvSpPr>
            <a:spLocks noChangeShapeType="1"/>
          </p:cNvSpPr>
          <p:nvPr/>
        </p:nvSpPr>
        <p:spPr bwMode="auto">
          <a:xfrm>
            <a:off x="6629400" y="2286000"/>
            <a:ext cx="0" cy="304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5536" name="Text Box 32"/>
          <p:cNvSpPr txBox="1">
            <a:spLocks noChangeArrowheads="1"/>
          </p:cNvSpPr>
          <p:nvPr/>
        </p:nvSpPr>
        <p:spPr bwMode="auto">
          <a:xfrm>
            <a:off x="200025" y="2524125"/>
            <a:ext cx="2741613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TLB miss? Page Fault?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Protection violation?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85537" name="Text Box 33"/>
          <p:cNvSpPr txBox="1">
            <a:spLocks noChangeArrowheads="1"/>
          </p:cNvSpPr>
          <p:nvPr/>
        </p:nvSpPr>
        <p:spPr bwMode="auto">
          <a:xfrm>
            <a:off x="5214938" y="2524125"/>
            <a:ext cx="2741612" cy="6413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TLB miss? Page Fault?</a:t>
            </a:r>
          </a:p>
          <a:p>
            <a:pPr>
              <a:spcBef>
                <a:spcPct val="0"/>
              </a:spcBef>
            </a:pPr>
            <a:r>
              <a:rPr lang="en-US" sz="1800" i="1">
                <a:solidFill>
                  <a:srgbClr val="56127A"/>
                </a:solidFill>
                <a:latin typeface="Verdana" charset="0"/>
              </a:rPr>
              <a:t>Protection violation?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9E9DE2C-5CA2-B724-103A-D6D328950655}"/>
                  </a:ext>
                </a:extLst>
              </p14:cNvPr>
              <p14:cNvContentPartPr/>
              <p14:nvPr/>
            </p14:nvContentPartPr>
            <p14:xfrm>
              <a:off x="4106160" y="3883680"/>
              <a:ext cx="4222080" cy="1581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9E9DE2C-5CA2-B724-103A-D6D3289506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96800" y="3874320"/>
                <a:ext cx="4240800" cy="1600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5507" grpId="0" build="p" bldLvl="2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E8EA-0582-DE44-B9DA-7E7916FBC1B0}" type="slidenum">
              <a:rPr lang="en-US"/>
              <a:pPr/>
              <a:t>77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86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Virtual-Address Caches</a:t>
            </a:r>
          </a:p>
        </p:txBody>
      </p:sp>
      <p:sp>
        <p:nvSpPr>
          <p:cNvPr id="168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508500"/>
            <a:ext cx="7848600" cy="1600200"/>
          </a:xfrm>
          <a:ln/>
        </p:spPr>
        <p:txBody>
          <a:bodyPr/>
          <a:lstStyle/>
          <a:p>
            <a:pPr marL="342900" indent="-342900">
              <a:lnSpc>
                <a:spcPct val="80000"/>
              </a:lnSpc>
            </a:pPr>
            <a:r>
              <a:rPr lang="en-US" sz="2000"/>
              <a:t>one-step process in case of a hit (+)</a:t>
            </a:r>
          </a:p>
          <a:p>
            <a:pPr marL="342900" indent="-342900">
              <a:lnSpc>
                <a:spcPct val="80000"/>
              </a:lnSpc>
            </a:pPr>
            <a:r>
              <a:rPr lang="en-US" sz="2000"/>
              <a:t>cache needs to be flushed on a context switch unless address space identifiers (ASIDs) included in tags (-)</a:t>
            </a:r>
          </a:p>
          <a:p>
            <a:pPr marL="342900" indent="-342900">
              <a:lnSpc>
                <a:spcPct val="80000"/>
              </a:lnSpc>
            </a:pPr>
            <a:r>
              <a:rPr lang="en-US" sz="2000" i="1"/>
              <a:t>aliasing problems </a:t>
            </a:r>
            <a:r>
              <a:rPr lang="en-US" sz="2000"/>
              <a:t>due to the sharing of pages (-)</a:t>
            </a:r>
          </a:p>
          <a:p>
            <a:pPr marL="342900" indent="-342900">
              <a:lnSpc>
                <a:spcPct val="80000"/>
              </a:lnSpc>
            </a:pPr>
            <a:r>
              <a:rPr lang="en-US" sz="2000"/>
              <a:t>maintaining cache coherence (-)   (</a:t>
            </a:r>
            <a:r>
              <a:rPr lang="en-US" sz="2000" i="1"/>
              <a:t>see</a:t>
            </a:r>
            <a:r>
              <a:rPr lang="en-US" sz="2000"/>
              <a:t> </a:t>
            </a:r>
            <a:r>
              <a:rPr lang="en-US" sz="2000" i="1"/>
              <a:t>later in course</a:t>
            </a:r>
            <a:r>
              <a:rPr lang="en-US" sz="2000"/>
              <a:t>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395413" y="1295400"/>
            <a:ext cx="5586412" cy="1155700"/>
            <a:chOff x="879" y="816"/>
            <a:chExt cx="3519" cy="728"/>
          </a:xfrm>
        </p:grpSpPr>
        <p:sp>
          <p:nvSpPr>
            <p:cNvPr id="1686533" name="Rectangle 5"/>
            <p:cNvSpPr>
              <a:spLocks noChangeArrowheads="1"/>
            </p:cNvSpPr>
            <p:nvPr/>
          </p:nvSpPr>
          <p:spPr bwMode="auto">
            <a:xfrm>
              <a:off x="2576" y="1016"/>
              <a:ext cx="752" cy="36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34" name="Rectangle 6"/>
            <p:cNvSpPr>
              <a:spLocks noChangeArrowheads="1"/>
            </p:cNvSpPr>
            <p:nvPr/>
          </p:nvSpPr>
          <p:spPr bwMode="auto">
            <a:xfrm>
              <a:off x="879" y="1074"/>
              <a:ext cx="407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CPU</a:t>
              </a:r>
            </a:p>
          </p:txBody>
        </p:sp>
        <p:sp>
          <p:nvSpPr>
            <p:cNvPr id="1686535" name="Rectangle 7"/>
            <p:cNvSpPr>
              <a:spLocks noChangeArrowheads="1"/>
            </p:cNvSpPr>
            <p:nvPr/>
          </p:nvSpPr>
          <p:spPr bwMode="auto">
            <a:xfrm>
              <a:off x="912" y="1008"/>
              <a:ext cx="368" cy="36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36" name="Rectangle 8"/>
            <p:cNvSpPr>
              <a:spLocks noChangeArrowheads="1"/>
            </p:cNvSpPr>
            <p:nvPr/>
          </p:nvSpPr>
          <p:spPr bwMode="auto">
            <a:xfrm>
              <a:off x="2599" y="1002"/>
              <a:ext cx="693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Physical</a:t>
              </a:r>
            </a:p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Cache</a:t>
              </a:r>
            </a:p>
          </p:txBody>
        </p:sp>
        <p:sp>
          <p:nvSpPr>
            <p:cNvPr id="1686537" name="Rectangle 9"/>
            <p:cNvSpPr>
              <a:spLocks noChangeArrowheads="1"/>
            </p:cNvSpPr>
            <p:nvPr/>
          </p:nvSpPr>
          <p:spPr bwMode="auto">
            <a:xfrm>
              <a:off x="1839" y="1082"/>
              <a:ext cx="382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TLB</a:t>
              </a:r>
            </a:p>
          </p:txBody>
        </p:sp>
        <p:sp>
          <p:nvSpPr>
            <p:cNvPr id="1686538" name="Rectangle 10"/>
            <p:cNvSpPr>
              <a:spLocks noChangeArrowheads="1"/>
            </p:cNvSpPr>
            <p:nvPr/>
          </p:nvSpPr>
          <p:spPr bwMode="auto">
            <a:xfrm>
              <a:off x="1800" y="1016"/>
              <a:ext cx="480" cy="36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39" name="Rectangle 11"/>
            <p:cNvSpPr>
              <a:spLocks noChangeArrowheads="1"/>
            </p:cNvSpPr>
            <p:nvPr/>
          </p:nvSpPr>
          <p:spPr bwMode="auto">
            <a:xfrm>
              <a:off x="3758" y="1105"/>
              <a:ext cx="420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0" name="Rectangle 12"/>
            <p:cNvSpPr>
              <a:spLocks noChangeArrowheads="1"/>
            </p:cNvSpPr>
            <p:nvPr/>
          </p:nvSpPr>
          <p:spPr bwMode="auto">
            <a:xfrm>
              <a:off x="3728" y="936"/>
              <a:ext cx="656" cy="60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1" name="Line 13"/>
            <p:cNvSpPr>
              <a:spLocks noChangeShapeType="1"/>
            </p:cNvSpPr>
            <p:nvPr/>
          </p:nvSpPr>
          <p:spPr bwMode="auto">
            <a:xfrm>
              <a:off x="1304" y="1200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2" name="Line 14"/>
            <p:cNvSpPr>
              <a:spLocks noChangeShapeType="1"/>
            </p:cNvSpPr>
            <p:nvPr/>
          </p:nvSpPr>
          <p:spPr bwMode="auto">
            <a:xfrm>
              <a:off x="2288" y="1200"/>
              <a:ext cx="27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3" name="Rectangle 15"/>
            <p:cNvSpPr>
              <a:spLocks noChangeArrowheads="1"/>
            </p:cNvSpPr>
            <p:nvPr/>
          </p:nvSpPr>
          <p:spPr bwMode="auto">
            <a:xfrm>
              <a:off x="3703" y="1002"/>
              <a:ext cx="695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Primary</a:t>
              </a:r>
            </a:p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Memory</a:t>
              </a:r>
            </a:p>
          </p:txBody>
        </p:sp>
        <p:sp>
          <p:nvSpPr>
            <p:cNvPr id="1686544" name="Freeform 16"/>
            <p:cNvSpPr>
              <a:spLocks/>
            </p:cNvSpPr>
            <p:nvPr/>
          </p:nvSpPr>
          <p:spPr bwMode="auto">
            <a:xfrm>
              <a:off x="2376" y="864"/>
              <a:ext cx="1337" cy="337"/>
            </a:xfrm>
            <a:custGeom>
              <a:avLst/>
              <a:gdLst/>
              <a:ahLst/>
              <a:cxnLst>
                <a:cxn ang="0">
                  <a:pos x="0" y="336"/>
                </a:cxn>
                <a:cxn ang="0">
                  <a:pos x="0" y="0"/>
                </a:cxn>
                <a:cxn ang="0">
                  <a:pos x="1093" y="0"/>
                </a:cxn>
                <a:cxn ang="0">
                  <a:pos x="1093" y="336"/>
                </a:cxn>
                <a:cxn ang="0">
                  <a:pos x="1336" y="336"/>
                </a:cxn>
              </a:cxnLst>
              <a:rect l="0" t="0" r="r" b="b"/>
              <a:pathLst>
                <a:path w="1337" h="337">
                  <a:moveTo>
                    <a:pt x="0" y="336"/>
                  </a:moveTo>
                  <a:lnTo>
                    <a:pt x="0" y="0"/>
                  </a:lnTo>
                  <a:lnTo>
                    <a:pt x="1093" y="0"/>
                  </a:lnTo>
                  <a:lnTo>
                    <a:pt x="1093" y="336"/>
                  </a:lnTo>
                  <a:lnTo>
                    <a:pt x="1336" y="33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6545" name="Rectangle 17"/>
            <p:cNvSpPr>
              <a:spLocks noChangeArrowheads="1"/>
            </p:cNvSpPr>
            <p:nvPr/>
          </p:nvSpPr>
          <p:spPr bwMode="auto">
            <a:xfrm>
              <a:off x="1335" y="986"/>
              <a:ext cx="311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VA</a:t>
              </a:r>
            </a:p>
          </p:txBody>
        </p:sp>
        <p:sp>
          <p:nvSpPr>
            <p:cNvPr id="1686546" name="Rectangle 18"/>
            <p:cNvSpPr>
              <a:spLocks noChangeArrowheads="1"/>
            </p:cNvSpPr>
            <p:nvPr/>
          </p:nvSpPr>
          <p:spPr bwMode="auto">
            <a:xfrm>
              <a:off x="3456" y="816"/>
              <a:ext cx="29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PA</a:t>
              </a: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950913" y="2657475"/>
            <a:ext cx="7889875" cy="1622425"/>
            <a:chOff x="599" y="1586"/>
            <a:chExt cx="4970" cy="1022"/>
          </a:xfrm>
        </p:grpSpPr>
        <p:sp>
          <p:nvSpPr>
            <p:cNvPr id="1686548" name="Rectangle 20"/>
            <p:cNvSpPr>
              <a:spLocks noChangeArrowheads="1"/>
            </p:cNvSpPr>
            <p:nvPr/>
          </p:nvSpPr>
          <p:spPr bwMode="auto">
            <a:xfrm>
              <a:off x="599" y="1586"/>
              <a:ext cx="4302" cy="286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400" i="1">
                  <a:latin typeface="Verdana" charset="0"/>
                </a:rPr>
                <a:t>Alternative: place the cache before the TLB</a:t>
              </a:r>
            </a:p>
          </p:txBody>
        </p:sp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887" y="1834"/>
              <a:ext cx="4682" cy="774"/>
              <a:chOff x="887" y="1834"/>
              <a:chExt cx="4682" cy="774"/>
            </a:xfrm>
          </p:grpSpPr>
          <p:sp>
            <p:nvSpPr>
              <p:cNvPr id="1686550" name="Rectangle 22"/>
              <p:cNvSpPr>
                <a:spLocks noChangeArrowheads="1"/>
              </p:cNvSpPr>
              <p:nvPr/>
            </p:nvSpPr>
            <p:spPr bwMode="auto">
              <a:xfrm>
                <a:off x="1568" y="2192"/>
                <a:ext cx="752" cy="36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51" name="Rectangle 23"/>
              <p:cNvSpPr>
                <a:spLocks noChangeArrowheads="1"/>
              </p:cNvSpPr>
              <p:nvPr/>
            </p:nvSpPr>
            <p:spPr bwMode="auto">
              <a:xfrm>
                <a:off x="887" y="2242"/>
                <a:ext cx="407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CPU</a:t>
                </a:r>
              </a:p>
            </p:txBody>
          </p:sp>
          <p:sp>
            <p:nvSpPr>
              <p:cNvPr id="1686552" name="Rectangle 24"/>
              <p:cNvSpPr>
                <a:spLocks noChangeArrowheads="1"/>
              </p:cNvSpPr>
              <p:nvPr/>
            </p:nvSpPr>
            <p:spPr bwMode="auto">
              <a:xfrm>
                <a:off x="912" y="2168"/>
                <a:ext cx="368" cy="368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53" name="Rectangle 25"/>
              <p:cNvSpPr>
                <a:spLocks noChangeArrowheads="1"/>
              </p:cNvSpPr>
              <p:nvPr/>
            </p:nvSpPr>
            <p:spPr bwMode="auto">
              <a:xfrm>
                <a:off x="1783" y="1834"/>
                <a:ext cx="311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  <a:latin typeface="Verdana" charset="0"/>
                  </a:rPr>
                  <a:t>VA</a:t>
                </a:r>
              </a:p>
            </p:txBody>
          </p:sp>
          <p:sp>
            <p:nvSpPr>
              <p:cNvPr id="1686554" name="Rectangle 26"/>
              <p:cNvSpPr>
                <a:spLocks noChangeArrowheads="1"/>
              </p:cNvSpPr>
              <p:nvPr/>
            </p:nvSpPr>
            <p:spPr bwMode="auto">
              <a:xfrm>
                <a:off x="4416" y="2160"/>
                <a:ext cx="1153" cy="248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2000" i="1">
                    <a:latin typeface="Verdana" charset="0"/>
                  </a:rPr>
                  <a:t>(StrongARM)</a:t>
                </a:r>
              </a:p>
            </p:txBody>
          </p:sp>
          <p:sp>
            <p:nvSpPr>
              <p:cNvPr id="1686555" name="Rectangle 27"/>
              <p:cNvSpPr>
                <a:spLocks noChangeArrowheads="1"/>
              </p:cNvSpPr>
              <p:nvPr/>
            </p:nvSpPr>
            <p:spPr bwMode="auto">
              <a:xfrm>
                <a:off x="1655" y="2178"/>
                <a:ext cx="587" cy="40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Virtual</a:t>
                </a:r>
              </a:p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Cache</a:t>
                </a:r>
              </a:p>
            </p:txBody>
          </p:sp>
          <p:sp>
            <p:nvSpPr>
              <p:cNvPr id="1686556" name="Line 28"/>
              <p:cNvSpPr>
                <a:spLocks noChangeShapeType="1"/>
              </p:cNvSpPr>
              <p:nvPr/>
            </p:nvSpPr>
            <p:spPr bwMode="auto">
              <a:xfrm>
                <a:off x="1280" y="2376"/>
                <a:ext cx="27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57" name="Freeform 29"/>
              <p:cNvSpPr>
                <a:spLocks/>
              </p:cNvSpPr>
              <p:nvPr/>
            </p:nvSpPr>
            <p:spPr bwMode="auto">
              <a:xfrm>
                <a:off x="1368" y="2040"/>
                <a:ext cx="1337" cy="337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0" y="0"/>
                  </a:cxn>
                  <a:cxn ang="0">
                    <a:pos x="1093" y="0"/>
                  </a:cxn>
                  <a:cxn ang="0">
                    <a:pos x="1093" y="336"/>
                  </a:cxn>
                  <a:cxn ang="0">
                    <a:pos x="1336" y="336"/>
                  </a:cxn>
                </a:cxnLst>
                <a:rect l="0" t="0" r="r" b="b"/>
                <a:pathLst>
                  <a:path w="1337" h="337">
                    <a:moveTo>
                      <a:pt x="0" y="336"/>
                    </a:moveTo>
                    <a:lnTo>
                      <a:pt x="0" y="0"/>
                    </a:lnTo>
                    <a:lnTo>
                      <a:pt x="1093" y="0"/>
                    </a:lnTo>
                    <a:lnTo>
                      <a:pt x="1093" y="336"/>
                    </a:lnTo>
                    <a:lnTo>
                      <a:pt x="1336" y="336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58" name="Rectangle 30"/>
              <p:cNvSpPr>
                <a:spLocks noChangeArrowheads="1"/>
              </p:cNvSpPr>
              <p:nvPr/>
            </p:nvSpPr>
            <p:spPr bwMode="auto">
              <a:xfrm>
                <a:off x="3255" y="2162"/>
                <a:ext cx="299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  <a:latin typeface="Verdana" charset="0"/>
                  </a:rPr>
                  <a:t>PA</a:t>
                </a:r>
              </a:p>
            </p:txBody>
          </p:sp>
          <p:sp>
            <p:nvSpPr>
              <p:cNvPr id="1686559" name="Rectangle 31"/>
              <p:cNvSpPr>
                <a:spLocks noChangeArrowheads="1"/>
              </p:cNvSpPr>
              <p:nvPr/>
            </p:nvSpPr>
            <p:spPr bwMode="auto">
              <a:xfrm>
                <a:off x="2743" y="2266"/>
                <a:ext cx="382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TLB</a:t>
                </a:r>
              </a:p>
            </p:txBody>
          </p:sp>
          <p:sp>
            <p:nvSpPr>
              <p:cNvPr id="1686560" name="Rectangle 32"/>
              <p:cNvSpPr>
                <a:spLocks noChangeArrowheads="1"/>
              </p:cNvSpPr>
              <p:nvPr/>
            </p:nvSpPr>
            <p:spPr bwMode="auto">
              <a:xfrm>
                <a:off x="2704" y="2200"/>
                <a:ext cx="480" cy="368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61" name="Rectangle 33"/>
              <p:cNvSpPr>
                <a:spLocks noChangeArrowheads="1"/>
              </p:cNvSpPr>
              <p:nvPr/>
            </p:nvSpPr>
            <p:spPr bwMode="auto">
              <a:xfrm>
                <a:off x="3758" y="2169"/>
                <a:ext cx="420" cy="231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62" name="Rectangle 34"/>
              <p:cNvSpPr>
                <a:spLocks noChangeArrowheads="1"/>
              </p:cNvSpPr>
              <p:nvPr/>
            </p:nvSpPr>
            <p:spPr bwMode="auto">
              <a:xfrm>
                <a:off x="3728" y="2000"/>
                <a:ext cx="656" cy="608"/>
              </a:xfrm>
              <a:prstGeom prst="rect">
                <a:avLst/>
              </a:prstGeom>
              <a:noFill/>
              <a:ln w="25400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6563" name="Rectangle 35"/>
              <p:cNvSpPr>
                <a:spLocks noChangeArrowheads="1"/>
              </p:cNvSpPr>
              <p:nvPr/>
            </p:nvSpPr>
            <p:spPr bwMode="auto">
              <a:xfrm>
                <a:off x="3703" y="2066"/>
                <a:ext cx="695" cy="402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Primary</a:t>
                </a:r>
              </a:p>
              <a:p>
                <a:pPr algn="l">
                  <a:spcBef>
                    <a:spcPct val="0"/>
                  </a:spcBef>
                </a:pPr>
                <a:r>
                  <a:rPr lang="en-US" sz="1800">
                    <a:latin typeface="Verdana" charset="0"/>
                  </a:rPr>
                  <a:t>Memory</a:t>
                </a:r>
              </a:p>
            </p:txBody>
          </p:sp>
          <p:sp>
            <p:nvSpPr>
              <p:cNvPr id="1686564" name="Line 36"/>
              <p:cNvSpPr>
                <a:spLocks noChangeShapeType="1"/>
              </p:cNvSpPr>
              <p:nvPr/>
            </p:nvSpPr>
            <p:spPr bwMode="auto">
              <a:xfrm>
                <a:off x="3192" y="2368"/>
                <a:ext cx="52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70546F-9A4A-7DE7-5C9E-9DF1A77F34E7}"/>
                  </a:ext>
                </a:extLst>
              </p14:cNvPr>
              <p14:cNvContentPartPr/>
              <p14:nvPr/>
            </p14:nvContentPartPr>
            <p14:xfrm>
              <a:off x="209880" y="0"/>
              <a:ext cx="9004320" cy="5205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70546F-9A4A-7DE7-5C9E-9DF1A77F34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0520" y="-9360"/>
                <a:ext cx="9023040" cy="522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6531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292975" cy="736600"/>
          </a:xfrm>
        </p:spPr>
        <p:txBody>
          <a:bodyPr/>
          <a:lstStyle/>
          <a:p>
            <a:r>
              <a:rPr lang="en-US" sz="4000"/>
              <a:t>Virtually Addressed Cache</a:t>
            </a:r>
            <a:br>
              <a:rPr lang="en-US" sz="4000"/>
            </a:br>
            <a:r>
              <a:rPr lang="en-US" sz="4000"/>
              <a:t>(Virtual Index/Virtual Tag)</a:t>
            </a:r>
          </a:p>
        </p:txBody>
      </p:sp>
      <p:sp>
        <p:nvSpPr>
          <p:cNvPr id="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39F8F-B68F-E348-AB5E-213A526F8E08}" type="slidenum">
              <a:rPr lang="en-US"/>
              <a:pPr/>
              <a:t>78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1652" name="Line 4"/>
          <p:cNvSpPr>
            <a:spLocks noChangeShapeType="1"/>
          </p:cNvSpPr>
          <p:nvPr/>
        </p:nvSpPr>
        <p:spPr bwMode="auto">
          <a:xfrm>
            <a:off x="5410200" y="2554287"/>
            <a:ext cx="3352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53" name="Line 5"/>
          <p:cNvSpPr>
            <a:spLocks noChangeShapeType="1"/>
          </p:cNvSpPr>
          <p:nvPr/>
        </p:nvSpPr>
        <p:spPr bwMode="auto">
          <a:xfrm>
            <a:off x="685800" y="2554287"/>
            <a:ext cx="4114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81000" y="1944687"/>
            <a:ext cx="304800" cy="1219200"/>
            <a:chOff x="336" y="1200"/>
            <a:chExt cx="144" cy="720"/>
          </a:xfrm>
        </p:grpSpPr>
        <p:sp>
          <p:nvSpPr>
            <p:cNvPr id="1691655" name="Rectangle 7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PC</a:t>
              </a:r>
            </a:p>
          </p:txBody>
        </p:sp>
        <p:sp>
          <p:nvSpPr>
            <p:cNvPr id="1691656" name="Freeform 8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57" name="Rectangle 9"/>
          <p:cNvSpPr>
            <a:spLocks noChangeArrowheads="1"/>
          </p:cNvSpPr>
          <p:nvPr/>
        </p:nvSpPr>
        <p:spPr bwMode="auto">
          <a:xfrm>
            <a:off x="2057400" y="3124200"/>
            <a:ext cx="762000" cy="4572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Inst. TLB</a:t>
            </a:r>
          </a:p>
        </p:txBody>
      </p:sp>
      <p:sp>
        <p:nvSpPr>
          <p:cNvPr id="1691658" name="Rectangle 10"/>
          <p:cNvSpPr>
            <a:spLocks noChangeArrowheads="1"/>
          </p:cNvSpPr>
          <p:nvPr/>
        </p:nvSpPr>
        <p:spPr bwMode="auto">
          <a:xfrm>
            <a:off x="1295400" y="2133600"/>
            <a:ext cx="10668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Inst. Cache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048000" y="1944687"/>
            <a:ext cx="304800" cy="1219200"/>
            <a:chOff x="336" y="1200"/>
            <a:chExt cx="144" cy="720"/>
          </a:xfrm>
        </p:grpSpPr>
        <p:sp>
          <p:nvSpPr>
            <p:cNvPr id="1691660" name="Rectangle 12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D</a:t>
              </a:r>
            </a:p>
          </p:txBody>
        </p:sp>
        <p:sp>
          <p:nvSpPr>
            <p:cNvPr id="1691661" name="Freeform 13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62" name="Rectangle 14"/>
          <p:cNvSpPr>
            <a:spLocks noChangeArrowheads="1"/>
          </p:cNvSpPr>
          <p:nvPr/>
        </p:nvSpPr>
        <p:spPr bwMode="auto">
          <a:xfrm>
            <a:off x="3429000" y="2020887"/>
            <a:ext cx="1066800" cy="914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Decode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572000" y="1944687"/>
            <a:ext cx="304800" cy="1219200"/>
            <a:chOff x="336" y="1200"/>
            <a:chExt cx="144" cy="720"/>
          </a:xfrm>
        </p:grpSpPr>
        <p:sp>
          <p:nvSpPr>
            <p:cNvPr id="1691664" name="Rectangle 16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E</a:t>
              </a:r>
            </a:p>
          </p:txBody>
        </p:sp>
        <p:sp>
          <p:nvSpPr>
            <p:cNvPr id="1691665" name="Freeform 17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66" name="Freeform 18"/>
          <p:cNvSpPr>
            <a:spLocks/>
          </p:cNvSpPr>
          <p:nvPr/>
        </p:nvSpPr>
        <p:spPr bwMode="auto">
          <a:xfrm>
            <a:off x="5029200" y="2020887"/>
            <a:ext cx="381000" cy="1066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88"/>
              </a:cxn>
              <a:cxn ang="0">
                <a:pos x="48" y="336"/>
              </a:cxn>
              <a:cxn ang="0">
                <a:pos x="0" y="384"/>
              </a:cxn>
              <a:cxn ang="0">
                <a:pos x="0" y="672"/>
              </a:cxn>
              <a:cxn ang="0">
                <a:pos x="240" y="480"/>
              </a:cxn>
              <a:cxn ang="0">
                <a:pos x="240" y="144"/>
              </a:cxn>
              <a:cxn ang="0">
                <a:pos x="0" y="0"/>
              </a:cxn>
            </a:cxnLst>
            <a:rect l="0" t="0" r="r" b="b"/>
            <a:pathLst>
              <a:path w="240" h="672">
                <a:moveTo>
                  <a:pt x="0" y="0"/>
                </a:moveTo>
                <a:lnTo>
                  <a:pt x="0" y="288"/>
                </a:lnTo>
                <a:lnTo>
                  <a:pt x="48" y="336"/>
                </a:lnTo>
                <a:lnTo>
                  <a:pt x="0" y="384"/>
                </a:lnTo>
                <a:lnTo>
                  <a:pt x="0" y="672"/>
                </a:lnTo>
                <a:lnTo>
                  <a:pt x="240" y="480"/>
                </a:lnTo>
                <a:lnTo>
                  <a:pt x="240" y="14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5486400" y="1944687"/>
            <a:ext cx="304800" cy="1219200"/>
            <a:chOff x="336" y="1200"/>
            <a:chExt cx="144" cy="720"/>
          </a:xfrm>
        </p:grpSpPr>
        <p:sp>
          <p:nvSpPr>
            <p:cNvPr id="1691668" name="Rectangle 20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M</a:t>
              </a:r>
            </a:p>
          </p:txBody>
        </p:sp>
        <p:sp>
          <p:nvSpPr>
            <p:cNvPr id="1691669" name="Freeform 21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71" name="Rectangle 23"/>
          <p:cNvSpPr>
            <a:spLocks noChangeArrowheads="1"/>
          </p:cNvSpPr>
          <p:nvPr/>
        </p:nvSpPr>
        <p:spPr bwMode="auto">
          <a:xfrm>
            <a:off x="6248400" y="2209800"/>
            <a:ext cx="9144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Data Cache</a:t>
            </a:r>
          </a:p>
        </p:txBody>
      </p:sp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8229600" y="1944687"/>
            <a:ext cx="304800" cy="1219200"/>
            <a:chOff x="336" y="1200"/>
            <a:chExt cx="144" cy="720"/>
          </a:xfrm>
        </p:grpSpPr>
        <p:sp>
          <p:nvSpPr>
            <p:cNvPr id="1691673" name="Rectangle 25"/>
            <p:cNvSpPr>
              <a:spLocks noChangeArrowheads="1"/>
            </p:cNvSpPr>
            <p:nvPr/>
          </p:nvSpPr>
          <p:spPr bwMode="auto">
            <a:xfrm>
              <a:off x="336" y="1200"/>
              <a:ext cx="144" cy="720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r>
                <a:rPr lang="en-US" sz="1600"/>
                <a:t>W</a:t>
              </a:r>
            </a:p>
          </p:txBody>
        </p:sp>
        <p:sp>
          <p:nvSpPr>
            <p:cNvPr id="1691674" name="Freeform 26"/>
            <p:cNvSpPr>
              <a:spLocks/>
            </p:cNvSpPr>
            <p:nvPr/>
          </p:nvSpPr>
          <p:spPr bwMode="auto">
            <a:xfrm>
              <a:off x="336" y="1785"/>
              <a:ext cx="144" cy="135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96" y="0"/>
                </a:cxn>
                <a:cxn ang="0">
                  <a:pos x="192" y="144"/>
                </a:cxn>
              </a:cxnLst>
              <a:rect l="0" t="0" r="r" b="b"/>
              <a:pathLst>
                <a:path w="192" h="144">
                  <a:moveTo>
                    <a:pt x="0" y="144"/>
                  </a:moveTo>
                  <a:lnTo>
                    <a:pt x="96" y="0"/>
                  </a:lnTo>
                  <a:lnTo>
                    <a:pt x="192" y="144"/>
                  </a:lnTo>
                </a:path>
              </a:pathLst>
            </a:custGeom>
            <a:solidFill>
              <a:schemeClr val="accent1"/>
            </a:solidFill>
            <a:ln w="127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675" name="Line 27"/>
          <p:cNvSpPr>
            <a:spLocks noChangeShapeType="1"/>
          </p:cNvSpPr>
          <p:nvPr/>
        </p:nvSpPr>
        <p:spPr bwMode="auto">
          <a:xfrm>
            <a:off x="4876800" y="2249487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6" name="Line 28"/>
          <p:cNvSpPr>
            <a:spLocks noChangeShapeType="1"/>
          </p:cNvSpPr>
          <p:nvPr/>
        </p:nvSpPr>
        <p:spPr bwMode="auto">
          <a:xfrm>
            <a:off x="4876800" y="2859087"/>
            <a:ext cx="152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77" name="Text Box 29"/>
          <p:cNvSpPr txBox="1">
            <a:spLocks noChangeArrowheads="1"/>
          </p:cNvSpPr>
          <p:nvPr/>
        </p:nvSpPr>
        <p:spPr bwMode="auto">
          <a:xfrm>
            <a:off x="5081588" y="2401887"/>
            <a:ext cx="350837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+</a:t>
            </a:r>
          </a:p>
        </p:txBody>
      </p:sp>
      <p:sp>
        <p:nvSpPr>
          <p:cNvPr id="1691670" name="Rectangle 22"/>
          <p:cNvSpPr>
            <a:spLocks noChangeArrowheads="1"/>
          </p:cNvSpPr>
          <p:nvPr/>
        </p:nvSpPr>
        <p:spPr bwMode="auto">
          <a:xfrm>
            <a:off x="7467600" y="3276600"/>
            <a:ext cx="762000" cy="533400"/>
          </a:xfrm>
          <a:prstGeom prst="rect">
            <a:avLst/>
          </a:prstGeom>
          <a:solidFill>
            <a:srgbClr val="FFA74F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Data TLB</a:t>
            </a:r>
          </a:p>
        </p:txBody>
      </p:sp>
      <p:sp>
        <p:nvSpPr>
          <p:cNvPr id="1691683" name="Rectangle 35"/>
          <p:cNvSpPr>
            <a:spLocks noChangeArrowheads="1"/>
          </p:cNvSpPr>
          <p:nvPr/>
        </p:nvSpPr>
        <p:spPr bwMode="auto">
          <a:xfrm>
            <a:off x="3429000" y="5221287"/>
            <a:ext cx="3276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Main Memory (DRAM)</a:t>
            </a:r>
          </a:p>
        </p:txBody>
      </p:sp>
      <p:sp>
        <p:nvSpPr>
          <p:cNvPr id="1691684" name="Rectangle 36"/>
          <p:cNvSpPr>
            <a:spLocks noChangeArrowheads="1"/>
          </p:cNvSpPr>
          <p:nvPr/>
        </p:nvSpPr>
        <p:spPr bwMode="auto">
          <a:xfrm>
            <a:off x="3733800" y="4190999"/>
            <a:ext cx="2667000" cy="57308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Memory Controller</a:t>
            </a:r>
          </a:p>
        </p:txBody>
      </p:sp>
      <p:sp>
        <p:nvSpPr>
          <p:cNvPr id="1691686" name="Freeform 38"/>
          <p:cNvSpPr>
            <a:spLocks/>
          </p:cNvSpPr>
          <p:nvPr/>
        </p:nvSpPr>
        <p:spPr bwMode="auto">
          <a:xfrm flipH="1">
            <a:off x="1447800" y="2819400"/>
            <a:ext cx="2286000" cy="1752600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7" name="Line 39"/>
          <p:cNvSpPr>
            <a:spLocks noChangeShapeType="1"/>
          </p:cNvSpPr>
          <p:nvPr/>
        </p:nvSpPr>
        <p:spPr bwMode="auto">
          <a:xfrm>
            <a:off x="5105400" y="4764087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8" name="Text Box 40"/>
          <p:cNvSpPr txBox="1">
            <a:spLocks noChangeArrowheads="1"/>
          </p:cNvSpPr>
          <p:nvPr/>
        </p:nvSpPr>
        <p:spPr bwMode="auto">
          <a:xfrm>
            <a:off x="7772400" y="3962400"/>
            <a:ext cx="1116013" cy="64135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/>
              <a:t>Physical Address</a:t>
            </a:r>
          </a:p>
        </p:txBody>
      </p:sp>
      <p:sp>
        <p:nvSpPr>
          <p:cNvPr id="1691689" name="Text Box 41"/>
          <p:cNvSpPr txBox="1">
            <a:spLocks noChangeArrowheads="1"/>
          </p:cNvSpPr>
          <p:nvPr/>
        </p:nvSpPr>
        <p:spPr bwMode="auto">
          <a:xfrm>
            <a:off x="876300" y="4615933"/>
            <a:ext cx="2667000" cy="369332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 anchor="ctr">
            <a:prstTxWarp prst="textNoShape">
              <a:avLst/>
            </a:prstTxWarp>
            <a:spAutoFit/>
          </a:bodyPr>
          <a:lstStyle/>
          <a:p>
            <a:r>
              <a:rPr lang="en-US" dirty="0"/>
              <a:t>Instruction / data</a:t>
            </a:r>
          </a:p>
        </p:txBody>
      </p:sp>
      <p:sp>
        <p:nvSpPr>
          <p:cNvPr id="1691690" name="Text Box 42"/>
          <p:cNvSpPr txBox="1">
            <a:spLocks noChangeArrowheads="1"/>
          </p:cNvSpPr>
          <p:nvPr/>
        </p:nvSpPr>
        <p:spPr bwMode="auto">
          <a:xfrm>
            <a:off x="5119116" y="4828031"/>
            <a:ext cx="2438400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dirty="0"/>
              <a:t>Physical Address</a:t>
            </a:r>
          </a:p>
        </p:txBody>
      </p:sp>
      <p:sp>
        <p:nvSpPr>
          <p:cNvPr id="1691694" name="Text Box 46"/>
          <p:cNvSpPr txBox="1">
            <a:spLocks noChangeArrowheads="1"/>
          </p:cNvSpPr>
          <p:nvPr/>
        </p:nvSpPr>
        <p:spPr bwMode="auto">
          <a:xfrm>
            <a:off x="152400" y="3657600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Physical Address</a:t>
            </a:r>
          </a:p>
        </p:txBody>
      </p:sp>
      <p:sp>
        <p:nvSpPr>
          <p:cNvPr id="1691696" name="Rectangle 48"/>
          <p:cNvSpPr>
            <a:spLocks noChangeArrowheads="1"/>
          </p:cNvSpPr>
          <p:nvPr/>
        </p:nvSpPr>
        <p:spPr bwMode="auto">
          <a:xfrm>
            <a:off x="3429000" y="3240087"/>
            <a:ext cx="1635125" cy="457200"/>
          </a:xfrm>
          <a:prstGeom prst="rect">
            <a:avLst/>
          </a:prstGeom>
          <a:solidFill>
            <a:schemeClr val="accent1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>
              <a:lnSpc>
                <a:spcPct val="85000"/>
              </a:lnSpc>
            </a:pPr>
            <a:r>
              <a:rPr lang="en-US" altLang="ko-KR" sz="1600">
                <a:ea typeface="굴림" charset="-127"/>
                <a:cs typeface="굴림" charset="-127"/>
              </a:rPr>
              <a:t>P</a:t>
            </a:r>
            <a:r>
              <a:rPr lang="en-US" altLang="ko-KR" sz="1600">
                <a:latin typeface="ヒラギノ角ゴ Pro W3" charset="-128"/>
                <a:ea typeface="굴림" charset="-127"/>
                <a:cs typeface="굴림" charset="-127"/>
              </a:rPr>
              <a:t>age-Table Base</a:t>
            </a:r>
            <a:r>
              <a:rPr lang="en-US" altLang="ko-KR" sz="1600">
                <a:ea typeface="굴림" charset="-127"/>
                <a:cs typeface="굴림" charset="-127"/>
              </a:rPr>
              <a:t> Register</a:t>
            </a:r>
            <a:endParaRPr lang="en-US"/>
          </a:p>
        </p:txBody>
      </p:sp>
      <p:sp>
        <p:nvSpPr>
          <p:cNvPr id="1691698" name="Line 50"/>
          <p:cNvSpPr>
            <a:spLocks noChangeShapeType="1"/>
          </p:cNvSpPr>
          <p:nvPr/>
        </p:nvSpPr>
        <p:spPr bwMode="auto">
          <a:xfrm>
            <a:off x="1066800" y="3962400"/>
            <a:ext cx="1143000" cy="76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99" name="Text Box 51"/>
          <p:cNvSpPr txBox="1">
            <a:spLocks noChangeArrowheads="1"/>
          </p:cNvSpPr>
          <p:nvPr/>
        </p:nvSpPr>
        <p:spPr bwMode="auto">
          <a:xfrm>
            <a:off x="1219200" y="1295400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Virtual Address</a:t>
            </a:r>
          </a:p>
        </p:txBody>
      </p:sp>
      <p:sp>
        <p:nvSpPr>
          <p:cNvPr id="1691700" name="Line 52"/>
          <p:cNvSpPr>
            <a:spLocks noChangeShapeType="1"/>
          </p:cNvSpPr>
          <p:nvPr/>
        </p:nvSpPr>
        <p:spPr bwMode="auto">
          <a:xfrm flipV="1">
            <a:off x="914400" y="1828800"/>
            <a:ext cx="533400" cy="685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3" name="Text Box 55"/>
          <p:cNvSpPr txBox="1">
            <a:spLocks noChangeArrowheads="1"/>
          </p:cNvSpPr>
          <p:nvPr/>
        </p:nvSpPr>
        <p:spPr bwMode="auto">
          <a:xfrm>
            <a:off x="5943600" y="1219200"/>
            <a:ext cx="1116013" cy="58102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r>
              <a:rPr lang="en-US" sz="1600"/>
              <a:t>Virtual Address</a:t>
            </a:r>
          </a:p>
        </p:txBody>
      </p:sp>
      <p:sp>
        <p:nvSpPr>
          <p:cNvPr id="1691704" name="Line 56"/>
          <p:cNvSpPr>
            <a:spLocks noChangeShapeType="1"/>
          </p:cNvSpPr>
          <p:nvPr/>
        </p:nvSpPr>
        <p:spPr bwMode="auto">
          <a:xfrm flipV="1">
            <a:off x="6096000" y="1828800"/>
            <a:ext cx="152400" cy="685799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05" name="Rectangle 57"/>
          <p:cNvSpPr>
            <a:spLocks noChangeArrowheads="1"/>
          </p:cNvSpPr>
          <p:nvPr/>
        </p:nvSpPr>
        <p:spPr bwMode="auto">
          <a:xfrm>
            <a:off x="5257800" y="3316287"/>
            <a:ext cx="1905000" cy="685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r>
              <a:rPr lang="en-US"/>
              <a:t>Hardware Page Table Walker</a:t>
            </a:r>
          </a:p>
        </p:txBody>
      </p:sp>
      <p:sp>
        <p:nvSpPr>
          <p:cNvPr id="1691706" name="Line 58"/>
          <p:cNvSpPr>
            <a:spLocks noChangeShapeType="1"/>
          </p:cNvSpPr>
          <p:nvPr/>
        </p:nvSpPr>
        <p:spPr bwMode="auto">
          <a:xfrm>
            <a:off x="5029200" y="3392487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0" name="Freeform 62"/>
          <p:cNvSpPr>
            <a:spLocks/>
          </p:cNvSpPr>
          <p:nvPr/>
        </p:nvSpPr>
        <p:spPr bwMode="auto">
          <a:xfrm>
            <a:off x="6400800" y="3810000"/>
            <a:ext cx="1371600" cy="762000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96" y="432"/>
              </a:cxn>
              <a:cxn ang="0">
                <a:pos x="96" y="0"/>
              </a:cxn>
            </a:cxnLst>
            <a:rect l="0" t="0" r="r" b="b"/>
            <a:pathLst>
              <a:path w="96" h="432">
                <a:moveTo>
                  <a:pt x="0" y="432"/>
                </a:moveTo>
                <a:lnTo>
                  <a:pt x="96" y="432"/>
                </a:lnTo>
                <a:lnTo>
                  <a:pt x="96" y="0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7" name="Group 69"/>
          <p:cNvGrpSpPr/>
          <p:nvPr/>
        </p:nvGrpSpPr>
        <p:grpSpPr>
          <a:xfrm rot="5400000">
            <a:off x="7239000" y="3429000"/>
            <a:ext cx="152400" cy="304800"/>
            <a:chOff x="6629400" y="3316287"/>
            <a:chExt cx="152400" cy="304800"/>
          </a:xfrm>
        </p:grpSpPr>
        <p:sp>
          <p:nvSpPr>
            <p:cNvPr id="1691707" name="Line 59"/>
            <p:cNvSpPr>
              <a:spLocks noChangeShapeType="1"/>
            </p:cNvSpPr>
            <p:nvPr/>
          </p:nvSpPr>
          <p:spPr bwMode="auto">
            <a:xfrm>
              <a:off x="66294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1711" name="Line 63"/>
            <p:cNvSpPr>
              <a:spLocks noChangeShapeType="1"/>
            </p:cNvSpPr>
            <p:nvPr/>
          </p:nvSpPr>
          <p:spPr bwMode="auto">
            <a:xfrm flipV="1">
              <a:off x="67818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91712" name="Freeform 64"/>
          <p:cNvSpPr>
            <a:spLocks/>
          </p:cNvSpPr>
          <p:nvPr/>
        </p:nvSpPr>
        <p:spPr bwMode="auto">
          <a:xfrm>
            <a:off x="2438400" y="3581399"/>
            <a:ext cx="2819400" cy="3444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714" name="Freeform 66"/>
          <p:cNvSpPr>
            <a:spLocks/>
          </p:cNvSpPr>
          <p:nvPr/>
        </p:nvSpPr>
        <p:spPr bwMode="auto">
          <a:xfrm>
            <a:off x="2667000" y="3581399"/>
            <a:ext cx="2590800" cy="1920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64"/>
          <p:cNvSpPr>
            <a:spLocks/>
          </p:cNvSpPr>
          <p:nvPr/>
        </p:nvSpPr>
        <p:spPr bwMode="auto">
          <a:xfrm>
            <a:off x="2209800" y="3581400"/>
            <a:ext cx="1524000" cy="6492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528"/>
              </a:cxn>
              <a:cxn ang="0">
                <a:pos x="2304" y="528"/>
              </a:cxn>
            </a:cxnLst>
            <a:rect l="0" t="0" r="r" b="b"/>
            <a:pathLst>
              <a:path w="2304" h="528">
                <a:moveTo>
                  <a:pt x="0" y="0"/>
                </a:moveTo>
                <a:lnTo>
                  <a:pt x="0" y="528"/>
                </a:lnTo>
                <a:lnTo>
                  <a:pt x="2304" y="528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Line 63"/>
          <p:cNvSpPr>
            <a:spLocks noChangeShapeType="1"/>
          </p:cNvSpPr>
          <p:nvPr/>
        </p:nvSpPr>
        <p:spPr bwMode="auto">
          <a:xfrm>
            <a:off x="1600200" y="2819400"/>
            <a:ext cx="457200" cy="609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Line 52"/>
          <p:cNvSpPr>
            <a:spLocks noChangeShapeType="1"/>
          </p:cNvSpPr>
          <p:nvPr/>
        </p:nvSpPr>
        <p:spPr bwMode="auto">
          <a:xfrm flipV="1">
            <a:off x="1828800" y="1828800"/>
            <a:ext cx="228600" cy="12192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Line 56"/>
          <p:cNvSpPr>
            <a:spLocks noChangeShapeType="1"/>
          </p:cNvSpPr>
          <p:nvPr/>
        </p:nvSpPr>
        <p:spPr bwMode="auto">
          <a:xfrm flipH="1" flipV="1">
            <a:off x="6705600" y="1828800"/>
            <a:ext cx="609600" cy="106680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 type="triangle" w="med" len="med"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Line 63"/>
          <p:cNvSpPr>
            <a:spLocks noChangeShapeType="1"/>
          </p:cNvSpPr>
          <p:nvPr/>
        </p:nvSpPr>
        <p:spPr bwMode="auto">
          <a:xfrm>
            <a:off x="7162800" y="2819400"/>
            <a:ext cx="45720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1685" name="Freeform 37"/>
          <p:cNvSpPr>
            <a:spLocks/>
          </p:cNvSpPr>
          <p:nvPr/>
        </p:nvSpPr>
        <p:spPr bwMode="auto">
          <a:xfrm>
            <a:off x="6400800" y="2895599"/>
            <a:ext cx="609600" cy="1563687"/>
          </a:xfrm>
          <a:custGeom>
            <a:avLst/>
            <a:gdLst/>
            <a:ahLst/>
            <a:cxnLst>
              <a:cxn ang="0">
                <a:pos x="816" y="0"/>
              </a:cxn>
              <a:cxn ang="0">
                <a:pos x="816" y="384"/>
              </a:cxn>
              <a:cxn ang="0">
                <a:pos x="0" y="384"/>
              </a:cxn>
            </a:cxnLst>
            <a:rect l="0" t="0" r="r" b="b"/>
            <a:pathLst>
              <a:path w="816" h="384">
                <a:moveTo>
                  <a:pt x="816" y="0"/>
                </a:moveTo>
                <a:lnTo>
                  <a:pt x="816" y="384"/>
                </a:lnTo>
                <a:lnTo>
                  <a:pt x="0" y="384"/>
                </a:ln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Text Box 65"/>
          <p:cNvSpPr txBox="1">
            <a:spLocks noChangeArrowheads="1"/>
          </p:cNvSpPr>
          <p:nvPr/>
        </p:nvSpPr>
        <p:spPr bwMode="auto">
          <a:xfrm>
            <a:off x="7315200" y="2819400"/>
            <a:ext cx="80168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Miss?</a:t>
            </a:r>
            <a:endParaRPr lang="en-US"/>
          </a:p>
        </p:txBody>
      </p:sp>
      <p:sp>
        <p:nvSpPr>
          <p:cNvPr id="72" name="Text Box 65"/>
          <p:cNvSpPr txBox="1">
            <a:spLocks noChangeArrowheads="1"/>
          </p:cNvSpPr>
          <p:nvPr/>
        </p:nvSpPr>
        <p:spPr bwMode="auto">
          <a:xfrm>
            <a:off x="1371600" y="2909887"/>
            <a:ext cx="801688" cy="3667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rgbClr val="56127A"/>
                </a:solidFill>
              </a:rPr>
              <a:t>Miss?</a:t>
            </a:r>
            <a:endParaRPr lang="en-US"/>
          </a:p>
        </p:txBody>
      </p:sp>
      <p:grpSp>
        <p:nvGrpSpPr>
          <p:cNvPr id="8" name="Group 72"/>
          <p:cNvGrpSpPr/>
          <p:nvPr/>
        </p:nvGrpSpPr>
        <p:grpSpPr>
          <a:xfrm>
            <a:off x="5867400" y="3962400"/>
            <a:ext cx="228600" cy="228600"/>
            <a:chOff x="6629400" y="3316287"/>
            <a:chExt cx="152400" cy="304800"/>
          </a:xfrm>
        </p:grpSpPr>
        <p:sp>
          <p:nvSpPr>
            <p:cNvPr id="74" name="Line 59"/>
            <p:cNvSpPr>
              <a:spLocks noChangeShapeType="1"/>
            </p:cNvSpPr>
            <p:nvPr/>
          </p:nvSpPr>
          <p:spPr bwMode="auto">
            <a:xfrm>
              <a:off x="66294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63"/>
            <p:cNvSpPr>
              <a:spLocks noChangeShapeType="1"/>
            </p:cNvSpPr>
            <p:nvPr/>
          </p:nvSpPr>
          <p:spPr bwMode="auto">
            <a:xfrm flipV="1">
              <a:off x="6781800" y="3316287"/>
              <a:ext cx="0" cy="304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274878" y="5486400"/>
            <a:ext cx="2661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Translate on </a:t>
            </a:r>
            <a:r>
              <a:rPr lang="en-US" sz="2400" i="1"/>
              <a:t>miss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72E77B8-5F9E-1781-6F32-C947C33B49DC}"/>
                  </a:ext>
                </a:extLst>
              </p14:cNvPr>
              <p14:cNvContentPartPr/>
              <p14:nvPr/>
            </p14:nvContentPartPr>
            <p14:xfrm>
              <a:off x="1921320" y="2708640"/>
              <a:ext cx="935640" cy="1203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72E77B8-5F9E-1781-6F32-C947C33B49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1960" y="2699280"/>
                <a:ext cx="954360" cy="122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478871-E9A7-5D4D-B91D-FDADE166058E}" type="slidenum">
              <a:rPr lang="en-US"/>
              <a:pPr/>
              <a:t>79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87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153400" cy="9906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Aliasing in Virtual-Address Caches</a:t>
            </a:r>
          </a:p>
        </p:txBody>
      </p:sp>
      <p:sp>
        <p:nvSpPr>
          <p:cNvPr id="1687555" name="Rectangle 3"/>
          <p:cNvSpPr>
            <a:spLocks noChangeArrowheads="1"/>
          </p:cNvSpPr>
          <p:nvPr/>
        </p:nvSpPr>
        <p:spPr bwMode="auto">
          <a:xfrm>
            <a:off x="1447800" y="22098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56" name="Rectangle 4"/>
          <p:cNvSpPr>
            <a:spLocks noChangeArrowheads="1"/>
          </p:cNvSpPr>
          <p:nvPr/>
        </p:nvSpPr>
        <p:spPr bwMode="auto">
          <a:xfrm>
            <a:off x="1447800" y="19812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57" name="Rectangle 5"/>
          <p:cNvSpPr>
            <a:spLocks noChangeArrowheads="1"/>
          </p:cNvSpPr>
          <p:nvPr/>
        </p:nvSpPr>
        <p:spPr bwMode="auto">
          <a:xfrm>
            <a:off x="1447800" y="17526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58" name="Rectangle 6"/>
          <p:cNvSpPr>
            <a:spLocks noChangeArrowheads="1"/>
          </p:cNvSpPr>
          <p:nvPr/>
        </p:nvSpPr>
        <p:spPr bwMode="auto">
          <a:xfrm>
            <a:off x="1447800" y="1524000"/>
            <a:ext cx="990600" cy="2286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59" name="Rectangle 7"/>
          <p:cNvSpPr>
            <a:spLocks noChangeArrowheads="1"/>
          </p:cNvSpPr>
          <p:nvPr/>
        </p:nvSpPr>
        <p:spPr bwMode="auto">
          <a:xfrm>
            <a:off x="1447800" y="31242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0" name="Rectangle 8"/>
          <p:cNvSpPr>
            <a:spLocks noChangeArrowheads="1"/>
          </p:cNvSpPr>
          <p:nvPr/>
        </p:nvSpPr>
        <p:spPr bwMode="auto">
          <a:xfrm>
            <a:off x="1447800" y="2895600"/>
            <a:ext cx="990600" cy="2286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1" name="Rectangle 9"/>
          <p:cNvSpPr>
            <a:spLocks noChangeArrowheads="1"/>
          </p:cNvSpPr>
          <p:nvPr/>
        </p:nvSpPr>
        <p:spPr bwMode="auto">
          <a:xfrm>
            <a:off x="1447800" y="26670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2" name="Rectangle 10"/>
          <p:cNvSpPr>
            <a:spLocks noChangeArrowheads="1"/>
          </p:cNvSpPr>
          <p:nvPr/>
        </p:nvSpPr>
        <p:spPr bwMode="auto">
          <a:xfrm>
            <a:off x="1447800" y="24384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3" name="Rectangle 11"/>
          <p:cNvSpPr>
            <a:spLocks noChangeArrowheads="1"/>
          </p:cNvSpPr>
          <p:nvPr/>
        </p:nvSpPr>
        <p:spPr bwMode="auto">
          <a:xfrm>
            <a:off x="3124200" y="28194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4" name="Rectangle 12"/>
          <p:cNvSpPr>
            <a:spLocks noChangeArrowheads="1"/>
          </p:cNvSpPr>
          <p:nvPr/>
        </p:nvSpPr>
        <p:spPr bwMode="auto">
          <a:xfrm>
            <a:off x="3124200" y="25908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5" name="Rectangle 13"/>
          <p:cNvSpPr>
            <a:spLocks noChangeArrowheads="1"/>
          </p:cNvSpPr>
          <p:nvPr/>
        </p:nvSpPr>
        <p:spPr bwMode="auto">
          <a:xfrm>
            <a:off x="3124200" y="2362200"/>
            <a:ext cx="990600" cy="2286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6" name="Rectangle 14"/>
          <p:cNvSpPr>
            <a:spLocks noChangeArrowheads="1"/>
          </p:cNvSpPr>
          <p:nvPr/>
        </p:nvSpPr>
        <p:spPr bwMode="auto">
          <a:xfrm>
            <a:off x="3124200" y="2133600"/>
            <a:ext cx="990600" cy="228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7" name="Line 15"/>
          <p:cNvSpPr>
            <a:spLocks noChangeShapeType="1"/>
          </p:cNvSpPr>
          <p:nvPr/>
        </p:nvSpPr>
        <p:spPr bwMode="auto">
          <a:xfrm>
            <a:off x="2438400" y="1676400"/>
            <a:ext cx="6858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8" name="Line 16"/>
          <p:cNvSpPr>
            <a:spLocks noChangeShapeType="1"/>
          </p:cNvSpPr>
          <p:nvPr/>
        </p:nvSpPr>
        <p:spPr bwMode="auto">
          <a:xfrm flipV="1">
            <a:off x="2438400" y="2590800"/>
            <a:ext cx="685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69" name="Text Box 17"/>
          <p:cNvSpPr txBox="1">
            <a:spLocks noChangeArrowheads="1"/>
          </p:cNvSpPr>
          <p:nvPr/>
        </p:nvSpPr>
        <p:spPr bwMode="auto">
          <a:xfrm>
            <a:off x="581025" y="1431925"/>
            <a:ext cx="550863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baseline="-25000">
                <a:solidFill>
                  <a:srgbClr val="56127A"/>
                </a:solidFill>
                <a:latin typeface="Verdana" charset="0"/>
              </a:rPr>
              <a:t>1</a:t>
            </a:r>
          </a:p>
        </p:txBody>
      </p:sp>
      <p:sp>
        <p:nvSpPr>
          <p:cNvPr id="1687570" name="Line 18"/>
          <p:cNvSpPr>
            <a:spLocks noChangeShapeType="1"/>
          </p:cNvSpPr>
          <p:nvPr/>
        </p:nvSpPr>
        <p:spPr bwMode="auto">
          <a:xfrm>
            <a:off x="1066800" y="16002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71" name="Text Box 19"/>
          <p:cNvSpPr txBox="1">
            <a:spLocks noChangeArrowheads="1"/>
          </p:cNvSpPr>
          <p:nvPr/>
        </p:nvSpPr>
        <p:spPr bwMode="auto">
          <a:xfrm>
            <a:off x="581025" y="2803525"/>
            <a:ext cx="550863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baseline="-25000">
                <a:solidFill>
                  <a:srgbClr val="56127A"/>
                </a:solidFill>
                <a:latin typeface="Verdana" charset="0"/>
              </a:rPr>
              <a:t>2</a:t>
            </a:r>
          </a:p>
        </p:txBody>
      </p:sp>
      <p:sp>
        <p:nvSpPr>
          <p:cNvPr id="1687572" name="Line 20"/>
          <p:cNvSpPr>
            <a:spLocks noChangeShapeType="1"/>
          </p:cNvSpPr>
          <p:nvPr/>
        </p:nvSpPr>
        <p:spPr bwMode="auto">
          <a:xfrm>
            <a:off x="1066800" y="29718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73" name="Text Box 21"/>
          <p:cNvSpPr txBox="1">
            <a:spLocks noChangeArrowheads="1"/>
          </p:cNvSpPr>
          <p:nvPr/>
        </p:nvSpPr>
        <p:spPr bwMode="auto">
          <a:xfrm>
            <a:off x="1279525" y="1157288"/>
            <a:ext cx="1438275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Page Table</a:t>
            </a:r>
          </a:p>
        </p:txBody>
      </p:sp>
      <p:sp>
        <p:nvSpPr>
          <p:cNvPr id="1687574" name="Text Box 22"/>
          <p:cNvSpPr txBox="1">
            <a:spLocks noChangeArrowheads="1"/>
          </p:cNvSpPr>
          <p:nvPr/>
        </p:nvSpPr>
        <p:spPr bwMode="auto">
          <a:xfrm>
            <a:off x="2871788" y="1738313"/>
            <a:ext cx="1477962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Data Pages</a:t>
            </a:r>
          </a:p>
        </p:txBody>
      </p:sp>
      <p:sp>
        <p:nvSpPr>
          <p:cNvPr id="1687575" name="Text Box 23"/>
          <p:cNvSpPr txBox="1">
            <a:spLocks noChangeArrowheads="1"/>
          </p:cNvSpPr>
          <p:nvPr/>
        </p:nvSpPr>
        <p:spPr bwMode="auto">
          <a:xfrm>
            <a:off x="2584450" y="2346325"/>
            <a:ext cx="446088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PA</a:t>
            </a:r>
            <a:endParaRPr lang="en-US" baseline="-250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87576" name="Rectangle 24"/>
          <p:cNvSpPr>
            <a:spLocks noChangeArrowheads="1"/>
          </p:cNvSpPr>
          <p:nvPr/>
        </p:nvSpPr>
        <p:spPr bwMode="auto">
          <a:xfrm>
            <a:off x="4876800" y="15240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77" name="Rectangle 25"/>
          <p:cNvSpPr>
            <a:spLocks noChangeArrowheads="1"/>
          </p:cNvSpPr>
          <p:nvPr/>
        </p:nvSpPr>
        <p:spPr bwMode="auto">
          <a:xfrm>
            <a:off x="4876800" y="17526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baseline="-25000">
                <a:solidFill>
                  <a:srgbClr val="56127A"/>
                </a:solidFill>
                <a:latin typeface="Verdana" charset="0"/>
              </a:rPr>
              <a:t>1</a:t>
            </a:r>
          </a:p>
        </p:txBody>
      </p:sp>
      <p:sp>
        <p:nvSpPr>
          <p:cNvPr id="1687578" name="Rectangle 26"/>
          <p:cNvSpPr>
            <a:spLocks noChangeArrowheads="1"/>
          </p:cNvSpPr>
          <p:nvPr/>
        </p:nvSpPr>
        <p:spPr bwMode="auto">
          <a:xfrm>
            <a:off x="4876800" y="19812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79" name="Rectangle 27"/>
          <p:cNvSpPr>
            <a:spLocks noChangeArrowheads="1"/>
          </p:cNvSpPr>
          <p:nvPr/>
        </p:nvSpPr>
        <p:spPr bwMode="auto">
          <a:xfrm>
            <a:off x="4876800" y="24384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baseline="-25000">
                <a:solidFill>
                  <a:srgbClr val="56127A"/>
                </a:solidFill>
                <a:latin typeface="Verdana" charset="0"/>
              </a:rPr>
              <a:t>2</a:t>
            </a:r>
          </a:p>
        </p:txBody>
      </p:sp>
      <p:sp>
        <p:nvSpPr>
          <p:cNvPr id="1687580" name="Rectangle 28"/>
          <p:cNvSpPr>
            <a:spLocks noChangeArrowheads="1"/>
          </p:cNvSpPr>
          <p:nvPr/>
        </p:nvSpPr>
        <p:spPr bwMode="auto">
          <a:xfrm>
            <a:off x="4876800" y="22098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1" name="Rectangle 29"/>
          <p:cNvSpPr>
            <a:spLocks noChangeArrowheads="1"/>
          </p:cNvSpPr>
          <p:nvPr/>
        </p:nvSpPr>
        <p:spPr bwMode="auto">
          <a:xfrm>
            <a:off x="4876800" y="2667000"/>
            <a:ext cx="9144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2" name="Rectangle 30"/>
          <p:cNvSpPr>
            <a:spLocks noChangeArrowheads="1"/>
          </p:cNvSpPr>
          <p:nvPr/>
        </p:nvSpPr>
        <p:spPr bwMode="auto">
          <a:xfrm>
            <a:off x="5791200" y="15240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3" name="Rectangle 31"/>
          <p:cNvSpPr>
            <a:spLocks noChangeArrowheads="1"/>
          </p:cNvSpPr>
          <p:nvPr/>
        </p:nvSpPr>
        <p:spPr bwMode="auto">
          <a:xfrm>
            <a:off x="5791200" y="17526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1st Copy of Data at PA</a:t>
            </a:r>
            <a:endParaRPr lang="en-US" baseline="-250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87584" name="Rectangle 32"/>
          <p:cNvSpPr>
            <a:spLocks noChangeArrowheads="1"/>
          </p:cNvSpPr>
          <p:nvPr/>
        </p:nvSpPr>
        <p:spPr bwMode="auto">
          <a:xfrm>
            <a:off x="5791200" y="19812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5" name="Rectangle 33"/>
          <p:cNvSpPr>
            <a:spLocks noChangeArrowheads="1"/>
          </p:cNvSpPr>
          <p:nvPr/>
        </p:nvSpPr>
        <p:spPr bwMode="auto">
          <a:xfrm>
            <a:off x="5791200" y="24384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solidFill>
                  <a:srgbClr val="56127A"/>
                </a:solidFill>
                <a:latin typeface="Verdana" charset="0"/>
              </a:rPr>
              <a:t>2nd Copy of Data at PA</a:t>
            </a:r>
          </a:p>
        </p:txBody>
      </p:sp>
      <p:sp>
        <p:nvSpPr>
          <p:cNvPr id="1687586" name="Rectangle 34"/>
          <p:cNvSpPr>
            <a:spLocks noChangeArrowheads="1"/>
          </p:cNvSpPr>
          <p:nvPr/>
        </p:nvSpPr>
        <p:spPr bwMode="auto">
          <a:xfrm>
            <a:off x="5791200" y="22098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7" name="Rectangle 35"/>
          <p:cNvSpPr>
            <a:spLocks noChangeArrowheads="1"/>
          </p:cNvSpPr>
          <p:nvPr/>
        </p:nvSpPr>
        <p:spPr bwMode="auto">
          <a:xfrm>
            <a:off x="5791200" y="2667000"/>
            <a:ext cx="2743200" cy="228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87588" name="Text Box 36"/>
          <p:cNvSpPr txBox="1">
            <a:spLocks noChangeArrowheads="1"/>
          </p:cNvSpPr>
          <p:nvPr/>
        </p:nvSpPr>
        <p:spPr bwMode="auto">
          <a:xfrm>
            <a:off x="4999038" y="1157288"/>
            <a:ext cx="604837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Tag</a:t>
            </a:r>
          </a:p>
        </p:txBody>
      </p:sp>
      <p:sp>
        <p:nvSpPr>
          <p:cNvPr id="1687589" name="Text Box 37"/>
          <p:cNvSpPr txBox="1">
            <a:spLocks noChangeArrowheads="1"/>
          </p:cNvSpPr>
          <p:nvPr/>
        </p:nvSpPr>
        <p:spPr bwMode="auto">
          <a:xfrm>
            <a:off x="6808788" y="1157288"/>
            <a:ext cx="725487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Data</a:t>
            </a:r>
          </a:p>
        </p:txBody>
      </p:sp>
      <p:sp>
        <p:nvSpPr>
          <p:cNvPr id="1687590" name="Text Box 38"/>
          <p:cNvSpPr txBox="1">
            <a:spLocks noChangeArrowheads="1"/>
          </p:cNvSpPr>
          <p:nvPr/>
        </p:nvSpPr>
        <p:spPr bwMode="auto">
          <a:xfrm>
            <a:off x="838200" y="3429000"/>
            <a:ext cx="3352800" cy="7016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Two virtual pages share one physical page</a:t>
            </a:r>
          </a:p>
        </p:txBody>
      </p:sp>
      <p:sp>
        <p:nvSpPr>
          <p:cNvPr id="1687591" name="Text Box 39"/>
          <p:cNvSpPr txBox="1">
            <a:spLocks noChangeArrowheads="1"/>
          </p:cNvSpPr>
          <p:nvPr/>
        </p:nvSpPr>
        <p:spPr bwMode="auto">
          <a:xfrm>
            <a:off x="4572000" y="2971800"/>
            <a:ext cx="4267200" cy="13112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Virtual cache can have two copies of same physical data. Writes to one copy not visible to reads of other!</a:t>
            </a:r>
          </a:p>
        </p:txBody>
      </p:sp>
      <p:sp>
        <p:nvSpPr>
          <p:cNvPr id="1687592" name="Text Box 40"/>
          <p:cNvSpPr txBox="1">
            <a:spLocks noChangeArrowheads="1"/>
          </p:cNvSpPr>
          <p:nvPr/>
        </p:nvSpPr>
        <p:spPr bwMode="auto">
          <a:xfrm>
            <a:off x="533400" y="4409207"/>
            <a:ext cx="8153400" cy="182101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>
                <a:latin typeface="Verdana" charset="0"/>
              </a:rPr>
              <a:t>General Solution:  </a:t>
            </a:r>
            <a:r>
              <a:rPr lang="en-US" sz="2000" i="1" dirty="0">
                <a:solidFill>
                  <a:srgbClr val="56127A"/>
                </a:solidFill>
                <a:latin typeface="Verdana" charset="0"/>
              </a:rPr>
              <a:t>Prevent aliases coexisting in cache</a:t>
            </a:r>
          </a:p>
          <a:p>
            <a:pPr algn="l">
              <a:lnSpc>
                <a:spcPct val="90000"/>
              </a:lnSpc>
            </a:pPr>
            <a:r>
              <a:rPr lang="en-US" sz="2000" dirty="0">
                <a:latin typeface="Verdana" charset="0"/>
              </a:rPr>
              <a:t>Software (i.e., OS) solution for direct-mapped cache</a:t>
            </a:r>
          </a:p>
          <a:p>
            <a:pPr lvl="1" algn="l">
              <a:lnSpc>
                <a:spcPct val="90000"/>
              </a:lnSpc>
            </a:pPr>
            <a:r>
              <a:rPr lang="en-US" sz="2000" dirty="0">
                <a:solidFill>
                  <a:srgbClr val="56127A"/>
                </a:solidFill>
                <a:latin typeface="Verdana" charset="0"/>
              </a:rPr>
              <a:t>VAs of shared pages must agree in cache index bits; this ensures all VAs accessing same PA will conflict in direct-mapped cache (early SPARCs)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F24B34F-77E0-F377-9684-2574E22880D0}"/>
                  </a:ext>
                </a:extLst>
              </p14:cNvPr>
              <p14:cNvContentPartPr/>
              <p14:nvPr/>
            </p14:nvContentPartPr>
            <p14:xfrm>
              <a:off x="279360" y="911520"/>
              <a:ext cx="8499240" cy="552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F24B34F-77E0-F377-9684-2574E22880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000" y="902160"/>
                <a:ext cx="8517960" cy="5546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5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5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5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7592" grpId="0" build="allAtOnce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F5E31-E88C-FE43-9B6C-F7587932BAFB}" type="slidenum">
              <a:rPr lang="en-US"/>
              <a:pPr/>
              <a:t>80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2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0" y="422275"/>
            <a:ext cx="8832850" cy="927100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Concurrent Access to TLB &amp; Large L1</a:t>
            </a:r>
            <a:br>
              <a:rPr lang="en-US"/>
            </a:br>
            <a:r>
              <a:rPr lang="en-US" sz="2000"/>
              <a:t>The problem with L1 &gt; Page size</a:t>
            </a:r>
            <a:endParaRPr lang="en-US" sz="2000" i="1"/>
          </a:p>
        </p:txBody>
      </p:sp>
      <p:sp>
        <p:nvSpPr>
          <p:cNvPr id="1692675" name="Rectangle 3"/>
          <p:cNvSpPr>
            <a:spLocks noChangeArrowheads="1"/>
          </p:cNvSpPr>
          <p:nvPr/>
        </p:nvSpPr>
        <p:spPr bwMode="auto">
          <a:xfrm>
            <a:off x="1828800" y="5478463"/>
            <a:ext cx="5616575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i="1">
                <a:solidFill>
                  <a:srgbClr val="56127A"/>
                </a:solidFill>
                <a:latin typeface="Verdana" charset="0"/>
              </a:rPr>
              <a:t>Can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VA</a:t>
            </a:r>
            <a:r>
              <a:rPr lang="en-US" sz="2400" baseline="-25000">
                <a:solidFill>
                  <a:srgbClr val="56127A"/>
                </a:solidFill>
                <a:latin typeface="Verdana" charset="0"/>
              </a:rPr>
              <a:t>1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and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VA</a:t>
            </a:r>
            <a:r>
              <a:rPr lang="en-US" sz="2400" baseline="-25000">
                <a:solidFill>
                  <a:srgbClr val="56127A"/>
                </a:solidFill>
                <a:latin typeface="Verdana" charset="0"/>
              </a:rPr>
              <a:t>2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both map to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PA </a:t>
            </a:r>
            <a:r>
              <a:rPr lang="en-US" sz="2400" i="1">
                <a:solidFill>
                  <a:srgbClr val="56127A"/>
                </a:solidFill>
                <a:latin typeface="Verdana" charset="0"/>
              </a:rPr>
              <a:t>? </a:t>
            </a:r>
          </a:p>
        </p:txBody>
      </p:sp>
      <p:sp>
        <p:nvSpPr>
          <p:cNvPr id="1692676" name="Line 4"/>
          <p:cNvSpPr>
            <a:spLocks noChangeShapeType="1"/>
          </p:cNvSpPr>
          <p:nvPr/>
        </p:nvSpPr>
        <p:spPr bwMode="auto">
          <a:xfrm>
            <a:off x="5534025" y="384810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77" name="Rectangle 5"/>
          <p:cNvSpPr>
            <a:spLocks noChangeArrowheads="1"/>
          </p:cNvSpPr>
          <p:nvPr/>
        </p:nvSpPr>
        <p:spPr bwMode="auto">
          <a:xfrm>
            <a:off x="863600" y="200660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78" name="Rectangle 6"/>
          <p:cNvSpPr>
            <a:spLocks noChangeArrowheads="1"/>
          </p:cNvSpPr>
          <p:nvPr/>
        </p:nvSpPr>
        <p:spPr bwMode="auto">
          <a:xfrm>
            <a:off x="879475" y="2006600"/>
            <a:ext cx="50514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VPN 	         a    Page Offset    b</a:t>
            </a:r>
          </a:p>
        </p:txBody>
      </p:sp>
      <p:sp>
        <p:nvSpPr>
          <p:cNvPr id="1692679" name="Line 7"/>
          <p:cNvSpPr>
            <a:spLocks noChangeShapeType="1"/>
          </p:cNvSpPr>
          <p:nvPr/>
        </p:nvSpPr>
        <p:spPr bwMode="auto">
          <a:xfrm>
            <a:off x="3860800" y="201930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0" name="Freeform 8"/>
          <p:cNvSpPr>
            <a:spLocks/>
          </p:cNvSpPr>
          <p:nvPr/>
        </p:nvSpPr>
        <p:spPr bwMode="auto">
          <a:xfrm>
            <a:off x="3403600" y="1866900"/>
            <a:ext cx="2109788" cy="103188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62" y="0"/>
              </a:cxn>
              <a:cxn ang="0">
                <a:pos x="1289" y="0"/>
              </a:cxn>
              <a:cxn ang="0">
                <a:pos x="1328" y="64"/>
              </a:cxn>
            </a:cxnLst>
            <a:rect l="0" t="0" r="r" b="b"/>
            <a:pathLst>
              <a:path w="1329" h="65">
                <a:moveTo>
                  <a:pt x="0" y="59"/>
                </a:moveTo>
                <a:lnTo>
                  <a:pt x="62" y="0"/>
                </a:lnTo>
                <a:lnTo>
                  <a:pt x="1289" y="0"/>
                </a:lnTo>
                <a:lnTo>
                  <a:pt x="1328" y="6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1" name="Rectangle 9"/>
          <p:cNvSpPr>
            <a:spLocks noChangeArrowheads="1"/>
          </p:cNvSpPr>
          <p:nvPr/>
        </p:nvSpPr>
        <p:spPr bwMode="auto">
          <a:xfrm>
            <a:off x="1841500" y="2693988"/>
            <a:ext cx="1333500" cy="620712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TLB</a:t>
            </a:r>
          </a:p>
        </p:txBody>
      </p:sp>
      <p:sp>
        <p:nvSpPr>
          <p:cNvPr id="1692682" name="Line 10"/>
          <p:cNvSpPr>
            <a:spLocks noChangeShapeType="1"/>
          </p:cNvSpPr>
          <p:nvPr/>
        </p:nvSpPr>
        <p:spPr bwMode="auto">
          <a:xfrm>
            <a:off x="2527300" y="3352800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3" name="Rectangle 11"/>
          <p:cNvSpPr>
            <a:spLocks noChangeArrowheads="1"/>
          </p:cNvSpPr>
          <p:nvPr/>
        </p:nvSpPr>
        <p:spPr bwMode="auto">
          <a:xfrm>
            <a:off x="6959600" y="2514600"/>
            <a:ext cx="1803400" cy="1257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4" name="Rectangle 12"/>
          <p:cNvSpPr>
            <a:spLocks noChangeArrowheads="1"/>
          </p:cNvSpPr>
          <p:nvPr/>
        </p:nvSpPr>
        <p:spPr bwMode="auto">
          <a:xfrm>
            <a:off x="800100" y="382270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5" name="Rectangle 13"/>
          <p:cNvSpPr>
            <a:spLocks noChangeArrowheads="1"/>
          </p:cNvSpPr>
          <p:nvPr/>
        </p:nvSpPr>
        <p:spPr bwMode="auto">
          <a:xfrm>
            <a:off x="815975" y="3822700"/>
            <a:ext cx="51530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 PPN 		    Page Offset    b</a:t>
            </a:r>
          </a:p>
        </p:txBody>
      </p:sp>
      <p:sp>
        <p:nvSpPr>
          <p:cNvPr id="1692686" name="Line 14"/>
          <p:cNvSpPr>
            <a:spLocks noChangeShapeType="1"/>
          </p:cNvSpPr>
          <p:nvPr/>
        </p:nvSpPr>
        <p:spPr bwMode="auto">
          <a:xfrm>
            <a:off x="3797300" y="383540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7" name="Line 15"/>
          <p:cNvSpPr>
            <a:spLocks noChangeShapeType="1"/>
          </p:cNvSpPr>
          <p:nvPr/>
        </p:nvSpPr>
        <p:spPr bwMode="auto">
          <a:xfrm>
            <a:off x="2501900" y="2374900"/>
            <a:ext cx="0" cy="292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8" name="Freeform 16"/>
          <p:cNvSpPr>
            <a:spLocks/>
          </p:cNvSpPr>
          <p:nvPr/>
        </p:nvSpPr>
        <p:spPr bwMode="auto">
          <a:xfrm>
            <a:off x="825500" y="4186238"/>
            <a:ext cx="2971800" cy="141287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138" y="88"/>
              </a:cxn>
              <a:cxn ang="0">
                <a:pos x="2864" y="88"/>
              </a:cxn>
              <a:cxn ang="0">
                <a:pos x="2952" y="0"/>
              </a:cxn>
            </a:cxnLst>
            <a:rect l="0" t="0" r="r" b="b"/>
            <a:pathLst>
              <a:path w="2953" h="89">
                <a:moveTo>
                  <a:pt x="0" y="7"/>
                </a:moveTo>
                <a:lnTo>
                  <a:pt x="138" y="88"/>
                </a:lnTo>
                <a:lnTo>
                  <a:pt x="2864" y="88"/>
                </a:lnTo>
                <a:lnTo>
                  <a:pt x="295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89" name="Rectangle 17"/>
          <p:cNvSpPr>
            <a:spLocks noChangeArrowheads="1"/>
          </p:cNvSpPr>
          <p:nvPr/>
        </p:nvSpPr>
        <p:spPr bwMode="auto">
          <a:xfrm>
            <a:off x="1941513" y="4524375"/>
            <a:ext cx="6477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Tag</a:t>
            </a:r>
          </a:p>
        </p:txBody>
      </p:sp>
      <p:sp>
        <p:nvSpPr>
          <p:cNvPr id="1692690" name="Rectangle 18"/>
          <p:cNvSpPr>
            <a:spLocks noChangeArrowheads="1"/>
          </p:cNvSpPr>
          <p:nvPr/>
        </p:nvSpPr>
        <p:spPr bwMode="auto">
          <a:xfrm>
            <a:off x="227013" y="1903413"/>
            <a:ext cx="528637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VA</a:t>
            </a:r>
          </a:p>
        </p:txBody>
      </p:sp>
      <p:sp>
        <p:nvSpPr>
          <p:cNvPr id="1692691" name="Rectangle 19"/>
          <p:cNvSpPr>
            <a:spLocks noChangeArrowheads="1"/>
          </p:cNvSpPr>
          <p:nvPr/>
        </p:nvSpPr>
        <p:spPr bwMode="auto">
          <a:xfrm>
            <a:off x="201613" y="3744913"/>
            <a:ext cx="519112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</a:rPr>
              <a:t>PA</a:t>
            </a:r>
          </a:p>
        </p:txBody>
      </p:sp>
      <p:sp>
        <p:nvSpPr>
          <p:cNvPr id="1692692" name="Rectangle 20"/>
          <p:cNvSpPr>
            <a:spLocks noChangeArrowheads="1"/>
          </p:cNvSpPr>
          <p:nvPr/>
        </p:nvSpPr>
        <p:spPr bwMode="auto">
          <a:xfrm>
            <a:off x="5383213" y="1349375"/>
            <a:ext cx="1666875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Virtual Index</a:t>
            </a:r>
          </a:p>
        </p:txBody>
      </p:sp>
      <p:sp>
        <p:nvSpPr>
          <p:cNvPr id="1692693" name="Freeform 21"/>
          <p:cNvSpPr>
            <a:spLocks/>
          </p:cNvSpPr>
          <p:nvPr/>
        </p:nvSpPr>
        <p:spPr bwMode="auto">
          <a:xfrm>
            <a:off x="4521200" y="1689100"/>
            <a:ext cx="2782888" cy="814388"/>
          </a:xfrm>
          <a:custGeom>
            <a:avLst/>
            <a:gdLst/>
            <a:ahLst/>
            <a:cxnLst>
              <a:cxn ang="0">
                <a:pos x="0" y="74"/>
              </a:cxn>
              <a:cxn ang="0">
                <a:pos x="0" y="0"/>
              </a:cxn>
              <a:cxn ang="0">
                <a:pos x="1752" y="0"/>
              </a:cxn>
              <a:cxn ang="0">
                <a:pos x="1752" y="512"/>
              </a:cxn>
            </a:cxnLst>
            <a:rect l="0" t="0" r="r" b="b"/>
            <a:pathLst>
              <a:path w="1753" h="513">
                <a:moveTo>
                  <a:pt x="0" y="74"/>
                </a:moveTo>
                <a:lnTo>
                  <a:pt x="0" y="0"/>
                </a:lnTo>
                <a:lnTo>
                  <a:pt x="1752" y="0"/>
                </a:lnTo>
                <a:lnTo>
                  <a:pt x="1752" y="5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94" name="Line 22"/>
          <p:cNvSpPr>
            <a:spLocks noChangeShapeType="1"/>
          </p:cNvSpPr>
          <p:nvPr/>
        </p:nvSpPr>
        <p:spPr bwMode="auto">
          <a:xfrm>
            <a:off x="5534025" y="201930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95" name="Rectangle 23"/>
          <p:cNvSpPr>
            <a:spLocks noChangeArrowheads="1"/>
          </p:cNvSpPr>
          <p:nvPr/>
        </p:nvSpPr>
        <p:spPr bwMode="auto">
          <a:xfrm>
            <a:off x="7297738" y="1676400"/>
            <a:ext cx="1719262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L1 PA cache</a:t>
            </a:r>
          </a:p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Direct-map</a:t>
            </a:r>
          </a:p>
        </p:txBody>
      </p:sp>
      <p:sp>
        <p:nvSpPr>
          <p:cNvPr id="1692696" name="Line 24"/>
          <p:cNvSpPr>
            <a:spLocks noChangeShapeType="1"/>
          </p:cNvSpPr>
          <p:nvPr/>
        </p:nvSpPr>
        <p:spPr bwMode="auto">
          <a:xfrm>
            <a:off x="7678738" y="25146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97" name="Line 25"/>
          <p:cNvSpPr>
            <a:spLocks noChangeShapeType="1"/>
          </p:cNvSpPr>
          <p:nvPr/>
        </p:nvSpPr>
        <p:spPr bwMode="auto">
          <a:xfrm>
            <a:off x="3390900" y="2006600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698" name="Oval 26"/>
          <p:cNvSpPr>
            <a:spLocks noChangeArrowheads="1"/>
          </p:cNvSpPr>
          <p:nvPr/>
        </p:nvSpPr>
        <p:spPr bwMode="auto">
          <a:xfrm>
            <a:off x="7124700" y="4229100"/>
            <a:ext cx="457200" cy="4445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=</a:t>
            </a:r>
          </a:p>
        </p:txBody>
      </p:sp>
      <p:sp>
        <p:nvSpPr>
          <p:cNvPr id="1692699" name="Rectangle 27"/>
          <p:cNvSpPr>
            <a:spLocks noChangeArrowheads="1"/>
          </p:cNvSpPr>
          <p:nvPr/>
        </p:nvSpPr>
        <p:spPr bwMode="auto">
          <a:xfrm>
            <a:off x="7907338" y="4203700"/>
            <a:ext cx="649287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hit?</a:t>
            </a:r>
          </a:p>
        </p:txBody>
      </p:sp>
      <p:sp>
        <p:nvSpPr>
          <p:cNvPr id="1692700" name="Line 28"/>
          <p:cNvSpPr>
            <a:spLocks noChangeShapeType="1"/>
          </p:cNvSpPr>
          <p:nvPr/>
        </p:nvSpPr>
        <p:spPr bwMode="auto">
          <a:xfrm>
            <a:off x="7340600" y="3784600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2701" name="Freeform 29"/>
          <p:cNvSpPr>
            <a:spLocks/>
          </p:cNvSpPr>
          <p:nvPr/>
        </p:nvSpPr>
        <p:spPr bwMode="auto">
          <a:xfrm>
            <a:off x="2514600" y="4343400"/>
            <a:ext cx="4587875" cy="128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0"/>
              </a:cxn>
              <a:cxn ang="0">
                <a:pos x="2144" y="80"/>
              </a:cxn>
            </a:cxnLst>
            <a:rect l="0" t="0" r="r" b="b"/>
            <a:pathLst>
              <a:path w="2145" h="81">
                <a:moveTo>
                  <a:pt x="0" y="0"/>
                </a:moveTo>
                <a:lnTo>
                  <a:pt x="0" y="80"/>
                </a:lnTo>
                <a:lnTo>
                  <a:pt x="2144" y="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6919913" y="2706688"/>
            <a:ext cx="1855787" cy="366712"/>
            <a:chOff x="4239" y="1561"/>
            <a:chExt cx="1169" cy="231"/>
          </a:xfrm>
        </p:grpSpPr>
        <p:sp>
          <p:nvSpPr>
            <p:cNvPr id="1692703" name="Line 31"/>
            <p:cNvSpPr>
              <a:spLocks noChangeShapeType="1"/>
            </p:cNvSpPr>
            <p:nvPr/>
          </p:nvSpPr>
          <p:spPr bwMode="auto">
            <a:xfrm>
              <a:off x="4267" y="158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2704" name="Line 32"/>
            <p:cNvSpPr>
              <a:spLocks noChangeShapeType="1"/>
            </p:cNvSpPr>
            <p:nvPr/>
          </p:nvSpPr>
          <p:spPr bwMode="auto">
            <a:xfrm>
              <a:off x="4270" y="177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2705" name="Text Box 33"/>
            <p:cNvSpPr txBox="1">
              <a:spLocks noChangeArrowheads="1"/>
            </p:cNvSpPr>
            <p:nvPr/>
          </p:nvSpPr>
          <p:spPr bwMode="auto">
            <a:xfrm>
              <a:off x="4239" y="1561"/>
              <a:ext cx="1049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PPN</a:t>
              </a:r>
              <a:r>
                <a:rPr lang="en-US" sz="1800" baseline="-25000">
                  <a:latin typeface="Verdana" charset="0"/>
                </a:rPr>
                <a:t>a</a:t>
              </a:r>
              <a:r>
                <a:rPr lang="en-US" sz="1800">
                  <a:latin typeface="Verdana" charset="0"/>
                </a:rPr>
                <a:t>     Data</a:t>
              </a:r>
            </a:p>
          </p:txBody>
        </p:sp>
      </p:grp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6923088" y="3219450"/>
            <a:ext cx="1855787" cy="366713"/>
            <a:chOff x="4239" y="1561"/>
            <a:chExt cx="1169" cy="231"/>
          </a:xfrm>
        </p:grpSpPr>
        <p:sp>
          <p:nvSpPr>
            <p:cNvPr id="1692707" name="Line 35"/>
            <p:cNvSpPr>
              <a:spLocks noChangeShapeType="1"/>
            </p:cNvSpPr>
            <p:nvPr/>
          </p:nvSpPr>
          <p:spPr bwMode="auto">
            <a:xfrm>
              <a:off x="4267" y="158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2708" name="Line 36"/>
            <p:cNvSpPr>
              <a:spLocks noChangeShapeType="1"/>
            </p:cNvSpPr>
            <p:nvPr/>
          </p:nvSpPr>
          <p:spPr bwMode="auto">
            <a:xfrm>
              <a:off x="4270" y="177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2709" name="Text Box 37"/>
            <p:cNvSpPr txBox="1">
              <a:spLocks noChangeArrowheads="1"/>
            </p:cNvSpPr>
            <p:nvPr/>
          </p:nvSpPr>
          <p:spPr bwMode="auto">
            <a:xfrm>
              <a:off x="4239" y="1561"/>
              <a:ext cx="1049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PPN</a:t>
              </a:r>
              <a:r>
                <a:rPr lang="en-US" sz="1800" baseline="-25000">
                  <a:latin typeface="Verdana" charset="0"/>
                </a:rPr>
                <a:t>a</a:t>
              </a:r>
              <a:r>
                <a:rPr lang="en-US" sz="1800">
                  <a:latin typeface="Verdana" charset="0"/>
                </a:rPr>
                <a:t>     Data</a:t>
              </a:r>
            </a:p>
          </p:txBody>
        </p:sp>
      </p:grpSp>
      <p:sp>
        <p:nvSpPr>
          <p:cNvPr id="1692710" name="Text Box 38"/>
          <p:cNvSpPr txBox="1">
            <a:spLocks noChangeArrowheads="1"/>
          </p:cNvSpPr>
          <p:nvPr/>
        </p:nvSpPr>
        <p:spPr bwMode="auto">
          <a:xfrm>
            <a:off x="6403975" y="2714625"/>
            <a:ext cx="59372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1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92711" name="Text Box 39"/>
          <p:cNvSpPr txBox="1">
            <a:spLocks noChangeArrowheads="1"/>
          </p:cNvSpPr>
          <p:nvPr/>
        </p:nvSpPr>
        <p:spPr bwMode="auto">
          <a:xfrm>
            <a:off x="6407150" y="3211513"/>
            <a:ext cx="593725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2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92712" name="Line 40"/>
          <p:cNvSpPr>
            <a:spLocks noChangeShapeType="1"/>
          </p:cNvSpPr>
          <p:nvPr/>
        </p:nvSpPr>
        <p:spPr bwMode="auto">
          <a:xfrm rot="-5400000">
            <a:off x="7781132" y="4258468"/>
            <a:ext cx="0" cy="3222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BD13E-718A-3A45-8178-09E34FD5CB27}" type="slidenum">
              <a:rPr lang="en-US"/>
              <a:pPr/>
              <a:t>81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8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6763" cy="1004888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Concurrent Access to TLB &amp; Cache</a:t>
            </a:r>
            <a:br>
              <a:rPr lang="en-US"/>
            </a:br>
            <a:r>
              <a:rPr lang="en-US"/>
              <a:t>(Virtual Index/Physical Tag)</a:t>
            </a:r>
          </a:p>
        </p:txBody>
      </p:sp>
      <p:sp>
        <p:nvSpPr>
          <p:cNvPr id="1689603" name="Rectangle 3"/>
          <p:cNvSpPr>
            <a:spLocks noChangeArrowheads="1"/>
          </p:cNvSpPr>
          <p:nvPr/>
        </p:nvSpPr>
        <p:spPr bwMode="auto">
          <a:xfrm>
            <a:off x="685800" y="4800600"/>
            <a:ext cx="7833549" cy="144398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Index</a:t>
            </a:r>
            <a:r>
              <a:rPr lang="en-US" sz="2000" dirty="0">
                <a:solidFill>
                  <a:schemeClr val="accent2"/>
                </a:solidFill>
                <a:latin typeface="Verdana" charset="0"/>
              </a:rPr>
              <a:t> </a:t>
            </a:r>
            <a:r>
              <a:rPr lang="en-US" sz="2000" dirty="0">
                <a:latin typeface="Verdana" charset="0"/>
              </a:rPr>
              <a:t>L is available without consulting the TLB</a:t>
            </a:r>
          </a:p>
          <a:p>
            <a:pPr lvl="1" algn="l">
              <a:spcBef>
                <a:spcPct val="0"/>
              </a:spcBef>
            </a:pPr>
            <a:r>
              <a:rPr lang="en-US" sz="2000" dirty="0">
                <a:solidFill>
                  <a:schemeClr val="tx2"/>
                </a:solidFill>
                <a:latin typeface="Symbol" charset="2"/>
              </a:rPr>
              <a:t></a:t>
            </a:r>
            <a:r>
              <a:rPr lang="en-US" sz="2000" dirty="0">
                <a:latin typeface="Symbol" charset="2"/>
              </a:rPr>
              <a:t></a:t>
            </a:r>
            <a:r>
              <a:rPr lang="en-US" sz="2000" i="1" dirty="0">
                <a:solidFill>
                  <a:srgbClr val="56127A"/>
                </a:solidFill>
                <a:latin typeface="Verdana" charset="0"/>
              </a:rPr>
              <a:t>Cache and TLB accesses can begin simultaneously!</a:t>
            </a:r>
          </a:p>
          <a:p>
            <a:pPr algn="l">
              <a:spcBef>
                <a:spcPct val="0"/>
              </a:spcBef>
            </a:pPr>
            <a:r>
              <a:rPr lang="en-US" sz="2000" dirty="0">
                <a:latin typeface="Verdana" charset="0"/>
              </a:rPr>
              <a:t>Tag comparison is made after both accesses are completed</a:t>
            </a:r>
          </a:p>
          <a:p>
            <a:pPr algn="l">
              <a:spcBef>
                <a:spcPct val="0"/>
              </a:spcBef>
            </a:pPr>
            <a:r>
              <a:rPr lang="en-US" sz="2800" i="1" dirty="0">
                <a:latin typeface="Verdana" charset="0"/>
              </a:rPr>
              <a:t>Cases:</a:t>
            </a:r>
            <a:r>
              <a:rPr lang="en-US" sz="2000" i="1" dirty="0">
                <a:solidFill>
                  <a:schemeClr val="accent2"/>
                </a:solidFill>
                <a:latin typeface="Verdana" charset="0"/>
              </a:rPr>
              <a:t> </a:t>
            </a:r>
            <a:r>
              <a:rPr lang="en-US" sz="2800" i="1" dirty="0">
                <a:solidFill>
                  <a:srgbClr val="56127A"/>
                </a:solidFill>
                <a:latin typeface="Verdana" charset="0"/>
              </a:rPr>
              <a:t>L + b = k,  L + b &lt; k,  L + b &gt; 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438" y="1287463"/>
            <a:ext cx="8335962" cy="3490912"/>
            <a:chOff x="125" y="811"/>
            <a:chExt cx="5251" cy="2199"/>
          </a:xfrm>
        </p:grpSpPr>
        <p:sp>
          <p:nvSpPr>
            <p:cNvPr id="1689605" name="Line 5"/>
            <p:cNvSpPr>
              <a:spLocks noChangeShapeType="1"/>
            </p:cNvSpPr>
            <p:nvPr/>
          </p:nvSpPr>
          <p:spPr bwMode="auto">
            <a:xfrm>
              <a:off x="5136" y="2052"/>
              <a:ext cx="0" cy="5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06" name="Line 6"/>
            <p:cNvSpPr>
              <a:spLocks noChangeShapeType="1"/>
            </p:cNvSpPr>
            <p:nvPr/>
          </p:nvSpPr>
          <p:spPr bwMode="auto">
            <a:xfrm>
              <a:off x="2676" y="1944"/>
              <a:ext cx="0" cy="196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07" name="Rectangle 7"/>
            <p:cNvSpPr>
              <a:spLocks noChangeArrowheads="1"/>
            </p:cNvSpPr>
            <p:nvPr/>
          </p:nvSpPr>
          <p:spPr bwMode="auto">
            <a:xfrm>
              <a:off x="544" y="1056"/>
              <a:ext cx="1888" cy="216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08" name="Rectangle 8"/>
            <p:cNvSpPr>
              <a:spLocks noChangeArrowheads="1"/>
            </p:cNvSpPr>
            <p:nvPr/>
          </p:nvSpPr>
          <p:spPr bwMode="auto">
            <a:xfrm>
              <a:off x="2704" y="1048"/>
              <a:ext cx="792" cy="208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09" name="Rectangle 9"/>
            <p:cNvSpPr>
              <a:spLocks noChangeArrowheads="1"/>
            </p:cNvSpPr>
            <p:nvPr/>
          </p:nvSpPr>
          <p:spPr bwMode="auto">
            <a:xfrm>
              <a:off x="554" y="1048"/>
              <a:ext cx="3182" cy="2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               VPN                          L         b</a:t>
              </a:r>
            </a:p>
          </p:txBody>
        </p:sp>
        <p:sp>
          <p:nvSpPr>
            <p:cNvPr id="1689610" name="Line 10"/>
            <p:cNvSpPr>
              <a:spLocks noChangeShapeType="1"/>
            </p:cNvSpPr>
            <p:nvPr/>
          </p:nvSpPr>
          <p:spPr bwMode="auto">
            <a:xfrm>
              <a:off x="3486" y="1048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1" name="Line 11"/>
            <p:cNvSpPr>
              <a:spLocks noChangeShapeType="1"/>
            </p:cNvSpPr>
            <p:nvPr/>
          </p:nvSpPr>
          <p:spPr bwMode="auto">
            <a:xfrm>
              <a:off x="2432" y="1064"/>
              <a:ext cx="0" cy="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2" name="Freeform 12"/>
            <p:cNvSpPr>
              <a:spLocks/>
            </p:cNvSpPr>
            <p:nvPr/>
          </p:nvSpPr>
          <p:spPr bwMode="auto">
            <a:xfrm>
              <a:off x="2712" y="944"/>
              <a:ext cx="761" cy="73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35" y="0"/>
                </a:cxn>
                <a:cxn ang="0">
                  <a:pos x="737" y="0"/>
                </a:cxn>
                <a:cxn ang="0">
                  <a:pos x="760" y="72"/>
                </a:cxn>
              </a:cxnLst>
              <a:rect l="0" t="0" r="r" b="b"/>
              <a:pathLst>
                <a:path w="761" h="73">
                  <a:moveTo>
                    <a:pt x="0" y="66"/>
                  </a:moveTo>
                  <a:lnTo>
                    <a:pt x="35" y="0"/>
                  </a:lnTo>
                  <a:lnTo>
                    <a:pt x="737" y="0"/>
                  </a:lnTo>
                  <a:lnTo>
                    <a:pt x="760" y="7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3" name="Line 13"/>
            <p:cNvSpPr>
              <a:spLocks noChangeShapeType="1"/>
            </p:cNvSpPr>
            <p:nvPr/>
          </p:nvSpPr>
          <p:spPr bwMode="auto">
            <a:xfrm>
              <a:off x="2694" y="1056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4" name="Rectangle 14"/>
            <p:cNvSpPr>
              <a:spLocks noChangeArrowheads="1"/>
            </p:cNvSpPr>
            <p:nvPr/>
          </p:nvSpPr>
          <p:spPr bwMode="auto">
            <a:xfrm>
              <a:off x="1176" y="1400"/>
              <a:ext cx="840" cy="391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rgbClr val="56127A"/>
                  </a:solidFill>
                  <a:latin typeface="Verdana" charset="0"/>
                </a:rPr>
                <a:t>TLB</a:t>
              </a:r>
            </a:p>
          </p:txBody>
        </p:sp>
        <p:sp>
          <p:nvSpPr>
            <p:cNvPr id="1689615" name="Line 15"/>
            <p:cNvSpPr>
              <a:spLocks noChangeShapeType="1"/>
            </p:cNvSpPr>
            <p:nvPr/>
          </p:nvSpPr>
          <p:spPr bwMode="auto">
            <a:xfrm flipH="1">
              <a:off x="1572" y="1256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6" name="Rectangle 16"/>
            <p:cNvSpPr>
              <a:spLocks noChangeArrowheads="1"/>
            </p:cNvSpPr>
            <p:nvPr/>
          </p:nvSpPr>
          <p:spPr bwMode="auto">
            <a:xfrm>
              <a:off x="3936" y="1368"/>
              <a:ext cx="1440" cy="68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800" dirty="0">
                  <a:latin typeface="Verdana" charset="0"/>
                </a:rPr>
                <a:t>Direct-map Cache </a:t>
              </a:r>
            </a:p>
            <a:p>
              <a:pPr>
                <a:spcBef>
                  <a:spcPct val="0"/>
                </a:spcBef>
              </a:pPr>
              <a:r>
                <a:rPr lang="en-US" sz="1800" dirty="0">
                  <a:latin typeface="Verdana" charset="0"/>
                </a:rPr>
                <a:t>2</a:t>
              </a:r>
              <a:r>
                <a:rPr lang="en-US" sz="1800" baseline="30000" dirty="0">
                  <a:latin typeface="Verdana" charset="0"/>
                </a:rPr>
                <a:t>L</a:t>
              </a:r>
              <a:r>
                <a:rPr lang="en-US" sz="1800" baseline="-25000" dirty="0">
                  <a:latin typeface="Verdana" charset="0"/>
                </a:rPr>
                <a:t> </a:t>
              </a:r>
              <a:r>
                <a:rPr lang="en-US" sz="1800" dirty="0">
                  <a:latin typeface="Verdana" charset="0"/>
                </a:rPr>
                <a:t>blocks</a:t>
              </a:r>
            </a:p>
            <a:p>
              <a:pPr>
                <a:spcBef>
                  <a:spcPct val="0"/>
                </a:spcBef>
              </a:pPr>
              <a:r>
                <a:rPr lang="en-US" sz="1800" dirty="0">
                  <a:latin typeface="Verdana" charset="0"/>
                </a:rPr>
                <a:t>2</a:t>
              </a:r>
              <a:r>
                <a:rPr lang="en-US" sz="1800" baseline="30000" dirty="0">
                  <a:latin typeface="Verdana" charset="0"/>
                </a:rPr>
                <a:t>b</a:t>
              </a:r>
              <a:r>
                <a:rPr lang="en-US" sz="1800" dirty="0">
                  <a:latin typeface="Verdana" charset="0"/>
                </a:rPr>
                <a:t>-byte block</a:t>
              </a:r>
            </a:p>
          </p:txBody>
        </p:sp>
        <p:sp>
          <p:nvSpPr>
            <p:cNvPr id="1689617" name="Rectangle 17"/>
            <p:cNvSpPr>
              <a:spLocks noChangeArrowheads="1"/>
            </p:cNvSpPr>
            <p:nvPr/>
          </p:nvSpPr>
          <p:spPr bwMode="auto">
            <a:xfrm>
              <a:off x="502" y="1928"/>
              <a:ext cx="1888" cy="216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18" name="Rectangle 18"/>
            <p:cNvSpPr>
              <a:spLocks noChangeArrowheads="1"/>
            </p:cNvSpPr>
            <p:nvPr/>
          </p:nvSpPr>
          <p:spPr bwMode="auto">
            <a:xfrm>
              <a:off x="512" y="1928"/>
              <a:ext cx="3246" cy="2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                PPN                      Page Offset</a:t>
              </a:r>
            </a:p>
          </p:txBody>
        </p:sp>
        <p:sp>
          <p:nvSpPr>
            <p:cNvPr id="1689619" name="Line 19"/>
            <p:cNvSpPr>
              <a:spLocks noChangeShapeType="1"/>
            </p:cNvSpPr>
            <p:nvPr/>
          </p:nvSpPr>
          <p:spPr bwMode="auto">
            <a:xfrm>
              <a:off x="2390" y="1936"/>
              <a:ext cx="0" cy="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0" name="Line 20"/>
            <p:cNvSpPr>
              <a:spLocks noChangeShapeType="1"/>
            </p:cNvSpPr>
            <p:nvPr/>
          </p:nvSpPr>
          <p:spPr bwMode="auto">
            <a:xfrm>
              <a:off x="3104" y="1360"/>
              <a:ext cx="0" cy="5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1" name="Line 21"/>
            <p:cNvSpPr>
              <a:spLocks noChangeShapeType="1"/>
            </p:cNvSpPr>
            <p:nvPr/>
          </p:nvSpPr>
          <p:spPr bwMode="auto">
            <a:xfrm>
              <a:off x="1568" y="1796"/>
              <a:ext cx="0" cy="1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2" name="Oval 22"/>
            <p:cNvSpPr>
              <a:spLocks noChangeArrowheads="1"/>
            </p:cNvSpPr>
            <p:nvPr/>
          </p:nvSpPr>
          <p:spPr bwMode="auto">
            <a:xfrm>
              <a:off x="2880" y="2424"/>
              <a:ext cx="774" cy="296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3200">
                  <a:solidFill>
                    <a:srgbClr val="56127A"/>
                  </a:solidFill>
                  <a:latin typeface="Verdana" charset="0"/>
                </a:rPr>
                <a:t>=</a:t>
              </a:r>
            </a:p>
          </p:txBody>
        </p:sp>
        <p:sp>
          <p:nvSpPr>
            <p:cNvPr id="1689623" name="Freeform 23"/>
            <p:cNvSpPr>
              <a:spLocks/>
            </p:cNvSpPr>
            <p:nvPr/>
          </p:nvSpPr>
          <p:spPr bwMode="auto">
            <a:xfrm>
              <a:off x="1566" y="2249"/>
              <a:ext cx="1314" cy="3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12"/>
                </a:cxn>
                <a:cxn ang="0">
                  <a:pos x="1200" y="312"/>
                </a:cxn>
              </a:cxnLst>
              <a:rect l="0" t="0" r="r" b="b"/>
              <a:pathLst>
                <a:path w="1201" h="313">
                  <a:moveTo>
                    <a:pt x="0" y="0"/>
                  </a:moveTo>
                  <a:lnTo>
                    <a:pt x="0" y="312"/>
                  </a:lnTo>
                  <a:lnTo>
                    <a:pt x="1200" y="312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4" name="Freeform 24"/>
            <p:cNvSpPr>
              <a:spLocks/>
            </p:cNvSpPr>
            <p:nvPr/>
          </p:nvSpPr>
          <p:spPr bwMode="auto">
            <a:xfrm>
              <a:off x="3664" y="2056"/>
              <a:ext cx="673" cy="512"/>
            </a:xfrm>
            <a:custGeom>
              <a:avLst/>
              <a:gdLst/>
              <a:ahLst/>
              <a:cxnLst>
                <a:cxn ang="0">
                  <a:pos x="672" y="0"/>
                </a:cxn>
                <a:cxn ang="0">
                  <a:pos x="672" y="760"/>
                </a:cxn>
                <a:cxn ang="0">
                  <a:pos x="0" y="760"/>
                </a:cxn>
              </a:cxnLst>
              <a:rect l="0" t="0" r="r" b="b"/>
              <a:pathLst>
                <a:path w="673" h="761">
                  <a:moveTo>
                    <a:pt x="672" y="0"/>
                  </a:moveTo>
                  <a:lnTo>
                    <a:pt x="672" y="760"/>
                  </a:lnTo>
                  <a:lnTo>
                    <a:pt x="0" y="76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5" name="Line 25"/>
            <p:cNvSpPr>
              <a:spLocks noChangeShapeType="1"/>
            </p:cNvSpPr>
            <p:nvPr/>
          </p:nvSpPr>
          <p:spPr bwMode="auto">
            <a:xfrm>
              <a:off x="3264" y="2712"/>
              <a:ext cx="0" cy="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26" name="Rectangle 26"/>
            <p:cNvSpPr>
              <a:spLocks noChangeArrowheads="1"/>
            </p:cNvSpPr>
            <p:nvPr/>
          </p:nvSpPr>
          <p:spPr bwMode="auto">
            <a:xfrm>
              <a:off x="2736" y="2762"/>
              <a:ext cx="409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hit?</a:t>
              </a:r>
            </a:p>
          </p:txBody>
        </p:sp>
        <p:sp>
          <p:nvSpPr>
            <p:cNvPr id="1689627" name="Rectangle 27"/>
            <p:cNvSpPr>
              <a:spLocks noChangeArrowheads="1"/>
            </p:cNvSpPr>
            <p:nvPr/>
          </p:nvSpPr>
          <p:spPr bwMode="auto">
            <a:xfrm>
              <a:off x="4848" y="2616"/>
              <a:ext cx="49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Data</a:t>
              </a:r>
            </a:p>
          </p:txBody>
        </p:sp>
        <p:sp>
          <p:nvSpPr>
            <p:cNvPr id="1689628" name="Rectangle 28"/>
            <p:cNvSpPr>
              <a:spLocks noChangeArrowheads="1"/>
            </p:cNvSpPr>
            <p:nvPr/>
          </p:nvSpPr>
          <p:spPr bwMode="auto">
            <a:xfrm>
              <a:off x="3641" y="2616"/>
              <a:ext cx="1108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Physical Tag</a:t>
              </a:r>
            </a:p>
          </p:txBody>
        </p:sp>
        <p:sp>
          <p:nvSpPr>
            <p:cNvPr id="1689629" name="Freeform 29"/>
            <p:cNvSpPr>
              <a:spLocks/>
            </p:cNvSpPr>
            <p:nvPr/>
          </p:nvSpPr>
          <p:spPr bwMode="auto">
            <a:xfrm>
              <a:off x="518" y="2168"/>
              <a:ext cx="2161" cy="81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101" y="80"/>
                </a:cxn>
                <a:cxn ang="0">
                  <a:pos x="2096" y="80"/>
                </a:cxn>
                <a:cxn ang="0">
                  <a:pos x="2160" y="0"/>
                </a:cxn>
              </a:cxnLst>
              <a:rect l="0" t="0" r="r" b="b"/>
              <a:pathLst>
                <a:path w="2161" h="81">
                  <a:moveTo>
                    <a:pt x="0" y="6"/>
                  </a:moveTo>
                  <a:lnTo>
                    <a:pt x="101" y="80"/>
                  </a:lnTo>
                  <a:lnTo>
                    <a:pt x="2096" y="80"/>
                  </a:lnTo>
                  <a:lnTo>
                    <a:pt x="216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30" name="Rectangle 30"/>
            <p:cNvSpPr>
              <a:spLocks noChangeArrowheads="1"/>
            </p:cNvSpPr>
            <p:nvPr/>
          </p:nvSpPr>
          <p:spPr bwMode="auto">
            <a:xfrm>
              <a:off x="1100" y="2370"/>
              <a:ext cx="408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Tag</a:t>
              </a:r>
            </a:p>
          </p:txBody>
        </p:sp>
        <p:sp>
          <p:nvSpPr>
            <p:cNvPr id="1689631" name="Rectangle 31"/>
            <p:cNvSpPr>
              <a:spLocks noChangeArrowheads="1"/>
            </p:cNvSpPr>
            <p:nvPr/>
          </p:nvSpPr>
          <p:spPr bwMode="auto">
            <a:xfrm>
              <a:off x="144" y="984"/>
              <a:ext cx="33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VA</a:t>
              </a:r>
            </a:p>
          </p:txBody>
        </p:sp>
        <p:sp>
          <p:nvSpPr>
            <p:cNvPr id="1689632" name="Rectangle 32"/>
            <p:cNvSpPr>
              <a:spLocks noChangeArrowheads="1"/>
            </p:cNvSpPr>
            <p:nvPr/>
          </p:nvSpPr>
          <p:spPr bwMode="auto">
            <a:xfrm>
              <a:off x="125" y="1879"/>
              <a:ext cx="320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PA</a:t>
              </a:r>
            </a:p>
          </p:txBody>
        </p:sp>
        <p:sp>
          <p:nvSpPr>
            <p:cNvPr id="1689633" name="Freeform 33"/>
            <p:cNvSpPr>
              <a:spLocks/>
            </p:cNvSpPr>
            <p:nvPr/>
          </p:nvSpPr>
          <p:spPr bwMode="auto">
            <a:xfrm>
              <a:off x="2448" y="1280"/>
              <a:ext cx="1281" cy="81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60" y="80"/>
                </a:cxn>
                <a:cxn ang="0">
                  <a:pos x="1242" y="80"/>
                </a:cxn>
                <a:cxn ang="0">
                  <a:pos x="1280" y="0"/>
                </a:cxn>
              </a:cxnLst>
              <a:rect l="0" t="0" r="r" b="b"/>
              <a:pathLst>
                <a:path w="1281" h="81">
                  <a:moveTo>
                    <a:pt x="0" y="6"/>
                  </a:moveTo>
                  <a:lnTo>
                    <a:pt x="60" y="80"/>
                  </a:lnTo>
                  <a:lnTo>
                    <a:pt x="1242" y="80"/>
                  </a:lnTo>
                  <a:lnTo>
                    <a:pt x="128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34" name="Rectangle 34"/>
            <p:cNvSpPr>
              <a:spLocks noChangeArrowheads="1"/>
            </p:cNvSpPr>
            <p:nvPr/>
          </p:nvSpPr>
          <p:spPr bwMode="auto">
            <a:xfrm>
              <a:off x="4567" y="811"/>
              <a:ext cx="640" cy="4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Virtual</a:t>
              </a:r>
            </a:p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Index</a:t>
              </a:r>
            </a:p>
          </p:txBody>
        </p:sp>
        <p:sp>
          <p:nvSpPr>
            <p:cNvPr id="1689635" name="Freeform 35"/>
            <p:cNvSpPr>
              <a:spLocks/>
            </p:cNvSpPr>
            <p:nvPr/>
          </p:nvSpPr>
          <p:spPr bwMode="auto">
            <a:xfrm>
              <a:off x="3104" y="848"/>
              <a:ext cx="1449" cy="512"/>
            </a:xfrm>
            <a:custGeom>
              <a:avLst/>
              <a:gdLst/>
              <a:ahLst/>
              <a:cxnLst>
                <a:cxn ang="0">
                  <a:pos x="0" y="77"/>
                </a:cxn>
                <a:cxn ang="0">
                  <a:pos x="0" y="0"/>
                </a:cxn>
                <a:cxn ang="0">
                  <a:pos x="1448" y="0"/>
                </a:cxn>
                <a:cxn ang="0">
                  <a:pos x="1448" y="536"/>
                </a:cxn>
              </a:cxnLst>
              <a:rect l="0" t="0" r="r" b="b"/>
              <a:pathLst>
                <a:path w="1449" h="537">
                  <a:moveTo>
                    <a:pt x="0" y="77"/>
                  </a:moveTo>
                  <a:lnTo>
                    <a:pt x="0" y="0"/>
                  </a:lnTo>
                  <a:lnTo>
                    <a:pt x="1448" y="0"/>
                  </a:lnTo>
                  <a:lnTo>
                    <a:pt x="1448" y="53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36" name="Line 36"/>
            <p:cNvSpPr>
              <a:spLocks noChangeShapeType="1"/>
            </p:cNvSpPr>
            <p:nvPr/>
          </p:nvSpPr>
          <p:spPr bwMode="auto">
            <a:xfrm flipH="1">
              <a:off x="3056" y="1592"/>
              <a:ext cx="96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9637" name="Rectangle 37"/>
            <p:cNvSpPr>
              <a:spLocks noChangeArrowheads="1"/>
            </p:cNvSpPr>
            <p:nvPr/>
          </p:nvSpPr>
          <p:spPr bwMode="auto">
            <a:xfrm>
              <a:off x="3152" y="1496"/>
              <a:ext cx="19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k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05463FB-8264-12C4-8AA2-3B1F34B3D48B}"/>
                  </a:ext>
                </a:extLst>
              </p14:cNvPr>
              <p14:cNvContentPartPr/>
              <p14:nvPr/>
            </p14:nvContentPartPr>
            <p14:xfrm>
              <a:off x="2025720" y="1407600"/>
              <a:ext cx="6901560" cy="5272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05463FB-8264-12C4-8AA2-3B1F34B3D4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6360" y="1398240"/>
                <a:ext cx="6920280" cy="529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34D6E-CA00-414E-8EB9-BE500EA627FD}" type="slidenum">
              <a:rPr lang="en-US"/>
              <a:pPr/>
              <a:t>82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407400" cy="10795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/>
              <a:t>Virtual-Index Physical-Tag Caches: </a:t>
            </a:r>
            <a:r>
              <a:rPr lang="en-US" sz="2400"/>
              <a:t>Associative Organization</a:t>
            </a:r>
          </a:p>
        </p:txBody>
      </p:sp>
      <p:sp>
        <p:nvSpPr>
          <p:cNvPr id="1690627" name="Rectangle 3"/>
          <p:cNvSpPr>
            <a:spLocks noChangeArrowheads="1"/>
          </p:cNvSpPr>
          <p:nvPr/>
        </p:nvSpPr>
        <p:spPr bwMode="auto">
          <a:xfrm>
            <a:off x="838200" y="5819775"/>
            <a:ext cx="7239000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i="1">
                <a:solidFill>
                  <a:schemeClr val="tx2"/>
                </a:solidFill>
                <a:latin typeface="Verdana" charset="0"/>
              </a:rPr>
              <a:t>How does this scheme scale to larger caches?</a:t>
            </a:r>
            <a:endParaRPr lang="en-US" sz="2400">
              <a:solidFill>
                <a:schemeClr val="tx2"/>
              </a:solidFill>
              <a:latin typeface="Verdana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52400" y="1295400"/>
            <a:ext cx="8780463" cy="4064000"/>
            <a:chOff x="144" y="824"/>
            <a:chExt cx="5531" cy="2560"/>
          </a:xfrm>
        </p:grpSpPr>
        <p:sp>
          <p:nvSpPr>
            <p:cNvPr id="1690629" name="Rectangle 5"/>
            <p:cNvSpPr>
              <a:spLocks noChangeArrowheads="1"/>
            </p:cNvSpPr>
            <p:nvPr/>
          </p:nvSpPr>
          <p:spPr bwMode="auto">
            <a:xfrm>
              <a:off x="512" y="992"/>
              <a:ext cx="1888" cy="216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0" name="Rectangle 6" descr="Dark upward diagonal"/>
            <p:cNvSpPr>
              <a:spLocks noChangeArrowheads="1"/>
            </p:cNvSpPr>
            <p:nvPr/>
          </p:nvSpPr>
          <p:spPr bwMode="auto">
            <a:xfrm>
              <a:off x="2400" y="992"/>
              <a:ext cx="1064" cy="208"/>
            </a:xfrm>
            <a:prstGeom prst="rect">
              <a:avLst/>
            </a:prstGeom>
            <a:pattFill prst="dkUpDiag">
              <a:fgClr>
                <a:srgbClr val="FFA74F"/>
              </a:fgClr>
              <a:bgClr>
                <a:schemeClr val="bg1"/>
              </a:bgClr>
            </a:patt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1" name="Rectangle 7"/>
            <p:cNvSpPr>
              <a:spLocks noChangeArrowheads="1"/>
            </p:cNvSpPr>
            <p:nvPr/>
          </p:nvSpPr>
          <p:spPr bwMode="auto">
            <a:xfrm>
              <a:off x="522" y="992"/>
              <a:ext cx="3182" cy="2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                VPN          a       L = k-b       b</a:t>
              </a:r>
            </a:p>
          </p:txBody>
        </p:sp>
        <p:sp>
          <p:nvSpPr>
            <p:cNvPr id="1690632" name="Line 8" descr="Dark upward diagonal"/>
            <p:cNvSpPr>
              <a:spLocks noChangeShapeType="1"/>
            </p:cNvSpPr>
            <p:nvPr/>
          </p:nvSpPr>
          <p:spPr bwMode="auto">
            <a:xfrm>
              <a:off x="3454" y="992"/>
              <a:ext cx="0" cy="19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3" name="Line 9" descr="Dark upward diagonal"/>
            <p:cNvSpPr>
              <a:spLocks noChangeShapeType="1"/>
            </p:cNvSpPr>
            <p:nvPr/>
          </p:nvSpPr>
          <p:spPr bwMode="auto">
            <a:xfrm>
              <a:off x="2400" y="1000"/>
              <a:ext cx="0" cy="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4" name="Freeform 10"/>
            <p:cNvSpPr>
              <a:spLocks/>
            </p:cNvSpPr>
            <p:nvPr/>
          </p:nvSpPr>
          <p:spPr bwMode="auto">
            <a:xfrm>
              <a:off x="2408" y="912"/>
              <a:ext cx="1041" cy="65"/>
            </a:xfrm>
            <a:custGeom>
              <a:avLst/>
              <a:gdLst/>
              <a:ahLst/>
              <a:cxnLst>
                <a:cxn ang="0">
                  <a:pos x="0" y="59"/>
                </a:cxn>
                <a:cxn ang="0">
                  <a:pos x="48" y="0"/>
                </a:cxn>
                <a:cxn ang="0">
                  <a:pos x="1009" y="0"/>
                </a:cxn>
                <a:cxn ang="0">
                  <a:pos x="1040" y="64"/>
                </a:cxn>
              </a:cxnLst>
              <a:rect l="0" t="0" r="r" b="b"/>
              <a:pathLst>
                <a:path w="1041" h="65">
                  <a:moveTo>
                    <a:pt x="0" y="59"/>
                  </a:moveTo>
                  <a:lnTo>
                    <a:pt x="48" y="0"/>
                  </a:lnTo>
                  <a:lnTo>
                    <a:pt x="1009" y="0"/>
                  </a:lnTo>
                  <a:lnTo>
                    <a:pt x="1040" y="64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5" name="Rectangle 11"/>
            <p:cNvSpPr>
              <a:spLocks noChangeArrowheads="1"/>
            </p:cNvSpPr>
            <p:nvPr/>
          </p:nvSpPr>
          <p:spPr bwMode="auto">
            <a:xfrm>
              <a:off x="1144" y="1465"/>
              <a:ext cx="840" cy="391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rgbClr val="56127A"/>
                  </a:solidFill>
                  <a:latin typeface="Verdana" charset="0"/>
                </a:rPr>
                <a:t>TLB</a:t>
              </a:r>
            </a:p>
          </p:txBody>
        </p:sp>
        <p:sp>
          <p:nvSpPr>
            <p:cNvPr id="1690636" name="Line 12"/>
            <p:cNvSpPr>
              <a:spLocks noChangeShapeType="1"/>
            </p:cNvSpPr>
            <p:nvPr/>
          </p:nvSpPr>
          <p:spPr bwMode="auto">
            <a:xfrm>
              <a:off x="1552" y="1216"/>
              <a:ext cx="0" cy="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7" name="Rectangle 13"/>
            <p:cNvSpPr>
              <a:spLocks noChangeArrowheads="1"/>
            </p:cNvSpPr>
            <p:nvPr/>
          </p:nvSpPr>
          <p:spPr bwMode="auto">
            <a:xfrm>
              <a:off x="3792" y="1392"/>
              <a:ext cx="792" cy="52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600" dirty="0">
                  <a:latin typeface="Verdana" charset="0"/>
                </a:rPr>
                <a:t>Direct-map</a:t>
              </a:r>
            </a:p>
            <a:p>
              <a:pPr>
                <a:spcBef>
                  <a:spcPct val="0"/>
                </a:spcBef>
              </a:pPr>
              <a:r>
                <a:rPr lang="en-US" sz="1600" dirty="0">
                  <a:latin typeface="Verdana" charset="0"/>
                </a:rPr>
                <a:t>2</a:t>
              </a:r>
              <a:r>
                <a:rPr lang="en-US" sz="1600" baseline="30000" dirty="0">
                  <a:latin typeface="Verdana" charset="0"/>
                </a:rPr>
                <a:t>L</a:t>
              </a:r>
              <a:r>
                <a:rPr lang="en-US" sz="1600" baseline="-25000" dirty="0">
                  <a:latin typeface="Verdana" charset="0"/>
                </a:rPr>
                <a:t> </a:t>
              </a:r>
              <a:r>
                <a:rPr lang="en-US" sz="1600" dirty="0">
                  <a:latin typeface="Verdana" charset="0"/>
                </a:rPr>
                <a:t>blocks</a:t>
              </a:r>
            </a:p>
          </p:txBody>
        </p:sp>
        <p:sp>
          <p:nvSpPr>
            <p:cNvPr id="1690638" name="Rectangle 14"/>
            <p:cNvSpPr>
              <a:spLocks noChangeArrowheads="1"/>
            </p:cNvSpPr>
            <p:nvPr/>
          </p:nvSpPr>
          <p:spPr bwMode="auto">
            <a:xfrm>
              <a:off x="472" y="2136"/>
              <a:ext cx="1920" cy="216"/>
            </a:xfrm>
            <a:prstGeom prst="rect">
              <a:avLst/>
            </a:prstGeom>
            <a:solidFill>
              <a:srgbClr val="FFCC66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39" name="Rectangle 15"/>
            <p:cNvSpPr>
              <a:spLocks noChangeArrowheads="1"/>
            </p:cNvSpPr>
            <p:nvPr/>
          </p:nvSpPr>
          <p:spPr bwMode="auto">
            <a:xfrm>
              <a:off x="482" y="2136"/>
              <a:ext cx="3246" cy="208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                 PPN                   Page Offset</a:t>
              </a:r>
            </a:p>
          </p:txBody>
        </p:sp>
        <p:sp>
          <p:nvSpPr>
            <p:cNvPr id="1690640" name="Line 16"/>
            <p:cNvSpPr>
              <a:spLocks noChangeShapeType="1"/>
            </p:cNvSpPr>
            <p:nvPr/>
          </p:nvSpPr>
          <p:spPr bwMode="auto">
            <a:xfrm>
              <a:off x="2400" y="2144"/>
              <a:ext cx="0" cy="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1" name="Line 17"/>
            <p:cNvSpPr>
              <a:spLocks noChangeShapeType="1"/>
            </p:cNvSpPr>
            <p:nvPr/>
          </p:nvSpPr>
          <p:spPr bwMode="auto">
            <a:xfrm>
              <a:off x="3072" y="1304"/>
              <a:ext cx="0" cy="8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2" name="Line 18"/>
            <p:cNvSpPr>
              <a:spLocks noChangeShapeType="1"/>
            </p:cNvSpPr>
            <p:nvPr/>
          </p:nvSpPr>
          <p:spPr bwMode="auto">
            <a:xfrm>
              <a:off x="1536" y="1872"/>
              <a:ext cx="0" cy="2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3" name="Line 19"/>
            <p:cNvSpPr>
              <a:spLocks noChangeShapeType="1"/>
            </p:cNvSpPr>
            <p:nvPr/>
          </p:nvSpPr>
          <p:spPr bwMode="auto">
            <a:xfrm>
              <a:off x="4592" y="254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4" name="Oval 20"/>
            <p:cNvSpPr>
              <a:spLocks noChangeArrowheads="1"/>
            </p:cNvSpPr>
            <p:nvPr/>
          </p:nvSpPr>
          <p:spPr bwMode="auto">
            <a:xfrm>
              <a:off x="3936" y="2384"/>
              <a:ext cx="288" cy="2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rgbClr val="56127A"/>
                  </a:solidFill>
                  <a:latin typeface="Verdana" charset="0"/>
                </a:rPr>
                <a:t>=</a:t>
              </a:r>
            </a:p>
          </p:txBody>
        </p:sp>
        <p:sp>
          <p:nvSpPr>
            <p:cNvPr id="1690645" name="Freeform 21"/>
            <p:cNvSpPr>
              <a:spLocks/>
            </p:cNvSpPr>
            <p:nvPr/>
          </p:nvSpPr>
          <p:spPr bwMode="auto">
            <a:xfrm>
              <a:off x="1536" y="2472"/>
              <a:ext cx="2393" cy="8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88"/>
                </a:cxn>
                <a:cxn ang="0">
                  <a:pos x="2392" y="88"/>
                </a:cxn>
              </a:cxnLst>
              <a:rect l="0" t="0" r="r" b="b"/>
              <a:pathLst>
                <a:path w="2393" h="89">
                  <a:moveTo>
                    <a:pt x="0" y="0"/>
                  </a:moveTo>
                  <a:lnTo>
                    <a:pt x="0" y="88"/>
                  </a:lnTo>
                  <a:lnTo>
                    <a:pt x="2392" y="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46" name="Rectangle 22"/>
            <p:cNvSpPr>
              <a:spLocks noChangeArrowheads="1"/>
            </p:cNvSpPr>
            <p:nvPr/>
          </p:nvSpPr>
          <p:spPr bwMode="auto">
            <a:xfrm>
              <a:off x="3711" y="2634"/>
              <a:ext cx="380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hit?</a:t>
              </a:r>
            </a:p>
          </p:txBody>
        </p:sp>
        <p:sp>
          <p:nvSpPr>
            <p:cNvPr id="1690647" name="Rectangle 23"/>
            <p:cNvSpPr>
              <a:spLocks noChangeArrowheads="1"/>
            </p:cNvSpPr>
            <p:nvPr/>
          </p:nvSpPr>
          <p:spPr bwMode="auto">
            <a:xfrm>
              <a:off x="4999" y="3106"/>
              <a:ext cx="455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Data</a:t>
              </a:r>
            </a:p>
          </p:txBody>
        </p:sp>
        <p:sp>
          <p:nvSpPr>
            <p:cNvPr id="1690648" name="Rectangle 24"/>
            <p:cNvSpPr>
              <a:spLocks noChangeArrowheads="1"/>
            </p:cNvSpPr>
            <p:nvPr/>
          </p:nvSpPr>
          <p:spPr bwMode="auto">
            <a:xfrm>
              <a:off x="4620" y="1930"/>
              <a:ext cx="430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Phy.</a:t>
              </a:r>
            </a:p>
            <a:p>
              <a:pPr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Tag</a:t>
              </a:r>
            </a:p>
          </p:txBody>
        </p:sp>
        <p:sp>
          <p:nvSpPr>
            <p:cNvPr id="1690649" name="Freeform 25"/>
            <p:cNvSpPr>
              <a:spLocks/>
            </p:cNvSpPr>
            <p:nvPr/>
          </p:nvSpPr>
          <p:spPr bwMode="auto">
            <a:xfrm>
              <a:off x="480" y="2344"/>
              <a:ext cx="1921" cy="121"/>
            </a:xfrm>
            <a:custGeom>
              <a:avLst/>
              <a:gdLst/>
              <a:ahLst/>
              <a:cxnLst>
                <a:cxn ang="0">
                  <a:pos x="0" y="9"/>
                </a:cxn>
                <a:cxn ang="0">
                  <a:pos x="89" y="120"/>
                </a:cxn>
                <a:cxn ang="0">
                  <a:pos x="1863" y="120"/>
                </a:cxn>
                <a:cxn ang="0">
                  <a:pos x="1920" y="0"/>
                </a:cxn>
              </a:cxnLst>
              <a:rect l="0" t="0" r="r" b="b"/>
              <a:pathLst>
                <a:path w="1921" h="121">
                  <a:moveTo>
                    <a:pt x="0" y="9"/>
                  </a:moveTo>
                  <a:lnTo>
                    <a:pt x="89" y="120"/>
                  </a:lnTo>
                  <a:lnTo>
                    <a:pt x="1863" y="120"/>
                  </a:lnTo>
                  <a:lnTo>
                    <a:pt x="192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50" name="Rectangle 26"/>
            <p:cNvSpPr>
              <a:spLocks noChangeArrowheads="1"/>
            </p:cNvSpPr>
            <p:nvPr/>
          </p:nvSpPr>
          <p:spPr bwMode="auto">
            <a:xfrm>
              <a:off x="1191" y="2578"/>
              <a:ext cx="37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Tag</a:t>
              </a:r>
            </a:p>
          </p:txBody>
        </p:sp>
        <p:sp>
          <p:nvSpPr>
            <p:cNvPr id="1690651" name="Rectangle 27"/>
            <p:cNvSpPr>
              <a:spLocks noChangeArrowheads="1"/>
            </p:cNvSpPr>
            <p:nvPr/>
          </p:nvSpPr>
          <p:spPr bwMode="auto">
            <a:xfrm>
              <a:off x="192" y="960"/>
              <a:ext cx="333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VA</a:t>
              </a:r>
            </a:p>
          </p:txBody>
        </p:sp>
        <p:sp>
          <p:nvSpPr>
            <p:cNvPr id="1690652" name="Rectangle 28"/>
            <p:cNvSpPr>
              <a:spLocks noChangeArrowheads="1"/>
            </p:cNvSpPr>
            <p:nvPr/>
          </p:nvSpPr>
          <p:spPr bwMode="auto">
            <a:xfrm>
              <a:off x="144" y="2064"/>
              <a:ext cx="320" cy="24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2000">
                  <a:solidFill>
                    <a:srgbClr val="56127A"/>
                  </a:solidFill>
                  <a:latin typeface="Verdana" charset="0"/>
                </a:rPr>
                <a:t>PA</a:t>
              </a:r>
            </a:p>
          </p:txBody>
        </p:sp>
        <p:sp>
          <p:nvSpPr>
            <p:cNvPr id="1690653" name="Freeform 29"/>
            <p:cNvSpPr>
              <a:spLocks/>
            </p:cNvSpPr>
            <p:nvPr/>
          </p:nvSpPr>
          <p:spPr bwMode="auto">
            <a:xfrm>
              <a:off x="2416" y="1224"/>
              <a:ext cx="1281" cy="81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60" y="80"/>
                </a:cxn>
                <a:cxn ang="0">
                  <a:pos x="1242" y="80"/>
                </a:cxn>
                <a:cxn ang="0">
                  <a:pos x="1280" y="0"/>
                </a:cxn>
              </a:cxnLst>
              <a:rect l="0" t="0" r="r" b="b"/>
              <a:pathLst>
                <a:path w="1281" h="81">
                  <a:moveTo>
                    <a:pt x="0" y="6"/>
                  </a:moveTo>
                  <a:lnTo>
                    <a:pt x="60" y="80"/>
                  </a:lnTo>
                  <a:lnTo>
                    <a:pt x="1242" y="80"/>
                  </a:lnTo>
                  <a:lnTo>
                    <a:pt x="128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54" name="Rectangle 30"/>
            <p:cNvSpPr>
              <a:spLocks noChangeArrowheads="1"/>
            </p:cNvSpPr>
            <p:nvPr/>
          </p:nvSpPr>
          <p:spPr bwMode="auto">
            <a:xfrm>
              <a:off x="5088" y="864"/>
              <a:ext cx="587" cy="40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Virtual</a:t>
              </a:r>
            </a:p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Index</a:t>
              </a:r>
            </a:p>
          </p:txBody>
        </p:sp>
        <p:sp>
          <p:nvSpPr>
            <p:cNvPr id="1690655" name="Freeform 31"/>
            <p:cNvSpPr>
              <a:spLocks/>
            </p:cNvSpPr>
            <p:nvPr/>
          </p:nvSpPr>
          <p:spPr bwMode="auto">
            <a:xfrm>
              <a:off x="2896" y="824"/>
              <a:ext cx="1184" cy="569"/>
            </a:xfrm>
            <a:custGeom>
              <a:avLst/>
              <a:gdLst/>
              <a:ahLst/>
              <a:cxnLst>
                <a:cxn ang="0">
                  <a:pos x="0" y="82"/>
                </a:cxn>
                <a:cxn ang="0">
                  <a:pos x="0" y="0"/>
                </a:cxn>
                <a:cxn ang="0">
                  <a:pos x="1288" y="0"/>
                </a:cxn>
                <a:cxn ang="0">
                  <a:pos x="1288" y="568"/>
                </a:cxn>
              </a:cxnLst>
              <a:rect l="0" t="0" r="r" b="b"/>
              <a:pathLst>
                <a:path w="1289" h="569">
                  <a:moveTo>
                    <a:pt x="0" y="82"/>
                  </a:moveTo>
                  <a:lnTo>
                    <a:pt x="0" y="0"/>
                  </a:lnTo>
                  <a:lnTo>
                    <a:pt x="1288" y="0"/>
                  </a:lnTo>
                  <a:lnTo>
                    <a:pt x="1288" y="56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56" name="Line 32"/>
            <p:cNvSpPr>
              <a:spLocks noChangeShapeType="1"/>
            </p:cNvSpPr>
            <p:nvPr/>
          </p:nvSpPr>
          <p:spPr bwMode="auto">
            <a:xfrm flipH="1">
              <a:off x="3000" y="1696"/>
              <a:ext cx="136" cy="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57" name="Rectangle 33"/>
            <p:cNvSpPr>
              <a:spLocks noChangeArrowheads="1"/>
            </p:cNvSpPr>
            <p:nvPr/>
          </p:nvSpPr>
          <p:spPr bwMode="auto">
            <a:xfrm>
              <a:off x="3143" y="1570"/>
              <a:ext cx="199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k</a:t>
              </a:r>
            </a:p>
          </p:txBody>
        </p:sp>
        <p:sp>
          <p:nvSpPr>
            <p:cNvPr id="1690658" name="Rectangle 34"/>
            <p:cNvSpPr>
              <a:spLocks noChangeArrowheads="1"/>
            </p:cNvSpPr>
            <p:nvPr/>
          </p:nvSpPr>
          <p:spPr bwMode="auto">
            <a:xfrm>
              <a:off x="4792" y="1408"/>
              <a:ext cx="792" cy="528"/>
            </a:xfrm>
            <a:prstGeom prst="rect">
              <a:avLst/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1600" dirty="0">
                  <a:latin typeface="Verdana" charset="0"/>
                </a:rPr>
                <a:t>Direct-map</a:t>
              </a:r>
            </a:p>
            <a:p>
              <a:pPr>
                <a:spcBef>
                  <a:spcPct val="0"/>
                </a:spcBef>
              </a:pPr>
              <a:r>
                <a:rPr lang="en-US" sz="1600" dirty="0">
                  <a:latin typeface="Verdana" charset="0"/>
                </a:rPr>
                <a:t>2</a:t>
              </a:r>
              <a:r>
                <a:rPr lang="en-US" sz="1600" baseline="30000" dirty="0">
                  <a:latin typeface="Verdana" charset="0"/>
                </a:rPr>
                <a:t>L</a:t>
              </a:r>
              <a:r>
                <a:rPr lang="en-US" sz="1600" baseline="-25000" dirty="0">
                  <a:latin typeface="Verdana" charset="0"/>
                </a:rPr>
                <a:t> </a:t>
              </a:r>
              <a:r>
                <a:rPr lang="en-US" sz="1600" dirty="0">
                  <a:latin typeface="Verdana" charset="0"/>
                </a:rPr>
                <a:t>blocks</a:t>
              </a:r>
            </a:p>
          </p:txBody>
        </p:sp>
        <p:sp>
          <p:nvSpPr>
            <p:cNvPr id="1690659" name="Freeform 35"/>
            <p:cNvSpPr>
              <a:spLocks/>
            </p:cNvSpPr>
            <p:nvPr/>
          </p:nvSpPr>
          <p:spPr bwMode="auto">
            <a:xfrm>
              <a:off x="4080" y="824"/>
              <a:ext cx="1008" cy="5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576"/>
                </a:cxn>
              </a:cxnLst>
              <a:rect l="0" t="0" r="r" b="b"/>
              <a:pathLst>
                <a:path w="1001" h="577">
                  <a:moveTo>
                    <a:pt x="0" y="0"/>
                  </a:moveTo>
                  <a:lnTo>
                    <a:pt x="1000" y="0"/>
                  </a:lnTo>
                  <a:lnTo>
                    <a:pt x="1000" y="57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60" name="Line 36"/>
            <p:cNvSpPr>
              <a:spLocks noChangeShapeType="1"/>
            </p:cNvSpPr>
            <p:nvPr/>
          </p:nvSpPr>
          <p:spPr bwMode="auto">
            <a:xfrm>
              <a:off x="2102" y="2136"/>
              <a:ext cx="0" cy="196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61" name="Line 37"/>
            <p:cNvSpPr>
              <a:spLocks noChangeShapeType="1"/>
            </p:cNvSpPr>
            <p:nvPr/>
          </p:nvSpPr>
          <p:spPr bwMode="auto">
            <a:xfrm>
              <a:off x="2110" y="1000"/>
              <a:ext cx="0" cy="196"/>
            </a:xfrm>
            <a:prstGeom prst="line">
              <a:avLst/>
            </a:prstGeom>
            <a:noFill/>
            <a:ln w="254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" name="Group 38"/>
            <p:cNvGrpSpPr>
              <a:grpSpLocks/>
            </p:cNvGrpSpPr>
            <p:nvPr/>
          </p:nvGrpSpPr>
          <p:grpSpPr bwMode="auto">
            <a:xfrm>
              <a:off x="4552" y="962"/>
              <a:ext cx="283" cy="254"/>
              <a:chOff x="4600" y="866"/>
              <a:chExt cx="283" cy="254"/>
            </a:xfrm>
          </p:grpSpPr>
          <p:grpSp>
            <p:nvGrpSpPr>
              <p:cNvPr id="4" name="Group 39"/>
              <p:cNvGrpSpPr>
                <a:grpSpLocks/>
              </p:cNvGrpSpPr>
              <p:nvPr/>
            </p:nvGrpSpPr>
            <p:grpSpPr bwMode="auto">
              <a:xfrm>
                <a:off x="4600" y="1088"/>
                <a:ext cx="208" cy="32"/>
                <a:chOff x="4600" y="1088"/>
                <a:chExt cx="208" cy="32"/>
              </a:xfrm>
            </p:grpSpPr>
            <p:sp>
              <p:nvSpPr>
                <p:cNvPr id="1690664" name="Oval 40"/>
                <p:cNvSpPr>
                  <a:spLocks noChangeArrowheads="1"/>
                </p:cNvSpPr>
                <p:nvPr/>
              </p:nvSpPr>
              <p:spPr bwMode="auto">
                <a:xfrm>
                  <a:off x="4600" y="1088"/>
                  <a:ext cx="16" cy="32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0665" name="Oval 41"/>
                <p:cNvSpPr>
                  <a:spLocks noChangeArrowheads="1"/>
                </p:cNvSpPr>
                <p:nvPr/>
              </p:nvSpPr>
              <p:spPr bwMode="auto">
                <a:xfrm>
                  <a:off x="4696" y="1088"/>
                  <a:ext cx="16" cy="32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690666" name="Oval 42"/>
                <p:cNvSpPr>
                  <a:spLocks noChangeArrowheads="1"/>
                </p:cNvSpPr>
                <p:nvPr/>
              </p:nvSpPr>
              <p:spPr bwMode="auto">
                <a:xfrm>
                  <a:off x="4792" y="1088"/>
                  <a:ext cx="16" cy="32"/>
                </a:xfrm>
                <a:prstGeom prst="ellipse">
                  <a:avLst/>
                </a:prstGeom>
                <a:solidFill>
                  <a:schemeClr val="tx1"/>
                </a:solidFill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1690667" name="Rectangle 43"/>
              <p:cNvSpPr>
                <a:spLocks noChangeArrowheads="1"/>
              </p:cNvSpPr>
              <p:nvPr/>
            </p:nvSpPr>
            <p:spPr bwMode="auto">
              <a:xfrm>
                <a:off x="4615" y="866"/>
                <a:ext cx="268" cy="229"/>
              </a:xfrm>
              <a:prstGeom prst="rect">
                <a:avLst/>
              </a:prstGeom>
              <a:noFill/>
              <a:ln w="25400">
                <a:noFill/>
                <a:miter lim="800000"/>
                <a:headEnd/>
                <a:tailEnd/>
              </a:ln>
              <a:effectLst/>
            </p:spPr>
            <p:txBody>
              <a:bodyPr wrap="none" lIns="90488" tIns="44450" rIns="90488" bIns="44450">
                <a:prstTxWarp prst="textNoShape">
                  <a:avLst/>
                </a:prstTxWarp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sz="1800">
                    <a:solidFill>
                      <a:srgbClr val="56127A"/>
                    </a:solidFill>
                    <a:latin typeface="Verdana" charset="0"/>
                  </a:rPr>
                  <a:t>2</a:t>
                </a:r>
                <a:r>
                  <a:rPr lang="en-US" sz="2000" baseline="40000">
                    <a:solidFill>
                      <a:srgbClr val="56127A"/>
                    </a:solidFill>
                    <a:latin typeface="Verdana" charset="0"/>
                  </a:rPr>
                  <a:t>a</a:t>
                </a:r>
              </a:p>
            </p:txBody>
          </p:sp>
        </p:grpSp>
        <p:sp>
          <p:nvSpPr>
            <p:cNvPr id="1690668" name="Line 44"/>
            <p:cNvSpPr>
              <a:spLocks noChangeShapeType="1"/>
            </p:cNvSpPr>
            <p:nvPr/>
          </p:nvSpPr>
          <p:spPr bwMode="auto">
            <a:xfrm>
              <a:off x="4072" y="1920"/>
              <a:ext cx="0" cy="4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69" name="Line 45"/>
            <p:cNvSpPr>
              <a:spLocks noChangeShapeType="1"/>
            </p:cNvSpPr>
            <p:nvPr/>
          </p:nvSpPr>
          <p:spPr bwMode="auto">
            <a:xfrm>
              <a:off x="4384" y="1920"/>
              <a:ext cx="0" cy="11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0" name="Line 46"/>
            <p:cNvSpPr>
              <a:spLocks noChangeShapeType="1"/>
            </p:cNvSpPr>
            <p:nvPr/>
          </p:nvSpPr>
          <p:spPr bwMode="auto">
            <a:xfrm>
              <a:off x="4912" y="3040"/>
              <a:ext cx="0" cy="3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1" name="Line 47"/>
            <p:cNvSpPr>
              <a:spLocks noChangeShapeType="1"/>
            </p:cNvSpPr>
            <p:nvPr/>
          </p:nvSpPr>
          <p:spPr bwMode="auto">
            <a:xfrm>
              <a:off x="4312" y="3032"/>
              <a:ext cx="115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2" name="Freeform 48"/>
            <p:cNvSpPr>
              <a:spLocks/>
            </p:cNvSpPr>
            <p:nvPr/>
          </p:nvSpPr>
          <p:spPr bwMode="auto">
            <a:xfrm>
              <a:off x="4272" y="2688"/>
              <a:ext cx="225" cy="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4" y="0"/>
                </a:cxn>
                <a:cxn ang="0">
                  <a:pos x="112" y="160"/>
                </a:cxn>
                <a:cxn ang="0">
                  <a:pos x="0" y="0"/>
                </a:cxn>
              </a:cxnLst>
              <a:rect l="0" t="0" r="r" b="b"/>
              <a:pathLst>
                <a:path w="225" h="161">
                  <a:moveTo>
                    <a:pt x="0" y="0"/>
                  </a:moveTo>
                  <a:lnTo>
                    <a:pt x="224" y="0"/>
                  </a:lnTo>
                  <a:lnTo>
                    <a:pt x="112" y="16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3" name="Freeform 49"/>
            <p:cNvSpPr>
              <a:spLocks/>
            </p:cNvSpPr>
            <p:nvPr/>
          </p:nvSpPr>
          <p:spPr bwMode="auto">
            <a:xfrm>
              <a:off x="4104" y="2672"/>
              <a:ext cx="233" cy="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232" y="96"/>
                </a:cxn>
              </a:cxnLst>
              <a:rect l="0" t="0" r="r" b="b"/>
              <a:pathLst>
                <a:path w="233" h="97">
                  <a:moveTo>
                    <a:pt x="0" y="0"/>
                  </a:moveTo>
                  <a:lnTo>
                    <a:pt x="0" y="96"/>
                  </a:lnTo>
                  <a:lnTo>
                    <a:pt x="232" y="9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4" name="Oval 50"/>
            <p:cNvSpPr>
              <a:spLocks noChangeArrowheads="1"/>
            </p:cNvSpPr>
            <p:nvPr/>
          </p:nvSpPr>
          <p:spPr bwMode="auto">
            <a:xfrm>
              <a:off x="4904" y="2392"/>
              <a:ext cx="288" cy="2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lIns="90488" tIns="44450" rIns="90488" bIns="44450" anchor="ctr">
              <a:prstTxWarp prst="textNoShape">
                <a:avLst/>
              </a:prstTxWarp>
            </a:bodyPr>
            <a:lstStyle/>
            <a:p>
              <a:pPr>
                <a:spcBef>
                  <a:spcPct val="0"/>
                </a:spcBef>
              </a:pPr>
              <a:r>
                <a:rPr lang="en-US" sz="2400">
                  <a:solidFill>
                    <a:srgbClr val="56127A"/>
                  </a:solidFill>
                  <a:latin typeface="Verdana" charset="0"/>
                </a:rPr>
                <a:t>=</a:t>
              </a:r>
            </a:p>
          </p:txBody>
        </p:sp>
        <p:sp>
          <p:nvSpPr>
            <p:cNvPr id="1690675" name="Line 51"/>
            <p:cNvSpPr>
              <a:spLocks noChangeShapeType="1"/>
            </p:cNvSpPr>
            <p:nvPr/>
          </p:nvSpPr>
          <p:spPr bwMode="auto">
            <a:xfrm>
              <a:off x="5040" y="1944"/>
              <a:ext cx="0" cy="4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6" name="Line 52"/>
            <p:cNvSpPr>
              <a:spLocks noChangeShapeType="1"/>
            </p:cNvSpPr>
            <p:nvPr/>
          </p:nvSpPr>
          <p:spPr bwMode="auto">
            <a:xfrm>
              <a:off x="5352" y="1930"/>
              <a:ext cx="0" cy="110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7" name="Freeform 53"/>
            <p:cNvSpPr>
              <a:spLocks/>
            </p:cNvSpPr>
            <p:nvPr/>
          </p:nvSpPr>
          <p:spPr bwMode="auto">
            <a:xfrm>
              <a:off x="5240" y="2696"/>
              <a:ext cx="225" cy="1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4" y="0"/>
                </a:cxn>
                <a:cxn ang="0">
                  <a:pos x="112" y="160"/>
                </a:cxn>
                <a:cxn ang="0">
                  <a:pos x="0" y="0"/>
                </a:cxn>
              </a:cxnLst>
              <a:rect l="0" t="0" r="r" b="b"/>
              <a:pathLst>
                <a:path w="225" h="161">
                  <a:moveTo>
                    <a:pt x="0" y="0"/>
                  </a:moveTo>
                  <a:lnTo>
                    <a:pt x="224" y="0"/>
                  </a:lnTo>
                  <a:lnTo>
                    <a:pt x="112" y="16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0678" name="Freeform 54"/>
            <p:cNvSpPr>
              <a:spLocks/>
            </p:cNvSpPr>
            <p:nvPr/>
          </p:nvSpPr>
          <p:spPr bwMode="auto">
            <a:xfrm>
              <a:off x="5072" y="2680"/>
              <a:ext cx="233" cy="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96"/>
                </a:cxn>
                <a:cxn ang="0">
                  <a:pos x="232" y="96"/>
                </a:cxn>
              </a:cxnLst>
              <a:rect l="0" t="0" r="r" b="b"/>
              <a:pathLst>
                <a:path w="233" h="97">
                  <a:moveTo>
                    <a:pt x="0" y="0"/>
                  </a:moveTo>
                  <a:lnTo>
                    <a:pt x="0" y="96"/>
                  </a:lnTo>
                  <a:lnTo>
                    <a:pt x="232" y="96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" name="Group 55"/>
            <p:cNvGrpSpPr>
              <a:grpSpLocks/>
            </p:cNvGrpSpPr>
            <p:nvPr/>
          </p:nvGrpSpPr>
          <p:grpSpPr bwMode="auto">
            <a:xfrm>
              <a:off x="4664" y="2904"/>
              <a:ext cx="208" cy="32"/>
              <a:chOff x="4712" y="2808"/>
              <a:chExt cx="208" cy="32"/>
            </a:xfrm>
          </p:grpSpPr>
          <p:sp>
            <p:nvSpPr>
              <p:cNvPr id="1690680" name="Oval 56"/>
              <p:cNvSpPr>
                <a:spLocks noChangeArrowheads="1"/>
              </p:cNvSpPr>
              <p:nvPr/>
            </p:nvSpPr>
            <p:spPr bwMode="auto">
              <a:xfrm>
                <a:off x="4712" y="2808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0681" name="Oval 57"/>
              <p:cNvSpPr>
                <a:spLocks noChangeArrowheads="1"/>
              </p:cNvSpPr>
              <p:nvPr/>
            </p:nvSpPr>
            <p:spPr bwMode="auto">
              <a:xfrm>
                <a:off x="4808" y="2808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0682" name="Oval 58"/>
              <p:cNvSpPr>
                <a:spLocks noChangeArrowheads="1"/>
              </p:cNvSpPr>
              <p:nvPr/>
            </p:nvSpPr>
            <p:spPr bwMode="auto">
              <a:xfrm>
                <a:off x="4904" y="2808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690683" name="Rectangle 59"/>
            <p:cNvSpPr>
              <a:spLocks noChangeArrowheads="1"/>
            </p:cNvSpPr>
            <p:nvPr/>
          </p:nvSpPr>
          <p:spPr bwMode="auto">
            <a:xfrm>
              <a:off x="4679" y="2682"/>
              <a:ext cx="268" cy="22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 lIns="90488" tIns="44450" rIns="90488" bIns="44450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solidFill>
                    <a:srgbClr val="56127A"/>
                  </a:solidFill>
                  <a:latin typeface="Verdana" charset="0"/>
                </a:rPr>
                <a:t>2</a:t>
              </a:r>
              <a:r>
                <a:rPr lang="en-US" sz="2000" baseline="40000">
                  <a:solidFill>
                    <a:srgbClr val="56127A"/>
                  </a:solidFill>
                  <a:latin typeface="Verdana" charset="0"/>
                </a:rPr>
                <a:t>a</a:t>
              </a:r>
            </a:p>
          </p:txBody>
        </p:sp>
        <p:grpSp>
          <p:nvGrpSpPr>
            <p:cNvPr id="6" name="Group 60"/>
            <p:cNvGrpSpPr>
              <a:grpSpLocks/>
            </p:cNvGrpSpPr>
            <p:nvPr/>
          </p:nvGrpSpPr>
          <p:grpSpPr bwMode="auto">
            <a:xfrm>
              <a:off x="4312" y="2528"/>
              <a:ext cx="208" cy="32"/>
              <a:chOff x="4360" y="2432"/>
              <a:chExt cx="208" cy="32"/>
            </a:xfrm>
          </p:grpSpPr>
          <p:sp>
            <p:nvSpPr>
              <p:cNvPr id="1690685" name="Oval 61"/>
              <p:cNvSpPr>
                <a:spLocks noChangeArrowheads="1"/>
              </p:cNvSpPr>
              <p:nvPr/>
            </p:nvSpPr>
            <p:spPr bwMode="auto">
              <a:xfrm>
                <a:off x="4360" y="2432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0686" name="Oval 62"/>
              <p:cNvSpPr>
                <a:spLocks noChangeArrowheads="1"/>
              </p:cNvSpPr>
              <p:nvPr/>
            </p:nvSpPr>
            <p:spPr bwMode="auto">
              <a:xfrm>
                <a:off x="4456" y="2432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0687" name="Oval 63"/>
              <p:cNvSpPr>
                <a:spLocks noChangeArrowheads="1"/>
              </p:cNvSpPr>
              <p:nvPr/>
            </p:nvSpPr>
            <p:spPr bwMode="auto">
              <a:xfrm>
                <a:off x="4552" y="2432"/>
                <a:ext cx="16" cy="32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sp>
        <p:nvSpPr>
          <p:cNvPr id="1690688" name="Rectangle 64"/>
          <p:cNvSpPr>
            <a:spLocks noChangeArrowheads="1"/>
          </p:cNvSpPr>
          <p:nvPr/>
        </p:nvSpPr>
        <p:spPr bwMode="auto">
          <a:xfrm>
            <a:off x="228600" y="5286375"/>
            <a:ext cx="8545513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latin typeface="Verdana" charset="0"/>
              </a:rPr>
              <a:t>After the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 PPN</a:t>
            </a:r>
            <a:r>
              <a:rPr lang="en-US" sz="2400">
                <a:solidFill>
                  <a:schemeClr val="accent2"/>
                </a:solidFill>
                <a:latin typeface="Verdana" charset="0"/>
              </a:rPr>
              <a:t> </a:t>
            </a:r>
            <a:r>
              <a:rPr lang="en-US" sz="2400">
                <a:latin typeface="Verdana" charset="0"/>
              </a:rPr>
              <a:t>is known, </a:t>
            </a:r>
            <a:r>
              <a:rPr lang="en-US" sz="2400">
                <a:solidFill>
                  <a:srgbClr val="56127A"/>
                </a:solidFill>
                <a:latin typeface="Verdana" charset="0"/>
              </a:rPr>
              <a:t>2</a:t>
            </a:r>
            <a:r>
              <a:rPr lang="en-US" sz="2400" baseline="40000">
                <a:solidFill>
                  <a:srgbClr val="56127A"/>
                </a:solidFill>
                <a:latin typeface="Verdana" charset="0"/>
              </a:rPr>
              <a:t>a</a:t>
            </a:r>
            <a:r>
              <a:rPr lang="en-US" sz="2400">
                <a:latin typeface="Verdana" charset="0"/>
              </a:rPr>
              <a:t> physical tags are compared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ED81E9B-690E-ED15-0A29-4D5A3204FA82}"/>
                  </a:ext>
                </a:extLst>
              </p14:cNvPr>
              <p14:cNvContentPartPr/>
              <p14:nvPr/>
            </p14:nvContentPartPr>
            <p14:xfrm>
              <a:off x="5884200" y="3171600"/>
              <a:ext cx="2991960" cy="114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ED81E9B-690E-ED15-0A29-4D5A3204FA8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74840" y="3162240"/>
                <a:ext cx="3010680" cy="13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6E3C-7EFC-4A44-B733-FC667A234790}" type="slidenum">
              <a:rPr lang="en-US"/>
              <a:pPr/>
              <a:t>83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4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6896100" cy="762000"/>
          </a:xfrm>
          <a:noFill/>
          <a:ln/>
        </p:spPr>
        <p:txBody>
          <a:bodyPr lIns="90488" tIns="44450" rIns="90488" bIns="44450"/>
          <a:lstStyle/>
          <a:p>
            <a:r>
              <a:rPr lang="en-US" sz="2000"/>
              <a:t>A solution via </a:t>
            </a:r>
            <a:r>
              <a:rPr lang="en-US" sz="3200"/>
              <a:t>Second Level Cache</a:t>
            </a:r>
          </a:p>
        </p:txBody>
      </p:sp>
      <p:sp>
        <p:nvSpPr>
          <p:cNvPr id="1694723" name="Rectangle 3"/>
          <p:cNvSpPr>
            <a:spLocks noChangeArrowheads="1"/>
          </p:cNvSpPr>
          <p:nvPr/>
        </p:nvSpPr>
        <p:spPr bwMode="auto">
          <a:xfrm>
            <a:off x="381000" y="4114800"/>
            <a:ext cx="8305800" cy="187487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 dirty="0">
                <a:latin typeface="Verdana" charset="0"/>
              </a:rPr>
              <a:t>Usually, a common L2 cache backs up both Instruction and Data L1 caches</a:t>
            </a:r>
          </a:p>
          <a:p>
            <a:pPr algn="l">
              <a:spcBef>
                <a:spcPct val="0"/>
              </a:spcBef>
            </a:pPr>
            <a:endParaRPr lang="en-US" sz="2400" dirty="0">
              <a:latin typeface="Verdana" charset="0"/>
            </a:endParaRPr>
          </a:p>
          <a:p>
            <a:pPr algn="l">
              <a:spcBef>
                <a:spcPct val="0"/>
              </a:spcBef>
            </a:pPr>
            <a:r>
              <a:rPr lang="en-US" sz="2400" dirty="0">
                <a:latin typeface="Verdana" charset="0"/>
              </a:rPr>
              <a:t>L2 is “inclusive” of both Instruction and Data caches</a:t>
            </a:r>
          </a:p>
          <a:p>
            <a:pPr lvl="1" algn="l"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latin typeface="Verdana" charset="0"/>
              </a:rPr>
              <a:t> Inclusive means L2 has copy of any line in either L1</a:t>
            </a:r>
          </a:p>
        </p:txBody>
      </p:sp>
      <p:sp>
        <p:nvSpPr>
          <p:cNvPr id="1694724" name="Rectangle 4"/>
          <p:cNvSpPr>
            <a:spLocks noChangeArrowheads="1"/>
          </p:cNvSpPr>
          <p:nvPr/>
        </p:nvSpPr>
        <p:spPr bwMode="auto">
          <a:xfrm>
            <a:off x="457200" y="1524000"/>
            <a:ext cx="1016000" cy="213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CPU</a:t>
            </a:r>
          </a:p>
        </p:txBody>
      </p:sp>
      <p:sp>
        <p:nvSpPr>
          <p:cNvPr id="1694725" name="Rectangle 5" descr="40%"/>
          <p:cNvSpPr>
            <a:spLocks noChangeArrowheads="1"/>
          </p:cNvSpPr>
          <p:nvPr/>
        </p:nvSpPr>
        <p:spPr bwMode="auto">
          <a:xfrm>
            <a:off x="2133600" y="2743200"/>
            <a:ext cx="1600200" cy="9271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L1 Data Cache</a:t>
            </a:r>
            <a:endParaRPr lang="en-US" sz="2400">
              <a:latin typeface="Verdana" charset="0"/>
            </a:endParaRPr>
          </a:p>
        </p:txBody>
      </p:sp>
      <p:sp>
        <p:nvSpPr>
          <p:cNvPr id="1694726" name="Line 6"/>
          <p:cNvSpPr>
            <a:spLocks noChangeShapeType="1"/>
          </p:cNvSpPr>
          <p:nvPr/>
        </p:nvSpPr>
        <p:spPr bwMode="auto">
          <a:xfrm flipH="1" flipV="1">
            <a:off x="1447800" y="19812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27" name="Line 7"/>
          <p:cNvSpPr>
            <a:spLocks noChangeShapeType="1"/>
          </p:cNvSpPr>
          <p:nvPr/>
        </p:nvSpPr>
        <p:spPr bwMode="auto">
          <a:xfrm flipH="1" flipV="1">
            <a:off x="1447800" y="32004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28" name="Rectangle 8" descr="40%"/>
          <p:cNvSpPr>
            <a:spLocks noChangeArrowheads="1"/>
          </p:cNvSpPr>
          <p:nvPr/>
        </p:nvSpPr>
        <p:spPr bwMode="auto">
          <a:xfrm>
            <a:off x="2133600" y="1524000"/>
            <a:ext cx="1600200" cy="914400"/>
          </a:xfrm>
          <a:prstGeom prst="rect">
            <a:avLst/>
          </a:prstGeom>
          <a:pattFill prst="pct40">
            <a:fgClr>
              <a:schemeClr val="accent1"/>
            </a:fgClr>
            <a:bgClr>
              <a:srgbClr val="FFFFFF"/>
            </a:bgClr>
          </a:patt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L1 Instruction Cache</a:t>
            </a:r>
          </a:p>
        </p:txBody>
      </p:sp>
      <p:sp>
        <p:nvSpPr>
          <p:cNvPr id="1694729" name="Rectangle 9"/>
          <p:cNvSpPr>
            <a:spLocks noChangeArrowheads="1"/>
          </p:cNvSpPr>
          <p:nvPr/>
        </p:nvSpPr>
        <p:spPr bwMode="auto">
          <a:xfrm>
            <a:off x="4648200" y="1524000"/>
            <a:ext cx="1524000" cy="213360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Unified L2 Cache</a:t>
            </a:r>
          </a:p>
        </p:txBody>
      </p:sp>
      <p:sp>
        <p:nvSpPr>
          <p:cNvPr id="1694730" name="Freeform 10"/>
          <p:cNvSpPr>
            <a:spLocks/>
          </p:cNvSpPr>
          <p:nvPr/>
        </p:nvSpPr>
        <p:spPr bwMode="auto">
          <a:xfrm>
            <a:off x="3733800" y="1981200"/>
            <a:ext cx="914400" cy="6096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0"/>
              </a:cxn>
              <a:cxn ang="0">
                <a:pos x="288" y="384"/>
              </a:cxn>
              <a:cxn ang="0">
                <a:pos x="576" y="384"/>
              </a:cxn>
            </a:cxnLst>
            <a:rect l="0" t="0" r="r" b="b"/>
            <a:pathLst>
              <a:path w="576" h="384">
                <a:moveTo>
                  <a:pt x="0" y="0"/>
                </a:moveTo>
                <a:lnTo>
                  <a:pt x="288" y="0"/>
                </a:lnTo>
                <a:lnTo>
                  <a:pt x="288" y="384"/>
                </a:lnTo>
                <a:lnTo>
                  <a:pt x="576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1" name="Freeform 11"/>
          <p:cNvSpPr>
            <a:spLocks/>
          </p:cNvSpPr>
          <p:nvPr/>
        </p:nvSpPr>
        <p:spPr bwMode="auto">
          <a:xfrm>
            <a:off x="3733800" y="2590800"/>
            <a:ext cx="457200" cy="609600"/>
          </a:xfrm>
          <a:custGeom>
            <a:avLst/>
            <a:gdLst/>
            <a:ahLst/>
            <a:cxnLst>
              <a:cxn ang="0">
                <a:pos x="288" y="0"/>
              </a:cxn>
              <a:cxn ang="0">
                <a:pos x="288" y="384"/>
              </a:cxn>
              <a:cxn ang="0">
                <a:pos x="0" y="384"/>
              </a:cxn>
            </a:cxnLst>
            <a:rect l="0" t="0" r="r" b="b"/>
            <a:pathLst>
              <a:path w="288" h="384">
                <a:moveTo>
                  <a:pt x="288" y="0"/>
                </a:moveTo>
                <a:lnTo>
                  <a:pt x="288" y="384"/>
                </a:lnTo>
                <a:lnTo>
                  <a:pt x="0" y="384"/>
                </a:lnTo>
              </a:path>
            </a:pathLst>
          </a:custGeom>
          <a:noFill/>
          <a:ln w="508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2" name="Rectangle 12"/>
          <p:cNvSpPr>
            <a:spLocks noChangeArrowheads="1"/>
          </p:cNvSpPr>
          <p:nvPr/>
        </p:nvSpPr>
        <p:spPr bwMode="auto">
          <a:xfrm>
            <a:off x="609600" y="2895600"/>
            <a:ext cx="685800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RF</a:t>
            </a:r>
          </a:p>
        </p:txBody>
      </p:sp>
      <p:sp>
        <p:nvSpPr>
          <p:cNvPr id="1694733" name="Line 13"/>
          <p:cNvSpPr>
            <a:spLocks noChangeShapeType="1"/>
          </p:cNvSpPr>
          <p:nvPr/>
        </p:nvSpPr>
        <p:spPr bwMode="auto">
          <a:xfrm>
            <a:off x="6705600" y="1828800"/>
            <a:ext cx="0" cy="16002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4" name="Rectangle 14"/>
          <p:cNvSpPr>
            <a:spLocks noChangeArrowheads="1"/>
          </p:cNvSpPr>
          <p:nvPr/>
        </p:nvSpPr>
        <p:spPr bwMode="auto">
          <a:xfrm>
            <a:off x="7327900" y="3124200"/>
            <a:ext cx="1270000" cy="368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694735" name="Line 15"/>
          <p:cNvSpPr>
            <a:spLocks noChangeShapeType="1"/>
          </p:cNvSpPr>
          <p:nvPr/>
        </p:nvSpPr>
        <p:spPr bwMode="auto">
          <a:xfrm flipH="1">
            <a:off x="6705600" y="3302000"/>
            <a:ext cx="6223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6" name="Rectangle 16"/>
          <p:cNvSpPr>
            <a:spLocks noChangeArrowheads="1"/>
          </p:cNvSpPr>
          <p:nvPr/>
        </p:nvSpPr>
        <p:spPr bwMode="auto">
          <a:xfrm>
            <a:off x="7327900" y="2667000"/>
            <a:ext cx="1270000" cy="368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694737" name="Line 17"/>
          <p:cNvSpPr>
            <a:spLocks noChangeShapeType="1"/>
          </p:cNvSpPr>
          <p:nvPr/>
        </p:nvSpPr>
        <p:spPr bwMode="auto">
          <a:xfrm flipH="1">
            <a:off x="6705600" y="2844800"/>
            <a:ext cx="6223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38" name="Rectangle 18"/>
          <p:cNvSpPr>
            <a:spLocks noChangeArrowheads="1"/>
          </p:cNvSpPr>
          <p:nvPr/>
        </p:nvSpPr>
        <p:spPr bwMode="auto">
          <a:xfrm>
            <a:off x="7327900" y="2209800"/>
            <a:ext cx="1270000" cy="368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694739" name="Line 19"/>
          <p:cNvSpPr>
            <a:spLocks noChangeShapeType="1"/>
          </p:cNvSpPr>
          <p:nvPr/>
        </p:nvSpPr>
        <p:spPr bwMode="auto">
          <a:xfrm flipH="1">
            <a:off x="6705600" y="2387600"/>
            <a:ext cx="63817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40" name="Rectangle 20"/>
          <p:cNvSpPr>
            <a:spLocks noChangeArrowheads="1"/>
          </p:cNvSpPr>
          <p:nvPr/>
        </p:nvSpPr>
        <p:spPr bwMode="auto">
          <a:xfrm>
            <a:off x="7327900" y="1752600"/>
            <a:ext cx="1270000" cy="3683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694741" name="Line 21"/>
          <p:cNvSpPr>
            <a:spLocks noChangeShapeType="1"/>
          </p:cNvSpPr>
          <p:nvPr/>
        </p:nvSpPr>
        <p:spPr bwMode="auto">
          <a:xfrm flipH="1">
            <a:off x="6705600" y="1930400"/>
            <a:ext cx="63817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4742" name="Line 22"/>
          <p:cNvSpPr>
            <a:spLocks noChangeShapeType="1"/>
          </p:cNvSpPr>
          <p:nvPr/>
        </p:nvSpPr>
        <p:spPr bwMode="auto">
          <a:xfrm>
            <a:off x="6172200" y="2590800"/>
            <a:ext cx="5334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A2788B5-5A4F-7F6A-03B9-3A34FB716629}"/>
                  </a:ext>
                </a:extLst>
              </p14:cNvPr>
              <p14:cNvContentPartPr/>
              <p14:nvPr/>
            </p14:nvContentPartPr>
            <p14:xfrm>
              <a:off x="3350160" y="1376640"/>
              <a:ext cx="2693880" cy="1725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A2788B5-5A4F-7F6A-03B9-3A34FB7166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0800" y="1367280"/>
                <a:ext cx="2712600" cy="1744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BA104-2C28-1D4F-83A0-F9811EA0D286}" type="slidenum">
              <a:rPr lang="en-US"/>
              <a:pPr/>
              <a:t>84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5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76200"/>
            <a:ext cx="8458200" cy="1004888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Anti-Aliasing Using L2: </a:t>
            </a:r>
            <a:r>
              <a:rPr lang="en-US" sz="2400" i="1"/>
              <a:t>MIPS R10000</a:t>
            </a:r>
          </a:p>
        </p:txBody>
      </p:sp>
      <p:sp>
        <p:nvSpPr>
          <p:cNvPr id="1695747" name="Line 3"/>
          <p:cNvSpPr>
            <a:spLocks noChangeShapeType="1"/>
          </p:cNvSpPr>
          <p:nvPr/>
        </p:nvSpPr>
        <p:spPr bwMode="auto">
          <a:xfrm>
            <a:off x="5551488" y="314960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48" name="Rectangle 4"/>
          <p:cNvSpPr>
            <a:spLocks noChangeArrowheads="1"/>
          </p:cNvSpPr>
          <p:nvPr/>
        </p:nvSpPr>
        <p:spPr bwMode="auto">
          <a:xfrm>
            <a:off x="850900" y="1446213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49" name="Rectangle 5"/>
          <p:cNvSpPr>
            <a:spLocks noChangeArrowheads="1"/>
          </p:cNvSpPr>
          <p:nvPr/>
        </p:nvSpPr>
        <p:spPr bwMode="auto">
          <a:xfrm>
            <a:off x="866775" y="1446213"/>
            <a:ext cx="50514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VPN 	         a    Page Offset    b</a:t>
            </a:r>
          </a:p>
        </p:txBody>
      </p:sp>
      <p:sp>
        <p:nvSpPr>
          <p:cNvPr id="1695750" name="Line 6"/>
          <p:cNvSpPr>
            <a:spLocks noChangeShapeType="1"/>
          </p:cNvSpPr>
          <p:nvPr/>
        </p:nvSpPr>
        <p:spPr bwMode="auto">
          <a:xfrm>
            <a:off x="3848100" y="1458913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1" name="Freeform 7"/>
          <p:cNvSpPr>
            <a:spLocks/>
          </p:cNvSpPr>
          <p:nvPr/>
        </p:nvSpPr>
        <p:spPr bwMode="auto">
          <a:xfrm>
            <a:off x="3390900" y="1306513"/>
            <a:ext cx="2109788" cy="103187"/>
          </a:xfrm>
          <a:custGeom>
            <a:avLst/>
            <a:gdLst/>
            <a:ahLst/>
            <a:cxnLst>
              <a:cxn ang="0">
                <a:pos x="0" y="59"/>
              </a:cxn>
              <a:cxn ang="0">
                <a:pos x="62" y="0"/>
              </a:cxn>
              <a:cxn ang="0">
                <a:pos x="1289" y="0"/>
              </a:cxn>
              <a:cxn ang="0">
                <a:pos x="1328" y="64"/>
              </a:cxn>
            </a:cxnLst>
            <a:rect l="0" t="0" r="r" b="b"/>
            <a:pathLst>
              <a:path w="1329" h="65">
                <a:moveTo>
                  <a:pt x="0" y="59"/>
                </a:moveTo>
                <a:lnTo>
                  <a:pt x="62" y="0"/>
                </a:lnTo>
                <a:lnTo>
                  <a:pt x="1289" y="0"/>
                </a:lnTo>
                <a:lnTo>
                  <a:pt x="1328" y="6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2" name="Rectangle 8"/>
          <p:cNvSpPr>
            <a:spLocks noChangeArrowheads="1"/>
          </p:cNvSpPr>
          <p:nvPr/>
        </p:nvSpPr>
        <p:spPr bwMode="auto">
          <a:xfrm>
            <a:off x="1828800" y="2133600"/>
            <a:ext cx="1333500" cy="620713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TLB</a:t>
            </a:r>
          </a:p>
        </p:txBody>
      </p:sp>
      <p:sp>
        <p:nvSpPr>
          <p:cNvPr id="1695753" name="Line 9"/>
          <p:cNvSpPr>
            <a:spLocks noChangeShapeType="1"/>
          </p:cNvSpPr>
          <p:nvPr/>
        </p:nvSpPr>
        <p:spPr bwMode="auto">
          <a:xfrm flipH="1">
            <a:off x="2438400" y="2743200"/>
            <a:ext cx="1588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4" name="Rectangle 10"/>
          <p:cNvSpPr>
            <a:spLocks noChangeArrowheads="1"/>
          </p:cNvSpPr>
          <p:nvPr/>
        </p:nvSpPr>
        <p:spPr bwMode="auto">
          <a:xfrm>
            <a:off x="6977063" y="1816100"/>
            <a:ext cx="1803400" cy="1257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5" name="Rectangle 11"/>
          <p:cNvSpPr>
            <a:spLocks noChangeArrowheads="1"/>
          </p:cNvSpPr>
          <p:nvPr/>
        </p:nvSpPr>
        <p:spPr bwMode="auto">
          <a:xfrm>
            <a:off x="817563" y="312420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6" name="Rectangle 12"/>
          <p:cNvSpPr>
            <a:spLocks noChangeArrowheads="1"/>
          </p:cNvSpPr>
          <p:nvPr/>
        </p:nvSpPr>
        <p:spPr bwMode="auto">
          <a:xfrm>
            <a:off x="833438" y="3124200"/>
            <a:ext cx="51530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 PPN 		    Page Offset     b</a:t>
            </a:r>
          </a:p>
        </p:txBody>
      </p:sp>
      <p:sp>
        <p:nvSpPr>
          <p:cNvPr id="1695757" name="Line 13"/>
          <p:cNvSpPr>
            <a:spLocks noChangeShapeType="1"/>
          </p:cNvSpPr>
          <p:nvPr/>
        </p:nvSpPr>
        <p:spPr bwMode="auto">
          <a:xfrm>
            <a:off x="3814763" y="313690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8" name="Line 14"/>
          <p:cNvSpPr>
            <a:spLocks noChangeShapeType="1"/>
          </p:cNvSpPr>
          <p:nvPr/>
        </p:nvSpPr>
        <p:spPr bwMode="auto">
          <a:xfrm>
            <a:off x="2489200" y="1770063"/>
            <a:ext cx="0" cy="3635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59" name="Freeform 15"/>
          <p:cNvSpPr>
            <a:spLocks/>
          </p:cNvSpPr>
          <p:nvPr/>
        </p:nvSpPr>
        <p:spPr bwMode="auto">
          <a:xfrm>
            <a:off x="842963" y="3492500"/>
            <a:ext cx="2971800" cy="141288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138" y="88"/>
              </a:cxn>
              <a:cxn ang="0">
                <a:pos x="2864" y="88"/>
              </a:cxn>
              <a:cxn ang="0">
                <a:pos x="2952" y="0"/>
              </a:cxn>
            </a:cxnLst>
            <a:rect l="0" t="0" r="r" b="b"/>
            <a:pathLst>
              <a:path w="2953" h="89">
                <a:moveTo>
                  <a:pt x="0" y="7"/>
                </a:moveTo>
                <a:lnTo>
                  <a:pt x="138" y="88"/>
                </a:lnTo>
                <a:lnTo>
                  <a:pt x="2864" y="88"/>
                </a:lnTo>
                <a:lnTo>
                  <a:pt x="2952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0" name="Rectangle 16"/>
          <p:cNvSpPr>
            <a:spLocks noChangeArrowheads="1"/>
          </p:cNvSpPr>
          <p:nvPr/>
        </p:nvSpPr>
        <p:spPr bwMode="auto">
          <a:xfrm>
            <a:off x="1981200" y="3733800"/>
            <a:ext cx="601663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Tag</a:t>
            </a:r>
          </a:p>
        </p:txBody>
      </p:sp>
      <p:sp>
        <p:nvSpPr>
          <p:cNvPr id="1695761" name="Rectangle 17"/>
          <p:cNvSpPr>
            <a:spLocks noChangeArrowheads="1"/>
          </p:cNvSpPr>
          <p:nvPr/>
        </p:nvSpPr>
        <p:spPr bwMode="auto">
          <a:xfrm>
            <a:off x="223838" y="1420813"/>
            <a:ext cx="528637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VA</a:t>
            </a:r>
          </a:p>
        </p:txBody>
      </p:sp>
      <p:sp>
        <p:nvSpPr>
          <p:cNvPr id="1695762" name="Rectangle 18"/>
          <p:cNvSpPr>
            <a:spLocks noChangeArrowheads="1"/>
          </p:cNvSpPr>
          <p:nvPr/>
        </p:nvSpPr>
        <p:spPr bwMode="auto">
          <a:xfrm>
            <a:off x="228600" y="3124200"/>
            <a:ext cx="5080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</a:t>
            </a:r>
          </a:p>
        </p:txBody>
      </p:sp>
      <p:sp>
        <p:nvSpPr>
          <p:cNvPr id="1695763" name="Rectangle 19"/>
          <p:cNvSpPr>
            <a:spLocks noChangeArrowheads="1"/>
          </p:cNvSpPr>
          <p:nvPr/>
        </p:nvSpPr>
        <p:spPr bwMode="auto">
          <a:xfrm>
            <a:off x="5410200" y="1084263"/>
            <a:ext cx="18319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Virtual Index</a:t>
            </a:r>
          </a:p>
        </p:txBody>
      </p:sp>
      <p:sp>
        <p:nvSpPr>
          <p:cNvPr id="1695764" name="Freeform 20"/>
          <p:cNvSpPr>
            <a:spLocks/>
          </p:cNvSpPr>
          <p:nvPr/>
        </p:nvSpPr>
        <p:spPr bwMode="auto">
          <a:xfrm>
            <a:off x="4538663" y="1143000"/>
            <a:ext cx="2700337" cy="661988"/>
          </a:xfrm>
          <a:custGeom>
            <a:avLst/>
            <a:gdLst/>
            <a:ahLst/>
            <a:cxnLst>
              <a:cxn ang="0">
                <a:pos x="0" y="74"/>
              </a:cxn>
              <a:cxn ang="0">
                <a:pos x="0" y="0"/>
              </a:cxn>
              <a:cxn ang="0">
                <a:pos x="1752" y="0"/>
              </a:cxn>
              <a:cxn ang="0">
                <a:pos x="1752" y="512"/>
              </a:cxn>
            </a:cxnLst>
            <a:rect l="0" t="0" r="r" b="b"/>
            <a:pathLst>
              <a:path w="1753" h="513">
                <a:moveTo>
                  <a:pt x="0" y="74"/>
                </a:moveTo>
                <a:lnTo>
                  <a:pt x="0" y="0"/>
                </a:lnTo>
                <a:lnTo>
                  <a:pt x="1752" y="0"/>
                </a:lnTo>
                <a:lnTo>
                  <a:pt x="1752" y="5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5" name="Line 21"/>
          <p:cNvSpPr>
            <a:spLocks noChangeShapeType="1"/>
          </p:cNvSpPr>
          <p:nvPr/>
        </p:nvSpPr>
        <p:spPr bwMode="auto">
          <a:xfrm>
            <a:off x="5521325" y="1458913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6" name="Rectangle 22"/>
          <p:cNvSpPr>
            <a:spLocks noChangeArrowheads="1"/>
          </p:cNvSpPr>
          <p:nvPr/>
        </p:nvSpPr>
        <p:spPr bwMode="auto">
          <a:xfrm>
            <a:off x="7315200" y="1066800"/>
            <a:ext cx="1719263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L1 PA cache</a:t>
            </a:r>
          </a:p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Direct-map</a:t>
            </a:r>
          </a:p>
        </p:txBody>
      </p:sp>
      <p:sp>
        <p:nvSpPr>
          <p:cNvPr id="1695767" name="Line 23"/>
          <p:cNvSpPr>
            <a:spLocks noChangeShapeType="1"/>
          </p:cNvSpPr>
          <p:nvPr/>
        </p:nvSpPr>
        <p:spPr bwMode="auto">
          <a:xfrm>
            <a:off x="7696200" y="182880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8" name="Line 24"/>
          <p:cNvSpPr>
            <a:spLocks noChangeShapeType="1"/>
          </p:cNvSpPr>
          <p:nvPr/>
        </p:nvSpPr>
        <p:spPr bwMode="auto">
          <a:xfrm>
            <a:off x="3378200" y="1446213"/>
            <a:ext cx="0" cy="3302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69" name="Oval 25"/>
          <p:cNvSpPr>
            <a:spLocks noChangeArrowheads="1"/>
          </p:cNvSpPr>
          <p:nvPr/>
        </p:nvSpPr>
        <p:spPr bwMode="auto">
          <a:xfrm>
            <a:off x="7142163" y="3530600"/>
            <a:ext cx="457200" cy="4445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latin typeface="Verdana" charset="0"/>
              </a:rPr>
              <a:t>=</a:t>
            </a:r>
          </a:p>
        </p:txBody>
      </p:sp>
      <p:sp>
        <p:nvSpPr>
          <p:cNvPr id="1695770" name="Rectangle 26"/>
          <p:cNvSpPr>
            <a:spLocks noChangeArrowheads="1"/>
          </p:cNvSpPr>
          <p:nvPr/>
        </p:nvSpPr>
        <p:spPr bwMode="auto">
          <a:xfrm>
            <a:off x="7924800" y="3581400"/>
            <a:ext cx="603250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hit?</a:t>
            </a:r>
          </a:p>
        </p:txBody>
      </p:sp>
      <p:sp>
        <p:nvSpPr>
          <p:cNvPr id="1695771" name="Line 27"/>
          <p:cNvSpPr>
            <a:spLocks noChangeShapeType="1"/>
          </p:cNvSpPr>
          <p:nvPr/>
        </p:nvSpPr>
        <p:spPr bwMode="auto">
          <a:xfrm>
            <a:off x="7358063" y="3086100"/>
            <a:ext cx="0" cy="444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72" name="Freeform 28"/>
          <p:cNvSpPr>
            <a:spLocks/>
          </p:cNvSpPr>
          <p:nvPr/>
        </p:nvSpPr>
        <p:spPr bwMode="auto">
          <a:xfrm>
            <a:off x="2532063" y="3644900"/>
            <a:ext cx="4587875" cy="128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80"/>
              </a:cxn>
              <a:cxn ang="0">
                <a:pos x="2144" y="80"/>
              </a:cxn>
            </a:cxnLst>
            <a:rect l="0" t="0" r="r" b="b"/>
            <a:pathLst>
              <a:path w="2145" h="81">
                <a:moveTo>
                  <a:pt x="0" y="0"/>
                </a:moveTo>
                <a:lnTo>
                  <a:pt x="0" y="80"/>
                </a:lnTo>
                <a:lnTo>
                  <a:pt x="2144" y="8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6937375" y="2008188"/>
            <a:ext cx="1855788" cy="366712"/>
            <a:chOff x="4239" y="1561"/>
            <a:chExt cx="1169" cy="231"/>
          </a:xfrm>
        </p:grpSpPr>
        <p:sp>
          <p:nvSpPr>
            <p:cNvPr id="1695774" name="Line 30"/>
            <p:cNvSpPr>
              <a:spLocks noChangeShapeType="1"/>
            </p:cNvSpPr>
            <p:nvPr/>
          </p:nvSpPr>
          <p:spPr bwMode="auto">
            <a:xfrm>
              <a:off x="4267" y="158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5775" name="Line 31"/>
            <p:cNvSpPr>
              <a:spLocks noChangeShapeType="1"/>
            </p:cNvSpPr>
            <p:nvPr/>
          </p:nvSpPr>
          <p:spPr bwMode="auto">
            <a:xfrm>
              <a:off x="4270" y="177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5776" name="Text Box 32"/>
            <p:cNvSpPr txBox="1">
              <a:spLocks noChangeArrowheads="1"/>
            </p:cNvSpPr>
            <p:nvPr/>
          </p:nvSpPr>
          <p:spPr bwMode="auto">
            <a:xfrm>
              <a:off x="4239" y="1561"/>
              <a:ext cx="1099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PPN</a:t>
              </a:r>
              <a:r>
                <a:rPr lang="en-US" sz="1800" baseline="-25000">
                  <a:latin typeface="Verdana" charset="0"/>
                </a:rPr>
                <a:t>a</a:t>
              </a:r>
              <a:r>
                <a:rPr lang="en-US" sz="1800">
                  <a:latin typeface="Verdana" charset="0"/>
                </a:rPr>
                <a:t>      Data</a:t>
              </a:r>
            </a:p>
          </p:txBody>
        </p:sp>
      </p:grpSp>
      <p:grpSp>
        <p:nvGrpSpPr>
          <p:cNvPr id="3" name="Group 33"/>
          <p:cNvGrpSpPr>
            <a:grpSpLocks/>
          </p:cNvGrpSpPr>
          <p:nvPr/>
        </p:nvGrpSpPr>
        <p:grpSpPr bwMode="auto">
          <a:xfrm>
            <a:off x="6940550" y="2520950"/>
            <a:ext cx="1855788" cy="366713"/>
            <a:chOff x="4239" y="1561"/>
            <a:chExt cx="1169" cy="231"/>
          </a:xfrm>
        </p:grpSpPr>
        <p:sp>
          <p:nvSpPr>
            <p:cNvPr id="1695778" name="Line 34"/>
            <p:cNvSpPr>
              <a:spLocks noChangeShapeType="1"/>
            </p:cNvSpPr>
            <p:nvPr/>
          </p:nvSpPr>
          <p:spPr bwMode="auto">
            <a:xfrm>
              <a:off x="4267" y="158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5779" name="Line 35"/>
            <p:cNvSpPr>
              <a:spLocks noChangeShapeType="1"/>
            </p:cNvSpPr>
            <p:nvPr/>
          </p:nvSpPr>
          <p:spPr bwMode="auto">
            <a:xfrm>
              <a:off x="4270" y="1778"/>
              <a:ext cx="11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5780" name="Text Box 36"/>
            <p:cNvSpPr txBox="1">
              <a:spLocks noChangeArrowheads="1"/>
            </p:cNvSpPr>
            <p:nvPr/>
          </p:nvSpPr>
          <p:spPr bwMode="auto">
            <a:xfrm>
              <a:off x="4239" y="1561"/>
              <a:ext cx="1099" cy="23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sz="1800">
                  <a:latin typeface="Verdana" charset="0"/>
                </a:rPr>
                <a:t>PPN</a:t>
              </a:r>
              <a:r>
                <a:rPr lang="en-US" sz="1800" baseline="-25000">
                  <a:latin typeface="Verdana" charset="0"/>
                </a:rPr>
                <a:t>a</a:t>
              </a:r>
              <a:r>
                <a:rPr lang="en-US" sz="1800">
                  <a:latin typeface="Verdana" charset="0"/>
                </a:rPr>
                <a:t>      Data</a:t>
              </a:r>
            </a:p>
          </p:txBody>
        </p:sp>
      </p:grpSp>
      <p:sp>
        <p:nvSpPr>
          <p:cNvPr id="1695781" name="Text Box 37"/>
          <p:cNvSpPr txBox="1">
            <a:spLocks noChangeArrowheads="1"/>
          </p:cNvSpPr>
          <p:nvPr/>
        </p:nvSpPr>
        <p:spPr bwMode="auto">
          <a:xfrm>
            <a:off x="6421438" y="2016125"/>
            <a:ext cx="593725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1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95782" name="Text Box 38"/>
          <p:cNvSpPr txBox="1">
            <a:spLocks noChangeArrowheads="1"/>
          </p:cNvSpPr>
          <p:nvPr/>
        </p:nvSpPr>
        <p:spPr bwMode="auto">
          <a:xfrm>
            <a:off x="6424613" y="2513013"/>
            <a:ext cx="593725" cy="36671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VA</a:t>
            </a:r>
            <a:r>
              <a:rPr lang="en-US" sz="1800" baseline="-25000">
                <a:solidFill>
                  <a:srgbClr val="56127A"/>
                </a:solidFill>
                <a:latin typeface="Verdana" charset="0"/>
              </a:rPr>
              <a:t>2</a:t>
            </a:r>
            <a:endParaRPr lang="en-US" sz="1800">
              <a:solidFill>
                <a:srgbClr val="56127A"/>
              </a:solidFill>
              <a:latin typeface="Verdana" charset="0"/>
            </a:endParaRPr>
          </a:p>
        </p:txBody>
      </p:sp>
      <p:sp>
        <p:nvSpPr>
          <p:cNvPr id="1695783" name="Line 39"/>
          <p:cNvSpPr>
            <a:spLocks noChangeShapeType="1"/>
          </p:cNvSpPr>
          <p:nvPr/>
        </p:nvSpPr>
        <p:spPr bwMode="auto">
          <a:xfrm rot="16200000" flipH="1">
            <a:off x="7747000" y="3606800"/>
            <a:ext cx="7938" cy="2619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84" name="Rectangle 40"/>
          <p:cNvSpPr>
            <a:spLocks noChangeArrowheads="1"/>
          </p:cNvSpPr>
          <p:nvPr/>
        </p:nvSpPr>
        <p:spPr bwMode="auto">
          <a:xfrm>
            <a:off x="6553200" y="5486400"/>
            <a:ext cx="2527300" cy="393700"/>
          </a:xfrm>
          <a:prstGeom prst="rect">
            <a:avLst/>
          </a:prstGeom>
          <a:solidFill>
            <a:schemeClr val="accent1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Direct-Mapped L2 </a:t>
            </a:r>
          </a:p>
        </p:txBody>
      </p:sp>
      <p:sp>
        <p:nvSpPr>
          <p:cNvPr id="1695785" name="Rectangle 41"/>
          <p:cNvSpPr>
            <a:spLocks noChangeArrowheads="1"/>
          </p:cNvSpPr>
          <p:nvPr/>
        </p:nvSpPr>
        <p:spPr bwMode="auto">
          <a:xfrm>
            <a:off x="6705600" y="4419600"/>
            <a:ext cx="2120900" cy="990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86" name="Rectangle 42"/>
          <p:cNvSpPr>
            <a:spLocks noChangeArrowheads="1"/>
          </p:cNvSpPr>
          <p:nvPr/>
        </p:nvSpPr>
        <p:spPr bwMode="auto">
          <a:xfrm>
            <a:off x="6705600" y="4724400"/>
            <a:ext cx="21209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PA    a</a:t>
            </a:r>
            <a:r>
              <a:rPr lang="en-US" sz="1800" baseline="-25000">
                <a:latin typeface="Verdana" charset="0"/>
              </a:rPr>
              <a:t>1</a:t>
            </a:r>
            <a:r>
              <a:rPr lang="en-US" sz="1800">
                <a:latin typeface="Verdana" charset="0"/>
              </a:rPr>
              <a:t>       Data</a:t>
            </a:r>
          </a:p>
        </p:txBody>
      </p:sp>
      <p:sp>
        <p:nvSpPr>
          <p:cNvPr id="1695787" name="Line 43"/>
          <p:cNvSpPr>
            <a:spLocks noChangeShapeType="1"/>
          </p:cNvSpPr>
          <p:nvPr/>
        </p:nvSpPr>
        <p:spPr bwMode="auto">
          <a:xfrm>
            <a:off x="7689850" y="4429125"/>
            <a:ext cx="0" cy="981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88" name="Line 44"/>
          <p:cNvSpPr>
            <a:spLocks noChangeShapeType="1"/>
          </p:cNvSpPr>
          <p:nvPr/>
        </p:nvSpPr>
        <p:spPr bwMode="auto">
          <a:xfrm>
            <a:off x="7173913" y="4429125"/>
            <a:ext cx="0" cy="981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89" name="Freeform 45"/>
          <p:cNvSpPr>
            <a:spLocks/>
          </p:cNvSpPr>
          <p:nvPr/>
        </p:nvSpPr>
        <p:spPr bwMode="auto">
          <a:xfrm>
            <a:off x="6324600" y="3768725"/>
            <a:ext cx="400050" cy="118427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982"/>
              </a:cxn>
              <a:cxn ang="0">
                <a:pos x="264" y="982"/>
              </a:cxn>
            </a:cxnLst>
            <a:rect l="0" t="0" r="r" b="b"/>
            <a:pathLst>
              <a:path w="264" h="982">
                <a:moveTo>
                  <a:pt x="0" y="0"/>
                </a:moveTo>
                <a:lnTo>
                  <a:pt x="0" y="982"/>
                </a:lnTo>
                <a:lnTo>
                  <a:pt x="264" y="982"/>
                </a:lnTo>
              </a:path>
            </a:pathLst>
          </a:custGeom>
          <a:noFill/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0" name="Rectangle 46"/>
          <p:cNvSpPr>
            <a:spLocks noChangeArrowheads="1"/>
          </p:cNvSpPr>
          <p:nvPr/>
        </p:nvSpPr>
        <p:spPr bwMode="auto">
          <a:xfrm>
            <a:off x="6319838" y="3419475"/>
            <a:ext cx="630237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PPN</a:t>
            </a:r>
          </a:p>
        </p:txBody>
      </p:sp>
      <p:sp>
        <p:nvSpPr>
          <p:cNvPr id="1695791" name="Freeform 47"/>
          <p:cNvSpPr>
            <a:spLocks/>
          </p:cNvSpPr>
          <p:nvPr/>
        </p:nvSpPr>
        <p:spPr bwMode="auto">
          <a:xfrm>
            <a:off x="3595688" y="1981200"/>
            <a:ext cx="509587" cy="174625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44"/>
              </a:cxn>
              <a:cxn ang="0">
                <a:pos x="320" y="144"/>
              </a:cxn>
            </a:cxnLst>
            <a:rect l="0" t="0" r="r" b="b"/>
            <a:pathLst>
              <a:path w="321" h="145">
                <a:moveTo>
                  <a:pt x="0" y="0"/>
                </a:moveTo>
                <a:lnTo>
                  <a:pt x="0" y="144"/>
                </a:lnTo>
                <a:lnTo>
                  <a:pt x="320" y="144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2" name="Rectangle 48"/>
          <p:cNvSpPr>
            <a:spLocks noChangeArrowheads="1"/>
          </p:cNvSpPr>
          <p:nvPr/>
        </p:nvSpPr>
        <p:spPr bwMode="auto">
          <a:xfrm>
            <a:off x="4165600" y="1944688"/>
            <a:ext cx="173672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 into L2 tag </a:t>
            </a:r>
          </a:p>
        </p:txBody>
      </p:sp>
      <p:sp>
        <p:nvSpPr>
          <p:cNvPr id="1695793" name="Line 49"/>
          <p:cNvSpPr>
            <a:spLocks noChangeShapeType="1"/>
          </p:cNvSpPr>
          <p:nvPr/>
        </p:nvSpPr>
        <p:spPr bwMode="auto">
          <a:xfrm>
            <a:off x="3381375" y="1752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4" name="Line 50"/>
          <p:cNvSpPr>
            <a:spLocks noChangeShapeType="1"/>
          </p:cNvSpPr>
          <p:nvPr/>
        </p:nvSpPr>
        <p:spPr bwMode="auto">
          <a:xfrm>
            <a:off x="3381375" y="1981200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5" name="Line 51"/>
          <p:cNvSpPr>
            <a:spLocks noChangeShapeType="1"/>
          </p:cNvSpPr>
          <p:nvPr/>
        </p:nvSpPr>
        <p:spPr bwMode="auto">
          <a:xfrm>
            <a:off x="3838575" y="1752600"/>
            <a:ext cx="0" cy="22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5796" name="Rectangle 52"/>
          <p:cNvSpPr>
            <a:spLocks noGrp="1" noChangeArrowheads="1"/>
          </p:cNvSpPr>
          <p:nvPr>
            <p:ph type="body" idx="1"/>
          </p:nvPr>
        </p:nvSpPr>
        <p:spPr>
          <a:xfrm>
            <a:off x="152400" y="4114800"/>
            <a:ext cx="6096000" cy="2286000"/>
          </a:xfrm>
          <a:noFill/>
          <a:ln/>
        </p:spPr>
        <p:txBody>
          <a:bodyPr/>
          <a:lstStyle/>
          <a:p>
            <a:pPr marL="342900" indent="-342900"/>
            <a:r>
              <a:rPr lang="en-US" sz="2000" dirty="0"/>
              <a:t>Suppose VA1 and VA2 both map to PA and VA1 is already in L1, L2 (VA1 </a:t>
            </a:r>
            <a:r>
              <a:rPr lang="en-US" sz="2800" dirty="0">
                <a:sym typeface="Symbol" charset="2"/>
              </a:rPr>
              <a:t></a:t>
            </a:r>
            <a:r>
              <a:rPr lang="en-US" sz="2000" dirty="0">
                <a:sym typeface="Symbol" charset="2"/>
              </a:rPr>
              <a:t> </a:t>
            </a:r>
            <a:r>
              <a:rPr lang="en-US" sz="2000" dirty="0"/>
              <a:t>VA2)</a:t>
            </a:r>
          </a:p>
          <a:p>
            <a:pPr marL="342900" indent="-342900"/>
            <a:r>
              <a:rPr lang="en-US" sz="2000" dirty="0"/>
              <a:t>After VA2 is resolved to PA, a collision will be detected in L2.</a:t>
            </a:r>
            <a:endParaRPr lang="en-US" sz="2000" i="1" dirty="0"/>
          </a:p>
          <a:p>
            <a:pPr marL="342900" indent="-342900"/>
            <a:r>
              <a:rPr lang="en-US" sz="2000" dirty="0"/>
              <a:t>VA1 will be purged from L1 and L2, and VA2 will be loaded  </a:t>
            </a:r>
            <a:r>
              <a:rPr lang="en-US" sz="2000" dirty="0">
                <a:latin typeface="Symbol" charset="2"/>
              </a:rPr>
              <a:t></a:t>
            </a:r>
            <a:r>
              <a:rPr lang="en-US" sz="2000" i="1" dirty="0"/>
              <a:t> no aliasing !</a:t>
            </a:r>
            <a:r>
              <a:rPr lang="en-US" sz="2000" dirty="0"/>
              <a:t>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B2D51C-A66C-D758-A480-0203280311A9}"/>
              </a:ext>
            </a:extLst>
          </p:cNvPr>
          <p:cNvSpPr txBox="1"/>
          <p:nvPr/>
        </p:nvSpPr>
        <p:spPr>
          <a:xfrm>
            <a:off x="4741926" y="6071156"/>
            <a:ext cx="4994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Virtual index physical tag L1 &amp; L2 caches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D796098-CF1C-D3AE-EB90-26AD764211EA}"/>
                  </a:ext>
                </a:extLst>
              </p14:cNvPr>
              <p14:cNvContentPartPr/>
              <p14:nvPr/>
            </p14:nvContentPartPr>
            <p14:xfrm>
              <a:off x="511560" y="771120"/>
              <a:ext cx="8493120" cy="5788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D796098-CF1C-D3AE-EB90-26AD76421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2200" y="761760"/>
                <a:ext cx="8511840" cy="5807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3E2EB-85AD-5449-985A-B592CAE154A5}" type="slidenum">
              <a:rPr lang="en-US"/>
              <a:pPr/>
              <a:t>85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696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84150"/>
            <a:ext cx="7240588" cy="95885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/>
              <a:t>Anti-Aliasing using L2 for a Virtually Addressed L1</a:t>
            </a:r>
            <a:endParaRPr lang="en-US" sz="2400"/>
          </a:p>
        </p:txBody>
      </p:sp>
      <p:sp>
        <p:nvSpPr>
          <p:cNvPr id="1696771" name="Line 3"/>
          <p:cNvSpPr>
            <a:spLocks noChangeShapeType="1"/>
          </p:cNvSpPr>
          <p:nvPr/>
        </p:nvSpPr>
        <p:spPr bwMode="auto">
          <a:xfrm>
            <a:off x="5368925" y="361315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2" name="Rectangle 4"/>
          <p:cNvSpPr>
            <a:spLocks noChangeArrowheads="1"/>
          </p:cNvSpPr>
          <p:nvPr/>
        </p:nvSpPr>
        <p:spPr bwMode="auto">
          <a:xfrm>
            <a:off x="698500" y="177165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3" name="Rectangle 5"/>
          <p:cNvSpPr>
            <a:spLocks noChangeArrowheads="1"/>
          </p:cNvSpPr>
          <p:nvPr/>
        </p:nvSpPr>
        <p:spPr bwMode="auto">
          <a:xfrm>
            <a:off x="714375" y="1771650"/>
            <a:ext cx="50514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VPN 		     Page Offset   b</a:t>
            </a:r>
          </a:p>
        </p:txBody>
      </p:sp>
      <p:sp>
        <p:nvSpPr>
          <p:cNvPr id="1696774" name="Line 6"/>
          <p:cNvSpPr>
            <a:spLocks noChangeShapeType="1"/>
          </p:cNvSpPr>
          <p:nvPr/>
        </p:nvSpPr>
        <p:spPr bwMode="auto">
          <a:xfrm>
            <a:off x="3695700" y="178435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5" name="Freeform 7"/>
          <p:cNvSpPr>
            <a:spLocks/>
          </p:cNvSpPr>
          <p:nvPr/>
        </p:nvSpPr>
        <p:spPr bwMode="auto">
          <a:xfrm>
            <a:off x="723900" y="1631950"/>
            <a:ext cx="4624388" cy="90488"/>
          </a:xfrm>
          <a:custGeom>
            <a:avLst/>
            <a:gdLst/>
            <a:ahLst/>
            <a:cxnLst>
              <a:cxn ang="0">
                <a:pos x="0" y="52"/>
              </a:cxn>
              <a:cxn ang="0">
                <a:pos x="136" y="0"/>
              </a:cxn>
              <a:cxn ang="0">
                <a:pos x="2826" y="0"/>
              </a:cxn>
              <a:cxn ang="0">
                <a:pos x="2912" y="56"/>
              </a:cxn>
            </a:cxnLst>
            <a:rect l="0" t="0" r="r" b="b"/>
            <a:pathLst>
              <a:path w="2913" h="57">
                <a:moveTo>
                  <a:pt x="0" y="52"/>
                </a:moveTo>
                <a:lnTo>
                  <a:pt x="136" y="0"/>
                </a:lnTo>
                <a:lnTo>
                  <a:pt x="2826" y="0"/>
                </a:lnTo>
                <a:lnTo>
                  <a:pt x="2912" y="56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6" name="Rectangle 8"/>
          <p:cNvSpPr>
            <a:spLocks noChangeArrowheads="1"/>
          </p:cNvSpPr>
          <p:nvPr/>
        </p:nvSpPr>
        <p:spPr bwMode="auto">
          <a:xfrm>
            <a:off x="1651000" y="2586038"/>
            <a:ext cx="1333500" cy="620712"/>
          </a:xfrm>
          <a:prstGeom prst="rect">
            <a:avLst/>
          </a:prstGeom>
          <a:noFill/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TLB</a:t>
            </a:r>
          </a:p>
        </p:txBody>
      </p:sp>
      <p:sp>
        <p:nvSpPr>
          <p:cNvPr id="1696777" name="Line 9"/>
          <p:cNvSpPr>
            <a:spLocks noChangeShapeType="1"/>
          </p:cNvSpPr>
          <p:nvPr/>
        </p:nvSpPr>
        <p:spPr bwMode="auto">
          <a:xfrm flipH="1">
            <a:off x="2286000" y="208915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8" name="Rectangle 10"/>
          <p:cNvSpPr>
            <a:spLocks noChangeArrowheads="1"/>
          </p:cNvSpPr>
          <p:nvPr/>
        </p:nvSpPr>
        <p:spPr bwMode="auto">
          <a:xfrm>
            <a:off x="6794500" y="2279650"/>
            <a:ext cx="1803400" cy="12573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79" name="Rectangle 11"/>
          <p:cNvSpPr>
            <a:spLocks noChangeArrowheads="1"/>
          </p:cNvSpPr>
          <p:nvPr/>
        </p:nvSpPr>
        <p:spPr bwMode="auto">
          <a:xfrm>
            <a:off x="635000" y="3587750"/>
            <a:ext cx="2997200" cy="3429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0" name="Rectangle 12"/>
          <p:cNvSpPr>
            <a:spLocks noChangeArrowheads="1"/>
          </p:cNvSpPr>
          <p:nvPr/>
        </p:nvSpPr>
        <p:spPr bwMode="auto">
          <a:xfrm>
            <a:off x="650875" y="3587750"/>
            <a:ext cx="5153025" cy="330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                PPN 		      Page Offset   b</a:t>
            </a:r>
          </a:p>
        </p:txBody>
      </p:sp>
      <p:sp>
        <p:nvSpPr>
          <p:cNvPr id="1696781" name="Line 13"/>
          <p:cNvSpPr>
            <a:spLocks noChangeShapeType="1"/>
          </p:cNvSpPr>
          <p:nvPr/>
        </p:nvSpPr>
        <p:spPr bwMode="auto">
          <a:xfrm>
            <a:off x="3632200" y="3600450"/>
            <a:ext cx="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2" name="Line 14"/>
          <p:cNvSpPr>
            <a:spLocks noChangeShapeType="1"/>
          </p:cNvSpPr>
          <p:nvPr/>
        </p:nvSpPr>
        <p:spPr bwMode="auto">
          <a:xfrm>
            <a:off x="2286000" y="323215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3" name="Freeform 15"/>
          <p:cNvSpPr>
            <a:spLocks/>
          </p:cNvSpPr>
          <p:nvPr/>
        </p:nvSpPr>
        <p:spPr bwMode="auto">
          <a:xfrm>
            <a:off x="660400" y="3968750"/>
            <a:ext cx="4700588" cy="141288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138" y="88"/>
              </a:cxn>
              <a:cxn ang="0">
                <a:pos x="2872" y="88"/>
              </a:cxn>
              <a:cxn ang="0">
                <a:pos x="2960" y="0"/>
              </a:cxn>
            </a:cxnLst>
            <a:rect l="0" t="0" r="r" b="b"/>
            <a:pathLst>
              <a:path w="2961" h="89">
                <a:moveTo>
                  <a:pt x="0" y="7"/>
                </a:moveTo>
                <a:lnTo>
                  <a:pt x="138" y="88"/>
                </a:lnTo>
                <a:lnTo>
                  <a:pt x="2872" y="88"/>
                </a:lnTo>
                <a:lnTo>
                  <a:pt x="296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4" name="Rectangle 16"/>
          <p:cNvSpPr>
            <a:spLocks noChangeArrowheads="1"/>
          </p:cNvSpPr>
          <p:nvPr/>
        </p:nvSpPr>
        <p:spPr bwMode="auto">
          <a:xfrm>
            <a:off x="1776413" y="4289425"/>
            <a:ext cx="601662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Tag</a:t>
            </a:r>
          </a:p>
        </p:txBody>
      </p:sp>
      <p:sp>
        <p:nvSpPr>
          <p:cNvPr id="1696785" name="Rectangle 17"/>
          <p:cNvSpPr>
            <a:spLocks noChangeArrowheads="1"/>
          </p:cNvSpPr>
          <p:nvPr/>
        </p:nvSpPr>
        <p:spPr bwMode="auto">
          <a:xfrm>
            <a:off x="177800" y="1695450"/>
            <a:ext cx="528638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VA</a:t>
            </a:r>
          </a:p>
        </p:txBody>
      </p:sp>
      <p:sp>
        <p:nvSpPr>
          <p:cNvPr id="1696786" name="Rectangle 18"/>
          <p:cNvSpPr>
            <a:spLocks noChangeArrowheads="1"/>
          </p:cNvSpPr>
          <p:nvPr/>
        </p:nvSpPr>
        <p:spPr bwMode="auto">
          <a:xfrm>
            <a:off x="76200" y="3536950"/>
            <a:ext cx="5080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</a:t>
            </a:r>
          </a:p>
        </p:txBody>
      </p:sp>
      <p:sp>
        <p:nvSpPr>
          <p:cNvPr id="1696787" name="Rectangle 19"/>
          <p:cNvSpPr>
            <a:spLocks noChangeArrowheads="1"/>
          </p:cNvSpPr>
          <p:nvPr/>
        </p:nvSpPr>
        <p:spPr bwMode="auto">
          <a:xfrm>
            <a:off x="7173913" y="1533525"/>
            <a:ext cx="158273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Virtual</a:t>
            </a:r>
          </a:p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Index &amp; Tag</a:t>
            </a:r>
          </a:p>
        </p:txBody>
      </p:sp>
      <p:sp>
        <p:nvSpPr>
          <p:cNvPr id="1696788" name="Freeform 20"/>
          <p:cNvSpPr>
            <a:spLocks/>
          </p:cNvSpPr>
          <p:nvPr/>
        </p:nvSpPr>
        <p:spPr bwMode="auto">
          <a:xfrm>
            <a:off x="4762500" y="1454150"/>
            <a:ext cx="2376488" cy="814388"/>
          </a:xfrm>
          <a:custGeom>
            <a:avLst/>
            <a:gdLst/>
            <a:ahLst/>
            <a:cxnLst>
              <a:cxn ang="0">
                <a:pos x="0" y="74"/>
              </a:cxn>
              <a:cxn ang="0">
                <a:pos x="0" y="0"/>
              </a:cxn>
              <a:cxn ang="0">
                <a:pos x="1496" y="0"/>
              </a:cxn>
              <a:cxn ang="0">
                <a:pos x="1496" y="512"/>
              </a:cxn>
            </a:cxnLst>
            <a:rect l="0" t="0" r="r" b="b"/>
            <a:pathLst>
              <a:path w="1497" h="513">
                <a:moveTo>
                  <a:pt x="0" y="74"/>
                </a:moveTo>
                <a:lnTo>
                  <a:pt x="0" y="0"/>
                </a:lnTo>
                <a:lnTo>
                  <a:pt x="1496" y="0"/>
                </a:lnTo>
                <a:lnTo>
                  <a:pt x="1496" y="51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89" name="Line 21"/>
          <p:cNvSpPr>
            <a:spLocks noChangeShapeType="1"/>
          </p:cNvSpPr>
          <p:nvPr/>
        </p:nvSpPr>
        <p:spPr bwMode="auto">
          <a:xfrm>
            <a:off x="5368925" y="1784350"/>
            <a:ext cx="0" cy="311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0" name="Rectangle 22"/>
          <p:cNvSpPr>
            <a:spLocks noChangeArrowheads="1"/>
          </p:cNvSpPr>
          <p:nvPr/>
        </p:nvSpPr>
        <p:spPr bwMode="auto">
          <a:xfrm>
            <a:off x="6299200" y="4692650"/>
            <a:ext cx="2298700" cy="1054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1" name="Freeform 23"/>
          <p:cNvSpPr>
            <a:spLocks/>
          </p:cNvSpPr>
          <p:nvPr/>
        </p:nvSpPr>
        <p:spPr bwMode="auto">
          <a:xfrm>
            <a:off x="2819400" y="4108450"/>
            <a:ext cx="3663950" cy="5715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36"/>
              </a:cxn>
              <a:cxn ang="0">
                <a:pos x="2308" y="138"/>
              </a:cxn>
              <a:cxn ang="0">
                <a:pos x="2304" y="360"/>
              </a:cxn>
            </a:cxnLst>
            <a:rect l="0" t="0" r="r" b="b"/>
            <a:pathLst>
              <a:path w="2308" h="360">
                <a:moveTo>
                  <a:pt x="0" y="0"/>
                </a:moveTo>
                <a:lnTo>
                  <a:pt x="0" y="136"/>
                </a:lnTo>
                <a:lnTo>
                  <a:pt x="2308" y="138"/>
                </a:lnTo>
                <a:lnTo>
                  <a:pt x="2304" y="36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2" name="Rectangle 24"/>
          <p:cNvSpPr>
            <a:spLocks noChangeArrowheads="1"/>
          </p:cNvSpPr>
          <p:nvPr/>
        </p:nvSpPr>
        <p:spPr bwMode="auto">
          <a:xfrm>
            <a:off x="4038600" y="4375150"/>
            <a:ext cx="1582738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Physical</a:t>
            </a:r>
          </a:p>
          <a:p>
            <a:pPr algn="l"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Index &amp; Tag</a:t>
            </a:r>
          </a:p>
        </p:txBody>
      </p:sp>
      <p:sp>
        <p:nvSpPr>
          <p:cNvPr id="1696793" name="Freeform 25"/>
          <p:cNvSpPr>
            <a:spLocks/>
          </p:cNvSpPr>
          <p:nvPr/>
        </p:nvSpPr>
        <p:spPr bwMode="auto">
          <a:xfrm>
            <a:off x="2286000" y="2254250"/>
            <a:ext cx="4675188" cy="2414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456" y="0"/>
              </a:cxn>
              <a:cxn ang="0">
                <a:pos x="2456" y="1152"/>
              </a:cxn>
              <a:cxn ang="0">
                <a:pos x="2896" y="1152"/>
              </a:cxn>
              <a:cxn ang="0">
                <a:pos x="2896" y="1520"/>
              </a:cxn>
            </a:cxnLst>
            <a:rect l="0" t="0" r="r" b="b"/>
            <a:pathLst>
              <a:path w="2897" h="1521">
                <a:moveTo>
                  <a:pt x="0" y="0"/>
                </a:moveTo>
                <a:lnTo>
                  <a:pt x="2456" y="0"/>
                </a:lnTo>
                <a:lnTo>
                  <a:pt x="2456" y="1152"/>
                </a:lnTo>
                <a:lnTo>
                  <a:pt x="2896" y="1152"/>
                </a:lnTo>
                <a:lnTo>
                  <a:pt x="2896" y="152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4" name="Rectangle 26"/>
          <p:cNvSpPr>
            <a:spLocks noChangeArrowheads="1"/>
          </p:cNvSpPr>
          <p:nvPr/>
        </p:nvSpPr>
        <p:spPr bwMode="auto">
          <a:xfrm>
            <a:off x="6843713" y="3568700"/>
            <a:ext cx="178435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L1 VA Cache</a:t>
            </a:r>
          </a:p>
        </p:txBody>
      </p:sp>
      <p:sp>
        <p:nvSpPr>
          <p:cNvPr id="1696795" name="Rectangle 27"/>
          <p:cNvSpPr>
            <a:spLocks noChangeArrowheads="1"/>
          </p:cNvSpPr>
          <p:nvPr/>
        </p:nvSpPr>
        <p:spPr bwMode="auto">
          <a:xfrm>
            <a:off x="6477000" y="5822950"/>
            <a:ext cx="2260600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L2 PA Cache  </a:t>
            </a:r>
          </a:p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L2 “contains” L1</a:t>
            </a:r>
          </a:p>
        </p:txBody>
      </p:sp>
      <p:sp>
        <p:nvSpPr>
          <p:cNvPr id="1696796" name="Rectangle 28"/>
          <p:cNvSpPr>
            <a:spLocks noChangeArrowheads="1"/>
          </p:cNvSpPr>
          <p:nvPr/>
        </p:nvSpPr>
        <p:spPr bwMode="auto">
          <a:xfrm>
            <a:off x="6299200" y="4984750"/>
            <a:ext cx="2298700" cy="4064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PA   VA</a:t>
            </a:r>
            <a:r>
              <a:rPr lang="en-US" sz="1800" baseline="-25000">
                <a:latin typeface="Verdana" charset="0"/>
              </a:rPr>
              <a:t>1</a:t>
            </a:r>
            <a:r>
              <a:rPr lang="en-US" sz="1800">
                <a:latin typeface="Verdana" charset="0"/>
              </a:rPr>
              <a:t>     Data</a:t>
            </a:r>
          </a:p>
        </p:txBody>
      </p:sp>
      <p:sp>
        <p:nvSpPr>
          <p:cNvPr id="1696797" name="Line 29"/>
          <p:cNvSpPr>
            <a:spLocks noChangeShapeType="1"/>
          </p:cNvSpPr>
          <p:nvPr/>
        </p:nvSpPr>
        <p:spPr bwMode="auto">
          <a:xfrm>
            <a:off x="7366000" y="4705350"/>
            <a:ext cx="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8" name="Line 30"/>
          <p:cNvSpPr>
            <a:spLocks noChangeShapeType="1"/>
          </p:cNvSpPr>
          <p:nvPr/>
        </p:nvSpPr>
        <p:spPr bwMode="auto">
          <a:xfrm>
            <a:off x="6807200" y="4705350"/>
            <a:ext cx="0" cy="104140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799" name="Rectangle 31"/>
          <p:cNvSpPr>
            <a:spLocks noChangeArrowheads="1"/>
          </p:cNvSpPr>
          <p:nvPr/>
        </p:nvSpPr>
        <p:spPr bwMode="auto">
          <a:xfrm>
            <a:off x="6794500" y="2470150"/>
            <a:ext cx="1803400" cy="292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VA</a:t>
            </a:r>
            <a:r>
              <a:rPr lang="en-US" sz="1800" baseline="-25000">
                <a:latin typeface="Verdana" charset="0"/>
              </a:rPr>
              <a:t>1</a:t>
            </a:r>
            <a:r>
              <a:rPr lang="en-US" sz="1800">
                <a:latin typeface="Verdana" charset="0"/>
              </a:rPr>
              <a:t>    Data</a:t>
            </a:r>
          </a:p>
        </p:txBody>
      </p:sp>
      <p:sp>
        <p:nvSpPr>
          <p:cNvPr id="1696800" name="Rectangle 32"/>
          <p:cNvSpPr>
            <a:spLocks noChangeArrowheads="1"/>
          </p:cNvSpPr>
          <p:nvPr/>
        </p:nvSpPr>
        <p:spPr bwMode="auto">
          <a:xfrm>
            <a:off x="6794500" y="3016250"/>
            <a:ext cx="1803400" cy="2921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prstTxWarp prst="textNoShape">
              <a:avLst/>
            </a:prstTxWarp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VA</a:t>
            </a:r>
            <a:r>
              <a:rPr lang="en-US" sz="1800" baseline="-25000">
                <a:latin typeface="Verdana" charset="0"/>
              </a:rPr>
              <a:t>2</a:t>
            </a:r>
            <a:r>
              <a:rPr lang="en-US" sz="1800">
                <a:latin typeface="Verdana" charset="0"/>
              </a:rPr>
              <a:t>    Data</a:t>
            </a:r>
          </a:p>
        </p:txBody>
      </p:sp>
      <p:sp>
        <p:nvSpPr>
          <p:cNvPr id="1696801" name="Line 33"/>
          <p:cNvSpPr>
            <a:spLocks noChangeShapeType="1"/>
          </p:cNvSpPr>
          <p:nvPr/>
        </p:nvSpPr>
        <p:spPr bwMode="auto">
          <a:xfrm>
            <a:off x="7353300" y="2292350"/>
            <a:ext cx="0" cy="1244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96802" name="Rectangle 34"/>
          <p:cNvSpPr>
            <a:spLocks noChangeArrowheads="1"/>
          </p:cNvSpPr>
          <p:nvPr/>
        </p:nvSpPr>
        <p:spPr bwMode="auto">
          <a:xfrm>
            <a:off x="6989763" y="4070350"/>
            <a:ext cx="1036637" cy="6381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“Virtual</a:t>
            </a:r>
          </a:p>
          <a:p>
            <a:pPr>
              <a:spcBef>
                <a:spcPct val="0"/>
              </a:spcBef>
            </a:pPr>
            <a:r>
              <a:rPr lang="en-US" sz="1800">
                <a:solidFill>
                  <a:srgbClr val="56127A"/>
                </a:solidFill>
                <a:latin typeface="Verdana" charset="0"/>
              </a:rPr>
              <a:t>Tag”</a:t>
            </a:r>
          </a:p>
        </p:txBody>
      </p:sp>
      <p:sp>
        <p:nvSpPr>
          <p:cNvPr id="1696803" name="Text Box 35"/>
          <p:cNvSpPr txBox="1">
            <a:spLocks noChangeArrowheads="1"/>
          </p:cNvSpPr>
          <p:nvPr/>
        </p:nvSpPr>
        <p:spPr bwMode="auto">
          <a:xfrm>
            <a:off x="304800" y="5213350"/>
            <a:ext cx="5715000" cy="11874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solidFill>
                  <a:srgbClr val="56127A"/>
                </a:solidFill>
                <a:latin typeface="Verdana" charset="0"/>
              </a:rPr>
              <a:t>Physically-addressed L2 can also be used to avoid aliases in virtually-addressed L1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6D9B2A3-4878-8DDE-969D-FBFDF97EAAF3}"/>
                  </a:ext>
                </a:extLst>
              </p14:cNvPr>
              <p14:cNvContentPartPr/>
              <p14:nvPr/>
            </p14:nvContentPartPr>
            <p14:xfrm>
              <a:off x="734760" y="1564560"/>
              <a:ext cx="7454520" cy="4002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6D9B2A3-4878-8DDE-969D-FBFDF97EAA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400" y="1555200"/>
                <a:ext cx="7473240" cy="402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855E4-E889-2C4F-8D70-328AEA8EA299}" type="slidenum">
              <a:rPr lang="en-US"/>
              <a:pPr/>
              <a:t>86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703938" name="Rectangle 2"/>
          <p:cNvSpPr>
            <a:spLocks noChangeArrowheads="1"/>
          </p:cNvSpPr>
          <p:nvPr/>
        </p:nvSpPr>
        <p:spPr bwMode="auto">
          <a:xfrm>
            <a:off x="6731000" y="2452688"/>
            <a:ext cx="1701800" cy="30480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39" name="Line 3"/>
          <p:cNvSpPr>
            <a:spLocks noChangeShapeType="1"/>
          </p:cNvSpPr>
          <p:nvPr/>
        </p:nvSpPr>
        <p:spPr bwMode="auto">
          <a:xfrm flipH="1">
            <a:off x="1752600" y="17145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0" name="Rectangle 4" descr="Wide upward diagonal"/>
          <p:cNvSpPr>
            <a:spLocks noChangeArrowheads="1"/>
          </p:cNvSpPr>
          <p:nvPr/>
        </p:nvSpPr>
        <p:spPr bwMode="auto">
          <a:xfrm>
            <a:off x="7820025" y="4483100"/>
            <a:ext cx="584200" cy="228600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1" name="Rectangle 5"/>
          <p:cNvSpPr>
            <a:spLocks noChangeArrowheads="1"/>
          </p:cNvSpPr>
          <p:nvPr/>
        </p:nvSpPr>
        <p:spPr bwMode="auto">
          <a:xfrm>
            <a:off x="660400" y="1485900"/>
            <a:ext cx="1854200" cy="2794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2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048500" cy="990600"/>
          </a:xfrm>
          <a:noFill/>
          <a:ln/>
        </p:spPr>
        <p:txBody>
          <a:bodyPr lIns="90488" tIns="44450" rIns="90488" bIns="44450"/>
          <a:lstStyle/>
          <a:p>
            <a:pPr>
              <a:lnSpc>
                <a:spcPct val="100000"/>
              </a:lnSpc>
            </a:pPr>
            <a:r>
              <a:rPr lang="en-US"/>
              <a:t>Hashed Page Table:</a:t>
            </a:r>
            <a:br>
              <a:rPr lang="en-US"/>
            </a:br>
            <a:r>
              <a:rPr lang="en-US" sz="2400"/>
              <a:t>Approximating Associative Addressing</a:t>
            </a:r>
          </a:p>
        </p:txBody>
      </p:sp>
      <p:sp>
        <p:nvSpPr>
          <p:cNvPr id="1703943" name="Rectangle 7"/>
          <p:cNvSpPr>
            <a:spLocks noChangeArrowheads="1"/>
          </p:cNvSpPr>
          <p:nvPr/>
        </p:nvSpPr>
        <p:spPr bwMode="auto">
          <a:xfrm>
            <a:off x="609600" y="3200400"/>
            <a:ext cx="1878013" cy="3175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4" name="Rectangle 8"/>
          <p:cNvSpPr>
            <a:spLocks noChangeArrowheads="1"/>
          </p:cNvSpPr>
          <p:nvPr/>
        </p:nvSpPr>
        <p:spPr bwMode="auto">
          <a:xfrm>
            <a:off x="1347788" y="2222500"/>
            <a:ext cx="762000" cy="7747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5" name="Rectangle 9"/>
          <p:cNvSpPr>
            <a:spLocks noChangeArrowheads="1"/>
          </p:cNvSpPr>
          <p:nvPr/>
        </p:nvSpPr>
        <p:spPr bwMode="auto">
          <a:xfrm>
            <a:off x="1347788" y="2419350"/>
            <a:ext cx="7874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hash</a:t>
            </a:r>
          </a:p>
        </p:txBody>
      </p:sp>
      <p:sp>
        <p:nvSpPr>
          <p:cNvPr id="1703946" name="Line 10"/>
          <p:cNvSpPr>
            <a:spLocks noChangeShapeType="1"/>
          </p:cNvSpPr>
          <p:nvPr/>
        </p:nvSpPr>
        <p:spPr bwMode="auto">
          <a:xfrm>
            <a:off x="2135188" y="2565400"/>
            <a:ext cx="16367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47" name="Rectangle 11"/>
          <p:cNvSpPr>
            <a:spLocks noChangeArrowheads="1"/>
          </p:cNvSpPr>
          <p:nvPr/>
        </p:nvSpPr>
        <p:spPr bwMode="auto">
          <a:xfrm>
            <a:off x="2425700" y="2216150"/>
            <a:ext cx="9429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Offset</a:t>
            </a:r>
          </a:p>
        </p:txBody>
      </p:sp>
      <p:sp>
        <p:nvSpPr>
          <p:cNvPr id="1703948" name="Rectangle 12"/>
          <p:cNvSpPr>
            <a:spLocks noChangeArrowheads="1"/>
          </p:cNvSpPr>
          <p:nvPr/>
        </p:nvSpPr>
        <p:spPr bwMode="auto">
          <a:xfrm>
            <a:off x="603250" y="3143250"/>
            <a:ext cx="190182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Base of Table</a:t>
            </a:r>
          </a:p>
        </p:txBody>
      </p:sp>
      <p:sp>
        <p:nvSpPr>
          <p:cNvPr id="1703949" name="Oval 13"/>
          <p:cNvSpPr>
            <a:spLocks noChangeArrowheads="1"/>
          </p:cNvSpPr>
          <p:nvPr/>
        </p:nvSpPr>
        <p:spPr bwMode="auto">
          <a:xfrm>
            <a:off x="3798888" y="2324100"/>
            <a:ext cx="582612" cy="558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0" name="Freeform 14"/>
          <p:cNvSpPr>
            <a:spLocks/>
          </p:cNvSpPr>
          <p:nvPr/>
        </p:nvSpPr>
        <p:spPr bwMode="auto">
          <a:xfrm>
            <a:off x="2501900" y="2895600"/>
            <a:ext cx="1563688" cy="457200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984" y="352"/>
              </a:cxn>
              <a:cxn ang="0">
                <a:pos x="984" y="0"/>
              </a:cxn>
            </a:cxnLst>
            <a:rect l="0" t="0" r="r" b="b"/>
            <a:pathLst>
              <a:path w="985" h="353">
                <a:moveTo>
                  <a:pt x="0" y="352"/>
                </a:moveTo>
                <a:lnTo>
                  <a:pt x="984" y="352"/>
                </a:lnTo>
                <a:lnTo>
                  <a:pt x="984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1" name="Line 15"/>
          <p:cNvSpPr>
            <a:spLocks noChangeShapeType="1"/>
          </p:cNvSpPr>
          <p:nvPr/>
        </p:nvSpPr>
        <p:spPr bwMode="auto">
          <a:xfrm>
            <a:off x="801688" y="2578100"/>
            <a:ext cx="546100" cy="0"/>
          </a:xfrm>
          <a:prstGeom prst="line">
            <a:avLst/>
          </a:prstGeom>
          <a:noFill/>
          <a:ln w="25400">
            <a:solidFill>
              <a:schemeClr val="bg2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2" name="Rectangle 16"/>
          <p:cNvSpPr>
            <a:spLocks noChangeArrowheads="1"/>
          </p:cNvSpPr>
          <p:nvPr/>
        </p:nvSpPr>
        <p:spPr bwMode="auto">
          <a:xfrm>
            <a:off x="3810000" y="2295525"/>
            <a:ext cx="514350" cy="5762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200">
                <a:latin typeface="Verdana" charset="0"/>
              </a:rPr>
              <a:t>+</a:t>
            </a:r>
          </a:p>
        </p:txBody>
      </p:sp>
      <p:sp>
        <p:nvSpPr>
          <p:cNvPr id="1703953" name="Rectangle 17"/>
          <p:cNvSpPr>
            <a:spLocks noChangeArrowheads="1"/>
          </p:cNvSpPr>
          <p:nvPr/>
        </p:nvSpPr>
        <p:spPr bwMode="auto">
          <a:xfrm>
            <a:off x="4946650" y="2190750"/>
            <a:ext cx="14001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 of PTE</a:t>
            </a:r>
          </a:p>
        </p:txBody>
      </p:sp>
      <p:sp>
        <p:nvSpPr>
          <p:cNvPr id="1703954" name="Line 18"/>
          <p:cNvSpPr>
            <a:spLocks noChangeShapeType="1"/>
          </p:cNvSpPr>
          <p:nvPr/>
        </p:nvSpPr>
        <p:spPr bwMode="auto">
          <a:xfrm>
            <a:off x="4395788" y="2590800"/>
            <a:ext cx="223361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5" name="Rectangle 19"/>
          <p:cNvSpPr>
            <a:spLocks noChangeArrowheads="1"/>
          </p:cNvSpPr>
          <p:nvPr/>
        </p:nvSpPr>
        <p:spPr bwMode="auto">
          <a:xfrm>
            <a:off x="6629400" y="1714500"/>
            <a:ext cx="1879600" cy="4610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6" name="Rectangle 20"/>
          <p:cNvSpPr>
            <a:spLocks noChangeArrowheads="1"/>
          </p:cNvSpPr>
          <p:nvPr/>
        </p:nvSpPr>
        <p:spPr bwMode="auto">
          <a:xfrm>
            <a:off x="7007225" y="5562600"/>
            <a:ext cx="1206500" cy="6985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Primary</a:t>
            </a:r>
          </a:p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Memory</a:t>
            </a:r>
          </a:p>
        </p:txBody>
      </p:sp>
      <p:sp>
        <p:nvSpPr>
          <p:cNvPr id="1703957" name="Line 21"/>
          <p:cNvSpPr>
            <a:spLocks noChangeShapeType="1"/>
          </p:cNvSpPr>
          <p:nvPr/>
        </p:nvSpPr>
        <p:spPr bwMode="auto">
          <a:xfrm>
            <a:off x="6743700" y="2693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8" name="Line 22"/>
          <p:cNvSpPr>
            <a:spLocks noChangeShapeType="1"/>
          </p:cNvSpPr>
          <p:nvPr/>
        </p:nvSpPr>
        <p:spPr bwMode="auto">
          <a:xfrm>
            <a:off x="6731000" y="2947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59" name="Line 23"/>
          <p:cNvSpPr>
            <a:spLocks noChangeShapeType="1"/>
          </p:cNvSpPr>
          <p:nvPr/>
        </p:nvSpPr>
        <p:spPr bwMode="auto">
          <a:xfrm>
            <a:off x="6731000" y="3201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0" name="Line 24"/>
          <p:cNvSpPr>
            <a:spLocks noChangeShapeType="1"/>
          </p:cNvSpPr>
          <p:nvPr/>
        </p:nvSpPr>
        <p:spPr bwMode="auto">
          <a:xfrm>
            <a:off x="6731000" y="3455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1" name="Line 25"/>
          <p:cNvSpPr>
            <a:spLocks noChangeShapeType="1"/>
          </p:cNvSpPr>
          <p:nvPr/>
        </p:nvSpPr>
        <p:spPr bwMode="auto">
          <a:xfrm>
            <a:off x="6731000" y="3709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2" name="Line 26"/>
          <p:cNvSpPr>
            <a:spLocks noChangeShapeType="1"/>
          </p:cNvSpPr>
          <p:nvPr/>
        </p:nvSpPr>
        <p:spPr bwMode="auto">
          <a:xfrm>
            <a:off x="6731000" y="3963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3" name="Line 27"/>
          <p:cNvSpPr>
            <a:spLocks noChangeShapeType="1"/>
          </p:cNvSpPr>
          <p:nvPr/>
        </p:nvSpPr>
        <p:spPr bwMode="auto">
          <a:xfrm>
            <a:off x="6731000" y="4217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4" name="Line 28"/>
          <p:cNvSpPr>
            <a:spLocks noChangeShapeType="1"/>
          </p:cNvSpPr>
          <p:nvPr/>
        </p:nvSpPr>
        <p:spPr bwMode="auto">
          <a:xfrm>
            <a:off x="6731000" y="4471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5" name="Line 29"/>
          <p:cNvSpPr>
            <a:spLocks noChangeShapeType="1"/>
          </p:cNvSpPr>
          <p:nvPr/>
        </p:nvSpPr>
        <p:spPr bwMode="auto">
          <a:xfrm>
            <a:off x="6731000" y="4725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6" name="Line 30"/>
          <p:cNvSpPr>
            <a:spLocks noChangeShapeType="1"/>
          </p:cNvSpPr>
          <p:nvPr/>
        </p:nvSpPr>
        <p:spPr bwMode="auto">
          <a:xfrm>
            <a:off x="6731000" y="4979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7" name="Line 31"/>
          <p:cNvSpPr>
            <a:spLocks noChangeShapeType="1"/>
          </p:cNvSpPr>
          <p:nvPr/>
        </p:nvSpPr>
        <p:spPr bwMode="auto">
          <a:xfrm>
            <a:off x="6731000" y="5233988"/>
            <a:ext cx="1689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68" name="Rectangle 32"/>
          <p:cNvSpPr>
            <a:spLocks noChangeArrowheads="1"/>
          </p:cNvSpPr>
          <p:nvPr/>
        </p:nvSpPr>
        <p:spPr bwMode="auto">
          <a:xfrm>
            <a:off x="6678613" y="3433763"/>
            <a:ext cx="1836737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 dirty="0">
                <a:latin typeface="Verdana" charset="0"/>
              </a:rPr>
              <a:t>VPN  PID  PPN</a:t>
            </a:r>
          </a:p>
        </p:txBody>
      </p:sp>
      <p:sp>
        <p:nvSpPr>
          <p:cNvPr id="1703969" name="Rectangle 33"/>
          <p:cNvSpPr>
            <a:spLocks noChangeArrowheads="1"/>
          </p:cNvSpPr>
          <p:nvPr/>
        </p:nvSpPr>
        <p:spPr bwMode="auto">
          <a:xfrm>
            <a:off x="6858000" y="1828800"/>
            <a:ext cx="1573213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Page Table</a:t>
            </a:r>
          </a:p>
        </p:txBody>
      </p:sp>
      <p:sp>
        <p:nvSpPr>
          <p:cNvPr id="1703970" name="Line 34"/>
          <p:cNvSpPr>
            <a:spLocks noChangeShapeType="1"/>
          </p:cNvSpPr>
          <p:nvPr/>
        </p:nvSpPr>
        <p:spPr bwMode="auto">
          <a:xfrm>
            <a:off x="7327900" y="2452688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71" name="Line 35"/>
          <p:cNvSpPr>
            <a:spLocks noChangeShapeType="1"/>
          </p:cNvSpPr>
          <p:nvPr/>
        </p:nvSpPr>
        <p:spPr bwMode="auto">
          <a:xfrm>
            <a:off x="7823200" y="2452688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72" name="Rectangle 36"/>
          <p:cNvSpPr>
            <a:spLocks noChangeArrowheads="1"/>
          </p:cNvSpPr>
          <p:nvPr/>
        </p:nvSpPr>
        <p:spPr bwMode="auto">
          <a:xfrm>
            <a:off x="660400" y="1485900"/>
            <a:ext cx="2921000" cy="292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73" name="Line 37"/>
          <p:cNvSpPr>
            <a:spLocks noChangeShapeType="1"/>
          </p:cNvSpPr>
          <p:nvPr/>
        </p:nvSpPr>
        <p:spPr bwMode="auto">
          <a:xfrm>
            <a:off x="2514600" y="14986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3974" name="Rectangle 38"/>
          <p:cNvSpPr>
            <a:spLocks noChangeArrowheads="1"/>
          </p:cNvSpPr>
          <p:nvPr/>
        </p:nvSpPr>
        <p:spPr bwMode="auto">
          <a:xfrm>
            <a:off x="1141413" y="1450975"/>
            <a:ext cx="2152650" cy="36353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VPN		d</a:t>
            </a:r>
          </a:p>
        </p:txBody>
      </p:sp>
      <p:sp>
        <p:nvSpPr>
          <p:cNvPr id="1703975" name="Rectangle 39"/>
          <p:cNvSpPr>
            <a:spLocks noChangeArrowheads="1"/>
          </p:cNvSpPr>
          <p:nvPr/>
        </p:nvSpPr>
        <p:spPr bwMode="auto">
          <a:xfrm>
            <a:off x="3617913" y="1408113"/>
            <a:ext cx="2119312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Virtual Address</a:t>
            </a:r>
          </a:p>
        </p:txBody>
      </p:sp>
      <p:sp>
        <p:nvSpPr>
          <p:cNvPr id="1703976" name="Rectangle 40"/>
          <p:cNvSpPr>
            <a:spLocks noChangeArrowheads="1"/>
          </p:cNvSpPr>
          <p:nvPr/>
        </p:nvSpPr>
        <p:spPr bwMode="auto">
          <a:xfrm>
            <a:off x="6629401" y="3916363"/>
            <a:ext cx="1924050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 dirty="0">
                <a:latin typeface="Verdana" charset="0"/>
              </a:rPr>
              <a:t>VPN  PID  DPN</a:t>
            </a:r>
          </a:p>
        </p:txBody>
      </p:sp>
      <p:sp>
        <p:nvSpPr>
          <p:cNvPr id="1703977" name="Rectangle 41"/>
          <p:cNvSpPr>
            <a:spLocks noChangeArrowheads="1"/>
          </p:cNvSpPr>
          <p:nvPr/>
        </p:nvSpPr>
        <p:spPr bwMode="auto">
          <a:xfrm>
            <a:off x="6678613" y="4424363"/>
            <a:ext cx="1217612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VPN  PID</a:t>
            </a:r>
          </a:p>
        </p:txBody>
      </p:sp>
      <p:sp>
        <p:nvSpPr>
          <p:cNvPr id="1703978" name="Text Box 42"/>
          <p:cNvSpPr txBox="1">
            <a:spLocks noChangeArrowheads="1"/>
          </p:cNvSpPr>
          <p:nvPr/>
        </p:nvSpPr>
        <p:spPr bwMode="auto">
          <a:xfrm>
            <a:off x="214313" y="2357438"/>
            <a:ext cx="612775" cy="38576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eaLnBrk="1" hangingPunct="1">
              <a:spcBef>
                <a:spcPct val="0"/>
              </a:spcBef>
            </a:pPr>
            <a:r>
              <a:rPr lang="en-US" sz="1800">
                <a:latin typeface="Verdana" charset="0"/>
              </a:rPr>
              <a:t>PID</a:t>
            </a:r>
          </a:p>
        </p:txBody>
      </p:sp>
      <p:sp>
        <p:nvSpPr>
          <p:cNvPr id="1703979" name="Rectangle 43"/>
          <p:cNvSpPr>
            <a:spLocks noGrp="1" noChangeArrowheads="1"/>
          </p:cNvSpPr>
          <p:nvPr>
            <p:ph type="body" idx="1"/>
          </p:nvPr>
        </p:nvSpPr>
        <p:spPr>
          <a:xfrm>
            <a:off x="457200" y="3733800"/>
            <a:ext cx="5691188" cy="2800350"/>
          </a:xfrm>
          <a:noFill/>
          <a:ln/>
        </p:spPr>
        <p:txBody>
          <a:bodyPr/>
          <a:lstStyle/>
          <a:p>
            <a:pPr marL="342900" indent="-342900"/>
            <a:r>
              <a:rPr lang="en-US" sz="2000" dirty="0"/>
              <a:t>Hashed Page Table is typically 2 to 3 times larger than the number of PPN’s to reduce collision probability </a:t>
            </a:r>
          </a:p>
          <a:p>
            <a:pPr marL="342900" indent="-342900"/>
            <a:r>
              <a:rPr lang="en-US" sz="2000" dirty="0"/>
              <a:t>It can also contain DPN’s for some non-resident pages </a:t>
            </a:r>
            <a:r>
              <a:rPr lang="en-US" sz="2000" i="1" dirty="0"/>
              <a:t>(not common)</a:t>
            </a:r>
            <a:endParaRPr lang="en-US" sz="2000" dirty="0"/>
          </a:p>
          <a:p>
            <a:pPr marL="342900" indent="-342900"/>
            <a:r>
              <a:rPr lang="en-US" sz="2000" dirty="0"/>
              <a:t>If a translation cannot be resolved in this table then the </a:t>
            </a:r>
            <a:r>
              <a:rPr lang="en-US" sz="2000" i="1" dirty="0"/>
              <a:t>software</a:t>
            </a:r>
            <a:r>
              <a:rPr lang="en-US" sz="2000" dirty="0"/>
              <a:t> consults a data structure that has an entry for every existing page (e.g., full page table)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D97B65-08B2-4D55-0749-332EB4E79846}"/>
                  </a:ext>
                </a:extLst>
              </p14:cNvPr>
              <p14:cNvContentPartPr/>
              <p14:nvPr/>
            </p14:nvContentPartPr>
            <p14:xfrm>
              <a:off x="80640" y="2209680"/>
              <a:ext cx="9040680" cy="3672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D97B65-08B2-4D55-0749-332EB4E798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280" y="2200320"/>
                <a:ext cx="9059400" cy="369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23BF6-7160-C547-A36B-6CA3DD074933}" type="slidenum">
              <a:rPr lang="en-US"/>
              <a:pPr/>
              <a:t>87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707010" name="Rectangle 2"/>
          <p:cNvSpPr>
            <a:spLocks noChangeArrowheads="1"/>
          </p:cNvSpPr>
          <p:nvPr/>
        </p:nvSpPr>
        <p:spPr bwMode="auto">
          <a:xfrm>
            <a:off x="585788" y="3009900"/>
            <a:ext cx="1865312" cy="3175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1" name="Rectangle 3"/>
          <p:cNvSpPr>
            <a:spLocks noChangeArrowheads="1"/>
          </p:cNvSpPr>
          <p:nvPr/>
        </p:nvSpPr>
        <p:spPr bwMode="auto">
          <a:xfrm>
            <a:off x="571500" y="2978150"/>
            <a:ext cx="190182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Base of Table</a:t>
            </a:r>
          </a:p>
        </p:txBody>
      </p:sp>
      <p:sp>
        <p:nvSpPr>
          <p:cNvPr id="1707012" name="Line 4"/>
          <p:cNvSpPr>
            <a:spLocks noChangeShapeType="1"/>
          </p:cNvSpPr>
          <p:nvPr/>
        </p:nvSpPr>
        <p:spPr bwMode="auto">
          <a:xfrm flipH="1">
            <a:off x="1676400" y="1447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3" name="Rectangle 5"/>
          <p:cNvSpPr>
            <a:spLocks noChangeArrowheads="1"/>
          </p:cNvSpPr>
          <p:nvPr/>
        </p:nvSpPr>
        <p:spPr bwMode="auto">
          <a:xfrm>
            <a:off x="7035800" y="2171700"/>
            <a:ext cx="1635125" cy="2019300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4" name="Rectangle 6" descr="Wide upward diagonal"/>
          <p:cNvSpPr>
            <a:spLocks noChangeArrowheads="1"/>
          </p:cNvSpPr>
          <p:nvPr/>
        </p:nvSpPr>
        <p:spPr bwMode="auto">
          <a:xfrm>
            <a:off x="7874000" y="2438400"/>
            <a:ext cx="788988" cy="228600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5" name="Rectangle 7"/>
          <p:cNvSpPr>
            <a:spLocks noChangeArrowheads="1"/>
          </p:cNvSpPr>
          <p:nvPr/>
        </p:nvSpPr>
        <p:spPr bwMode="auto">
          <a:xfrm>
            <a:off x="660400" y="1319213"/>
            <a:ext cx="1857375" cy="279400"/>
          </a:xfrm>
          <a:prstGeom prst="rect">
            <a:avLst/>
          </a:prstGeom>
          <a:solidFill>
            <a:srgbClr val="FFCC66"/>
          </a:solidFill>
          <a:ln w="25400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6" name="Rectangle 8"/>
          <p:cNvSpPr>
            <a:spLocks noGrp="1" noChangeArrowheads="1"/>
          </p:cNvSpPr>
          <p:nvPr>
            <p:ph type="title"/>
          </p:nvPr>
        </p:nvSpPr>
        <p:spPr>
          <a:xfrm>
            <a:off x="290513" y="463550"/>
            <a:ext cx="7162800" cy="715963"/>
          </a:xfrm>
          <a:noFill/>
          <a:ln/>
        </p:spPr>
        <p:txBody>
          <a:bodyPr lIns="90488" tIns="44450" rIns="90488" bIns="44450"/>
          <a:lstStyle/>
          <a:p>
            <a:r>
              <a:rPr lang="en-US"/>
              <a:t>Power PC: Hashed Page Table</a:t>
            </a:r>
          </a:p>
        </p:txBody>
      </p:sp>
      <p:sp>
        <p:nvSpPr>
          <p:cNvPr id="1707017" name="Rectangle 9"/>
          <p:cNvSpPr>
            <a:spLocks noChangeArrowheads="1"/>
          </p:cNvSpPr>
          <p:nvPr/>
        </p:nvSpPr>
        <p:spPr bwMode="auto">
          <a:xfrm>
            <a:off x="1347788" y="1955800"/>
            <a:ext cx="720725" cy="774700"/>
          </a:xfrm>
          <a:prstGeom prst="rect">
            <a:avLst/>
          </a:prstGeom>
          <a:solidFill>
            <a:srgbClr val="FFCC66"/>
          </a:solidFill>
          <a:ln w="254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18" name="Rectangle 10"/>
          <p:cNvSpPr>
            <a:spLocks noChangeArrowheads="1"/>
          </p:cNvSpPr>
          <p:nvPr/>
        </p:nvSpPr>
        <p:spPr bwMode="auto">
          <a:xfrm>
            <a:off x="1335088" y="2139950"/>
            <a:ext cx="7874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hash</a:t>
            </a:r>
          </a:p>
        </p:txBody>
      </p:sp>
      <p:sp>
        <p:nvSpPr>
          <p:cNvPr id="1707019" name="Line 11"/>
          <p:cNvSpPr>
            <a:spLocks noChangeShapeType="1"/>
          </p:cNvSpPr>
          <p:nvPr/>
        </p:nvSpPr>
        <p:spPr bwMode="auto">
          <a:xfrm>
            <a:off x="2135188" y="2298700"/>
            <a:ext cx="15748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0" name="Rectangle 12"/>
          <p:cNvSpPr>
            <a:spLocks noChangeArrowheads="1"/>
          </p:cNvSpPr>
          <p:nvPr/>
        </p:nvSpPr>
        <p:spPr bwMode="auto">
          <a:xfrm>
            <a:off x="2413000" y="1936750"/>
            <a:ext cx="942975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Offset</a:t>
            </a:r>
          </a:p>
        </p:txBody>
      </p:sp>
      <p:sp>
        <p:nvSpPr>
          <p:cNvPr id="1707021" name="Oval 13"/>
          <p:cNvSpPr>
            <a:spLocks noChangeArrowheads="1"/>
          </p:cNvSpPr>
          <p:nvPr/>
        </p:nvSpPr>
        <p:spPr bwMode="auto">
          <a:xfrm>
            <a:off x="3798888" y="2057400"/>
            <a:ext cx="550862" cy="558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2" name="Freeform 14"/>
          <p:cNvSpPr>
            <a:spLocks/>
          </p:cNvSpPr>
          <p:nvPr/>
        </p:nvSpPr>
        <p:spPr bwMode="auto">
          <a:xfrm>
            <a:off x="2463800" y="2616200"/>
            <a:ext cx="1516063" cy="598488"/>
          </a:xfrm>
          <a:custGeom>
            <a:avLst/>
            <a:gdLst/>
            <a:ahLst/>
            <a:cxnLst>
              <a:cxn ang="0">
                <a:pos x="0" y="352"/>
              </a:cxn>
              <a:cxn ang="0">
                <a:pos x="984" y="352"/>
              </a:cxn>
              <a:cxn ang="0">
                <a:pos x="984" y="0"/>
              </a:cxn>
            </a:cxnLst>
            <a:rect l="0" t="0" r="r" b="b"/>
            <a:pathLst>
              <a:path w="985" h="353">
                <a:moveTo>
                  <a:pt x="0" y="352"/>
                </a:moveTo>
                <a:lnTo>
                  <a:pt x="984" y="352"/>
                </a:lnTo>
                <a:lnTo>
                  <a:pt x="984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3" name="Rectangle 15"/>
          <p:cNvSpPr>
            <a:spLocks noChangeArrowheads="1"/>
          </p:cNvSpPr>
          <p:nvPr/>
        </p:nvSpPr>
        <p:spPr bwMode="auto">
          <a:xfrm>
            <a:off x="3806825" y="2016125"/>
            <a:ext cx="514350" cy="57626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200">
                <a:latin typeface="Verdana" charset="0"/>
              </a:rPr>
              <a:t>+</a:t>
            </a:r>
          </a:p>
        </p:txBody>
      </p:sp>
      <p:sp>
        <p:nvSpPr>
          <p:cNvPr id="1707024" name="Rectangle 16"/>
          <p:cNvSpPr>
            <a:spLocks noChangeArrowheads="1"/>
          </p:cNvSpPr>
          <p:nvPr/>
        </p:nvSpPr>
        <p:spPr bwMode="auto">
          <a:xfrm>
            <a:off x="4489450" y="1911350"/>
            <a:ext cx="1427163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PA of Slot</a:t>
            </a:r>
          </a:p>
        </p:txBody>
      </p:sp>
      <p:sp>
        <p:nvSpPr>
          <p:cNvPr id="1707025" name="Line 17"/>
          <p:cNvSpPr>
            <a:spLocks noChangeShapeType="1"/>
          </p:cNvSpPr>
          <p:nvPr/>
        </p:nvSpPr>
        <p:spPr bwMode="auto">
          <a:xfrm>
            <a:off x="4395788" y="2324100"/>
            <a:ext cx="17907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6" name="Rectangle 18"/>
          <p:cNvSpPr>
            <a:spLocks noChangeArrowheads="1"/>
          </p:cNvSpPr>
          <p:nvPr/>
        </p:nvSpPr>
        <p:spPr bwMode="auto">
          <a:xfrm>
            <a:off x="6937375" y="1447800"/>
            <a:ext cx="1779588" cy="4724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7" name="Rectangle 19"/>
          <p:cNvSpPr>
            <a:spLocks noChangeArrowheads="1"/>
          </p:cNvSpPr>
          <p:nvPr/>
        </p:nvSpPr>
        <p:spPr bwMode="auto">
          <a:xfrm>
            <a:off x="7239000" y="5334000"/>
            <a:ext cx="1411288" cy="8191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latin typeface="Verdana" charset="0"/>
              </a:rPr>
              <a:t>Primary</a:t>
            </a:r>
          </a:p>
          <a:p>
            <a:pPr algn="l">
              <a:spcBef>
                <a:spcPct val="0"/>
              </a:spcBef>
            </a:pPr>
            <a:r>
              <a:rPr lang="en-US" sz="2400">
                <a:latin typeface="Verdana" charset="0"/>
              </a:rPr>
              <a:t>Memory</a:t>
            </a:r>
          </a:p>
        </p:txBody>
      </p:sp>
      <p:sp>
        <p:nvSpPr>
          <p:cNvPr id="1707028" name="Rectangle 20"/>
          <p:cNvSpPr>
            <a:spLocks noChangeArrowheads="1"/>
          </p:cNvSpPr>
          <p:nvPr/>
        </p:nvSpPr>
        <p:spPr bwMode="auto">
          <a:xfrm>
            <a:off x="7038975" y="2185988"/>
            <a:ext cx="1611313" cy="30480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29" name="Line 21"/>
          <p:cNvSpPr>
            <a:spLocks noChangeShapeType="1"/>
          </p:cNvSpPr>
          <p:nvPr/>
        </p:nvSpPr>
        <p:spPr bwMode="auto">
          <a:xfrm>
            <a:off x="7051675" y="2427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0" name="Line 22"/>
          <p:cNvSpPr>
            <a:spLocks noChangeShapeType="1"/>
          </p:cNvSpPr>
          <p:nvPr/>
        </p:nvSpPr>
        <p:spPr bwMode="auto">
          <a:xfrm>
            <a:off x="7038975" y="2681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1" name="Line 23"/>
          <p:cNvSpPr>
            <a:spLocks noChangeShapeType="1"/>
          </p:cNvSpPr>
          <p:nvPr/>
        </p:nvSpPr>
        <p:spPr bwMode="auto">
          <a:xfrm>
            <a:off x="7038975" y="2935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2" name="Line 24"/>
          <p:cNvSpPr>
            <a:spLocks noChangeShapeType="1"/>
          </p:cNvSpPr>
          <p:nvPr/>
        </p:nvSpPr>
        <p:spPr bwMode="auto">
          <a:xfrm>
            <a:off x="7038975" y="3189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3" name="Line 25"/>
          <p:cNvSpPr>
            <a:spLocks noChangeShapeType="1"/>
          </p:cNvSpPr>
          <p:nvPr/>
        </p:nvSpPr>
        <p:spPr bwMode="auto">
          <a:xfrm>
            <a:off x="7038975" y="3443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4" name="Line 26"/>
          <p:cNvSpPr>
            <a:spLocks noChangeShapeType="1"/>
          </p:cNvSpPr>
          <p:nvPr/>
        </p:nvSpPr>
        <p:spPr bwMode="auto">
          <a:xfrm>
            <a:off x="7038975" y="3697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5" name="Line 27"/>
          <p:cNvSpPr>
            <a:spLocks noChangeShapeType="1"/>
          </p:cNvSpPr>
          <p:nvPr/>
        </p:nvSpPr>
        <p:spPr bwMode="auto">
          <a:xfrm>
            <a:off x="7038975" y="3951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6" name="Line 28"/>
          <p:cNvSpPr>
            <a:spLocks noChangeShapeType="1"/>
          </p:cNvSpPr>
          <p:nvPr/>
        </p:nvSpPr>
        <p:spPr bwMode="auto">
          <a:xfrm>
            <a:off x="7038975" y="4205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7" name="Line 29"/>
          <p:cNvSpPr>
            <a:spLocks noChangeShapeType="1"/>
          </p:cNvSpPr>
          <p:nvPr/>
        </p:nvSpPr>
        <p:spPr bwMode="auto">
          <a:xfrm>
            <a:off x="7038975" y="4459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8" name="Line 30"/>
          <p:cNvSpPr>
            <a:spLocks noChangeShapeType="1"/>
          </p:cNvSpPr>
          <p:nvPr/>
        </p:nvSpPr>
        <p:spPr bwMode="auto">
          <a:xfrm>
            <a:off x="7038975" y="4713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39" name="Line 31"/>
          <p:cNvSpPr>
            <a:spLocks noChangeShapeType="1"/>
          </p:cNvSpPr>
          <p:nvPr/>
        </p:nvSpPr>
        <p:spPr bwMode="auto">
          <a:xfrm>
            <a:off x="7038975" y="4967288"/>
            <a:ext cx="1598613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0" name="Rectangle 32"/>
          <p:cNvSpPr>
            <a:spLocks noChangeArrowheads="1"/>
          </p:cNvSpPr>
          <p:nvPr/>
        </p:nvSpPr>
        <p:spPr bwMode="auto">
          <a:xfrm>
            <a:off x="7011988" y="2112963"/>
            <a:ext cx="1735137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VPN        PPN</a:t>
            </a:r>
          </a:p>
        </p:txBody>
      </p:sp>
      <p:sp>
        <p:nvSpPr>
          <p:cNvPr id="1707041" name="Rectangle 33"/>
          <p:cNvSpPr>
            <a:spLocks noChangeArrowheads="1"/>
          </p:cNvSpPr>
          <p:nvPr/>
        </p:nvSpPr>
        <p:spPr bwMode="auto">
          <a:xfrm>
            <a:off x="6923088" y="1552575"/>
            <a:ext cx="1852612" cy="45402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400">
                <a:latin typeface="Verdana" charset="0"/>
              </a:rPr>
              <a:t>Page Table</a:t>
            </a:r>
          </a:p>
        </p:txBody>
      </p:sp>
      <p:sp>
        <p:nvSpPr>
          <p:cNvPr id="1707042" name="Line 34"/>
          <p:cNvSpPr>
            <a:spLocks noChangeShapeType="1"/>
          </p:cNvSpPr>
          <p:nvPr/>
        </p:nvSpPr>
        <p:spPr bwMode="auto">
          <a:xfrm>
            <a:off x="7877175" y="2185988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3" name="Rectangle 35"/>
          <p:cNvSpPr>
            <a:spLocks noChangeArrowheads="1"/>
          </p:cNvSpPr>
          <p:nvPr/>
        </p:nvSpPr>
        <p:spPr bwMode="auto">
          <a:xfrm>
            <a:off x="660400" y="1319213"/>
            <a:ext cx="2765425" cy="2921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4" name="Line 36"/>
          <p:cNvSpPr>
            <a:spLocks noChangeShapeType="1"/>
          </p:cNvSpPr>
          <p:nvPr/>
        </p:nvSpPr>
        <p:spPr bwMode="auto">
          <a:xfrm>
            <a:off x="2514600" y="1331913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5" name="Rectangle 37"/>
          <p:cNvSpPr>
            <a:spLocks noChangeArrowheads="1"/>
          </p:cNvSpPr>
          <p:nvPr/>
        </p:nvSpPr>
        <p:spPr bwMode="auto">
          <a:xfrm>
            <a:off x="1271588" y="1274763"/>
            <a:ext cx="1878012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latin typeface="Verdana" charset="0"/>
              </a:rPr>
              <a:t>VPN	       d</a:t>
            </a:r>
          </a:p>
        </p:txBody>
      </p:sp>
      <p:sp>
        <p:nvSpPr>
          <p:cNvPr id="1707046" name="Rectangle 38"/>
          <p:cNvSpPr>
            <a:spLocks noChangeArrowheads="1"/>
          </p:cNvSpPr>
          <p:nvPr/>
        </p:nvSpPr>
        <p:spPr bwMode="auto">
          <a:xfrm>
            <a:off x="3617913" y="1274763"/>
            <a:ext cx="1384300" cy="3937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2000">
                <a:solidFill>
                  <a:srgbClr val="56127A"/>
                </a:solidFill>
                <a:latin typeface="Verdana" charset="0"/>
              </a:rPr>
              <a:t>80-bit VA</a:t>
            </a:r>
          </a:p>
        </p:txBody>
      </p:sp>
      <p:sp>
        <p:nvSpPr>
          <p:cNvPr id="1707047" name="Rectangle 39"/>
          <p:cNvSpPr>
            <a:spLocks noChangeArrowheads="1"/>
          </p:cNvSpPr>
          <p:nvPr/>
        </p:nvSpPr>
        <p:spPr bwMode="auto">
          <a:xfrm>
            <a:off x="7011988" y="2354263"/>
            <a:ext cx="646112" cy="36353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prstTxWarp prst="textNoShape">
              <a:avLst/>
            </a:prstTxWarp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1800">
                <a:latin typeface="Verdana" charset="0"/>
              </a:rPr>
              <a:t>VPN</a:t>
            </a:r>
          </a:p>
        </p:txBody>
      </p:sp>
      <p:sp>
        <p:nvSpPr>
          <p:cNvPr id="1707048" name="Freeform 40"/>
          <p:cNvSpPr>
            <a:spLocks/>
          </p:cNvSpPr>
          <p:nvPr/>
        </p:nvSpPr>
        <p:spPr bwMode="auto">
          <a:xfrm>
            <a:off x="6299200" y="2184400"/>
            <a:ext cx="698500" cy="2020888"/>
          </a:xfrm>
          <a:custGeom>
            <a:avLst/>
            <a:gdLst/>
            <a:ahLst/>
            <a:cxnLst>
              <a:cxn ang="0">
                <a:pos x="448" y="0"/>
              </a:cxn>
              <a:cxn ang="0">
                <a:pos x="0" y="88"/>
              </a:cxn>
              <a:cxn ang="0">
                <a:pos x="464" y="1272"/>
              </a:cxn>
            </a:cxnLst>
            <a:rect l="0" t="0" r="r" b="b"/>
            <a:pathLst>
              <a:path w="465" h="1273">
                <a:moveTo>
                  <a:pt x="448" y="0"/>
                </a:moveTo>
                <a:lnTo>
                  <a:pt x="0" y="88"/>
                </a:lnTo>
                <a:lnTo>
                  <a:pt x="464" y="1272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07049" name="Rectangle 41"/>
          <p:cNvSpPr>
            <a:spLocks noGrp="1" noChangeArrowheads="1"/>
          </p:cNvSpPr>
          <p:nvPr>
            <p:ph type="body" idx="1"/>
          </p:nvPr>
        </p:nvSpPr>
        <p:spPr>
          <a:xfrm>
            <a:off x="293688" y="3535363"/>
            <a:ext cx="6238875" cy="3154362"/>
          </a:xfrm>
          <a:noFill/>
          <a:ln/>
        </p:spPr>
        <p:txBody>
          <a:bodyPr/>
          <a:lstStyle/>
          <a:p>
            <a:pPr marL="342900" indent="-342900"/>
            <a:r>
              <a:rPr lang="en-US" sz="1800"/>
              <a:t>Each hash table slot has 8 PTE's &lt;VPN,PPN&gt; that are searched sequentially</a:t>
            </a:r>
          </a:p>
          <a:p>
            <a:pPr marL="342900" indent="-342900"/>
            <a:r>
              <a:rPr lang="en-US" sz="1800"/>
              <a:t>If the first hash slot fails, an alternate hash function is used to look in another slot</a:t>
            </a:r>
          </a:p>
          <a:p>
            <a:pPr marL="342900" indent="-342900">
              <a:buFontTx/>
              <a:buNone/>
            </a:pPr>
            <a:r>
              <a:rPr lang="en-US" sz="1800"/>
              <a:t>		</a:t>
            </a:r>
            <a:r>
              <a:rPr lang="en-US" sz="1800" i="1">
                <a:solidFill>
                  <a:srgbClr val="56127A"/>
                </a:solidFill>
              </a:rPr>
              <a:t>All these steps are done in hardware!</a:t>
            </a:r>
            <a:endParaRPr lang="en-US" sz="1800">
              <a:solidFill>
                <a:srgbClr val="56127A"/>
              </a:solidFill>
            </a:endParaRPr>
          </a:p>
          <a:p>
            <a:pPr marL="342900" indent="-342900"/>
            <a:r>
              <a:rPr lang="en-US" sz="1800"/>
              <a:t>Hashed Table is typically 2 to 3 times larger than the number of physical pages</a:t>
            </a:r>
          </a:p>
          <a:p>
            <a:pPr marL="342900" indent="-342900"/>
            <a:r>
              <a:rPr lang="en-US" sz="1800"/>
              <a:t>The full backup Page Table is a software data structure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CE41127-564E-BAB9-95D0-671763AD3F40}"/>
                  </a:ext>
                </a:extLst>
              </p14:cNvPr>
              <p14:cNvContentPartPr/>
              <p14:nvPr/>
            </p14:nvContentPartPr>
            <p14:xfrm>
              <a:off x="184320" y="1099800"/>
              <a:ext cx="7629840" cy="4680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CE41127-564E-BAB9-95D0-671763AD3F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4960" y="1090440"/>
                <a:ext cx="7648560" cy="4699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7C292-5A97-AF4B-B646-5416C312B6DF}" type="slidenum">
              <a:rPr lang="en-US"/>
              <a:pPr/>
              <a:t>88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7408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292975" cy="736600"/>
          </a:xfrm>
        </p:spPr>
        <p:txBody>
          <a:bodyPr/>
          <a:lstStyle/>
          <a:p>
            <a:r>
              <a:rPr lang="en-US" sz="4000"/>
              <a:t>VM features track historical uses:</a:t>
            </a:r>
          </a:p>
        </p:txBody>
      </p:sp>
      <p:sp>
        <p:nvSpPr>
          <p:cNvPr id="1740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609600"/>
            <a:ext cx="8458200" cy="586740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/>
              <a:t>Bare machine, only physical addresses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One program owned entire machine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/>
              <a:t>Batch-style multiprogramming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Several programs sharing CPU while waiting for I/O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Base &amp; bound: translation and protection between programs (not virtual memory)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Problem with external fragmentation (holes in memory), needed occasional memory defragmentation as new jobs arrived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/>
              <a:t>Time sharing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More interactive programs, waiting for user.  Also, more jobs/second.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Motivated move to fixed-size page translation and protection, no external fragmentation (but now internal fragmentation, wasted bytes in page)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Motivated adoption of virtual memory to allow more jobs to share limited physical memory resources while holding working set in memory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sz="2000"/>
              <a:t>Virtual Machine Monitors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Run multiple operating systems on one machine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Idea from 1970s IBM mainframes, now common on laptops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600"/>
              <a:t>e.g., run Windows on top of Mac OS X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en-US" sz="1800"/>
              <a:t>Hardware support for two levels of translation/protection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en-US" sz="1600"/>
              <a:t>Guest OS virtual -&gt; Guest OS physical -&gt; Host machine physical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27F81-F048-1741-80CD-FA44E02BA9FD}" type="slidenum">
              <a:rPr lang="en-US"/>
              <a:pPr/>
              <a:t>89</a:t>
            </a:fld>
            <a:endParaRPr lang="en-US" b="0">
              <a:solidFill>
                <a:srgbClr val="FBBA03"/>
              </a:solidFill>
            </a:endParaRPr>
          </a:p>
        </p:txBody>
      </p:sp>
      <p:sp>
        <p:nvSpPr>
          <p:cNvPr id="170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Virtual Memory Use Today - 1</a:t>
            </a:r>
          </a:p>
        </p:txBody>
      </p:sp>
      <p:sp>
        <p:nvSpPr>
          <p:cNvPr id="1708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913" y="1298575"/>
            <a:ext cx="8128000" cy="5219700"/>
          </a:xfrm>
          <a:noFill/>
          <a:ln/>
        </p:spPr>
        <p:txBody>
          <a:bodyPr anchor="ctr"/>
          <a:lstStyle/>
          <a:p>
            <a:r>
              <a:rPr lang="en-US" sz="2400"/>
              <a:t>Servers/desktops/laptops/</a:t>
            </a:r>
            <a:r>
              <a:rPr lang="en-US" sz="2400" err="1"/>
              <a:t>smartphones</a:t>
            </a:r>
            <a:r>
              <a:rPr lang="en-US" sz="2400"/>
              <a:t> have full demand-paged virtual memory</a:t>
            </a:r>
          </a:p>
          <a:p>
            <a:pPr lvl="1"/>
            <a:r>
              <a:rPr lang="en-US" sz="2000"/>
              <a:t>Portability between machines with different memory sizes</a:t>
            </a:r>
          </a:p>
          <a:p>
            <a:pPr lvl="1"/>
            <a:r>
              <a:rPr lang="en-US" sz="2000"/>
              <a:t>Protection between multiple users or multiple tasks</a:t>
            </a:r>
          </a:p>
          <a:p>
            <a:pPr lvl="1"/>
            <a:r>
              <a:rPr lang="en-US" sz="2000"/>
              <a:t>Share small physical memory among active tasks</a:t>
            </a:r>
          </a:p>
          <a:p>
            <a:pPr lvl="1"/>
            <a:r>
              <a:rPr lang="en-US" sz="2000"/>
              <a:t>Simplifies implementation of some OS features</a:t>
            </a:r>
          </a:p>
          <a:p>
            <a:r>
              <a:rPr lang="en-US" sz="2400"/>
              <a:t>Vector supercomputers have translation and protection but rarely complete demand-paging</a:t>
            </a:r>
          </a:p>
          <a:p>
            <a:r>
              <a:rPr lang="en-US" sz="1600"/>
              <a:t>(Older </a:t>
            </a:r>
            <a:r>
              <a:rPr lang="en-US" sz="1600" err="1"/>
              <a:t>Crays</a:t>
            </a:r>
            <a:r>
              <a:rPr lang="en-US" sz="1600"/>
              <a:t>: </a:t>
            </a:r>
            <a:r>
              <a:rPr lang="en-US" sz="1600" err="1"/>
              <a:t>base&amp;bound</a:t>
            </a:r>
            <a:r>
              <a:rPr lang="en-US" sz="1600"/>
              <a:t>, Japanese &amp; Cray X1/X2: pages)</a:t>
            </a:r>
            <a:endParaRPr lang="en-US" sz="2400"/>
          </a:p>
          <a:p>
            <a:pPr lvl="1"/>
            <a:r>
              <a:rPr lang="en-US" sz="2000"/>
              <a:t>Don’t waste expensive CPU time thrashing to disk (make jobs fit in memory)</a:t>
            </a:r>
          </a:p>
          <a:p>
            <a:pPr lvl="1"/>
            <a:r>
              <a:rPr lang="en-US" sz="2000"/>
              <a:t>Mostly run in batch mode (run set of jobs that fits in memory)</a:t>
            </a:r>
          </a:p>
          <a:p>
            <a:pPr lvl="1"/>
            <a:r>
              <a:rPr lang="en-US" sz="2000"/>
              <a:t>Difficult to implement </a:t>
            </a:r>
            <a:r>
              <a:rPr lang="en-US" sz="2000" err="1"/>
              <a:t>restartable</a:t>
            </a:r>
            <a:r>
              <a:rPr lang="en-US" sz="2000"/>
              <a:t> vector instructions</a:t>
            </a:r>
          </a:p>
          <a:p>
            <a:pPr lvl="1"/>
            <a:endParaRPr lang="en-US" sz="12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55C06-5AF4-B39E-DDAA-29C7E23DF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C9F0B-BB9A-BCD9-E231-1081B7ACB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Chip multiprocessors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0A411-7D9C-B56C-57C5-66A9D765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3A9CC3-C0C5-49F5-88AB-58977EE0B2C7}" type="datetime1">
              <a:rPr lang="sv-SE" smtClean="0"/>
              <a:pPr>
                <a:defRPr/>
              </a:pPr>
              <a:t>2025-09-09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20C37-3314-171A-C005-A419493B7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E58DA-F00E-43DF-8114-C98C33C3E26B}" type="slidenum">
              <a:rPr lang="en-US" smtClean="0"/>
              <a:pPr>
                <a:defRPr/>
              </a:pPr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81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NCDC Theme</Template>
  <TotalTime>3694</TotalTime>
  <Words>7267</Words>
  <Application>Microsoft Office PowerPoint</Application>
  <PresentationFormat>On-screen Show (4:3)</PresentationFormat>
  <Paragraphs>1559</Paragraphs>
  <Slides>90</Slides>
  <Notes>52</Notes>
  <HiddenSlides>1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4" baseType="lpstr">
      <vt:lpstr>굴림</vt:lpstr>
      <vt:lpstr>AppleMyungjo</vt:lpstr>
      <vt:lpstr>Arial</vt:lpstr>
      <vt:lpstr>Calibri</vt:lpstr>
      <vt:lpstr>Comic Sans MS</vt:lpstr>
      <vt:lpstr>Courier New</vt:lpstr>
      <vt:lpstr>Helvetica</vt:lpstr>
      <vt:lpstr>Marker Felt</vt:lpstr>
      <vt:lpstr>Symbol</vt:lpstr>
      <vt:lpstr>Times</vt:lpstr>
      <vt:lpstr>Times-Roman</vt:lpstr>
      <vt:lpstr>Verdana</vt:lpstr>
      <vt:lpstr>ヒラギノ角ゴ Pro W3</vt:lpstr>
      <vt:lpstr>Office-tema</vt:lpstr>
      <vt:lpstr>Memory Hierarchies</vt:lpstr>
      <vt:lpstr>Contents</vt:lpstr>
      <vt:lpstr>Core Memory</vt:lpstr>
      <vt:lpstr>State of the art SSD</vt:lpstr>
      <vt:lpstr>DRAM (Laptops/Desktops/Servers)</vt:lpstr>
      <vt:lpstr>DRAM Architecture</vt:lpstr>
      <vt:lpstr>DRAM Operation</vt:lpstr>
      <vt:lpstr>Double-Data Rate (DDR2) DRAM</vt:lpstr>
      <vt:lpstr>Addressing the Processor-Memory Performance GAP </vt:lpstr>
      <vt:lpstr>Levels of the Memory Hierarchy</vt:lpstr>
      <vt:lpstr>Typical Memory Hierarchy</vt:lpstr>
      <vt:lpstr>CPU-Memory Bottleneck</vt:lpstr>
      <vt:lpstr>Physical Size Affects Latency</vt:lpstr>
      <vt:lpstr>Memory Hierarchy</vt:lpstr>
      <vt:lpstr>In summary</vt:lpstr>
      <vt:lpstr>Contents</vt:lpstr>
      <vt:lpstr>Common Predictable Patterns</vt:lpstr>
      <vt:lpstr>Memory Reference Patterns</vt:lpstr>
      <vt:lpstr>PowerPoint Presentation</vt:lpstr>
      <vt:lpstr>Cache Algorithm (Read)</vt:lpstr>
      <vt:lpstr>PowerPoint Presentation</vt:lpstr>
      <vt:lpstr>4 Questions for Memory Hierarchy</vt:lpstr>
      <vt:lpstr>Q1: Where can a block be placed?  </vt:lpstr>
      <vt:lpstr>Q2: How is a block found?</vt:lpstr>
      <vt:lpstr>Direct-Mapped Cache</vt:lpstr>
      <vt:lpstr>2-Way Set-Associative Cache</vt:lpstr>
      <vt:lpstr>Fully Associative Cache</vt:lpstr>
      <vt:lpstr>What causes a MISS?</vt:lpstr>
      <vt:lpstr>Block Size and Spatial Locality</vt:lpstr>
      <vt:lpstr>Q3: Which block should be replaced on a miss?</vt:lpstr>
      <vt:lpstr>Write Through and Write Back Topologies</vt:lpstr>
      <vt:lpstr>Q4: What happens on a write?</vt:lpstr>
      <vt:lpstr>Write Policy Choices </vt:lpstr>
      <vt:lpstr>5 Basic Cache Optimizations</vt:lpstr>
      <vt:lpstr>CPU-Cache Interaction (5-stage pipeline)</vt:lpstr>
      <vt:lpstr>Improving Cache Performance</vt:lpstr>
      <vt:lpstr>Serial-versus-Parallel Cache and Memory access</vt:lpstr>
      <vt:lpstr>Causes for Cache Misses</vt:lpstr>
      <vt:lpstr>Effect of Cache Parameters on Performance (Review)</vt:lpstr>
      <vt:lpstr>Write Performance</vt:lpstr>
      <vt:lpstr>Reducing Write Hit Time</vt:lpstr>
      <vt:lpstr>Pipelining Cache Writes</vt:lpstr>
      <vt:lpstr>Write Buffer to Reduce Read Miss Penalty</vt:lpstr>
      <vt:lpstr>Presence of L2 influences L1 design</vt:lpstr>
      <vt:lpstr>Inclusion Policy</vt:lpstr>
      <vt:lpstr>Reduce miss penalty of long blocks</vt:lpstr>
      <vt:lpstr>Non-blocking Caches</vt:lpstr>
      <vt:lpstr>Non-blocking caches</vt:lpstr>
      <vt:lpstr>Itanium-2 On-Chip Caches (Intel/HP, 2002)</vt:lpstr>
      <vt:lpstr>Power 7 On-Chip Caches [IBM 2009]</vt:lpstr>
      <vt:lpstr>Prefetching</vt:lpstr>
      <vt:lpstr>Issues in Prefetching</vt:lpstr>
      <vt:lpstr>Hardware Instruction Prefetching</vt:lpstr>
      <vt:lpstr>Hardware Data Prefetching</vt:lpstr>
      <vt:lpstr>Software Prefetching</vt:lpstr>
      <vt:lpstr>Software Prefetching Issues</vt:lpstr>
      <vt:lpstr>Contents</vt:lpstr>
      <vt:lpstr>PowerPoint Presentation</vt:lpstr>
      <vt:lpstr>Bare Machine</vt:lpstr>
      <vt:lpstr>Base and Bound Scheme</vt:lpstr>
      <vt:lpstr>Base and Bound Scheme</vt:lpstr>
      <vt:lpstr>Modern Virtual Memory Systems  Illusion of a large, private, uniform store</vt:lpstr>
      <vt:lpstr>Page tables encode virtual address spaces</vt:lpstr>
      <vt:lpstr>Page tables encode virtual address spaces</vt:lpstr>
      <vt:lpstr>Details of Page Table</vt:lpstr>
      <vt:lpstr>VM and Disk: Page replacement policy</vt:lpstr>
      <vt:lpstr>Page tables may not fit in memory!</vt:lpstr>
      <vt:lpstr>Hierarchical Page Table</vt:lpstr>
      <vt:lpstr>Inverted Page Table</vt:lpstr>
      <vt:lpstr>Inverted Page Table</vt:lpstr>
      <vt:lpstr>Translation Lookaside Buffer</vt:lpstr>
      <vt:lpstr>Page-Based Virtual-Memory Machine (Hardware Page-Table Walk)</vt:lpstr>
      <vt:lpstr>Address Translation: putting it all together</vt:lpstr>
      <vt:lpstr>Page Fault Handler</vt:lpstr>
      <vt:lpstr>Handling VM-related exceptions</vt:lpstr>
      <vt:lpstr>Address Translation in CPU Pipeline</vt:lpstr>
      <vt:lpstr>Virtual-Address Caches</vt:lpstr>
      <vt:lpstr>Virtually Addressed Cache (Virtual Index/Virtual Tag)</vt:lpstr>
      <vt:lpstr>Aliasing in Virtual-Address Caches</vt:lpstr>
      <vt:lpstr>Concurrent Access to TLB &amp; Large L1 The problem with L1 &gt; Page size</vt:lpstr>
      <vt:lpstr>Concurrent Access to TLB &amp; Cache (Virtual Index/Physical Tag)</vt:lpstr>
      <vt:lpstr>Virtual-Index Physical-Tag Caches: Associative Organization</vt:lpstr>
      <vt:lpstr>A solution via Second Level Cache</vt:lpstr>
      <vt:lpstr>Anti-Aliasing Using L2: MIPS R10000</vt:lpstr>
      <vt:lpstr>Anti-Aliasing using L2 for a Virtually Addressed L1</vt:lpstr>
      <vt:lpstr>Hashed Page Table: Approximating Associative Addressing</vt:lpstr>
      <vt:lpstr>Power PC: Hashed Page Table</vt:lpstr>
      <vt:lpstr>VM features track historical uses:</vt:lpstr>
      <vt:lpstr>Virtual Memory Use Today - 1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6: Advanced memory hierarchies</dc:title>
  <dc:creator>matsbror</dc:creator>
  <cp:lastModifiedBy>Ncdc</cp:lastModifiedBy>
  <cp:revision>17</cp:revision>
  <dcterms:created xsi:type="dcterms:W3CDTF">2008-04-28T19:16:05Z</dcterms:created>
  <dcterms:modified xsi:type="dcterms:W3CDTF">2025-09-09T07:28:50Z</dcterms:modified>
</cp:coreProperties>
</file>