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314" r:id="rId7"/>
    <p:sldId id="261" r:id="rId8"/>
    <p:sldId id="262" r:id="rId9"/>
    <p:sldId id="263" r:id="rId10"/>
    <p:sldId id="264" r:id="rId11"/>
    <p:sldId id="265" r:id="rId12"/>
    <p:sldId id="266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5" r:id="rId4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86BB85-AD21-4475-8823-3399A956F4B8}" v="9" dt="2025-09-03T09:21:37.63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jeel Khilji" userId="d7c9e5d0-931d-429e-91f4-ab214ce9376a" providerId="ADAL" clId="{A286BB85-AD21-4475-8823-3399A956F4B8}"/>
    <pc:docChg chg="modSld">
      <pc:chgData name="Sharjeel Khilji" userId="d7c9e5d0-931d-429e-91f4-ab214ce9376a" providerId="ADAL" clId="{A286BB85-AD21-4475-8823-3399A956F4B8}" dt="2025-09-03T09:21:49.036" v="104" actId="1076"/>
      <pc:docMkLst>
        <pc:docMk/>
      </pc:docMkLst>
      <pc:sldChg chg="addSp modSp mod">
        <pc:chgData name="Sharjeel Khilji" userId="d7c9e5d0-931d-429e-91f4-ab214ce9376a" providerId="ADAL" clId="{A286BB85-AD21-4475-8823-3399A956F4B8}" dt="2025-09-02T05:03:30.190" v="89" actId="1076"/>
        <pc:sldMkLst>
          <pc:docMk/>
          <pc:sldMk cId="0" sldId="256"/>
        </pc:sldMkLst>
        <pc:spChg chg="mod">
          <ac:chgData name="Sharjeel Khilji" userId="d7c9e5d0-931d-429e-91f4-ab214ce9376a" providerId="ADAL" clId="{A286BB85-AD21-4475-8823-3399A956F4B8}" dt="2025-09-02T05:03:18.666" v="88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Sharjeel Khilji" userId="d7c9e5d0-931d-429e-91f4-ab214ce9376a" providerId="ADAL" clId="{A286BB85-AD21-4475-8823-3399A956F4B8}" dt="2025-09-02T05:03:30.190" v="89" actId="1076"/>
          <ac:spMkLst>
            <pc:docMk/>
            <pc:sldMk cId="0" sldId="256"/>
            <ac:spMk id="4" creationId="{D01E8AA3-F297-D983-DF63-3FC0CA774CC2}"/>
          </ac:spMkLst>
        </pc:spChg>
      </pc:sldChg>
      <pc:sldChg chg="addSp modSp mod">
        <pc:chgData name="Sharjeel Khilji" userId="d7c9e5d0-931d-429e-91f4-ab214ce9376a" providerId="ADAL" clId="{A286BB85-AD21-4475-8823-3399A956F4B8}" dt="2025-09-03T09:21:49.036" v="104" actId="1076"/>
        <pc:sldMkLst>
          <pc:docMk/>
          <pc:sldMk cId="0" sldId="266"/>
        </pc:sldMkLst>
        <pc:spChg chg="add mod">
          <ac:chgData name="Sharjeel Khilji" userId="d7c9e5d0-931d-429e-91f4-ab214ce9376a" providerId="ADAL" clId="{A286BB85-AD21-4475-8823-3399A956F4B8}" dt="2025-09-03T09:21:49.036" v="104" actId="1076"/>
          <ac:spMkLst>
            <pc:docMk/>
            <pc:sldMk cId="0" sldId="266"/>
            <ac:spMk id="39" creationId="{6EBC3288-4791-3D95-5B44-F2F7566C2259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4:48:25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2873 9786 0,'0'0'15,"0"0"-15,0 0 16,0 0-1,0 0-15,0 0 16,0 0-16,0 0 16,0 0-16,0 0 15,0 0-15,0 0 16,0 0-16,0 0 16,0 0-1,0 0-15,0 0 16,-10-28-16,1 2 15,-4-16-15,2-8 16,8 32-16,0 2 16,3 16-16,-2-17 15,2 17-15,0 0 16,-3-17-16,3 17 16,0 0-16,-2-12 15,2 12-15,0 0 16,0 0-16,0 0 15,-1-12 1,1 12-16,0 0 16,0 0-16,0 0 15,0 0-15,0 0 16,0 0-16,0 0 16,0 0-1,-3 22-15,2 1 16,-1 4-16,0 4 15,1-6-15,2 0 16,-1 4-16,0 6 16,0 6-16,0 7 15,-1-12-15,1-2 16,-2-7-16,1-2 16,-1-9-16,2-3 15,0-13-15,0 14 16,0-14-16,0 0 15,0 0 1,0 15-16,0-15 16,0 0-16,0 0 15,0 0-15,-2-38 16,2 14-16,-1-13 16,-1-8-1,-1 5-15,1 2 16,1 1-16,1 2 15,0 5-15,1 2 16,-1-5-16,4 0 16,-3 2-16,1 2 15,-1 4-15,4 9 16,-3 1-16,-2 15 16,5-16-16,-5 16 15,0 0-15,4-15 16,-4 15-1,0 0-15,6-14 16,-6 14-16,28-17 16,-4 7-16,18-1 15,15 4-15,-11 2 16,0 5 0,-17-2-16,-29 2 15,37 2-15,-37-2 16,37 2-16,-37-2 15,34 3-15,-34-3 16,33-3-16,-33 3 16,35-2-16,-35 2 15,33 0-15,-33 0 16,22-2-16,-22 2 16,0 0-16,0 0 15,0 0-15,25 4 16,-25-4-16,0 0 15,1 12 1,-1-12-16,-8 41 16,1-9-16,-3 11 15,1 9-15,-2-11 16,5-4-16,-2-1 16,1 1-1,-1 3-15,-1 5 16,3 5-16,1 5 15,2-3-15,4 2 16,1-17-16,1-8 16,-1-6-16,1-7 15,-1-1-15,1-1 16,-3-14-16,3 21 16,-3-21-16,0 0 15,2 14-15,-2-14 16,0 0-16,0 0 15,0 0 1,4 12-16,-4-12 16,0 0-16,0 0 15,0 0-15,-37-10 16,37 10-16,-38-15 16,13 7-1,-7-1-15,-1-2 16,-4-1-16,-3 1 15,7 1-15,5 2 16,0-1-16,4 5 16,24 4-16,-34-8 15,34 8-15,0 0 16,-28-7-16,28 7 16,0 0-16,0 0 15,0 0-15,0 0 16</inkml:trace>
  <inkml:trace contextRef="#ctx0" brushRef="#br0" timeOffset="2470.17">3218 9786 0,'0'0'0,"0"0"16,0 0-1,0 0-15,0 0 16,0 0-16,0 0 15,0 0-15,0 0 16,0 0-16,0 0 16,0 0-16,0 0 15,0 0-15,0 0 16,31 1-16,2 1 16,68 7-16,-1 1 15,-31-10-15,-19-3 16,41-4-16,24 1 15,-18 0 1,1 2-16,4-3 16,7 5-16,9-2 15,8 4-15,-15-2 16,-1 4-16,14-2 16,10 4-1,-20-2-15,-8 1 16,1-2-16,0 3 15,-8-1-15,-3-2 16,-5 1-16,-4 1 16,8-1-16,5-1 15,-17-1-15,-10 3 16,10-3-16,6 2 16,-9-2-16,-1 1 15,-17-1-15,-8 4 16,15-4-16,8 1 15,-7-1 1,-2 2-16,-19-2 16,-10 0-16,-2-2 15,1 2-15,-5-1 16,-3 2-16,-30-1 16,36 0-1,-36 0-15,20 0 16,-20 0-16,0 0 15,28 0-15,-28 0 16,0 0-16,0 0 16,21 0-16,-21 0 15,0 0-15,0 0 16,0 0-16,0 0 16,0 0-16,0 0 15,0 0-15,0 0 16,0 0-16,21-6 15,-21 6 1,0 0-16,0 0 16,0 0-16,0 0 15,0 0-15,-8-13 16,8 13-16,-16-22 16,8 7-16,-1-5 15,-1 0 1,1 0-16,4 8 15,-1-5-15,3 1 16,-2-7-16,3 1 16,-2-6-16,2 0 15,2-1-15,5 2 16,-4 8-16,1 7 16,-1-1-16,-1 13 15,2-15-15,-2 15 16,0 0-16,0 0 15,0 0-15,0 0 16,0 0 0,0 0-16,8 55 15,-5-11-15,0 0 16,2 6-16,-3-9 16,2-3-16,-1 5 15,4 7 1,-3 3-16,3 10 15,-1-4-15,3 8 16,-2-18-16,-1-5 16,-3-11-16,2-6 15,-3-9-15,2-6 16,-4-12-16,3 17 16,-3-17-16,0 0 15,0 0-15,0 0 16,0-55-16,0 5 15,-2-16-15,2-9 16,-1 25 0,1 15-16,-4-8 15,2 0-15,-3-9 16,0-4-16,1 17 16,0 14-1,0 0-15,0 7 16,-1-1-16,1 4 15,0 3-15,4 12 16,-5-19-16,5 19 16,-4-18-16,4 18 15,-6-16-15,6 16 16,-6-21-16,6 21 16,-1-17-16,1 17 15,7-20-15,-7 20 16,33-19-16,-6 10 15,11 1 1,9 0-16,0 2 16,4 4-16,-2 0 15,3 6-15,-9-2 16,-4 4-16,-9-4 16,-5 2-16,-25-4 15,31 4 1,-31-4-16,22 4 15,-22-4-15,0 0 16,22 3-16,-22-3 16,0 0-16,0 0 15,0 0-15,0 0 16,0 0-16,0 0 16,0 0-16,22 14 15,-22-14-15,0 0 16,0 0-16,0 0 15,0 0-15,0 0 16,11 27 0,-6-8-16,3 18 15,0 0-15,1 0 16,0 5-16,-2-10 16,-1-2-16,1 3 15,1 4 1,0 8-16,5 11 15,-5-7-15,0 6 16,-4-14-16,1-4 16,-2-4-16,0-2 15,-1-8-15,-1-2 16,-1-6-16,2-3 16,-2-12-16,0 18 15,0-18-15,0 15 16,0-15-16,0 0 15,0 12-15,0-12 16,0 0 0,-5 12-16,5-12 15,-28 15-15,-14-3 16,2 0-16,-19-3 16,-12 1-16,13-7 15,5-1 1,4-2-16,5 0 15,5-2-15,6 2 16,33 0-16,-36-3 16,36 3-16,0 0 15,-22-4-15,22 4 16,0 0-16,0 0 16,0 0-16,0 0 15</inkml:trace>
  <inkml:trace contextRef="#ctx0" brushRef="#br0" timeOffset="5173.42">7471 10315 0,'0'0'15,"0"0"-15,0 0 16,0 0-16,0 0 16,0 0-16,0 0 15,0 0-15,0 0 16,0 0-16,0 0 15,0 0-15,0 0 16,0 0 0,0 0-16,1 29 15,1 2-15,9 101 16,3 0-16,-11-72 16,3 1-16,1 36 15,8 25-15,-5-7 16,1 5-1,-1-23-15,-1-10 16,0 37-16,5 25 16,-6-34-16,0-11 15,-1 18-15,2 12 16,-6-31-16,1-15 16,-4 7-16,-3 0 15,-1 11-15,-4 9 16,3-61-16,1 0 15,-1-2-15,0 1 16,-1 12 0,-2 11-16,3-24 15,2-13-15,0-8 16,3-7-16,-2-4 16,2-6-16,-1-1 15,1-13-15,1 17 16,-1-17-1,0 0-15,0 18 16,0-18-16,0 0 16,0 0-16,0 0 15,2 12-15,-2-12 16,0 0-16,0 0 16,0 0-16,0 0 15,0 0-15,6 13 16,-6-13-16,0 0 15,0 0-15,0 0 16,0 0-16,0 0 16,0 0-1,0 0-15,0 0 16,0 0-16,0 0 16,0 0-16,0 0 15,0 0 1,-26 3-16,26-3 15,0 0-15,0 0 16,-21 3-16,21-3 16,0 0-16,0 0 15,0 0-15,0 0 16,0 0-16,0 0 16,0 0-16,0 0 15,0 0-15,0 0 16,0 0-16,-22-3 15,22 3-15,0 0 16,0 0 0,0 0-16,0 0 15,0 0-15,0 0 16,0 0-16,0 0 16,0 0-16,0 0 15,24-6 1,26-4-16,0-2 15,5 1-15,5 0 16,-11 1-16,-1 4 16,-2-2-16,1 2 15,-10-1-15,-4 6 16,-9-1-16,-24 2 16,33-3-16,-33 3 15,0 0-15,26 0 16,-26 0-16,0 0 15,0 0-15,0 0 16,0 0 0,0 0-16,0 0 15,21 3-15,-21-3 16,0 0-16,0 0 16,0 0-16,0 0 15,0 0 1,0 0-16,12 12 15,-8 4-15,0 3 16,0 2-16,0 1 16,2 3-16,-1 2 15,1 9-15,2 8 16,0 0-16,1 4 16,-2-9-16,-1 0 15,3 1-15,-4-1 16,0-5-16,0 4 15,-2-11-15,0-4 16,-1-11 0,-1 1-16,-1-13 15,2 16-15,-2-16 16,1 13-16,-1-13 16,0 0-16,3 14 15,-3-14-15,0 0 16,2 12-1,-2-12-15,0 0 16,0 0-16,0 0 16,-2 12-16,2-12 15,0 0-15,-36 13 16,-9-2-16,-2-1 16,-7-6-16,-6-4 15,0-2-15,-2 2 16,-16-5-16,-7-1 15,4-4-15,0-3 16,15 4 0,10 0-16,-2-1 15,5 4-15,4-2 16,8 1-16,7 1 16,8 4-16,3-2 15,23 4-15,-28-5 16,28 5-1,0 0-15,-21-2 16,21 2-16,0 0 16,0 0-16,0 0 15,0 0-15,0 0 16,0 0-16,0 0 16,-29-60-16,21 13 15,1-6-15,2-2 16,2 16-16,5 14 15,-4-8-15,4 3 16,-2 0-16,3 4 16,-3-2-1,2 6-15,-2-3 16,1 4-16,-1 5 16,0 16-16,0-19 15,0 19-15,0 0 16,0-14-1,0 14-15,0 0 16,0 0-16,0-14 16,0 14-16,0 0 15,0 0-15,2-11 16,-2 11-16,22-15 16,14 1-16,0 0 15,14 8-15,11 7 16,-4 4-16,1 7 15,-1-4-15,1 4 16,-4-1 0,1 0-16,-12-1 15,-7 0-15,-5-4 16,-9 0-16,-22-6 16,38 11-16,-38-11 15,25 6-15,-25-6 16,0 0-1,0 0-15,0 0 16,0 0-16,0 0 16,-30 17-16,-9-10 15</inkml:trace>
  <inkml:trace contextRef="#ctx0" brushRef="#br0" timeOffset="6267.1">7451 13637 0,'0'0'16,"0"0"-16,0 0 15,0 0-15,0 0 16,0 0-16,0 0 16,0 0-1,0 0-15,0 0 16,0 0-16,0 0 16,0 0-16,0 0 15,0 0-15,-19-8 16,19 8-1,-82-31-15,16 8 16,13 7-16,11 7 16,-17-6-16,-2 7 15,-8 1-15,0 2 16,-14-5-16,-7 0 16,6 1-16,4 3 15,-5-2-15,0 4 16,-12-3-16,-10 4 15,2-2-15,-3 5 16,-2-1-16,-2 1 16,1 0-1,4 1-15,-6-1 16,0 2-16,-5-2 16,-1 3-16,10-3 15,10 1-15,-4-1 16,4 2-1,-1-2-15,6 3 16,2-3-16,5 2 16,-10-2-16,-5 2 15,14-2-15,9 3 16,4-3-16,11 1 16,-1-1-16,6 2 15,4-2-15,6 0 16,2-2-16,8 2 15,-3-1-15,6 2 16,-1-1-16,3 0 16,6 0-1,4 0-15,24 0 16,-33 0-16,33 0 16,-22 0-16,22 0 15,0 0-15,-24 0 16,24 0-1,0 0-15,0 0 16,0 0-16,0 0 16,-21 0-16,21 0 15,0 0-15,0 0 16,0 0-16,0 0 16,0 0-16,0 0 15,0 0-15,0 0 16,0 0-16,0 0 15</inkml:trace>
  <inkml:trace contextRef="#ctx0" brushRef="#br0" timeOffset="7376.92">3012 10017 0,'0'0'16,"0"0"-16,0 0 16,0 0-16,0 0 15,0 0-15,0 0 16,0 0-16,0 0 15,0 0-15,0 0 16,0 0-16,0 0 16,8 35-1,0 0-15,4 38 16,0-1-16,-3-10 16,-3-6-16,2 37 15,2 22 1,-9-34-16,-1-13 15,2 3-15,4-1 16,-5 30-16,2 19 16,-1-36-16,1-16 15,-3 7-15,2 4 16,-2 32-16,1 22 16,-1-49-16,2-25 15,-2 10-15,2 2 16,-2 11-16,1 12 15,-1-18-15,3-7 16,-1-19-16,0-9 16,-1-14-1,1-7-15,0 8 16,0 5-16,0 1 16,1 7-16,-2-9 15,3 0-15,-3-7 16,1-4-1,-2-8-15,0-12 16,1 14-16,-1-14 16,0 0-16,0 13 15,0-13-15,0 0 16,0 0-16,0 12 16,0-12-16,0 0 15,0 0-15,0 0 16,0 0-16,0 0 15,4 13-15,-4-13 16,0 0-16,4 12 16,-4-12-1,2 17-15,-2-17 16,2 21-16,-2-21 16,1 19-16,-1-5 15,0 2-15,-1 1 16,1 2-16</inkml:trace>
  <inkml:trace contextRef="#ctx0" brushRef="#br0" timeOffset="8486.64">2713 12854 0,'0'0'0,"0"0"16,0 0-1,0 0-15,0 0 16,0 0-16,0 0 16,0 0-16,0 0 15,0 0-15,0 0 16,0 0-16,0 0 16,0 0-16,0 0 15,0 0-15,0 0 16,45-19-16,1 3 15,88-16-15,1 2 16,-89 27-16,3 3 16,7-1-1,10 2-15,-19-1 16,-3 0-16,-11 0 16,-8 0-16,-25 0 15,30 0-15,-30 0 16,0 0-1,0 0-15,25 0 16,-25 0-16,0 0 16,0 0-16,0 0 15,0 0-15,0 0 16,0 0-16,0 0 16,0 0-16,19 15 15,-16 1-15,0 3 16,-1 2-16,1 4 15,-3-2-15,0 1 16,0 13 0,3 12-16,-2 12 15,1 16-15,-2-7 16,2 3-16,-4-25 16,2-8-16,-2-9 15,2-9-15,-1 0 16,1-6-16,-2-1 15,2-2 1,0-13-16,-1 19 16,1-19-16,-3 13 15,3-13-15,0 0 16,-3 15-16,3-15 16,0 0-16,-2 12 15,2-12-15,0 0 16,0 0-16,0 0 15,0 0-15,-11 15 16,-14-15-16,0 1 16,-16-1-16,-9 4 15,4-8 1,1 3-16,2-2 16,6 1-16,-1-3 15,2 4-15,0-3 16,1 1-1,1-1-15,1 3 16,1-3-16,6 4 16,1-3-16,25 3 15,-35-4-15,35 4 16,-23-3-16,23 3 16,-21-7-16,21 7 15,-23-11-15,23 11 16</inkml:trace>
  <inkml:trace contextRef="#ctx0" brushRef="#br0" timeOffset="8924.42">2739 12808 0,'0'0'0,"0"0"16,0 0-1,0 0-15,0 0 16,0 0-16,0 0 16,0 0-16,0 0 15,0 0-15,0 0 16,0 0-16,0 0 16,0 0-16,0 0 15,0 0-15,0 0 16,-1 48-16,1 1 15,4 103-15,1-1 16,1-102-16,0 1 16,-1-13-1,3-8-15,-3-6 16,0-7-16,-1 1 16,-1-3-16,-1 2 15,1 3-15,0-2 16,2 3-16,-2-3 15,0 1 1,-1-5-16,0-1 16,-2-12-16,4 19 15</inkml:trace>
  <inkml:trace contextRef="#ctx0" brushRef="#br0" timeOffset="10721.7">7749 9920 0,'0'0'16,"0"0"-16,0 0 16,0 0-16,0 0 15,0 0-15,0 0 16,0 0-16,0 0 15,0 0-15,0 0 16,0 0-16,0 0 16,0 0-16,0 0 15,36 2 1,2 2-16,107 13 16,1 1-16,-42-7 15,-24-3-15,51 6 16,25 5-1,-12-4-15,1 1 16,-2-2-16,-3 6 16,-10-5-16,-10 6 15,11 0-15,6 6 16,-23-7-16,-10 3 16,-23-6-16,-16-3 15,-7-1-15,-7-2 16,-10-4-16,-11 0 15,-4-3-15,-26-4 16,34 6-16,-34-6 16,0 0-1,27 4-15,-27-4 16,0 0-16,0 0 16,0 0-16,0 0 15,20 6-15,-20-6 16,0 0-1,0 0-15,0 0 16,0 0-16,0 0 16,0 0-16,0 0 15,6-22-15,-8 10 16,-10-8-16,2-1 16,-3-1-16,0 1 15,0 1-15,2 1 16,-2 3-16,2 3 15,-2-2-15,1 3 16,-5-2-16,1-1 16,0 0-1,-2 2-15,5 0 16,13 13-16,-22-19 16,22 19-16,0 0 15,0 0-15,-22-14 16,22 14-16,0 0 15,0 0 1,0 0-16,0 0 16,0 0-16,33 16 15,9 7-15,-2 0 16,7 2-16,3 3 16,-10-4-16,-3-2 15,-10-5-15,-5-3 16,-22-14-16,22 15 15,-22-15-15,0 0 16,0 0-16,14 14 16,-28-2-16,1 3 15,-37 20 1,0 0-16,-19-6 16,-10-4-16,24-8 15,11-6-15,8-6 16,10 1-16,26-6 15,-31 5 1,31-5-16,0 0 16,-26 0-16,26 0 15,0 0-15,0 0 16,0 0-16,0 0 16</inkml:trace>
  <inkml:trace contextRef="#ctx0" brushRef="#br0" timeOffset="12643.49">12620 9300 0,'0'0'0,"0"0"15,0 0-15,0 0 16,0 0-16,0 0 15,0 0 1,0 0-16,0 0 16,0 0-16,0 0 15,0 0-15,0 0 16,-5 26-16,5 4 16,-5 81-16,-1 1 15,4-60-15,1-1 16,-2 17-16,1 13 15,-1 27-15,3 22 16,-2-55-16,2-29 16,-2-6-1,4-10-15,-2 0 16,0 1-16,0-6 16,0-4-16,0-21 15,0 16-15,0-16 16,0 0-16,0 0 15,0 0 1</inkml:trace>
  <inkml:trace contextRef="#ctx0" brushRef="#br0" timeOffset="13362.21">12574 9475 0,'0'0'0,"0"0"0,0 0 16,0 0-16,0 0 15,0 0 1,0 0-16,10-28 16,2-2-16,12-9 15,11-2-15,-1 14 16,9 10-1,6 3-15,12 6 16,-8 6-16,-1 9 16,-15 5-16,-8 6 15,-8 2-15,-4 10 16,-5-5-16,0 4 16,-10 5-16,-4 12 15,-15-1-15,-9 9 16,-6-6-16,-8-1 15,-7-12-15,-3-4 16,9-10-16,5-6 16,10-7-1,26-8-15,-32 11 16,32-11-16,0 0 16,0 0-16,0 0 15,0 0-15,0 0 16,0 0-1,0 0-15,0 0 16,38 8-16,-15 2 16,8 6-16,9 9 15,8 8-15,12 13 16,3-3-16,9 5 16,-19-9-16,-5-4 15,-6-4-15,-8-2 16,-5-1-16,0-2 15,-5-4-15,-3 1 16,-3-4-16,-1 2 16,-5-7-1,0 0-15,-12-14 16,9 15-16,-9-15 16,0 0-16,0 0 15,0 0-15</inkml:trace>
  <inkml:trace contextRef="#ctx0" brushRef="#br0" timeOffset="15377.54">13673 9786 0,'0'0'16,"0"0"-16,0 0 15,0 0-15,0 0 16,0 0-16,0 0 16,0 0-16,0 0 15,0 0-15,0 0 16,0 0-16,0 0 15,0 0-15,0 0 16,0 0-16,0 0 16,0 0-1,0 0-15,0 0 16,0 0-16,0 0 16,0 0-16,0 0 15,0 0-15,0 0 16,0 0-1,0 12-15,0 2 16,-8 86-16,1 1 16,1-36-16,6-25 15,0-18-15,0 1 16,0-8-16,0-3 16,0-12-16,0 20 15,0-20-15,0 0 16,0 0-16,0 0 15,0 0-15,-1-13 16,4-44-16,1 4 16,4-9-1,7-5-15,-5 25 16,-1 15-16,0 0 16,0 10-16,-3-5 15,1 4-15,-2-1 16,-2 4-16,0 2 15,-3 13 1,6-16-16,-6 16 16,0 0-16,0 0 15,0 0-15,0 0 16,0 0-16,0 0 16,0 0-16,25 11 15,-12 5-15,-2 1 16,11 7-16,7 11 15,0 1-15,7 3 16,-6-1-16,4 4 16,-5-2-1,0 1-15,-5-12 16,-6-4-16,-4-6 16,-2-5-16,-12-14 15,13 18-15,-13-18 16,13 15-1,-13-15-15,0 0 16,0 0-16,0 0 16,10-25-16,-7-4 15,6-40-15,-1-2 16,-3 13-16,-2 12 16,2-18-16,0-4 15,1-2-15,-6 2 16,0 22-16,0 17 15,0 4-15,0 11 16,0 14-16,0-19 16,0 19-1,0 0-15,0-12 16,0 12-16,0 0 16,0 0-16,0 17 15,0-5-15,3 6 16,2 7-1</inkml:trace>
  <inkml:trace contextRef="#ctx0" brushRef="#br0" timeOffset="15861.94">14368 9389 0,'0'0'0,"0"0"15,0 0 1,0 0-16,0 0 16,0 0-16,0 0 15,0 0-15,0 0 16,0 0-16,0 0 16,0 0-16,0 0 15,31-4-15,1 0 16,48-5-16,3 3 15,-53 4-15,1 0 16,-9 2-16,-22 0 16,30 2-1,-30-2-15,0 0 16,22 4-16,-22-4 16,0 0-16,2 13 15,-2-13-15</inkml:trace>
  <inkml:trace contextRef="#ctx0" brushRef="#br0" timeOffset="16236.95">14635 9332 0,'0'0'16,"0"0"-16,0 0 15,0 0-15,0 0 16,0 0-16,0 0 15,0 0-15,0 0 16,0 40-16,0-1 16,-4 72-1,3 2-15,-3-74 16,3 0-16,-5 40 16,0 2-16,0 7 15,1 9-15,0-38 16,4-20-16,-1-6 15,2-7 1,-2-5-16,4-2 16,-2-2-16,2-3 15,-2 3-15,1 3 16,-1-3-16,2 0 16</inkml:trace>
  <inkml:trace contextRef="#ctx0" brushRef="#br0" timeOffset="16471.27">14571 10455 0,'0'0'0,"0"0"16,0 0-16,0 0 15,0 0-15,0 0 16,0 0-1,18 2-15,-18-2 16,85 11-16,-22-3 16,-21-8-16,-15-2 15,-6 1-15,-21 1 16,28-5-16,-28 5 16</inkml:trace>
  <inkml:trace contextRef="#ctx0" brushRef="#br0" timeOffset="18143.46">15159 9008 0,'0'0'16,"0"0"-16,0 0 15,0 0-15,0 0 16,0 0-16,0 0 16,0 0-1,0 0-15,-38-8 16,2 2-16,-110-23 16,3 2-16,50 10 15,39 9-15,-61-11 16,-23-3-16,-1 3 15,-7 8 1,6 0-16,-3 4 16,6 2-16,3 8 15,-19-1-15,-8 2 16,27-1-16,17-2 16,-4 2-16,2-1 15,16-2-15,11 1 16,18-2-16,19-1 15,-1-2-15,8 1 16,6-1-16,6 2 16,2-1-16,7 3 15,3-3 1,24 3-16,-32-2 16,32 2-16,0 0 15,-23 10-15,20 34 16,0 1-1,0 14-15,-1 16 16,6-9-16,5 5 16,-3 17-16,6 16 15,-4-2-15,1 2 16,-2-25-16,1-14 16,-1 37-16,5 21 15,-9-28-15,1-8 16,-9-19-16,-4-12 15,-10 31-15,-5 18 16,-4-7-16,-1 1 16,10-54-1,5 0-15,5-24 16,3 0-16,1-7 16,7-14-16,-11 19 15,11-19-15,0 0 16,-6 15-1,6-15-15,0 0 16,0 0-16,0 0 16,27 16-16,-3-1 15,58-3-15,1 0 16,13-4-16,12 1 16,2-7-16,4-2 15,5-2-15,7 0 16,4 0-16,10 0 15,13-1-15,16 2 16,-31-2-16,-14 3 16,31 9-1,18 7-15,-13 3 16,-2 7-16,-16-7 16,-9 3-16,0 0 15,-3 2-15,-12-1 16,-8 4-16,-29-8 15,-14-4 1,-11-1-16,-9-4 16,-22-3-16,1 0 15,-26-7-15,27 5 16,-27-5-16,0 0 16,23 4-16,-23-4 15,5-15-15,-4 3 16,7-30-16,0 2 15,-7-5-15,-1 5 16,-6-16-16,-5-6 16,-5-33-1,-4-24-15,2 30 16,3 16-16,-4-4 16,2 6-16,-5-24 15,-1-10-15,2 14 16,1 6-1,4 5-15,2 7 16,1-25-16,1-15 16,5 31-16,6 15 15,-2 20-15,3 18 16,-2 1-16,4 10 16,-2-2-16,1 2 15,-1 1-15,0 2 16,0 3-16,0 12 15,0-12-15,0 12 16,0 0-16,0-15 16,0 15-1,-5-14-15,-18 3 16,0 3-16,-40-7 16,2 1-16,-7 6 15,-3 8-15,12-3 16,7 8-16,5-3 15,9 2 1</inkml:trace>
  <inkml:trace contextRef="#ctx0" brushRef="#br0" timeOffset="19065.39">13992 10883 0,'0'0'16,"0"0"-16,0 0 16,0 0-16,0 0 15,0 0-15,0 0 16,4 27-16,4 0 16,3 52-16,3-1 15,-9-20-15,-4-11 16,-6 18-16,-2 7 15,-6 30-15,-1 24 16,2-31-16,4-12 16,-4 5-1,0 5-15,-5 36 16,-5 26-16,3-57 16,6-25-16,-5 18 15,2 6-15,-3-4 16,2 2-16,8-49 15,2 1 1,-1-5-16,3-1 16,-2-2-16,2 3 15,2-18-15,1-5 16,-1-4-16,3-15 16,-1 23-16,-2-11 15,3-12-15,0 0 16,0 0-16,0 0 15,0 0-15,0 0 16,0 0-16,7-12 16,-1-3-16,5-1 15</inkml:trace>
  <inkml:trace contextRef="#ctx0" brushRef="#br0" timeOffset="20690.43">11680 12984 0,'0'0'15,"0"0"-15,0 0 16,0 0-16,0 0 16,0 0-16,0 0 15,0 0-15,0 0 16,0 0-16,0 0 15,0 0-15,0 0 16,0 0-16,0 0 16,0 0-16,0 0 15,0 0 1,0 0-16,0 0 16,0 0-16,0 0 15,0 0-15,0 0 16,0 0-16,0 0 15,0 0 1,0 0-16,0 0 16,14-1-16,-14 1 15,88-5-15,-15 5 16,-12 0-16,-4 5 16,19-4-16,10 4 15,9-4-15,10 1 16,-2 1-16,6 0 15,4 0-15,10-1 16,15 0-16,16 0 16,-16 0-1,0 4-15,2 0 16,7 2-16,23 9 16,20 8-16,-26-4 15,-9-1-15,17 3 16,9 2-1,-19-3-15,-6 1 16,10 2-16,8 2 16,-13-4-16,-4 1 15,-16-3-15,-14-2 16,-5-2-16,-7-3 16,-18-4-16,-12 1 15,-10-6-15,-9 4 16,-9-5-16,-10 0 15,-7-2-15,-7 0 16,-1-2-16,-1 0 16,1-2-16,-1 0 15,-8 0 1,-2 0-16,-21 2 16,25-4-16,-25 4 15,0 0-15,0 0 16,25-7-16,-25 7 15,0 0 1,0 0-16,0 0 16,0 0-16,0 0 15,0 0-15,0 0 16</inkml:trace>
  <inkml:trace contextRef="#ctx0" brushRef="#br0" timeOffset="22815.46">16142 13498 0,'0'0'15,"0"0"-15,0 0 16,0 0-16,0 0 16,0 0-16,0 0 15,0 0 1,0 0-16,0 0 16,0 0-16,0 0 15,0 0-15,0 0 16,0 0-16,0 0 15,0 0-15,0 0 16,0 0 0,0 0-16,0 0 15,0 0-15,0 0 16,0 0-16,0 0 16,0 0-16,0 0 15,0 0-15,0 0 16,0 0-16,0 0 15,0 0-15,0 0 16,0 20-16,1-3 16,-1 77-16,0-1 15,0-28 1,0-20-16,-1-8 16,1-8-16,-2-6 15,2-4-15,-5 7 16,0 5-16,-6 31 15,-1 2 1,-1 6-16,1 7 16,2-21-16,4-11 15,0-11-15,2-10 16,2-10-16,0 1 16,2-15-16,-1 14 15,1-14-15,-2 12 16,2-12-16,-2 13 15,2-13-15,0 0 16,0 0-16,-3 16 16,3-16-16,0 0 15</inkml:trace>
  <inkml:trace contextRef="#ctx0" brushRef="#br0" timeOffset="24049.55">15963 14772 0,'0'0'0,"0"0"16,0 0-16,0 0 16,0 0-16,0 0 15,0 0-15,0 0 16,0 0-16,0 0 15,0 0 1,0 0-16,0 0 16,-3 40-16,-1-1 15,-7 52-15,-2 0 16,4-8-16,0-5 16,4 7-16,3 4 15,-3-31-15,3-19 16,-1-5-16,3-10 15,-2 1-15,1 2 16,-1-9-16,2 1 16,-2-6-1,2-13-15,0 13 16,0-13-16,0 0 16,0 0-16,0 0 15,0 0-15,-6-16 16,4 2-16,-2-38 15,0 0 1,-6-37-16,0-24 16,7 65-16,0 3 15,3 7-15,5 11 16,-2-20-16,6-7 16,0 2-16,2 1 15,4 4-15,7 5 16,8-1-16,7 1 15,7 3-15,7 6 16,3 4-16,9 8 16,-5 5-16,0 9 15,-8 5 1,-6 8-16,-4 5 16,-6 10-16,-7-1 15,-5 7-15,-9 2 16,-4 7-1,-17 10-15,-9 13 16,-8-14-16,-5 1 16,-14-11-16,-10-2 15,-16-6-15,-15-1 16,16-8-16,6-4 16,13-6-16,13-3 15,0-4-15,2 3 16,3-2-16,1 1 15,8-3-15,23 0 16,-22 2-16,22-2 16</inkml:trace>
  <inkml:trace contextRef="#ctx0" brushRef="#br0" timeOffset="25768.07">14359 13265 0,'0'0'0,"0"0"16,0 0-1,0 0-15,0 0 16,0 0-16,0 0 16,0 0-16,0 0 15,0 0-15,0 0 16,0 0-16,0 0 16,0 0-16,0 0 15,0 0-15,0 0 16,0 0-16,0 0 15,-5 30-15,2-2 16,-12 76-16,2 1 16,0-2-1,2 2-15,2-15 16,1-12-16,-2 15 16,-1 8-16,2 9 15,1 12-15,2-38 16,3-23-16,1 10 15,1 0 1,-3 8-16,3 8 16,-1-27-16,2-14 15,-1-12-15,1-9 16,-2-4-16,4-3 16,-2-5-16,0-1 15,0 1-15,0-1 16</inkml:trace>
  <inkml:trace contextRef="#ctx0" brushRef="#br0" timeOffset="26492.68">14018 15329 0,'0'0'0,"0"0"16,0 0-1,0 0-15,0 0 16,0 0-16,0 0 0,0 0 0,0 0 15,0 0 1,0 0-16,-12 33 16,2 0-16,-6 10 15,-2 10-15,13-37 16,0 0-16,5-16 16,-5 16-1,5-16-15,-4 15 16,4-15-16,0 0 15,4-18-15,1-2 16,3-33-16,3-1 16,-6 13-16,-1 10 15,-2 12-15,1 3 16,-3 16-16,2-18 16,-2 18-16,0 0 15,38 22-15,-13 1 16,13 14-16,4 15 15,-6-15 1,-6-3-16,1-7 16,-4-6-16,-4-6 15,-4-3-15,-19-12 16,19 15-16,-19-15 16,0 0-16,0 0 15,0 0 1</inkml:trace>
  <inkml:trace contextRef="#ctx0" brushRef="#br0" timeOffset="27008.58">14607 15161 0,'0'0'16,"0"0"-16,0 0 16,0 0-16,0 0 15,0 0-15,0 0 16,0 0-16,0 0 15,-21 38-15,0 1 16,-66 91 0,-1 1-16,66-111 15,2 0-15,2-5 16,18-15-16,-23 16 16,23-16-1,0 0-15,-19 14 16,19-14-16,0 0 15,0 0-15,0 0 16,0 0-16,0 0 16,52-52-16,-15 8 15,3-6-15,5-4 16,-15 15-16,-1 10 16,-8 7-16,-4 9 15,-17 13-15,25-15 16,-25 15-16,20 3 15,-8 9 1,2 11-16,-2 6 16,1 12-16,-5-4 15,1 3-15,-2-3 16,1 0-16,1-2 16,0 2-1,-1-1-15,0 1 16,0-3-16,3-4 15</inkml:trace>
  <inkml:trace contextRef="#ctx0" brushRef="#br0" timeOffset="28367.68">12547 13102 0,'0'0'0,"0"0"16,0 0-16,0 0 16,0 0-16,0 0 15,0 0 1,0 0-16,0 0 15,0 0-15,0 0 16,0 0-16,0 0 16,0 0-16,0 0 15,0 0-15,0 0 16,0 0-16,0 0 16,0 0-16,0 0 15,0 0-15,0 0 16,0 0-16,0 0 15,-2 21-15,0-1 16,-14 76 0,-2 1-16,3-28 15,-2-10-15,-1 31 16,0 21-16,5-25 16,6-4-1,-3-13-15,2-9 16,-2 17-16,0 11 15,2-3-15,0 4 16,0-31-16,5-15 16,0-9-16,1-12 15,-1 4-15,1 4 16,-1 1-16,0 5 16,-1-8-16,3 1 15</inkml:trace>
  <inkml:trace contextRef="#ctx0" brushRef="#br0" timeOffset="29164.62">12652 15432 0,'0'0'0,"0"0"16,0 0-16,0 0 15,0 0-15,0 0 16,0 0-16,0 0 16,0 0-16,-8-44 15,0 1 1,-18-42-16,-3 1 15,5 34-15,3 25 16,-14-16-16,-4 1 16,-11 9-16,-6 11 15,12 1-15,6 9 16,-4 8-16,3 12 16,-3-4-16,4 6 15,-1-1-15,7 3 16,-2 5-16,0 4 15,-1 10-15,4 8 16,7-1 0,7 1-16,5-8 15,9 0-15,5 0 16,9 5-16,32 5 16,1 2-1,20-14-15,18-6 16,0-12-16,4-9 15,-12-4-15,-8-2 16,-12-5-16,-7-1 16,-13 0-16,-8-1 15,-26 9-15,34-9 16,-34 9-16,0 0 16,27-13-16,-27 13 15,0 0-15,0 0 16,0 0-16,0 0 15,0 0 1,8-12-16</inkml:trace>
  <inkml:trace contextRef="#ctx0" brushRef="#br0" timeOffset="31726.81">12861 15008 0,'0'0'0,"0"0"16,0 0-1,0 0-15,0 0 16,0 0-16,0 0 15,0 0-15,0 0 16,0 0-16,0 0 16,-48 7-16,0 0 15,-81 25-15,0 0 16,52-2-16,29 1 16,-36 6-16,-12 4 15,23 0-15,15 3 16,0-4-16,9-2 15,10-8 1,11-8-16,28-22 16,-26 23-16,26-23 15,0 0-15,0 0 16,0 0-16,0 0 16,21-6-1</inkml:trace>
  <inkml:trace contextRef="#ctx0" brushRef="#br0" timeOffset="31992.41">12779 15101 0,'0'0'16,"0"0"-16,0 0 16,0 0-16,0 0 15,-27 12-15,3 3 16,-89 62-16,2-1 15,37-26 1,27-15-16,-9 6 16,4 3-16,14-18 15,15-7-15,23-19 16,-29 23-16,29-23 16,0 0-1,0 0-15,0 0 16</inkml:trace>
  <inkml:trace contextRef="#ctx0" brushRef="#br0" timeOffset="32914.61">11757 14516 0,'0'0'16,"0"0"-16,0 0 15,0 0-15,0 0 16,0 0-16,0 0 16,-29-10-16,-2 1 15,-88 6-15,-1 0 16,60 12-1,0-1-15,1 2 16,1 5-16,3-5 16,3 0-16,3 8 15,3 12-15,11 9 16,6 11-16,7-8 16,12-4-1,5 7-15,8 8 16,20-6-16,22 1 15,11-14-15,17-6 16,7-1-16,8-3 16,0-13-16,2-11 15,-32-4-15,-18-4 16,-3-3-16,-8 1 16,-9-1-16,-20 11 15,25-14-15,-25 14 16,0 0-16,0 0 15,13-13 1,-13 13-16</inkml:trace>
  <inkml:trace contextRef="#ctx0" brushRef="#br0" timeOffset="35102.18">14883 15068 0,'0'0'15,"0"0"-15,0 0 16,0 0-16,0 0 16,0 0-16,0 0 15,0 0-15,0 0 16,0 0-16,0 0 16,0 0-16,0 0 15,0 0-15,0 0 16,-31-25-16,0 1 15,-59-26 1,1 2-16,10 25 16,13 22-16,-30-3 15,-14 9-15,5-9 16,-4 0-16,17 4 16,13 7-1,23-6-15,21 5 16,6-5-16,29-1 15,-36 6-15,36-6 16,0 0-16,-22 4 16,22-4-16,0 0 15,0 0-15,0 0 16,-23 8-16,23-8 16,-6 23-16,2-6 15,1 22-15,1 2 16,-1 25-16,3 22 15,0-6 1,0 5-16,0-31 16,4-17-16,-3 4 15,2-2-15,-3 11 16,4 10-16,-3-9 16,1-4-16,0-12 15,-1-6 1,1-10-16,0-4 15,-1-5-15,1 0 16,0 1-16,3 1 16,13 6-16,2 1 15,65 8-15,-1 0 16,22 2-16,18 5 16,0-29-16,6-17 15,-1 1-15,6-4 16,-33 1-16,-16 1 15,-16-3-15,-14 1 16,-4-2 0,-5 1-16,-5-4 15,2 1-15,-14 0 16,-5 5-16,-8 0 16,-17 12-1,29-24-15,-18 12 16,-4-10-16,0-5 15,-12-5-15,0-3 16,-12-10-16,-5-7 16,-4-16-16,-6-11 15,-2-5-15,-2-7 16,9 20-16,6 16 16,1 3-16,3 9 15,-1-5-15,0 3 16,2 3-16,2 7 15,3 6 1,2 6-16,1 4 16,8 19-16,-11-23 15,11 23-15,-7-17 16,7 17-16,0 0 16,-9-16-1,9 16-15,-10-11 16,10 11-16,-28-20 15,-27 20-15,1 0 16,-58 22-16,1-2 16,-4 9-16,-1 10 15,23-14-15,14-2 16</inkml:trace>
  <inkml:trace contextRef="#ctx0" brushRef="#br0" timeOffset="52631.78">16884 12396 0,'0'0'16,"0"0"-16,0 0 16,0 0-16,0 0 15,0 0 1,0 0-16,-18-9 15,18 9-15,-133-60 16,20 10-16,-9 10 16,-6 12-16,-33-17 15,-20-5 1,-24 23-16,-21 19 16,3-5-16,2 8 15,-13 4-15,-11 5 16,-6 7-16,-6 8 15,-3 4-15,-2 9 16,17-1-16,15 6 16,-2 0-16,8 7 15,-1-5-15,1 4 16,2 5-16,6 6 16,9 30-16,10 24 15,22-25 1,20-5-16,7 7 15,16 6-15,5 31 16,11 23-16,17-44 16,20-16-16,4 38 15,9 23 1,18 13-16,19 18 16,-5-44-16,9-23 15,34 78-15,29 48 16,-7-74-16,4-27 15,39 33-15,26 12 16,5 12-16,16 14 16,23-51-16,26-24 15,12 4-15,12-4 16,13 0-16,12-1 16,31-62-16,21-37 15,-10 46 1,5 22-16,11-25 15,12-7-15,-13-8 16,-1-3-16,0-43 16,6-27-16,8-18 15,9-15-15,-9-3 16,1-3 0,-16-15-16,-10-7 15,-4-15-15,-4-6 16,4-33-16,1-17 15,-14 11-15,-9 6 16,-38-5-16,-26 2 16,-44 14-16,-34 11 15,-7-17-15,-15-6 16,-16-7-16,-14-5 16,-14 13-16,-11 11 15,-29-10-15,-19 0 16,-14-8-1,-13-5-15,-48-19 16,-29-11-16,2 2 16,-5-1-16,6 13 15,3 11-15,-16 17 16,-8 17 0,-6 8-16,-3 10 15,8-3-15,5 2 16,-9 4-16,1 6 15,1 27-15,2 22 16,-7 14-16,1 20 16,24-6-16,15 6 15,0 4-15,6 6 16,26-4-16,20 2 16,10-2-16,14 5 15,11-2-15,10-2 16</inkml:trace>
  <inkml:trace contextRef="#ctx0" brushRef="#br0" timeOffset="55304.54">13180 8847 0,'0'0'16,"0"0"-16,0 0 16,0 0-16,0 0 15,0 0 1,0 0-16,0 0 15,0 0-15,0 0 16,0 0-16,-16-37 16,-1 2-16,-41-63 15,0 3-15,14 35 16,13 27 0,-25-14-16,-12 1 15,-9-12-15,-5-5 16,-10 16-16,-3 16 15,-16 5-15,-8 8 16,0-8-16,2 3 16,-6 1-16,-1 3 15,-13-6-15,-6 1 16,3-1-16,-2 2 16,7 0-16,6 2 15,-16-1-15,-8 3 16,10 1-1,3 6-15,-7 5 16,1 7-16,-2 0 16,-1 4-16,16 0 15,9 7-15,-5 7 16,2 9 0,-35 23-16,-19 19 15,14-14-15,7-6 16,4 5-16,3 6 15,-8 15-15,-3 15 16,24-12-16,21-4 16,23-19-16,24-12 15,0 4-15,8-4 16,-9 29-16,1 19 16,12-14-16,12-3 15,7-18-15,10-11 16,-4 3-1,5 2-15,5-13 16,8-6-16,6-15 16,1 1-16,10-17 15,-9 14 1,9-14-16,0 0 16,0 0-16,-6 12 15,6-12-15,0 0 16,0 0-16,0 0 15,-5 13-15,5-13 16,0 0-16,0 0 16,0 0-16,3 12 15,-3-12-15,0 0 16,0 0-16,0 0 16,0 0-16,0 0 15,0 0 1,0 13-16,0-13 15,0 0-15,0 0 16,0 0-16,0 0 16,0 0-16,0 0 15,0 0-15,0 0 16,0 0 0,0 0-16,0 0 15,0 0-15,0 0 16,0 0-16,0 0 15,0 0-15,0 0 16,0 0-16,0 0 16,0 0-16,0 0 15,0 0-15,0 0 16,0 0-16,0 0 16,0 0-16,0 0 15,0 0-15,0 0 16,-21 14-1,21-14-15,-15 44 16,3-9-16,-4 11 16,-1 9-16,1-12 15,-1-1-15,3-11 16,1-6 0,1-1-16,0-1 15,2-5-15,2-4 16,8-14-16,-8 12 15,8-12-15,0 0 16,0 0-16,0 0 16,0 0-16,0 0 15,25-29-15,-4 2 16,5-14-16,6-6 16,-6-18-16,1-8 15,-14 12-15,-6 3 16,-4 15-1,-3 14-15,0-9 16,0 1-16,0-23 16,0-10-16,0 6 15,0 2-15,0 34 16,0 3 0,0 10-16,0 15 15,-1-22-15,1 22 16,0 0-16,0 0 15,-8 28-15,5 3 16,-7 31-16,2-1 16,-1 2-16,3 1 15,-4 11-15,2 15 16,1-17-16,2-8 16,0-21-16,4-15 15,-2-7-15,3-5 16,-2-4-1,2 0-15,0-13 16,-2 16-16,2-16 16,-1 14-16,1-14 15,6 13-15,37-9 16,2 0 0,11-4-16,12 0 15,0-25-15,4-17 16,-24 8-16,-13-2 15,-12-3-15,-11-1 16</inkml:trace>
  <inkml:trace contextRef="#ctx0" brushRef="#br0" timeOffset="57648.41">12971 12043 0,'0'0'0,"0"0"16,0 0-16,0 0 16,0 0-16,0 0 15,0 0-15,0 0 16,0 0-16,16-4 16,-16 4-1,164-34-15,-17 8 16,-17 4-16,-9 7 15,74-16-15,45-4 16,-47 14-16,-11 10 16,0 3-16,-3 8 15,-49 0-15,-29 5 16,3-4-16,-6 4 16,-31-4-16,-18 4 15,-49-5-15,22 2 16,-22-2-1,0 0-15</inkml:trace>
  <inkml:trace contextRef="#ctx0" brushRef="#br0" timeOffset="57992.37">13288 12527 0,'0'0'16,"0"0"-16,0 0 15,0 0-15,0 0 16,0 0-16,0 0 16,0 0-16,0 0 15,0 0-15,0 0 16,44-9-16,2 2 16,205-26-16,2 2 15,-87 8-15,-55 8 16,68-10-1,29 1-15,-70 5 16,-33 5-16,9-3 16,-1 3-16,-28 1 15,-16 5-15,-17-1 16,-14 8-16,-16-2 16,1 2-1,-23 1-15,23 1 16</inkml:trace>
  <inkml:trace contextRef="#ctx0" brushRef="#br0" timeOffset="60664.38">16466 10535 0,'0'0'15,"0"0"-15,0 0 16,0 0-16,0 0 15,0 0-15,0 0 16,0 14-16,2 2 16,6 52-16,6 2 15,-5 13-15,2 12 16,-3 34-16,1 30 16,-5-105-16,0 2 15,-2-13-15,1-6 16,-1 0-1,1-2-15,-3-12 16,2-9-16,-2-14 16,1 17-16,-1-17 15,0 0-15,0 0 16,-1-12 0,-7-52-16,0 1 15,-2-75-15,-1 2 16,11 74-16,2 0 15,1-7-15,5-2 16,0-17-16,3-13 16,-5 53-16,2 1 15,-5 22-15,2 2 16,-2 4-16,2 5 16,-2-1-16,4 3 15,14-4-15,2 1 16,17 5-1,15 8-15,-19 7 16,-3 7-16,-8 16 16,-3 15-16,-13-3 15,-7 3-15,-9 3 16,-4 3 0,-3-7-16,0-3 15,-5-8-15,-1-2 16,3-4-16,0-1 15,2-5-15,6 0 16,-2-5-16,6-1 16,12 18-16,2-1 15,33 25-15,1-1 16,12 8-16,9 8 16,-4-20-16,2-7 15,-12-12-15,-5-5 16,0-7-1,-1-1-15,-8-7 16,-3-7-16,-11-4 16,-22 0-16,30-16 15,-17-1-15,5-28 16,1 1 0,0-14-16,4-8 15,-7 10-15,-3 6 16,-5 8-16,-2 12 15,0 2-15,-3 5 16,-1-4-16,-1 2 16,-1-2-16,2 0 15,-2 2-15,0 2 16,-2-2-16,2 5 16,0 8-16,0 12 15,0-21-15,0 21 16,25-15-1,-2 12-15,60 29 16,0 1-16,-27-12 16,-17-5-16,-9 2 15,-11 1-15,-5 10 16,-7 7-16,-28 29 16,2 1-1,-24-3-15,-14 2 16,7-20-16,1-9 15,-6-15-15,-3-13 16,5-14-16,4-11 16,7-14-16,4-8 15,16 8-15,14 3 16,18-21-16,16-12 16,17-12-16,18-7 15,-26 32-15,-12 23 16,-3 4-16,-5 14 15,-15 13 1,0 0-16</inkml:trace>
  <inkml:trace contextRef="#ctx0" brushRef="#br0" timeOffset="61273.83">17873 10369 0,'0'0'16,"0"0"-16,0 0 15,0 0-15,0 0 16,0 0-16,0 0 16,0 0-16,0 0 15,0 0-15,0 0 16,0 0-16,0 0 15,0 0 1,0 0-16,-2 20 16,2 1-16,4 104 15,0-2-15,4-85 16,1-2-16,5-8 16,2-3-1,1-7-15,2-2 16,-19-16-16,37 19 15,-37-19-15,38 4 16,-20-17-16,2-5 16,8-50-16,0 1 15,-7-1-15,-4 4 16,-10 37-16,2 3 16,-5 5-16,-4 19 15,10-23-15,-10 23 16,0 0-16,0 0 15,3 25 1,-3 9-16,-1 39 16,-1 2-16,5-26 15,4-15-15,3-1 16,3-4-16,-1-3 16,-1 2-1,7-10-15,5-4 16,6-9-16,5-10 15,-1 1-15,6-2 16</inkml:trace>
  <inkml:trace contextRef="#ctx0" brushRef="#br0" timeOffset="62242.52">18780 9653 0,'0'0'15,"0"0"-15,0 0 16,0 0-16,0 0 15,0 0-15,0 0 16,-12 45-16,0 3 16,-19 126-16,1-1 15,27-127-15,0 0 16,4 20-16,6 14 16,-4 26-16,4 24 15,0-51-15,1-26 16,1-5-16,3-14 15,4 0 1,6-5-16,6-8 16,10-3-16,14-12 15,14-3-15,-13-16 16,-4-8-16,-7-30 16,-6-20-1,-11 10-15,-9 3 16,-6 6-16,-3 6 15,-8 9-15,-8 10 16,-4 0-16,-3 9 16,-4 4-16,-4 5 15,-2 23-15,-1 22 16,9 30-16,8 29 16,10-39-16,12-12 15,6-7-15,11-9 16,1 0-16,5-5 15,4-4 1,3 2-16,1-6 16,5-5-16,-7-8 15,1-2-15,-9-12 16,-5-5-16,1-27 16,-2-17-1,-2 7-15,-2 3 16,-8 11-16,-5 13 15,-2 2-15,0 11 16,1-5-16,-1 5 16,7 0-16,6 5 15,8 14-15,8 13 16,-7 15-16,-2 17 16,-7-11-16,-7 0 15,-3-12-15,-5-8 16,-6-19-16,6 22 15,-6-22 1,4 12-16,-4-12 16,0 0-16,0 0 15,26-20-15,31-50 16,1 2-16,-16 4 16,-6 7-1,-19 31-15,-1 1 16</inkml:trace>
  <inkml:trace contextRef="#ctx0" brushRef="#br0" timeOffset="62492.6">18499 10303 0,'0'0'0,"0"0"16,0 0-16,0 0 15,0 0-15,58-22 16,0 4-16,160-55 16,2 4-1,-161 56-15,1 3 16</inkml:trace>
  <inkml:trace contextRef="#ctx0" brushRef="#br0" timeOffset="63461.16">17438 11555 0,'0'0'16,"0"0"-16,0 0 15,50-20-15,0-1 16,167-45-16,-1 1 16,-126 41-16,-2 1 15,114-27-15,0 3 16,-30 4-16,-20 7 16,17-5-16,6 0 15,-50 10-15,-29 8 16,-5 3-16,-9 2 15,-45 11 1,1 1-16,-38 6 16,24-3-16,-24 3 15,-4 12-15,-73 63 16,-1-1-16</inkml:trace>
  <inkml:trace contextRef="#ctx0" brushRef="#br0" timeOffset="63773.59">17606 11857 0,'0'0'16,"0"0"-16,0 0 15,-33 4-15,1 2 16,-16 3-16,-10 1 16,58-10-16,-28 4 15,28-4-15,0 0 16,45-4-16,-1 0 15,124-31 1,0 2-16,12-14 16,9-6-16,10 3 15,11 0-15,-23-3 16,-8 6-16,3 0 16,2 1-1,-39 8-15,-21 12 16,-8 1-16,-12 9 15,-26 5-15,-21 9 16</inkml:trace>
  <inkml:trace contextRef="#ctx0" brushRef="#br0" timeOffset="71053.67">7761 14874 0,'0'0'16,"0"0"-16,0 0 16,0 0-16,0 0 15,0 0-15,0 0 16,0 0-1,0 0-15,0 0 16,0 0-16,0 0 16,0 0-16,0 0 15,0 0-15,0 0 16,0 0 0,0 0-16,0 0 15,0 0-15,0 0 16,0 0-16,0 0 15,0 0-15,0 0 16</inkml:trace>
  <inkml:trace contextRef="#ctx0" brushRef="#br0" timeOffset="71678.53">2686 14375 0,'0'0'0,"0"0"16,0 0 0,0 0-16,0 0 15,0 0-15,0 0 16,0 0-16,0 0 15,0 0-15,0 0 16,0 0-16,0 0 16,0 0-16,0 0 15,0 0-15,0 0 16,0 0-16,0 0 16,0 0-16,0 0 15,0 0-15,0 0 16,0 0-1,0 0-15,0 0 16,0 0-16,0 0 16,0 0-16</inkml:trace>
  <inkml:trace contextRef="#ctx0" brushRef="#br0" timeOffset="72240.85">2308 9035 0,'0'0'0,"0"0"16,0 0-16,0 0 15,0 0-15,0 0 16,0 0-16,0 0 16,0 0-16,0 0 15,0 0-15,0 0 16,0 0 0,0 0-16,0 0 15,0 0-15,0 0 16</inkml:trace>
  <inkml:trace contextRef="#ctx0" brushRef="#br0" timeOffset="72866.14">9208 9279 0,'0'0'16,"0"0"-16,0 0 31,0 0-31,0 0 16</inkml:trace>
  <inkml:trace contextRef="#ctx0" brushRef="#br0" timeOffset="90752.17">2230 7699 0,'0'0'15,"0"0"-15,0 0 16,0 0-16,0 0 15,0 0 1,0 0-16,0 0 0,0 0 16,0 0-16,0 0 15,0 0 1,0 0-16,0 0 16,0 0-16,0 0 15,0 0-15,0 0 16,0 0-1,12 54-15,0 2 16,-13 88-16,1 2 16,-13-87-16,-1 4 15,-2-8-15,1 0 16,5-21-16,7-11 16,0-11-16,0 1 15,3-13-15,0 0 16,-2-21-16,0 1 15,-7-83-15,3 1 16,4-25-16,6-10 16,11 55-1,13 39-15,-10-3 16,-1 16-16,-4-3 16,0 5-16,-5 8 15,-8 20-15,10-17 16,-10 17-1,0 0-15,0 0 16,42 10-16,-15 7 16,43 51-16,0 1 15,-1 19-15,4 20 16,-25-41-16,-14-23 16,1 6-16,-2 0 15,-2 1-15,2 4 16,-11-12-16,-2-6 15,-10-19-15,2 3 16,-12-21-16,8 15 16,-8-15-1,0 0-15,11-34 16,-2 6-16,6-32 16,2 0-16,-6-39 15,-2-26-15,-4 35 16,-2 15-1,0 12-15,0 10 16,-1-6-16,1 0 16,-1 14-16,-1 12 15,-1 13-15,2 1 16,-2 19-16,0-19 16,0 19-16,0 0 15</inkml:trace>
  <inkml:trace contextRef="#ctx0" brushRef="#br0" timeOffset="91423.78">3648 8080 0,'0'0'15,"1"6"-15,-1-6 16,0 0-16,0 0 15,0 0-15,0 0 16,-7-25-16,-3-5 16,-3-19-1,1-8-15,6 20 16,6 9-16,1-2 16,6 3-16,3 2 15,6 6-15,5 0 16,5 5-1,2 4-15,5 5 16,-4 10-16,-4 7 16,0 13-16,2 15 15,-10 11-15,-4 15 16,-15-4-16,-9 2 16,-11-10-16,-8-2 15,-4-2-15,-6 0 16,-5-2-16,-5 5 15,-2-22-15,-5-13 16,7-10-16,5-5 16,12-6-1,11-1-15,3-8 16,8-5-16,6-6 16,8-1-16,27-37 15,2 2-15,16-30 16,13-15-1,-25 26-15,-7 12 16,-9 18-16,-3 17 16,-17 17-16,2 0 15</inkml:trace>
  <inkml:trace contextRef="#ctx0" brushRef="#br0" timeOffset="92017.58">4995 7693 0,'0'0'16,"0"0"-16,0 0 15,0 0-15,0 0 16,0 0-16,0 0 16,-15-21-16,1 1 15,-45-41-15,2 4 16,-20 29-16,-11 23 15,5 17-15,0 24 16,1-18-16,4 1 16,-4 14-1,1 14-15,27 26 16,18 21-16,2-19 16,7-2-16,11-16 15,10-5-15,15 14 16,16 13-1,21 21-15,23 17 16,-11-38-16,8-17 16,21-27-16,19-19 15,-17-12-15,-2-10 16,-15-19-16,-9-14 16,-8-7-16,-6-5 15,-12 3-15,-7 3 16</inkml:trace>
  <inkml:trace contextRef="#ctx0" brushRef="#br0" timeOffset="92580.05">2202 8950 0,'0'0'0,"0"0"16,0 0-16,0 0 15,0 0-15,0 0 16,0 0-1,13-4-15,-13 4 16,165-17-16,-13 5 16,-4-2-16,-1 1 15,32-3-15,20-1 16,-9 2-16,5-3 16,-1 1-16,7 3 15,-14 18-15,-8 15 16,-16 3-16,-12 12 15,-38-14-15,-24-1 16,-14-3-16,-15 1 16,-17-7-1,-14-1-15,-29-9 16,37 9-16</inkml:trace>
  <inkml:trace contextRef="#ctx0" brushRef="#br0" timeOffset="100880.95">3569 14203 0,'0'0'15,"0"0"-15,0 0 16,0 0-16,0 0 15,0 0-15,0 0 16,0 0-16,0 0 16,0 0-16,0 0 15,13-3-15,-13 3 16,118-14-16,-12 3 16,-38 15-1,-22 13-15,-3 2 16,-7 7-16,-3 8 15,-3 9-15,-13-13 16,-9 0-16,-17 21 16,-15 15-1,7-2-15,3 7 16,-8-1-16,-1 7 16,5-34-16,6-16 15,4-15-15,1 0 16,7-12-16,0 0 15,0 0-15,15 15 16,60-23-16,0 1 16,15-5-16,12-3 15,-60 5-15,-1 1 16,-41 9-16,35-10 16,-35 10-1,0 0-15,23-5 16,-23 5-16</inkml:trace>
  <inkml:trace contextRef="#ctx0" brushRef="#br0" timeOffset="101240.3">4618 14466 0,'0'0'15,"0"0"-15,0 0 16,0 0-16,0 0 16,0 0-16,0 0 15,0 0-15,0 0 16,0 0-16,0 0 16,17 9-16,-17-9 15,116 58 1,-12-9-16,-15-3 15,-7-3-15,4 5 16,0 3-16,-20-13 16,-9-7-1,-4-1-15,-6 1 16,-12-10-16,-8-2 16,-27-19-16,25 19 15,-25-19-15,0 0 16</inkml:trace>
  <inkml:trace contextRef="#ctx0" brushRef="#br0" timeOffset="101568.33">5217 14309 0,'0'0'0,"0"0"16,0 0-16,0 0 16,0 0-1,0 0-15,0 0 16,-23 37-16,1 1 16,-84 123-16,0 2 15,60-80-15,-1 0 16,8-19-16,6-11 15,8-13-15,8-9 16,-1-5-16,5-2 16,13-24-16,-12 20 15</inkml:trace>
  <inkml:trace contextRef="#ctx0" brushRef="#br0" timeOffset="102115.31">5569 14355 0,'0'0'16,"0"0"-16,0 0 15,0 0-15,0 0 16,0 0-16,0 0 16,0 0-16,0 0 15,0 0-15,0 0 16,0 0-16,0 0 16,0 0-16,0 0 15,22-7 1,0 2-16,31 8 15,2 4-15,-24 8 16,-13 4-16,-6 7 16,-9 4-1,-21 35-15,0 1 16,-25 21-16,-13 18 16,14-39-16,9-16 15,14-25-15,0-1 16,19-24-16,-9 21 15,9-21-15,13 14 16,38-3-16,0-1 16,22 0-16,18 5 15,-12-23-15,2-13 16,-26 7-16,-14-1 16,-11 1-1,-11 1-15</inkml:trace>
  <inkml:trace contextRef="#ctx0" brushRef="#br0" timeOffset="103193.33">6354 14020 0,'0'0'15,"0"0"-15,0 0 16,0 0-16,0 0 16,0 0-1,0 0-15,0 0 16,0 0-16,-26-5 15,0 4-15,-98-16 16,1 0-16,24 1 16,19 4-16,-39-7 15,-18 1 1,12-1-16,1 0 16,-8 5-16,2 3 15,-14 11-15,-8 13 16,35-7-16,23 0 15,-9 0-15,4 0 16,6-1-16,7 1 16,5-2-16,6 3 15,-9-2-15,-1 6 16,3-1-16,4 3 16,4-1-16,6 3 15,-11 9 1,-5 14-16,11 25 15,8 28-15,10-25 16,14-6-16,4-8 16,5-5-1,-2 4-15,1 1 16,-6 20-16,1 10 16,13-13-16,11-5 15,10-13-15,14-6 16,10-1-16,12 4 15,12 4-15,17 5 16,30 7-16,27 11 16,-10-19-16,8-6 15,3-17-15,7-9 16,18-11-16,18-7 16,-10-12-1,4-9-15,5-6 16,10-1-16,-9-3 15,-2-2-15,-4 1 16,-1 4-16,-28 1 16,-17 7-1,6-6-15,1 1 16,-14 0-16,-8 4 16,-22-1-16,-17 6 15,5-9-15,-1-3 16,-10-17-16,-4-12 15,-15-6-15,-9-9 16,-5 7-16,-4 8 16,-10-5-16,-6 3 15,-14-25-15,-9-12 16,0-5-16,-1-7 16,-4 28-1,-1 19-15,-7 7 16,-6 17-16,-37 1 15,-22 12-15,9-7 16,-3 5-16,6 11 16,2 12-16,9 3 15,10 11 1</inkml:trace>
  <inkml:trace contextRef="#ctx0" brushRef="#br0" timeOffset="105021.46">4445 15766 0,'0'0'16,"0"0"-16,0 0 15,0 0-15,0 0 16,0 0-16,0 0 15,0 0-15,0 0 16,0 0-16,0 0 16,3 32-16,-1 1 15,-7 67-15,2-2 16,-2-55-16,1-3 16,-3 2-16,1 1 15,0-14 1,3-6-16,1-11 15,1 0-15,1-12 16,0 0-16,0 0 16,0 0-1,-5-29-15,5-3 16,1-21-16,4-6 16,0-3-16,4-4 15,-3 20-15,1 17 16,-4 12-16,2 4 15,-5 13-15,6-15 16,-6 15-16,0 0 16,14 28-16,0 1 15,0 16-15,6 12 16,0-16-16,1-6 16,8 11-1,5 5-15,-4-9 16,0-5-16,0-12 15,1-7-15,-6-9 16,-3-7-16,14-25 16,8-16-16,8 4 15,7-2 1,1-15-16,3-6 16,-17 7-16,-10 1 15,-11 14-15,-8 16 16,-9 5-16,1 1 15,-9 14-15,9-15 16,-9 15-16,0 0 16,0 0-16,-25 5 15,-37 19-15,-1 1 16,5 17-16,6 12 16,8-3-16,5 5 15,6-4 1,9 1-16,12-28 15,2 0-15,10-25 16,-6 22-16,6-22 16,0 0-16,0 0 15,11-20 1,33-57-16,3 1 16,10-23-16,7-13 15,-21 33-15,-9 23 16,-14 24-16,1 1 15,-7 8-15,0 8 16,0-1-16,-14 16 16,35-21-16,-12 15 15,-23 6-15,40 0 16,-40 0-16,40 23 16,-21 4-16,1 11 15,-5 12 1,-1 19-16,-8-14 15,-3 3-15,-3 2 16,-3 1-16,-2 5 16,0 4-1,0-10-15,1 0 16,1-19-16,2-10 16,-1-9-16,2-7 15,0-15-15,0 0 16,23-16-16,-1-11 15</inkml:trace>
  <inkml:trace contextRef="#ctx0" brushRef="#br0" timeOffset="105365.22">5839 15616 0,'0'0'0,"0"0"16,0 0-16,0 0 15,0 0-15,0 0 16,0 0-16,0 0 16,0 0-16,-2 25 15,2 2 1,-9 92-16,3 1 16,-2-68-16,1 0 15,-3-1-15,0 2 16,2-6-16,3-2 15,-1-8-15,3-6 16,11 5-16,8 1 16,18 3-16,19 1 15,-8-11-15,3-2 16,5-21-16,7-11 16,1-20-16,3-17 15</inkml:trace>
  <inkml:trace contextRef="#ctx0" brushRef="#br0" timeOffset="105630.78">5698 16172 0,'0'0'16,"0"0"-16,0 0 15,0 0-15,0 0 16,0 0-16,0 0 16,43-8-16,0-1 15,82-13-15,1-1 16,-91 11-16,1-2 16,4-3-16,4-3 15,-4 2 1,-1 4-16</inkml:trace>
  <inkml:trace contextRef="#ctx0" brushRef="#br0" timeOffset="105865.01">5665 15688 0,'0'0'16,"0"0"-16,0 0 15,0 0-15,0 0 16,0 0-16,0 0 15,0 0-15,0 0 16,11-6-16,-11 6 16,101-27-16,-11 5 15,-21 9-15,-11 9 16,-2-2-16,-2 6 16,-9-4-1,-7 2-15</inkml:trace>
  <inkml:trace contextRef="#ctx0" brushRef="#br0" timeOffset="106364.99">6898 15608 0,'0'0'16,"0"0"-16,0 0 15,0 0-15,0 0 16,0 0-16,0 0 15,0 0-15,0 0 16,-47 6-16,-2 2 16,-92 38-16,3 1 15,82-12-15,-1 1 16,1-6-16,2 0 16,32-11-16,0 0 15,13 2 1,9 2-16,31 23 15,1-1-15,26-8 16,20-2-16,-18-4 16,-5-2-16,6-6 15,5 0 1,-21-11-16,-12-1 16,-33-11-16,30 8 15,-30-8-15,0 0 16,0 0-16,-8 12 15,-45 52-15,1 1 16,-12-18-16,-5-7 16,-1-21-16,-1-12 15,16-2-15,14-4 16,8-11-16,13-9 16,8-20-16,11-14 15</inkml:trace>
  <inkml:trace contextRef="#ctx0" brushRef="#br0" timeOffset="106693.18">7215 15434 0,'0'0'16,"0"0"-16,0 0 15,0 0-15,0 0 16,0 0-16,0 0 16,-9 18-16,-1 4 15,-26 68-15,0 1 16,8 10-16,4 10 16,9-40-1,10-19-15,-3-11 16,3-10-16,0 9 15,5 1-15,-2-6 16,4-1-16,0-14 16,3-3-16,-5-17 15,0 0 1</inkml:trace>
  <inkml:trace contextRef="#ctx0" brushRef="#br0" timeOffset="106989.89">7556 15516 0,'0'0'16,"0"0"-16,0 0 15,0 0-15,0 0 16,0 0-16,0 0 16,0 0-16,0 0 15,0 0 1,0 0-16,-14 53 15,-1 0-15,-22 144 16,2 1-16,31-154 16,0 1-16,-4 15 15,-2 14 1,5-22-16,5-8 16,0-21-16,2 1 15,-2-24-15,6 12 16</inkml:trace>
  <inkml:trace contextRef="#ctx0" brushRef="#br0" timeOffset="107177.43">7052 16031 0,'0'0'16,"0"0"-16,0 0 16,0 0-16,0 0 15,0 0 1,0 0-16,36 3 15,0 1-15,140-6 16,1 2-16,-112-13 16,1 1-1</inkml:trace>
  <inkml:trace contextRef="#ctx0" brushRef="#br0" timeOffset="109286.58">4039 10375 0,'0'0'16,"0"0"-16,0 0 15,0 0-15,0 0 16,0 0-16,0 0 15</inkml:trace>
  <inkml:trace contextRef="#ctx0" brushRef="#br0" timeOffset="110114.55">3462 10257 0,'0'0'16,"0"0"-16,0 0 15,0 0-15,0 0 16,0 0-16,0 0 16,0 0-1,0 0-15</inkml:trace>
  <inkml:trace contextRef="#ctx0" brushRef="#br0" timeOffset="110848.75">3538 10315 0,'0'0'0,"0"0"0,0 0 16,0 0-1,0 0-15,0 0 16,0 0-16,0 0 15,0 0-15,0 0 16,0 0-16,0 0 16,0 0-1,0 0-15,0 0 16,0 0-16,0 0 16,0 0-16,0 0 15,0 0-15,0 0 16,0 0-16,0 0 15,0 0-15,0 0 16,0 0-16,0 0 16,0 0-16,0 0 15,0 0-15,0 0 16,0 0-16,0 0 16,0 0-1,0 0-15,0 0 16,0 0-16,0 0 15,0 0-15,0 0 16,0 0-16,0 0 16,0 0-1,0 0-15,0 0 16,0 0-16,0 0 16,0 0-16,0 0 15,0 0-15,0 0 16,0 0-16,0 0 15,0 0-15,0 0 16,0 0-16,0 0 16,0 0-16,0 0 15,0 0-15,0 0 16,0 0-16,0 0 16</inkml:trace>
  <inkml:trace contextRef="#ctx0" brushRef="#br0" timeOffset="111364.26">7642 10253 0,'0'0'0,"0"0"0,0 0 16,0 0-1,0 0-15</inkml:trace>
  <inkml:trace contextRef="#ctx0" brushRef="#br0" timeOffset="113348.47">3552 10378 0,'0'0'0,"0"0"15,0 0-15,0 0 16,0 0-16,0 0 15,0 0-15,0 0 16,0 0-16,0 0 16,0 0-1,0 0-15,0 0 16,0 0-16,0 0 16,0 0-16,0 0 15,0 0-15,0 0 16,29-9-16,0 0 15,53-5-15,1 1 16,-17 3-16,-8 6 16,17-4-16,13 2 15,18-5-15,16-2 16,14 1 0,15 0-16,-2-3 15,6 2-15,1-3 16,2 2-16,9-3 15,8 3-15,-5 0 16,1 4 0,-11 3-16,-3 9 15,-21-2-15,-12 7 16,-1-2-16,-4 6 16,-25-7-16,-15 3 15,-40-6-15,3 1 16,-15 0-16,-27-2 15,35 4-15,-35-4 16,21 3-16,-21-3 16,0 0-16,23 4 15,-23-4-15,0 0 16,0 0 0,0 0-16,22 4 15,-22-4-15,0 0 16,0 0-16,0 0 15,0 0-15,0 0 16,-7-17 0,7 17-16,-12-20 15,12 20-15,-18-19 16,18 19-16,-28-16 16,28 16-16,-31-17 15,31 17-15,-32-15 16,11 7-16,-3 5 15,2-2-15,22 5 16,-41-2-16,41 2 16,-31 2-16,31-2 15,-21 2 1,21-2-16,0 0 16,0 0-16,-23 3 15,23-3-15,0 0 16,0 0-16,0 0 15,0 0-15,0 0 16,0 0-16,0 0 16,0 0-1,0 0-15,0 0 16,0 0-16,0 0 16,-25-3-16,25 3 15,0 0-15,-35-13 16,35 13-16,-30-6 15,30 6-15,0 0 16,-28-4-16,28 4 16,0 0-16,0 0 15,-23-12-15,23 12 16,0 0 0,0 0-16,0 0 15,0 0-15,0 0 16,0 0-16,0 0 15,0 0-15,0 0 16,0 0 0,31 25-16,2-5 15,6 5-15,5 4 16,-4-5-16,0 3 16,-9-6-16,-2-2 15,-7-5-15,0 2 16,-22-16-16,26 15 15,-26-15-15,0 0 16,0 0-16,0 0 16,4 15-16,-4-15 15,-65 29-15,12-4 16,0-2 0,1 0-16</inkml:trace>
  <inkml:trace contextRef="#ctx0" brushRef="#br0" timeOffset="115536.08">3682 11171 0,'0'0'16,"-1"-4"-16,1 4 16,-8-41-16,3 7 15,1-10-15,2 0 16,2 10-16,3 13 15,-3-5-15,0-1 16,0-12-16,0-10 16,0 9-16,2 4 15,-2 21-15,0-3 16,0 18 0,0-14-16,0 14 15,0 0-15,0-12 16,0 12-16,0 0 15,0 0-15,0 0 16,8 20 0,-1 11-16,1 0 15,2 40-15,0 1 16,0 40-16,0 30 16,-6-45-16,1-16 15,-5 43-15,0 25 16,-3-45-16,1-19 15,1-7-15,2-8 16,-2 19-16,1 14 16,-2-32-16,4-13 15,-2-7-15,0-3 16,0 7 0,0 10-16,-2-4 15,1 6-15,-1-22 16,2-12-16,-2-4 15,2-6-15,-1-2 16,1-1 0,1-5-16,3-1 15,16 3-15,2-1 16,11 5-16,9 6 16,8-7-16,8 3 15,13-5-15,14-4 16,-13-5-16,0 1 15,-7-4-15,-2 0 16,20 0-16,12 2 16,10-2-16,9 0 15,11-1-15,13 1 16,-3-5 0,6 1-16,-9 1 15,-3 1-15,23-2 16,19 2-16,-34-2 15,-15 0-15,-7-2 16,-8 2-16,-21-2 16,-14 3-1,0-3-15,-3 0 16,-9-3-16,-5 1 16,-13 0-16,-6 0 15,-3-2-15,-2 0 16,-7-3-16,-4 2 15,-20 5-15,27-9 16,-27 9-16,0 0 16,30-18-16,-30 18 15,34-74-15,-10 9 16,4-22-16,7-14 16,-16 28-1,-4 16-15,1-25 16,1-6-16,-2-21 15,1-17-15,-12 33 16,-3 16 0,-2-33-16,-1-12 15,-4 6-15,-3 5 16,-2 10-16,-1 9 16,-5-19-16,1-9 15,1 44-15,5 26 16,1 2-16,0 12 15,-1-8-15,2-2 16,-2 3-16,2 1 16,1 10-16,2 7 15,1 0-15,1 7 16,0-1 0,1 6-16,2 1 15,0 12-15,-3-21 16,3 21-16,0 0 15,0-14-15,0 14 16,0 0 0,0 0-16,0-15 15,0 15-15,0 0 16,0 0-16,0 0 16,3-13-16,-3 13 15,0 0-15,0 0 16,0 0-16,0 0 15,0 0-15,0 0 16,0 0-16,0 0 16,0 0-16,0 0 15,0 0-15,0 0 16,-13 17 0,5 2-16,-5 4 15,0 7-15,1-11 16,5-2-16,-1-3 15,3 3-15,-1-3 16,-1 3-16,7-17 16,-8 20-1,8-20-15,-7 16 16,7-16-16,0 0 16,-8 12-16,8-12 15,0 0-15,0 0 16,-6 12-16,6-12 15,0 0-15,0 0 16,11-15-16,-1 1 16,21-36-16,0 2 15,1-1-15,1 3 16,-10 13-16,-4 15 16,-6 1-1,-13 17-15,19-21 16,-19 21-16,0 0 15,15-12-15,-15 12 16,0 0 0,0 0-16,0 0 15,17 22-15,-9 1 16,10 33-16,2 3 16,-6-9-16,-5-2 15,-2-11-15,-1-6 16,-2 5-16,0 3 15</inkml:trace>
  <inkml:trace contextRef="#ctx0" brushRef="#br0" timeOffset="129549.76">16287 10465 0,'0'0'16,"0"0"-16,0 0 15,0 0-15,0 0 16,0 0-16,0 0 16,0 0-16,0 0 15,0 0 1,0 0-16,0 0 16,0 0-16,2 24 15,0 0-15,4 55 16,2 2-16,-2-44 15,0 2 1,2 3-16,3 0 16,5 19-16,6 13 15,3 4-15,4 2 16,-11-23-16,-4-14 16,0 5-16,3 0 15,2 18-15,6 16 16,-8-8-16,-1 1 15,-3-19-15,-5-12 16,-2-11-16,-1-6 16,-2-9-1,0-4-15,-1-2 16,-2-12-16,4 21 16,-2-8-16,-2-13 15,1 14-15,-1-14 16,0 0-1,2 15-15,-2-15 16,0 0-16,0 0 16,0 0-16,3 12 15,-3-12-15,0 0 16,0 0-16,-2 13 16,2-13-16,0 0 15,0 0-15,0 0 16,62 4-16,-18-4 15,52 0-15,-1 2 16,-4-2-16,-3 0 16,19 0-1,13 0-15,6 0 16,8 0-16,-20-2 16,-9 2-16,29-4 15,18 2-15,-22-4 16,-8 1-16,9-3 15,6-2 1,-3-5-16,1-2 16,-17-1-16,-9-1 15,3 1-15,1-1 16,-9 0-16,-3 4 16,0-4-16,1 0 15,-15 0-15,-12 1 16,-15 4-16,-12 3 15,-15 1-15,-9 6 16,-24 4-16,20-7 16,-20 7-16,0 0 15,0 0 1,25-10-16,-25 10 16,0 0-16,0 0 15,29-15-15,-29 15 16,18-14-16,-10 2 15,2-1 1,-2-1-16,2-1 16,-3 1-16,1 0 15,-2-4-15,2 2 16,-5-6-16,2-1 16,-7-39-16,2 2 15,-5-41-15,-2-23 16,0 22-16,3 8 15,-3-28-15,1-18 16,-2 25-16,4 13 16,-1-9-16,2 1 15,-1 3 1,3 6-16,1 50 16,1 4-16,-1 5 15,2 3-15,-2-16 16,2-7-1,-2 4-15,1 4 16,-1 9-16,0 9 16,0 5-16,0 11 15,0 2-15,0 18 16,0-20-16,0 20 16,0-12-16,0 12 15,-5-12-15,5 12 16,-62-10-16,7 5 15,-30-2-15,-15 3 16,-31 13-16,-23 12 16,2 4-1,-3 9-15,-18 6 16,-9 6-16,-6 1 16,-7 7-16,8-5 15,7 1-15,12-7 16,11 0-16,13-9 15,12-3 1,2 0-16,7 0 16,4-2-16,9 0 15,4 2-15,10 2 16,-3 2-16,5 5 16,6-7-16,12 2 15,18-13-15,16-3 16,8-6-16,13-3 15,-3-1-15,24-9 16,-26 9-16,26-9 16</inkml:trace>
  <inkml:trace contextRef="#ctx0" brushRef="#br0" timeOffset="130644.52">16694 11464 0,'0'0'0,"0"0"16,0 0-1,0 0-15,0 0 16,0 0-16,0 0 0,0 0 15,0 0-15,0 0 16,0 0 0,0 0-16,0 0 15,0 0-15,0 0 16,0 0-16,0 0 16,0 0-16,0 0 15,-41 34-15,0-2 16,-86 64-16,3-1 15,58-57-15,2 0 16,-29 16-16,-15 12 16,-8-19-16,-8-7 15,-5 11 1,-7 11-16,5-8 16,4 0-16,6-2 15,7 3-15,9-13 16,14-1-16,-5 1 15,5 1-15,0 3 16,3 5 0,8-4-16,10 6 15,13-12-15,13-1 16,-1-8-16,8 1 16,1-5-16,6-2 15,2-6-15,4-1 16,6-5-16,18-14 15,-25 15-15,25-15 16,0 0-16,-23 15 16,23-15-16,0 0 15,0 0-15,0 0 16,0 0 0,0 0-16,-20 9 15,20-9-15,0 0 16,0 0-16,0 0 15,0 0-15</inkml:trace>
  <inkml:trace contextRef="#ctx0" brushRef="#br0" timeOffset="131629.16">14373 12583 0,'0'0'15,"0"0"-15,0 0 16,0 0-16,0 0 16,0 0-16,0 0 15,0 0-15,0 0 16,0 0 0,0 0-16,0 0 15,0 0-15,0 0 16,0 0-16,-16 22 15,2 1-15,-36 46 16,3 1 0,15-29-16,9-14 15,-6-1-15,2-7 16,0 1-16,-2-4 16,-2 0-16,1 5 15,4-7-15,8-1 16,18-13-16,-22 15 15,22-15-15,0 0 16,0 0-16,-17 12 16,17-12-16,0 0 15,0 0 1,0 0-16,0 0 16,0 0-16,0 0 15,0 0-15,22-12 16,-22 12-16,28-30 15,-12 10-15,-4-11 16,2-4-16,-6-9 16,0-1-1,-3-7-15,0 0 16,-1 6-16,-2 6 16,-2 17-16,3 2 15,-3 21-15,0-21 16,0 21-16,1-14 15,-1 14-15,0 0 16,0-18-16,0 18 16,0 0-16,0 0 15,0 0-15,0 0 16,0 0 0,4 27-16,0 26 15,2-1-15,5-1 16,2 5-16,-3-19 15,-1-8-15,-1-5 16,-2-9 0,-3 0-16,2 0 15,-5-15-15,7 23 16,-7-23-16,4 14 16,-4-14-16,1 13 15,-1-13-15,0 0 16,2 13-16,-2-13 15,0 0-15,0 0 16,2 13-16,-2-13 16,0 0-16,0 0 15,0 0-15,17 12 16,52-12 0,2 2-16,31-8 15,27-4-15,-31-7 16,-13-3-16</inkml:trace>
  <inkml:trace contextRef="#ctx0" brushRef="#br0" timeOffset="138182.81">18351 12377 0,'0'0'15,"0"0"-15,0 0 16,0 0-16,0 0 16,0 0-16,0 0 0,0 0 15,0 0-15,0 0 16,0 0-1,5 40-15,0 2 16,10 115-16,1 0 16,-10-98-16,-1-2 15,0 18-15,-1 11 16,1 1-16,3 4 16,-4-34-16,0-19 15,-3-3-15,1-8 16,-2-7-16,1-3 15,-1-17-15,2 17 16,-2-17-16,0 0 16</inkml:trace>
  <inkml:trace contextRef="#ctx0" brushRef="#br0" timeOffset="138714.4">18469 12480 0,'0'0'16,"0"0"-16,0 0 16,0 0-16,0 0 15,0 0-15,0 0 16,0 0-16,0 0 16,0 0-16,0 0 15,0 0-15,0 0 16,0 0-16,0 0 15,14-7-15,-14 7 16,90-26-16,-15 7 16,-23 8-1,-10 8-15,-9 0 16,-8 6-16,-25-3 16,0 0-16,19 29 15,-22-1-15,-29 38 16,1 1-16,-21-4 15,-10 2 1,13-19-16,3-14 16,26-15-16,-2-1 15,5-3-15,6-1 16,11-12-16,-16 15 16,16-15-16,0 0 15,0 0-15,0 0 16,60-8-16,-7-5 15,13-14-15,12-8 16,-32 13-16,-16 6 16,3 2-16,-3 6 15,-9 6 1,-21 2-16</inkml:trace>
  <inkml:trace contextRef="#ctx0" brushRef="#br0" timeOffset="143314.15">19467 12054 0,'0'0'15,"0"0"-15,0 0 16,0 0-16,0 0 16,0 0-16,0 0 15,-9 18 1,1 3-16,-14 41 0,2 0 31,8-20-31,9-12 0,-2 3 16,2 0-16,-4 15 0,2 14 31,-1 21-31,2 22 0,0-32 16,-1-12-1,-1-1-15,1 1 16,-1-8-16,1 0 16,0-17-16,4-6 15,-3-2-15,2 3 16,12-4-16,8 3 15,34-11-15,-1 2 16,6-9-16,4-3 16</inkml:trace>
  <inkml:trace contextRef="#ctx0" brushRef="#br0" timeOffset="143916.04">19952 12633 0,'0'0'15,"0"0"1,0 0-16,0 0 0,0 0 31,0 0-31,0 0 0,0 0 16,0 0-16,14-17 0,3 1 31,32-13-31,-2 2 0,-11 12 16,-6 13-1,-2 5-15,-3 13 16,0 9-16,2 9 16,-9 1-16,-1 9 15,-9-2-15,-5 1 16,-10-8-16,-4-2 15,-14-4-15,-6-2 16,-14-6-16,-9-1 16,-1-9-16,-1-3 15,15-6-15,11-4 16,6-1-16,24 3 16,-28-26-16,22 3 15,15-53-15,3 2 16,17-5-16,15-2 15,-11 31-15,-2 24 16</inkml:trace>
  <inkml:trace contextRef="#ctx0" brushRef="#br0" timeOffset="144831.41">20665 12415 0,'0'0'16,"0"0"-16,0 0 31,0 0-31,0 0 15,0 0-15,0 0 16,0 0-16,0 0 16,0 0-16,0 0 15,0 0-15,0 0 16,0 0-16,0 0 16,0 0-16,0 0 15,1 25-15,1 0 16,8 62-16,2 0 15,-3-32-15,2-15 16,-2-5-16,1-4 16,-2-10-16,3-7 15,-11-14 1,19 19-16,-19-19 16,26 7-16,-26-7 15,41-29-15,-13-30 16,-1 3-1,1-10-15,1-2 16,-3 20-16,1 17 16,-5 2-16,-5 11 15,-5 1-15,-12 17 16,18-16-16,-18 16 16,0 0-16,0 0 15,23 0-15,-23 0 16,10 20-16,-4-3 15,2 12-15,0 2 16,1 4-16,4 6 16,-4-1-1,2 1-15,0-2 16,0 3-16,-1-11 16,2-2-16,-2-7 15,1 1-15,1-4 16,1-2-16,1-5 15,2 0 1,-16-12-16,34 0 16,3-58-16,1 2 15,-3-20-15,-2-8 16,-13 30-16,-9 22 16,2-5-16,-1 6 15,-1-6-15,3-1 16,-4 4-16,-2 5 15,-3 6-15,0 6 16,-5 17-16,4-16 16,-4 16-16,0 0 15,0 0 1,0 0-16</inkml:trace>
  <inkml:trace contextRef="#ctx0" brushRef="#br0" timeOffset="146503.03">19476 13813 0,'0'0'16,"0"0"-16,0 0 16,0 0-16,0 0 15,-15 2-15,15-2 16,-69 28-16,12-2 15,19-1-15,13 4 16,2-9-16,9-4 16,14-16-16,-19 21 15,19-21 1,-5 18-16,7-5 16,3 6-16,7 2 15,5 5-15,8-7 16,7-2-16,14-11 15,15-4 1,-3-8-16,6-7 16,-20 4-16,-10-2 15,3 0-15,-3 2 16,-1-2-16,0 3 16,-8 2-16,-3 6 15</inkml:trace>
  <inkml:trace contextRef="#ctx0" brushRef="#br0" timeOffset="146987.54">19983 13703 0,'0'0'15,"0"0"-15,0 0 16,0 0-16,0 0 16,24 6-16,1 1 15,11 11-15,10 9 16,-29-12-16,-1 2 16,-7-3-16,-6 4 15,-3 7-15,-3 8 16,-6-10-16,-1 0 15,-8 0-15,-3-1 16,-3-5-16,1-5 16,0-6-1,0-1-15,-2-4 16,2 2-16,23-3 16,-33-10-16,22-5 15,3-1-15,3-8 16,7-2-16,1-5 15,6-2 1,7-12-16,9-5 16,-1 9-16,2 5 15,-2 7-15,1 6 16,-3 5-16,-22 18 16</inkml:trace>
  <inkml:trace contextRef="#ctx0" brushRef="#br0" timeOffset="147612.53">20349 13611 0,'0'0'0,"0"0"16,0 0-16,0 0 15,0 0 1,0 0-16,0 0 16,0 0-16,0 0 15,0 0-15,0 0 16,5 26-16,0 2 16,10 53-16,-1-2 15,-7-47-15,0-2 16,-4-9-16,2-6 15,-5-15-15,7 20 16,-7-20-16,6 15 16,-6-15-16,0 0 15,5 13 1,-5-13-16,0 0 16,7-13-16,0-41 15,1 0-15,1-6 16,5 0-1,-6 17-15,0 14 16,1 1-16,-1 13 16,0-2-16,3 5 15,-5-1-15,-6 13 16,11-12-16,-11 12 16,0 0-16,0 0 15,22 8-15,-12 6 16,3 26-16,2 2 15,0 2-15,3 8 16,-6-12-16,-1-5 16,-3-8-1,-1-4-15,-2-5 16,2-4-16,-7-14 16,6 22-16,-6-22 15,11 12-15</inkml:trace>
  <inkml:trace contextRef="#ctx0" brushRef="#br0" timeOffset="148003.2">20958 13098 0,'0'0'16,"0"0"-16,0 0 16,0 0-16,0 0 15,0 0 1,0 0-16,0 0 16,0 0-16,-6 35 15,1 0-15,-8 62 16,1 0-16,9-29 15,6-15 1,5 27-16,3 17 16,0-24-16,3-8 15,-6-17-15,-2-11 16,2-7-16,1-10 16,-4-1-16,1-5 15</inkml:trace>
  <inkml:trace contextRef="#ctx0" brushRef="#br0" timeOffset="148331.28">20682 13554 0,'0'0'15,"0"0"-15,0 0 16,19-4-16,-19 4 16,94-20-16,-19 8 15,-40 5-15,-1 1 16,-7 2-16,-5 1 16,-22 3-16,34-3 15,-34 3-15,41-5 16,-17 4-16,1 2 15,-1-1-15,2 3 16,-1-3-16,3 0 16,-4 0-1,-3 0-15,-21 0 16,31 0-16</inkml:trace>
  <inkml:trace contextRef="#ctx0" brushRef="#br0" timeOffset="148768.79">21339 13552 0,'0'0'0,"0"0"16,0 0-16,0 0 15,0 0 1,0 0-16,0 0 16,0 0-16,0 0 15,0 0-15,0 0 16,0 0-16,0 0 16,0 0-16,0 0 15,0 0-15,0 0 16,24 9-16,1 1 15,44 34-15,2-1 16,-26-5-16,-14-6 16,-7 1-16,-5 1 15,-8-8 1,-5 1-16,-6-6 16,-3-3-16,-6-1 15,-4-3-15,13-14 16,-45 19-16,45-19 15,-33-4 1,17-14-16,0-10 16,10-38-16,0 0 15,14 2-15,10 3 16,1 14-16,10 14 16,2-8-16,7 3 15,-7 0-15,-1 3 16,-5-1-16,-3 4 15</inkml:trace>
  <inkml:trace contextRef="#ctx0" brushRef="#br0" timeOffset="149206.31">22162 13468 0,'0'0'0,"0"0"15,0 0 1,0 0-16,0 0 16,0 0-16,0 0 15,0 0-15,0 0 16,0 0-16,0 0 16,0 0-16,0 0 15,0 0-15,0 0 16,0 0-16,0 0 15,0 0-15,0 0 16,0 0-16,0 0 16,0 0-1,0 0-15,0 0 16,0 0-16,0 0 16,0 0-16,-25 18 15,0 1-15,-18-6 16,-12-4-16,55-9 15,-30-5 1,30 5-16,0 0 16,0 0-16,-6-14 15,25-11-15,1 1 16</inkml:trace>
  <inkml:trace contextRef="#ctx0" brushRef="#br0" timeOffset="149550">22623 12722 0,'0'0'0,"0"0"16,0 0-16,0 0 15,0 0-15,0 0 16,0 0-16,0 0 15,0 0 1,-11 29-16,3-1 16,-13 55-16,1 0 15,7 0-15,6 1 16,4 4-16,5 0 16,1-32-16,6-17 15,-3 8-15,1 1 16,2 12-16,7 13 15,-4-16-15,5-3 16,1-12-16,4-8 16</inkml:trace>
  <inkml:trace contextRef="#ctx0" brushRef="#br0" timeOffset="150549.76">21994 13218 0,'0'0'16,"0"0"-16,0 0 16,0 0-16,0 0 15,0 0-15,0 0 16,0 0-16,0 0 16,0 0-16,0 0 15,0 0-15,0 0 16,27 2-16,-1 2 15,35 12-15,1 1 16,-34-3-16,0 3 16,-5 2-1,-3 4-15,-7-1 16,-3-1-16,-7-3 16,-3 3-16,-6 6 15,-4 8-15,-5-4 16,-4 2-16,0-8 15,-1-5 1,-7-5-16,-3-2 16,-3-9-16,-3-6 15,8-6-15,9-5 16,2 1-16,6 0 16,2-6-16,5 3 15,11-25-15,0-2 16,14-15-16,15-9 15,-8 12-15,8 11 16,-6 6-16,0 9 16</inkml:trace>
  <inkml:trace contextRef="#ctx0" brushRef="#br0" timeOffset="152784.16">22887 12219 0,'0'0'16,"0"0"-16,0 0 15,0 0-15,0 0 16,0 0-16,0 0 16,0 0-16,0 0 15,0 0-15,0 0 16,0 0-16,0 0 15,-19-31-15,0 0 16,-37-29-16,1 2 16,14 24-16,11 20 15,-25-6 1,-11 1-16,-9 3 16,-8 6-16,9-5 15,2 0-15,-13 1 16,-9 3-16,6 1 15,3 6 1,-9-2-16,-2 2 16,2-1-16,3 4 15,-9-4-15,-2 4 16,3-4-16,3 4 16,7-5-16,7 5 15,-7-4-15,-1 4 16,5-4-16,2 4 15,-6-4-15,-4 4 16,2-4-16,0 3 16,3-2-16,6 3 15,-10-2 1,-2 6-16,7-2 16,9 5-16,-13 0 15,-3 5-15,14-5 16,9 2-1,-1 1-15,3 0 16,-17 0-16,-7 4 16,8-3-16,7 4 15,-1 7-15,7 6 16,0 6-16,6 7 16,2 0-16,6 8 15,9-5-15,8 3 16,2-6-16,4-4 15,1 1-15,1 2 16,0 1-16,1 2 16,-2 14-1,-3 12-15,7 6 16,7 9-16,8-28 16,10-13-16,0 4 15,4-3-15,2 21 16,4 17-16,6 6 15,8 12 1,-4-28-16,0-14 16,-1 1-16,5 0 15,6 12-15,8 13 16,0-1-16,6 8 16,-9-26-16,-3-15 15,4-2-15,4-4 16,13 12-16,12 13 15,4 3-15,8 9 16,-1-12-16,1-1 16,14-14-16,12-3 15,-4-19 1,2-12-16,-1 5 16,4 1-16,3-4 15,2 1-15,7-3 16,7 2-16,-2-4 15,3-2 1,2-5-16,5-6 16,6-11-16,7-6 15,-15 1-15,-6 0 16,3-5-16,1 1 16,2-3-16,2 3 15,2-3-15,4 1 16,-9-1-16,-4 2 15,-6-3-15,-6-3 16,1-14-16,0-7 16,-7-5-16,-1-8 15,-12 6 1,-9 1-16,0 3 16,0 1-16,-2-1 15,-2 4-15,-13 4 16,-11 9-1,4-15-15,-1-7 16,-1-8-16,0-5 16,-15 12-16,-8 12 15,0-9-15,-2 2 16,0-20-16,4-10 16,-12-9-16,-4-4 15,-7 23-15,-3 14 16,-4 3-16,-2 8 15,-6-32-15,1-14 16,-9-4-16,-5-7 16,0 34-1,0 21-15,-6-7 16,-1 5-16,-4-10 16,-2 2-16,-2-3 15,-1 2-15,-6-6 16,-2 0-16,-8 6 15,-4 5 1,-6 11-16,-3 11 16,1 4-16,2 11 15,-19-3-15,-8 3 16,-6-2-16,-5 3 16,-3 5-16,-2 4 15,4 5-15,2 10 16,7-3-16,7 4 15,-12 3-15,-1 6 16</inkml:trace>
  <inkml:trace contextRef="#ctx0" brushRef="#br0" timeOffset="154487.03">19408 15387 0,'0'0'0,"0"0"15,0 0-15,0 0 16,0 0-16,0 0 15,0 0 1,0 0-16,0 0 16,0 0-16,0 0 15,0 0-15,0 0 16,0 0-16,0 0 16,0 0-16,0 0 15,0 0-15,0 0 16,0 0-16,0 0 15,0 0-15,0 0 16,-12 53-16,3 1 16,-15 101-16,1 0 15,20-97 1,0 0-16,1-15 16,4-5-16,-4-14 15,2-5-15,-2-7 16,2-12-16,2 19 15,-2-19 1,0 12-16,0-12 16,0 0-16,0 17 15,0-17-15,3 13 16,-3-13-16,16 12 16</inkml:trace>
  <inkml:trace contextRef="#ctx0" brushRef="#br0" timeOffset="154940.1">19313 16137 0,'0'0'0,"0"0"15,0 0-15,0 0 16,0 0-1,0 0-15,0 0 16,0 0-16,0 0 16,0 0-16,0 0 15,0 0-15,0 0 16,14 0-16,-14 0 16,102-3-16,-12 2 15,-9-1-15,-2 0 16,14-5-16,10 2 15,-9-2-15,-1 6 16,9-6-16,6 3 16,-3-3-1,1 6-15,-11-5 16,-2 6-16,-15-3 16,-9 3-16,-19-2 15,-13 4-15,-3-2 16,-2 3-16,-11-3 15,-21 0 1,29 0-16,-29 0 16,0 0-16,0 0 15,0 0-15,0 0 16</inkml:trace>
  <inkml:trace contextRef="#ctx0" brushRef="#br0" timeOffset="156034.01">19313 15436 0,'0'0'15,"0"0"-15,0 0 16,0 0-16,0 0 15,0 0-15,0 0 16,0 0-16,0 0 16,0 0-16,0 0 15,44-14 1,0-1-16,91-26 16,2 0-16,-70 24 15,1 3-15,24-9 16,18-4-1,-1 4-15,7 7 16,-12 1-16,-3 9 16,-13 2-16,-8 4 15,2 0-15,-4 2 16,-20-2-16,-12 4 16,-2-2-16,-2 2 15,-8-2-15,-1 1 16,-3-1-16,-2 0 15,-5-2-15,-23 0 16,30 1-16,-30-1 16,0 0-1,0 0-15,23 0 16,-23 0-16,0 0 16,0 0-16,0 0 15,0 0-15,0 0 16,22 3-16,-22-3 15,0 0 1,11 20-16,-5-6 16,0 16-16,1 1 15,1 8-15,5 10 16,-6-9-16,-1-2 16,-1 0-16,1 2 15,-2 3-15,1 4 16,-1 5-16,0 6 15,0-4-15,0 2 16,0-11-16,-1-6 16,-2-9-16,1-5 15,-2-5 1,0-4-16,0-3 16,0-13-16,-2 19 15,2-19-15,-1 12 16,1-12-16,-15 14 15,15-14 1,-58 30-16,16-13 16,-13-4-16,-6-1 15,-14-2-15,-9-1 16,4-3-16,2 1 16,15-5-16,14 0 15,12-2-15,10 0 16,4 0-16,23 0 15,-30-2-15,30 2 16</inkml:trace>
  <inkml:trace contextRef="#ctx0" brushRef="#br0" timeOffset="156877.81">19519 17185 0,'0'0'0,"0"0"15,0 0-15,0 0 16,0 0-16,0 0 15,0 0 1,0 0-16,0 0 16,0 0-16,0 0 15,0 0-15,0 0 16,0 0-16,0 0 16,0 0-16,0 0 15,0 0-15,0 0 16,0 0-16,0 0 15,0 0-15,0 0 16,-2 44-16,1-1 16,1 67-16,0 1 15,0-78 1,1 2-16,-1-10 16,2-6-16,-2-19 15,3 21-15,-3-21 16,0 0-1</inkml:trace>
  <inkml:trace contextRef="#ctx0" brushRef="#br0" timeOffset="157831.1">19431 16997 0,'0'0'16,"0"0"-16,0 0 16,0 0-1,0 0-15,0 0 16,0 0-16,0 0 16,0 0-16,39-19 15,2 3-15,100-24 16,4 3-16,-45 19 15,-23 16 1,44-19-16,20-6 16,-14 11-16,-1 8 15,-5 0-15,-4 3 16,-7 0-16,-5 9 16,-15-4-16,-12 3 15,-17 0-15,-15-2 16,-10-1-16,-11 2 15,0-2-15,0 3 16,-25-3-16,38 3 16,-38-3-16,23 4 15,-23-4 1,18 13-16,-10-1 16,3 9-16,-3 2 15,1 8-15,-1 4 16,-2 6-16,-3-9 15,2-3 1,-3-6-16,1-3 16,-2 6-16,3 10 15,0 16-15,1 14 16,-2 8-16,2 14 16,-4-18-16,1-9 15,-4-17-15,1-16 16,-3 7-16,3-5 15,-2-1-15,-1 2 16,0-5-16,1-1 16,-2-2-16,0 0 15,-4-5 1,-2-1-16,-11 0 16,-6-1-16,-35 3 15,2 0-15,-24-7 16,-12-5-1,-4-10-15,-7-9 16,-5-1-16,-3-2 16,8 1-16,9 4 15,8-3-15,8 5 16,10-1-16,12 3 16,-2-2-16,5 4 15,5-3-15,7 4 16,3-4-16,6 5 15,8-1-15,9 3 16,20 0-16,-28-3 16,28 3-1,0 0-15,0 0 16,0 0-16</inkml:trace>
  <inkml:trace contextRef="#ctx0" brushRef="#br0" timeOffset="158409.22">19939 17018 0,'0'0'0,"0"0"15,0 0 1,0 0-16,0 0 16,0 0-16,0 0 15,0 0-15,0 0 16,0 0-16,0 0 16,0 0-16,0 0 15,0 0-15,0 0 16,-1 31-16,1 1 15,-9 124-15,1 1 16,4-82-16,1-1 16,0-20-16,1-13 15,-2 7 1,3 2-16,-1-3 16,2 0-16,0-10 15,3-3-15,0-12 16,-2-3-1,1-6-15,-2-13 16,5 18-16,-5-18 16</inkml:trace>
  <inkml:trace contextRef="#ctx0" brushRef="#br0" timeOffset="158846.51">20409 16828 0,'0'0'0,"0"0"16,0 0-16,0 0 16,0 0-16,0 0 15,0 0-15,0 0 16,0 0-16,0 0 15,0 0 1,1 24-16,1 1 16,-4 67-16,2-2 15,-3-24-15,-2-12 16,-4 39-16,1 23 16,0-35-16,3-13 15,0-22-15,3-16 16,-1-5-16,3-9 15,-2-4-15,2-12 16,-1 20-16,1-20 16,0 0-16,1 16 15,-1-16 1,0 0-16,0 0 16,0 0-16</inkml:trace>
  <inkml:trace contextRef="#ctx0" brushRef="#br0" timeOffset="159284.04">20851 16660 0,'0'0'15,"0"0"-15,0 0 16,0 0-16,0 0 15,0 0-15,0 0 16,0 0-16,0 0 16,2 52-1,1 2-15,0 78 16,2 2-16,-7-100 16,2-2-16,-3 14 15,3 7-15,0 17 16,3 14-16,-3-16 15,2-1 1,-2-18-16,1-11 16,-1-6-16,3-8 15,-1 0-15,1-1 16,-1-1-16,1 0 16,-1-5-16,-1-4 15,-1-13-15,3 19 16,-3-19-16,0 0 15,0 0-15,0 0 16</inkml:trace>
  <inkml:trace contextRef="#ctx0" brushRef="#br0" timeOffset="159843.88">20848 15291 0,'0'0'0,"0"0"16,0 0-16,0 0 16,0 0-1,0 0-15,0 0 16,0 0-16,0 0 15,0 0-15,0 0 16,0 0-16,0 0 16,0 0-16,0 0 15,3 31-15,1 2 16,6 36-16,1-2 16,-4-17-16,-1-12 15,2 5-15,-2 5 16,0-5-16,2 3 15,-4-5 1,0 2-16,-4-3 16,1 1-16,-1-10 15,4-2-15,-4-8 16,1-7 0,-2 1-16,-1-2 15</inkml:trace>
  <inkml:trace contextRef="#ctx0" brushRef="#br0" timeOffset="160250.26">20519 15095 0,'0'0'0,"0"0"16,0 0-16,0 0 15,0 0-15,0 0 16,0 0-16,-5 24 16,0 4-1,-11 90-15,-1 1 16,9-67-16,-1 1 15,0 3-15,1 5 16,-5 21-16,4 22 16,-2-24-16,3-7 15,0-36-15,2 0 16,1-12-16,2-7 16,-2-1-16,3-2 15,2-15-15,-5 16 16</inkml:trace>
  <inkml:trace contextRef="#ctx0" brushRef="#br0" timeOffset="160666.69">19830 15351 0,'0'0'16,"0"0"-16,0 0 16,0 0-16,0 0 15,0 0-15,0 0 0,0 0 16,0 0-16,0 0 15,0 0 1,1 40-16,1-1 16,-4 89-16,2 0 15,-6-22-15,-4-14 16,3-26-16,2-23 16,2-9-16,1-11 15,-1 4-15,1 2 16,-1-6-16,3-1 15,-1-3-15,-1 2 16</inkml:trace>
  <inkml:trace contextRef="#ctx0" brushRef="#br0" timeOffset="161666.63">17432 15792 0,'0'0'15,"0"0"-15,0 0 16,0 0-16,0 0 16,0 0-16,0 0 15,0 0-15,0 0 16,31 0-16,0 2 16,92 2-16,1 2 15,-40-6-15,-24 0 16,36-2-16,18 2 15,-7-2-15,4 4 16,-8-4-16,-3 2 16,-4-2-1,-2 2-15,-12-2 16,-4 2-16,-7-2 16,-4 2-16,-14-2 15,-10 4-15,1-2 16,-5 2-1,-1-2-15,0 4 16,-9-2-16,0 0 16,-8 0-16,-21-2 15,30 2-15,-30-2 16,0 0-16,24 4 16,-24-4-16,0 0 15,0 0-15,0 0 16,0 0-16,0 0 15,0 0-15,-11-16 16</inkml:trace>
  <inkml:trace contextRef="#ctx0" brushRef="#br0" timeOffset="162072.93">18957 15634 0,'0'0'15,"0"0"-15,0 0 16,0 0-16,0 0 16,0 0-16,0 0 15,0 0-15,0 0 16,0 0-16,0 0 16,0 0-16,0 0 15,0 0-15,0 0 16,31 3-16,2 1 15,60 9-15,1 1 16,-51-6-16,2 0 16,-11 1-1,-2 2-15,-9-3 16,-4 4-16,-19-12 16,24 25-16,-23-2 15,-2 9-15,-10 5 16,-8 6-1,0-5-15,3 2 16,-2-12-16,0-1 16,1-6-16,6-5 15</inkml:trace>
  <inkml:trace contextRef="#ctx0" brushRef="#br0" timeOffset="163260.81">19294 17702 0,'0'0'0,"0"0"15,0 0 1,0 0-16,0 0 16,0 0-16,0 0 15,0 0-15,0 0 16,24-12-16,1-1 16,10-5-16,8-5 15,-43 23-15,29-16 16,-29 16-16,0 0 15,19-12-15,-19 12 16,0 0-16,0 0 16,0 0-1,0 0-15,0 0 16,0 0-16,0 0 16,0 0-16,0 0 15,22-10-15,-22 10 16,0 0-1,0 0-15,-17-15 16,-32-10-16,0-1 16,-53-8-16,0-2 15,-16 12-15,-7 9 16,-20 7-16,-13 12 16,-11-10-16,-9-1 15,-4 14-15,-5 11 16,27 3-16,20 8 15,18-6-15,21-1 16,22-5-16,24-5 16,7-3-1,14-1-15,4-4 16,30-4-16,-28 9 16,28-9-16,0 0 15,0 0-15,0 0 16,0 0-16</inkml:trace>
  <inkml:trace contextRef="#ctx0" brushRef="#br0" timeOffset="163948.29">17830 17238 0,'0'0'16,"0"0"-16,0 0 15,0 0-15,0 0 16,0 0-16,0 0 16,0 0-16,0 0 15,-14 3-15,14-3 16,-82 29-16,15-2 15,-5 2-15,3 3 16,-17-2-16,-7 2 16,22-7-1,13 0-15,3-5 16,8-2-16,8-6 16,10 0-16,29-12 15,-29 11-15,29-11 16,0 0-1,-24 8-15,24-8 16,0 0-16,0 0 16,0 0-16,0 0 15,20 19-15,9-6 16,46 17-16,1 1 16,2-6-16,5-4 15,-17-5-15,-6-2 16,-1-1-16,2-1 15,-4-3-15,-3 2 16,-6-6-16,-5 2 16,-3-1-1,-1-1-15</inkml:trace>
  <inkml:trace contextRef="#ctx0" brushRef="#br0" timeOffset="164666.76">21412 17249 0,'0'0'16,"0"0"-16,0 0 16,0 0-16,0 0 15,0 0-15,0 0 16,0 0-16,0 0 15,0 0-15,0 0 16,0 0-16,0 0 16,17-1-1,-17 1-15,111-5 16,-18 3-16,-10-2 16,0 2-16,24 0 15,17 2-15,0-2 16,9 0-1,-23 2-15,-6 2 16,4-2-16,5 2 16,-14-2-16,-6 2 15,-2-2-15,0 2 16,-4-2-16,0 1 16,-21-1-16,-13 3 15,-12-3-15,-10 0 16,-31 0-16,27 0 15,-27 0-15,0 0 16</inkml:trace>
  <inkml:trace contextRef="#ctx0" brushRef="#br0" timeOffset="169558.57">22965 15465 0,'0'0'16,"0"0"-16,0 0 16,0 0-16,0 0 15,0 0-15,0 0 16,0 0 0,0 0-16,0 0 15,0 0-15,0 0 16,0 0-16,0 0 15,0 0 1,0 0-16,0 0 16,0 0-16,0 0 15,0 0-15,0 0 16,0 0-16,0 0 16,0 0-16,0 0 15,0 0-15,0 0 16,25 11-16,-1-1 15,31 12-15,1 3 16,-35-17-16,-1 3 16,-20-11-16,21 8 15,-21-8 1,0 0-16,0 0 16,0 0-16,0 0 15,0 0-15,-29 17 16,0-11-16,-17 2 15,-7 2 1,-9-1-16,-4 1 16,16 4-16,11 7 15</inkml:trace>
  <inkml:trace contextRef="#ctx0" brushRef="#br0" timeOffset="171027.37">21814 17132 0,'0'0'16,"0"0"-16,0 0 16,0 0-16,0 0 15,18-10-15,-18 10 16,63-37-16,-16 10 16,-31 13-16,-16 14 15,23-15-15,-23 15 16,0 0-16,16-13 15,-16 13-15,0 0 16,0 0-16,0 0 16,0 0-16,-22 4 15,-8 13 1,2 1-16,-5 0 16,-2 4-16,-5-4 15,0 5-15,-2-7 16,-3 2-16,5-5 15,6-3 1,1 1-16,3 2 16,0-4-16,5 6 15,25-15-15,-33 17 16,33-17-16,0 0 16,-28 12-16,28-12 15,0 0-15,0 0 16,0 0-16,0 12 15,22 0-15,-2 2 16,27 4-16,1 3 16,0 4-16,4 4 15,-7-5 1,1 3-16,-4-3 16,-1 1-16,-6-3 15,-1 0-15,-10-6 16,-2 2-16,-10-6 15,-12-12-15</inkml:trace>
  <inkml:trace contextRef="#ctx0" brushRef="#br0" timeOffset="173793.31">22270 14950 0,'0'0'16,"0"0"-16,0 0 15,0 0-15,0 0 16,0 0-16,0 0 16,0 0-16,0 0 15,-25-16-15,3 1 16,-102-23-16,0 0 15,9 21-15,7 20 16,-38-24-16,-23-9 16,5 18-1,-2 9-15,-32 10 16,-20 14-16,20-6 16,9 1-16,-19 5 15,-8 4-15,20-7 16,12 3-16,27-7 15,24 1 1,5-7-16,16 0 16,-3-12-16,7-6 15,13-2-15,16-3 16,17 2-16,20 3 16,18 3-16,3-3 15,21 10-15,-23-9 16,23 9-16,0 0 15,0 0-15,0 0 16,0 0-16,-3 16 16,17 24-16,3 1 15,7 20 1,11 20-16,4 29 16,5 26-16,-24-18 15,-12 0-15,3 12 16,0 11-16,-5-7 15,-1 3 1,-2 1-16,2 3 16,-3 7-16,2 12 15,-4-30-15,2-13 16,-2 16-16,1 8 16,-1-13-16,3-3 15,1-31-15,2-20 16,0 10-16,7 7 15,-5-9-15,3-1 16,-4-28-16,0-15 16,-4-16-16,0 1 15,-1-9 1,-2-14-16,1 19 16,-1-19-16,2 13 15,-2-13-15,0 0 16,3 14-16,-3-14 15,0 0 1,0 0-16,3 13 16,-3-13-16,3 12 15,-3-12-15,13 18 16,6 1-16,1 7 16,35 14-16,1 5 15,26 0-15,23 8 16,4-9-16,11-3 15,18 2-15,14 4 16,12-5-16,16-1 16,2-5-16,10-1 15,-2-8 1,5-4-16,-13-3 16,-7-2-16,-11-7 15,-9 3-15,9-7 16,3-2-16,-5-7 15,-1-8 1,-7-4-16,-4-1 16,-18-1-16,-12-2 15,-20-1-15,-12 4 16,-22 1-16,-14 6 16,-15-1-16,-10 3 15,-27 6-15,31-8 16,-31 8-16,0 0 15,20-11-15,-20 11 16,0 0-16,0 0 16,0 0-16,15-14 15,-13-23 1,1-2-16,-6-43 16,-1 2-16,-16 10 15,-10 12-15,5-34 16,3 10-16,-20-17 15,-7-19 1,14 31-16,10 14 16,-9-24-16,-2-7 15,3 0-15,6 1 16,4-5-16,6 0 16,1-26-16,3-15 15,4 33-15,6 19 16,1-33-16,4-15 15,1 9-15,5 1 16,-3 6-16,4 2 16,-3 7-16,4 11 15,0-3 1,1 2-16,-1 11 16,1 11-16,-5 11 15,0 13-15,2-23 16,3-8-16,-5 16 15,1 8 1,-6 19-16,1 16 16,-2 13-16,0 2 15,-2 5-15,2 16 16,-1-18-16,1 18 16,-2-17-16,2 17 15,0 0-15,-1-14 16,1 14-16,0 0 15,0 0-15,-5-13 16,5 13-16,0 0 16,-42-6-16,14 9 15,-53 33 1,1 0-16,-39 29 16,-22 27-16,20-23 15,8-2-15,-9 1 16,-4 0-16,22-31 15,16-18-15,14-4 16,16-4 0</inkml:trace>
  <inkml:trace contextRef="#ctx0" brushRef="#br0" timeOffset="176887.37">19668 15868 0,'0'0'15,"0"0"-15,0 0 16,0 0-16,0 0 15,0 0-15,0 0 16,0 0-16,0 0 16,0 0-16,0 0 15,0 0-15,0 0 16,0 0 0,0 0-16,-49 15 15,2-1-15,-114 57 16,2-1-16,43-27 15,34-14-15,-120 49 16,1 3 0,22-13-16,17-3 15,-43 14-15,-21 12 16,3-7-16,-1 5 16,1-3-16,0 2 15,14-8-15,10-1 16,45-21-16,34-11 15,-5-4-15,14-6 16,-4-8-16,8-4 16,6-4-16,8-1 15,14-6-15,13 0 16,3-3 0,10 1-16,8-5 15,11 4-15,8-5 16,26-6-16,-27 7 15,27-7 1,0 0-16,-23 8 16,23-8-16,0 0 15,0 0-15,0 0 16,5-23-16,3 4 16,3-5-16,6-3 15,-8 10-15,-9 17 16,17-25-16,-17 25 15,17-21-15,-17 21 16,12-13-16,-12 13 16,0 0-16,0 0 15,6-12 1,-6 12-16,0 0 16,0 0-16,-10 27 15,-1 2-15,-17 42 16,-1-1-16,-2-11 15,-2-9-15,7-14 16,6-10 0,8-14-16,1 0 15,11-12-15,0 0 16,0 0-16,0 0 16,51 7-16,5-7 15</inkml:trace>
  <inkml:trace contextRef="#ctx0" brushRef="#br0" timeOffset="177949.84">10707 17214 0,'0'0'15,"0"0"-15,0 0 16,0 0-16,0 0 16,0 0-16,0 0 15,0 0-15,0 0 16,8 31-16,0 3 15,23 88-15,1 1 16,-16-74-16,-1 1 16,1 4-16,4 6 15,-5-6-15,1 0 16,-6-19 0,-2-12-16,0-7 15,3-3-15,18-19 16,2 2-16,9-17 15,10-8-15,-5-1 16,0 2 0,-6-16-16,-2-7 15,-8-17-15,0-13 16,-11 23-16,-1 15 16,-7 9-16,-2 14 15,-5 2-15,-3 18 16,3-24-16,-3 24 15,0 0-15,2-12 16,-2 12-16,-2 17 16,-1 50-16,1 1 15</inkml:trace>
  <inkml:trace contextRef="#ctx0" brushRef="#br0" timeOffset="178231.12">11686 17243 0,'0'0'15,"0"0"-15,0 0 16,0 0-16,0 0 16,0 0-16,0 0 15,-3 17-15,3 2 16,-5 111-16,0 2 15,4-85-15,-1 3 16,0-19-16,4-10 16,-2-5-16,2-3 15,-2-13 1,0 17-16,0-17 16,0 0-16</inkml:trace>
  <inkml:trace contextRef="#ctx0" brushRef="#br0" timeOffset="178449.81">11580 17177 0,'0'0'16,"0"0"-16,0 0 15,0 0-15,0 0 16,0 0-16,0 0 16,0 0-16,0 0 15</inkml:trace>
  <inkml:trace contextRef="#ctx0" brushRef="#br0" timeOffset="178887.57">12237 17177 0,'0'0'16,"0"0"-16,0 0 16,0 0-16,0 0 15,0 0-15,0 0 16,0 0-16,0 0 15,0 0-15,0 0 16,6 20-16,-1 3 16,26 68-16,-1 2 15,-15-54-15,2 4 16,-12-25 0,2 2-16,-7-20 15,-2 19-15,2-19 16,-10 15-16,10-15 15,0 0 1,-24 8-16,24-8 16,0 0-16,-22-19 15,19-18-15,-1 0 16,17-20-16,8-7 16,7 20-16,7 8 15,-1 7-15,0 12 16</inkml:trace>
  <inkml:trace contextRef="#ctx0" brushRef="#br0" timeOffset="179246.76">12926 16656 0,'0'0'16,"0"0"-16,0 0 15,0 0-15,0 0 16,0 0-16,0 0 16,0 0-16,0 0 15,0 0-15,0 0 16,-5 35-16,5 0 15,-8 149-15,2 1 16,4-117-16,2 2 16,0 13-16,2 12 15,-2-39-15,3-19 16,-1-6 0,4-8-16,0-5 15,4-2-15</inkml:trace>
  <inkml:trace contextRef="#ctx0" brushRef="#br0" timeOffset="179934.4">12824 17235 0,'0'0'16,"0"0"-16,0 0 15,0 0-15,0 0 16,0 0-16,0 0 15,0 0-15,0 0 16,0 0-16,0 0 16,26-9-16,0 3 15,56-21-15,2 1 16,-29 0 0,-12 4-16,-6 0 15,-3 3-15,-10 4 16,-24 15-16,34-20 15,-34 20 1,0 0-16,25-6 16,-25 6-16,10 15 15,-8 9-15,1-2 16,-1 2-16,1-2 16,-3 3-16,6 1 15,-3-4-15,4-4 16,-4-5-16,-3-13 15,7 15-15,-7-15 16,0 0-16,0 0 16,27 0-16,-27 0 15,32-20 1,-8 2-16,2-3 16,6-2-16,-11 5 15,-3 1-15,-18 17 16,19-17-16,-19 17 15,0 0-15,0 0 16,0 0-16,0 0 16,0 0-1,18 15-15,-7 1 16,7 28-16,1 0 16,-1 0-16,0 6 15,-5-13-15,-1-5 16,-5-10-16,1-3 15,2-4-15,1-3 16,-11-12-16,26-6 16</inkml:trace>
  <inkml:trace contextRef="#ctx0" brushRef="#br0" timeOffset="180794">14352 17136 0,'0'0'15,"0"0"-15,0 0 16,0 0-16,0 0 15,0 0-15,0 0 16,0 0-16,0 0 16,-17 4-16,17-4 15,-69 29-15,20-3 16,15-2 0,17 0-16,0 0 15,7-3-15,1 0 16,4 0-16,2-6 15,6-1-15,-3-14 16,5 20 0,-5-20-16,0 0 15,31-16-15,-11 0 16,-2-8-16,2 2 16,-7 3-16,-4 7 15,-1 0-15,-8 12 16,0 0-16,14-15 15,-14 15-15,0 0 16,15 29-16,-7 0 16,-1 60-16,-1 0 15,-3-45 1,0 0-16,-1-26 16,3-2-16,-5-16 15,23 8-15,20-44 16,2 4-16,8-45 15,9-24-15,-23 18 16,-9 4 0,1-18-16,-1-10 15,-7 16-15,-2 13 16,-5 12-16,-1 13 16,-5 11-16,-1 10 15,-3 8-15,-3 10 16,-3 14-16,3-18 15,-3 18-15,0 0 16,0 0-16,-15 18 16,-18 39-16,-1 2 15,16 57-15,10 40 16,2-104 0,1 1-16,8 11 15,11 11-15,6 12 16,12 13-16,-3-25 15,2-11-15,-7-21 16,2-15 0</inkml:trace>
  <inkml:trace contextRef="#ctx0" brushRef="#br0" timeOffset="181403.44">13284 18295 0,'0'0'16,"-4"28"-16,1-2 15,3-26-15,0 0 16,0 0-16,0 0 15,0 0-15,0 0 16,0 0-16,0 0 16,0 0-16,0 0 15,0 0-15,0 0 16,0 0 0,0 0-16,0 0 15,0 0-15,0 0 16,0 0-16,-61 98 15,0-1-15,14 31 16,7 26 0,38-135-16,2 2 15,9-2-15,5-3 16,32 6-16,1 2 16,28-39-16,20-23 15,0-68-15,7-48 16,-33 43-16,-16 12 15</inkml:trace>
  <inkml:trace contextRef="#ctx0" brushRef="#br0" timeOffset="181918.99">13919 17661 0,'0'0'0,"0"0"16,0 0-16,0 0 15,0 0-15,0 0 16,0 0 0,-8 34-16,0 2 15,-13 144-15,2 0 16,22-134-16,-1-1 16,7 21-16,1 47 15,-2-5-15,2 8 16,-4-43-16,1-25 15,-4-16-15,0-3 16,-1-14-16,1-1 16,-3-14-16,0 0 15,37-48-15,-16 6 16,42-70 0,1-1-16,-44 64 15,0 0-15,-5 3 16,4 11-16,-7 6 15,-4 10-15,-8 19 16,14-12 0,-14 12-16,0 0 15,32 11-15,-13 12 16,27 71-16,0-1 16,-14-5-16,-7-9 15,-6-21-15,-3-20 16,-3-1-16,0 1 15,1-10-15,3 1 16</inkml:trace>
  <inkml:trace contextRef="#ctx0" brushRef="#br0" timeOffset="182512.81">15017 18248 0,'0'0'0,"2"10"16,0 3 0,-2-13-16,0 0 15,0 0-15,0 0 16,0 0-16,0 0 16,0 0-16,0 0 15,0 0-15,0 0 16,0 0-16,0 0 15,0 0-15,0 0 16,0 0-16,0 0 16,0 0-16,0 0 15,0 0-15,0 0 16,0 0 0,0 0-16,0 0 15,0 0-15,0 0 16,0 0-16,0 0 15,0 0-15,0 0 16,0 0 0,0 0-16,0 0 15,0 0-15,0 0 16,0 0-16,0 0 16,0 0-16,0 0 15,0 0-15,0 0 16,0 0-16,0 0 15,0 0-15,0 0 16,0 0-16,0 0 16,71 113-16,-1 3 15,-8-5 1,-4 4-16,-43-86 16,0 4-16,-2-13 15,-2 1-15,-11-21 16,24 23-16</inkml:trace>
  <inkml:trace contextRef="#ctx0" brushRef="#br0" timeOffset="183778.59">15796 18192 0,'0'0'15,"-1"-12"-15,-1-1 16,2 13-16,0 0 16,0 34-16,2 0 15,-1 134-15,2 8 16,-1-114-16,0 2 15,-1-21-15,1-3 16,-1-24-16,0 6 16,-1-10-16,4 2 15,-4-14-15,1 20 16,-1-20 0,0 0-16,10-14 15,-4-6-15,10-86 16,-2 0-16,-4 11 15,0 12-15,1 19 16,3 21 0,-4 1-16,4 14 15,0 5-15,-14 23 16,33-18-16,-10 14 16,0 1-16,5 6 15,0 1-15,4 4 16,-3 12-16,3 15 15,-4 19-15,0 16 16,-6 13-16,-3 16 16,0-28-16,0-9 15,-8-21-15,-5-12 16,-1-5 0,-2-6-16,-1-4 15,2 0-15,-4-14 16,3 22-16,-3-22 15,3 17-15</inkml:trace>
  <inkml:trace contextRef="#ctx0" brushRef="#br0" timeOffset="184450.43">16576 18254 0,'0'0'16,"0"0"-16,0 0 15,0 0-15,0 0 16,0 0 0,0 0-16,0 0 15,0 0-15,0 0 16,0 0-16,13 37 15,-2 1-15,25 159 16,0 3 0,-28-150-16,-2 3 15,-4-32-15,1 1 16,-3-7-16,1-3 16,-1-12-16,0 14 15,0-14-15,2 13 16,-2-13-16,0 0 15,0 0-15,0 0 16,3-27-16,-1-6 16,4-74-16,-2-3 15,3 32-15,4 17 16,-2 14 0,-1 22-16,-2-7 15,2 13-15,-3 0 16,3 6-16,-4 0 15,-4 13-15,10-13 16,-10 13 0,25 26-16,-9 2 15,12 70-15,2 6 16,-8-17-16,-4 0 16,-3-36-16,-1-16 15,-10-14-15,3 4 16,-4-11-16,-3-14 15,6 21-15,-6-21 16,5 15-16,-5-15 16,11 14-16,-11-14 15</inkml:trace>
  <inkml:trace contextRef="#ctx0" brushRef="#br0" timeOffset="184919.2">17188 18672 0,'0'0'16,"0"0"-16,-6 4 16,6-4-16,0 0 15,0 0-15,0 0 16,0 0-16,0 0 15,0 0-15,0 0 16,0 0-16,0 0 16,93-89-16,1 2 15,-31 22 1,-18 21-16,-36 29 16,1 3-16,-10 12 15,3-13-15,-3 13 16,-9-14-16,9 14 15,-33-2-15,3 35 16,0-2 0,2 43-16,4 29 15,15-12-15,10 2 16,3-37-16,8-16 16,-1-11-16,5-9 15,4-2-15,7 0 16,1-8-16,3 6 15,-4-7-15,0 3 16</inkml:trace>
  <inkml:trace contextRef="#ctx0" brushRef="#br0" timeOffset="185231.72">17937 17698 0,'0'0'16,"0"0"-16,0 0 15,0 0-15,0 0 16,0 0-16,0 0 16,-6 72-16,3 0 15,-7 115-15,2 1 16,5-112-16,-1 15 15,-1 42-15,0 28 16,3-101-16,1 3 16,1-26-16,1-11 15,3-3-15,0 1 16,4 0 0,3 2-16</inkml:trace>
  <inkml:trace contextRef="#ctx0" brushRef="#br0" timeOffset="185653.76">18466 18271 0,'0'0'16,"-16"2"-16,16-2 16,0 0-16,0 0 15,0 0-15,0 0 16,0 0-16,0 0 15,0 0-15,0 0 16,0 0-16,0 0 16,0 0-16,0 0 15,0 0-15,0 0 16,0 0 0,0 0-16,0 0 15,0 0-15,14 138 16,14-5-16,15 1 15,10 4-15,-45-116 16,2 6 0,-10-13-16,1-1 15,-10 2-15,-6-1 16,-27 1-16,1 5 16,-20-6-16,-10-1 15,-1-4-15,2-6 16,15 7-16,12-1 15</inkml:trace>
  <inkml:trace contextRef="#ctx0" brushRef="#br0" timeOffset="187262.76">15150 18260 0,'0'0'0,"3"7"0,-3-7 16,0 0 0,0 0-16,0 0 15,0 0-15,0 0 16,0 0-16,0 0 15,0 0-15,0 0 16,0 0 0,0 0-16,0 0 15,0 0-15,0 0 16,0 0-16,0 0 16,0 0-16,0 0 15,0 0-15,0 0 16,-85 20-16,-3-5 15,-2 47-15,-2 33 16,65-35-16,1 6 16,4-2-16,7 4 15,3-37 1,3 3-16,1-14 16,6-6-16,2-14 15,-5 15-15,5-15 16,0 0-16,0 0 15,33 7-15,28-1 16,0 0 0,-5-37-16,-1-15 15,-5-10-15,-4-12 16,-11 13-16,-3 5 16,-12 10-16,-6 17 15,-4 1-15,-4 10 16,-1-3-16,-5 15 15,6-21-15,-6 21 16,6-14-16,-6 14 16,0 0-16,0 0 15,0 0-15,-18 27 16,8 59 0,-1 6-16,13-3 15,8-1-15,17-29 16,14-10-16</inkml:trace>
  <inkml:trace contextRef="#ctx0" brushRef="#br0" timeOffset="208338.21">15545 14237 0,'0'0'16,"0"0"-16,0 0 15</inkml:trace>
  <inkml:trace contextRef="#ctx0" brushRef="#br0" timeOffset="212509.96">18637 9125 0,'0'0'16,"0"0"-16,0 0 16,0 0-16,0 0 15,0 0-15,0 0 16,0 0-16,0 0 15,0 0-15,0 0 16,0 0 0,0 0-16,12 42 15,1 1-15,22 150 16,-1 1-16,-28-158 16,-1 1-16,-4-4 15,1-2 1,0-4-16,1-1 15,-2-13-15,1-1 16,-2-12-16,0 0 16,55-29-16,-11-4 15,41-78-15,-1 0 16,-16 19-16,-9 18 16,15-25-16,11-9 15,39-22-15,33-15 16,0 72-16,12 47 15,-13-17-15,-6 5 16,-24 13 0,-16 10-16,-24 3 15,-18 6-15,-17-2 16,-14 3-16,-37 5 16,42-5-16,-42 5 15,20-2 1,-20 2-16,0 0 15</inkml:trace>
  <inkml:trace contextRef="#ctx0" brushRef="#br0" timeOffset="-205113.97">1828 9261 0,'0'0'16,"0"0"-16,0 0 15,0 0-15,0 0 16,0 0-16,0 0 15,0 0 1,0 0-16,0 0 16,0 0-16,0 0 15,0 0-15,0 0 16,0 0 0,0 0-16,0 0 15,-5 14-15,2 0 16,-15 110-16,1 1 15,4-39-15,6-21 16,-6 17-16,-1 9 16,-2-2-16,5 4 15,4-50-15,0 3 16,2-16-16,4-4 16,-2-8-16,3-6 15,0-12-15,-2 19 16</inkml:trace>
  <inkml:trace contextRef="#ctx0" brushRef="#br0" timeOffset="-203126.09">1438 13166 0,'0'0'0,"0"0"16,0 0 0,0 0-16,0 0 15,0 0-15,0 0 0,0 0 16,0 0-16,19-12 15,-19 12 1,118-48-16,-21 11 16,-27 20-16,-19 15 15,5 4-15,1 12 16,-10-3-16,-6 4 16,-8 30-16,-7 23 15,-19-3-15,-15 7 16,-11-2-16,-11 2 15,-9 21-15,-11 20 16,6-30-16,0-8 16,22-37-1,0-1-15,12-23 16,1 2-16,9-16 16,0 0-16,0 0 15,39 6-15,107-1 16,2-1-16,-7-36 15,-4-27 1,-17 18-16,-10 6 16,-19 2-16,-15 8 15,-20 4-15,-17 11 16,-4-2-16,-5 3 16</inkml:trace>
  <inkml:trace contextRef="#ctx0" brushRef="#br0" timeOffset="-202235.37">8336 9264 0,'0'0'0,"0"0"15,0 0 1,0 0-16,0 0 16,0 0-16,0 0 15,0 0-15,0 0 16,0 0-16,0 0 16,0 0-16,0 0 15,26-16-15,2 0 16,78-9-16,1 0 15,-54 29-15,2 2 16,-7 2-16,0 7 16,-48-15-16,33 6 15,-33-6 1,0 0-16,-26 48 16,-3-10-16,-27 21 15,-17 11-15,2-24 16,-5-11-16,28-10 15,14-11 1,13-7-16,21-7 16,-23 12-16,23-12 15,0 0-15,0 0 16,64 15-16,-2 1 16,14 4-16,9 9 15,-21-5-15,-10 4 16,-12-11-16,-9-7 15,-33-10-15,33 15 16,-33-15-16,6 12 16,-41 39-16,1 3 15,-50 38 1,3 5-16,-2-34 16,0-18-16,20-7 15,14-9-15,11-10 16,15-7-1</inkml:trace>
  <inkml:trace contextRef="#ctx0" brushRef="#br0" timeOffset="-201579.01">8612 12083 0,'0'0'16,"0"0"-16,0 0 15,0 0-15,0 0 16,0 0-16,0 0 16,-11 14-16,3 1 15,-71 82 1,-2-1-16,9-27 16,5-15-16,5 0 15,11-3-15,8-13 16,15-9-16,9-2 15,12-4 1,15 9-16,16 9 16,41-5-16,1-1 15,27-17-15,23-9 16,-21-5-16,-8-2 16,9-21-16,6-10 15,-5 1-15,-2-4 16,-8 2-16,-8 2 15,-7 2-15,-6 2 16</inkml:trace>
  <inkml:trace contextRef="#ctx0" brushRef="#br0" timeOffset="-201297.72">9130 12300 0,'0'0'15,"0"0"-15,0 0 16,0 0-16,0 0 16,0 0-16,0 0 15,0 44-15,0 2 16,-19 160-16,0-2 15,-5-54-15,-4-35 16,-2 50-16,2 27 16,-8-34-1,-3-14-15</inkml:trace>
  <inkml:trace contextRef="#ctx0" brushRef="#br0" timeOffset="-162839.35">14045 7677 0,'0'0'0,"0"0"0,0 0 0,0 0 0,0 0 0,0 0 16,0 0-16,-22-3 16,22 3-16,-94-9 15,20 2 1,-2 3-16,-1 6 15,-18-2-15,-13 2 16,18-2-16,4 0 16,-7 0-16,-4 0 15,1 0-15,3 2 16,-4-2-16,-3 2 16,4 1-16,-1 1 15,10-1-15,8 6 16,8-4-16,10 5 15,10-4-15,14 1 16,-2 0 0,10 1-16,-2-2 15,9 4-15,-4 1 16,5 3-16,-10 9 16,-4 8-1,1 6-15,1 10 16,-3-3-16,2 9 15,-3-2-15,0 5 16,-8 19-16,-5 15 16,0 13-16,1 15 15,5-19-15,2-9 16,-11 34-16,-3 23 16,12-31-16,4-8 15,-4 21-15,-1 13 16,2-15-16,6-4 15,-6 14 1,-1 10-16,0 0 16,4 3-16,5-11 15,1-4-15,2 13 16,3 9-16,0-18 16,5-7-1,-7 28-15,0 18 16,7-51-16,5-23 15,-9 49-15,-2 25 16,1-31-16,2-11 16,-4 14-16,-1 8 15,0-17-15,3-5 16,0-7-16,-2-5 16,2-3-16,3 1 15,-1 0-15,-2 0 16,0-4-16,3 0 15,-1-4 1,1-3-16,-4 11 16,2 6-16,-1-16 15,5-4-15,-7 20 16,-1 15-16,6-46 16,7-25-16,-10 17 15,-1 6 1,-3 8-16,1 9 15,5-33-15,9-20 16,-14 34-16,-5 18 16,0-8-16,-2 7 15,8-43-15,9-23 16,-9 14-16,-1 2 16,0 1-16,0 4 15,4-13-15,6-7 16,4-3-16,0-5 15,7-11 1,6-7-16,-2-2 16,6 0-16,-3-2 15,2 7-15,0-2 16,2 5-16,0-7 16,4 4-1,0-4-15,1 1 16,0 1-16,3 3 15,-2-3-15,4 2 16,5 4-16,5 9 16,0-4-16,4 5 15,0-10-15,2 1 16,6 0-16,7 4 16,6-6-16,8-3 15,5-2-15,10-2 16,-5-4-16,4 1 15,9-1 1,9 0-16,-2-3 16,3 1-16,3-3 15,4-3-15,4-3 16,7 2-16,-12-5 16,-8 2-1,19-2-15,8 3 16,-10-3-16,-4 1 15,3 6-15,6 4 16,-13 2-16,-7 11 16,1-6-16,0 2 15,4 3-15,11 2 16,-12-2-16,-1-1 16,-1 1-16,5 0 15,-4 0-15,-1-1 16,4 1-16,0 0 15,-6-4-15,-3-1 16,6-4 0,1 1-16,0-2 15,0-1-15,-11-2 16,-5 0-16,0 1 16,0-1-1,-6-1-15,-2 1 16,3-2-16,3 2 15,4-1-15,10 1 16,5-1-16,8 1 16,-3-2-16,6 4 15,-9-3-15,-1 0 16,3 4-16,6 4 16,-11 3-16,-4 8 15,-6-1-15,-3 6 16,9 0-16,8 12 15,-6-8 1,1 2-16,2 1 16,4 1-16,-13-8 15,-6-3-15,6 4 16,2 2-16,6-10 16,4-5-16,-17-12 15,-5-5 1,10-3-16,9 2 15,-5-3-15,2 0 16,-14-3-16,-5 3 16,6-1-16,2 1 15,-5-4-15,-1 4 16,-8-3-16,-2 3 16,13-4-16,9 4 15,-7-2-15,-2 2 16,-14-2-16,-8 2 15,7-4-15,4 4 16,-2-3 0,2 3-16,-8-3 15,2 0-15,-4-3 16,-1 4-16,12-4 16,8 0-16,-4 0 15,1 0 1,-7-1-16,0 3 15,15-6-15,12 1 16,-9 1-16,-1-1 16,5 0-16,7 0 15,-6 1-15,-3 1 16,-14 2-16,-9 2 16,15-1-16,8 3 15,-1 1-15,5 1 16,-20 2-16,-8 1 15,16 16 1,11 21-16,-1 9 16,6 12-16,-24-12 15,-13-1-15,10 6 16,3 2-16,8 9 16,7 5-1,-5-7-15,0 0 16,12-2-16,11 2 15,3-24-15,10-40 16,-4 0-16,3 0 16,-4 0-16,1 0 15,-18 0-15,-11 0 16,0 0-16,-1 0 16,3 0-16,2 0 15,11 0-15,10-9 16,-2-3-16,6 0 15,-9-2 1,-1 5-16,-11-4 16,-2 7-16,-2-3 15,-3 1-15,-9-2 16,-10 1-16,-7-5 16,-6 2-1,4-10-15,1-8 16,-1-15-16,1-4 15,4-17-15,5-16 16,4-3-16,4-5 16,5-41-16,8 5 15,-5 10-15,1-10 16,-18 0-16,-11-2 16,-2-8-16,-3-7 15,2-23-15,5-16 16,-13 9-16,-6 3 15,0 7 1,3 6-16,3-45 16,6-22-16,-16 69 15,-7 39-15,3-39 16,2-10-16,-11 12 16,-2 6-1,-5-2-15,-1 2 16,-6-26-16,-2-18 15,-7 23-15,-5 16 16,-2-26-16,1-11 16,-1 6-16,1 3 15,-2 30-15,4 23 16,-8-51-16,0-22 16,-3 32-16,-1 19 15,-9 6-15,-2 13 16,-12-50-16,-5-24 15,-1 48-15,4 26 16,-8-29 0,1-9-16,-3 7 15,-1 2-15,-6 10 16,1 13-16,-10-21 16,-4-6-16,-9 22 15,-3 15 1,-11-11-16,-8 3 15,1 4-15,0 5 16,-18 9-16,-9 9 16,7-2-16,0 3 15,-7 5-15,-6 4 16,-1 10-16,0 8 16,-17-17-16,-10-10 15,9 17-15,5 8 16,-23 28-16,-10 19 15,0-19-15,-2-4 16,4 8 0,6 4-16,-8-10 15,-1 2-15,-3-1 16,-2 4-16,-9-1 16,-3 2-1,0 22-15,5 20 16,-11-8-16,-1 3 15,-1 2-15,3 6 16,4-4-16,7 2 16,3-2-16,5 3 15,-8-2-15,-2-3 16,7 2-16,7 2 16,14 0-16,15 4 15,-15 10-15,-1 13 16,21-3-16,16 7 15,-16-5 1,-8 2-16,6-2 16,6 3-16,14-7 15,21 1-15,-15-3 16,0 1-16,18-5 16,15 2-1,12-3-15,13 1 16,-2 7-16,5 8 15,4 10-15,6 10 16,2-1-16,6 3 16</inkml:trace>
  <inkml:trace contextRef="#ctx0" brushRef="#br0" timeOffset="-160027.12">10084 9860 0,'0'0'0,"0"0"16,0 0-16,0 0 15,0 0-15,0 0 16,0 0-16,0 0 16,0 0-16,0 0 15,0 0 1,0 0-16,0 0 15,0 0-15,0 0 16,0 0-16,0 0 16,0 0-16,0 0 15,0 0-15,0 0 16,0 0-16,0 0 16,0 0-16,0 0 15,0 0-15,0 0 16,0 0-16,0 0 15,0 0 1,0 0-16,18 19 16,2-1-16,47 50 15,-1 1-15,-20-20 16,-10-7-16,-3-9 16,-2-6-1,-9-7-15,-5-3 16,-7-5-16,-10-12 15,17 17-15,-17-17 16,18 12-16,-18-12 16,0 0-16,21 15 15,-21-15-15,0 0 16,0 0-16,0 0 16,0 0-16,21 10 15,-21-10-15,0 0 16,0 0-16,0 0 15,0 0 1,0 0-16,0 0 16,0 0-16,0 0 15,0 0-15,-55 17 16,18-7-16,-42 6 16,3 1-1,-17 8-15,-13 6 16,30 2-16,12 4 15,14-8-15,13-1 16,5-9-16,12-2 16,20-17-16,-24 20 15,24-20-15,0 0 16</inkml:trace>
  <inkml:trace contextRef="#ctx0" brushRef="#br0" timeOffset="-37620.15">13906 16154 0,'0'0'15,"0"0"-15,0 0 16,0 0-16,0 0 16,0 0-16,0 0 15,0 0-15,0 0 16,0 0-16,0 0 16,23-7-16,3 3 15,86-33-15,-2 0 16,-4-9-16,-4-3 15,8 1-15,2 5 16,-22 1 0,-8 5-16,-2 2 15,-4 4-15,-9 0 16,-2 5-16,-15 2 16,-11 8-1,-8 1-15,-4 9 16,-27 6-16,27-8 15</inkml:trace>
  <inkml:trace contextRef="#ctx0" brushRef="#br0" timeOffset="-37245.35">14257 16474 0,'0'0'15,"0"0"1,0 0-16,0 0 16,0 0-16,0 0 15,0 0-15,0 0 16,0 0-16,41-22 16,2 4-16,117-68 15,2-1 1,-88 54-16,-3 2 15,40-19-15,21-10 16,-32 20-16,-15 8 16,-9-1-16,-4 6 15,-22 8-15,-17 9 16,-33 10-16,40-13 16,-40 13-16,0 0 15,0 0-15,0 0 16</inkml:trace>
  <inkml:trace contextRef="#ctx0" brushRef="#br0" timeOffset="-35386.27">10862 15625 0,'0'0'0,"0"0"16,0 0-1,0 0-15,0 0 16,0 0-16,0 0 15,0 0-15,0 0 16,0 0-16,0 0 16,0 0-16,0 0 15,0 0-15,0 0 16,0 0-16,0 0 16,37-17-16,0 2 15,56-28-15,1 0 16,-59 22-16,2 0 15,-2 0 1,-1 1-16,-2 3 16,2 7-16,-8-4 15,-2 3-15,-24 11 16,30-9 0,-30 9-16,0 0 15</inkml:trace>
  <inkml:trace contextRef="#ctx0" brushRef="#br0" timeOffset="-35120.57">10905 15880 0,'0'0'16,"0"0"-16,0 0 16,0 0-16,0 0 15,0 0-15,0 0 16,11-3-1,-11 3-15,92-46 16,-8 7-16,-2-1 16,-4 3-16,0 4 15,-2 8-15,-20 2 32,-11 5-32,-13 6 0,-9 5 15,-23 7-15,24-6 16</inkml:trace>
  <inkml:trace contextRef="#ctx0" brushRef="#br0" timeOffset="-29074.56">10804 13861 0,'0'0'0,"0"0"0,0 0 16,0 0-1,0 0-15,0 0 16,0 0-16,0 0 16,0 0-16,0 0 15,0 0-15,0 0 16,0 0 0,0 0-16,0 0 15,0 0-15,0 0 16,0 0-16,0 0 15,0 0-15,0 0 16,0 0-16,0 0 16,0 0-16,0 0 15,0 0-15,0 0 16,0 0-16,0 0 16,0 28-16,3 1 15,5 40-15,0-1 16,0-37-1,0 1-15,4-8 16,5-1-16,25-1 16,1 3-16,12-17 15,11-6 1,-17-6-16,2-2 16,2 4-16,2 2 15,0-5-15,1 2 16,-8-2-16,-1 5 15,-16-1-15,-6 1 16</inkml:trace>
  <inkml:trace contextRef="#ctx0" brushRef="#br0" timeOffset="-28746.49">11728 13671 0,'0'0'16,"0"0"-16,0 0 16,0 0-16,0 0 15,0 0-15,0 0 16,0 0-16,0 0 15,-2 26-15,1 4 16,-3 64-16,1 3 16,1-28-16,2-17 15,0 34-15,2 22 16,-2-34-16,3-13 16,-3-32-16,2-1 15</inkml:trace>
  <inkml:trace contextRef="#ctx0" brushRef="#br0" timeOffset="-26074.72">12924 13464 0,'0'0'16,"0"0"-16,0 0 15,0 0-15,0 0 16,0 0-16,0 0 15,0 0-15,0 0 16,0 0-16,0 0 16,0 0-16,0 0 15,-3 14-15,3 1 16,-8 103-16,0 1 16,3-42-16,4-27 15,-1-27 1,2 5-16,2-11 15,1-2-15,3-3 16,7 2-16,21 0 16,1 2-16,17-9 15,10-2 1,-23 1-16,-8 0 16,-6-5-16,-2-1 15,-23 0-15,35-1 16,-35 1-16,31-2 15,-31 2-15,35-3 16</inkml:trace>
  <inkml:trace contextRef="#ctx0" brushRef="#br0" timeOffset="-25621.54">13233 13526 0,'0'0'0,"0"0"15,0 0-15,0 0 16,0 0 0,0 0-16,0 0 15,0 0-15,0 0 16,20-4-16,4 2 15,51-3-15,1 1 16,-23 2-16,-14 7 16,-5-1-16,-3 4 15,-9 1-15,-6 8 16,-6 11-16,-5 11 16,-31 39-16,0 2 15,-11-14-15,-3-13 16,22-33-1,2 4-15,16-24 16,-16 15-16,16-15 16,0 0-16,8 13 15,-8-13 1,90-2-16,-13-5 16,15-6-16,8-3 15,-23 2-15,-11 2 16</inkml:trace>
  <inkml:trace contextRef="#ctx0" brushRef="#br0" timeOffset="-20185.3">1947 3930 0,'0'0'0,"0"0"15,0 0-15,0 0 16,0 0-16,0 0 16,0 0-16,0 0 15,0 0 1,0 0-16,0 0 16,0 0-16,0 0 15,0 0-15,0 0 16,0 0-16,0 0 15,3 33-15,1 0 16,12 123-16,3-2 16,-13-102-16,2 2 15,3 8-15,3 6 16,-6-20-16,-1-11 16,-5-25-1,1 1-15,-3-13 16,0 0-16,-18-13 15,2-1-15,-36-31 16,2-1-16,4-40 16,4-27-1,9 19-15,8 2 16,8 28-16,9 21 16,-1 4-16,6 12 15,1 13-15,2-2 16,-2 4-16,2 12 15,2-12-15,-2 12 16,58-2-16,-3 6 16,37 1-16,28 3 15,-40 14-15,-16 15 16,-6 22-16,-6 21 16,-11-17-1,-6-6-15,-12-14 16,-6-9-16,-6-10 15,-3-7-15,0-5 16,-8-12-16,0 0 16,6 13-1</inkml:trace>
  <inkml:trace contextRef="#ctx0" brushRef="#br0" timeOffset="-19700.95">2565 3459 0,'0'0'16,"0"0"-16,0 0 16,0 0-16,0 0 15,-3 52-15,0-1 16,-10 133-16,-1 0 16,-5-62-1,-3-39-15,4 23 16,5 3-16,8-86 15,0 2-15,5-25 16,-6 20-16,6-20 16,0 0-1,0 0-15,0-19 16,0-86-16,0 0 16,0 18-16,5 15 15,4-15-15,7-5 16,3 8-16,6 5 15,-12 40-15,0 2 16,-3 12-16,-2 12 16,-8 13-16,23-13 15,2 32-15,0 2 16,18 60-16,0 3 16,-3-7-1,1 4-15,-16 29 16,-6 24-16,-7-47 15,0-21-15,-8-39 16,2 0-16</inkml:trace>
  <inkml:trace contextRef="#ctx0" brushRef="#br0" timeOffset="-18419.6">4073 1294 0,'0'0'0,"0"0"16,0 0-16,0 0 16,0 0-1,0 0-15,0 0 16,0 0-16,0 0 16,6 33-16,-1 2 15,9 184-15,2 3 16,-16-68-16,-9-46 15,13 120-15,7 65 16,-9-110-16,-2-51 16,1 77-16,3 34 15,-3-35-15,1-12 16,-1 18-16,1 13 16,-4-67-1,2-38-15,-4 19 16,-3 1-16,-1-45 15,1-27-15,0-15 16,3-16-16,-3 4 16,4-1-1,-2-9-15,4-7 16,-2-1-16,6-1 16,11 2-16,13 3 15,48-9-15,3 4 16,31-24-16,22-11 15,-2-3-15,10-3 16,-6-8-16,-1-1 16,1 1-16,7 2 15,-20 0-15,-6 5 16,-13-2-16,-10 8 16,-23 0-1,-15 6-15,-27 1 16,2 4-16,-28 1 15,28-2-15,-28 2 16,0 0-16,0 0 16,25-2-1,-25 2-15,0 0 16,-6-40-16,-1 1 16,-18-96-16,0 1 15,-1 6-15,1 4 16,-7-39-16,-2-21 15,2-21-15,4-16 16,23 2-16,21 0 16,-11 36-16,3 28 15,0-8-15,4 6 16,-3-9-16,1 0 16,-3 45-1,0 32-15,-6 21 16,-1 26-16,-3-3 15,0 8-15,-4-8 16,-1 1-16,-5-19 16,-4-15-1,2 10-15,0 7 16,4 18-16,4 15 16,-3-3-16,0 6 15,-4-1-15,0 1 16,-8-2-16,-3 0 15,-2-2-15,-3 0 16,-9-1-16,-2 2 16,-18 1-16,-14 4 15,-28 19-15,-19 18 16,-34-1-16,-28 8 16,44 1-1,24 7-15,2-6 16,10 2-16,-6 2 15,3 4-15,17 18 16,14 18-16,19-14 16,18 3-1,9-18-15,13-12 16</inkml:trace>
  <inkml:trace contextRef="#ctx0" brushRef="#br0" timeOffset="-17435.52">4120 2398 0,'0'0'0,"0"0"16,0 0-16,0 0 16,0 0-1,0 0-15,0 0 16,0 0-16,0 0 16,0 0-16,0 0 15,0 0-15,0 0 16,43-3-16,2 0 15,153-8-15,3 1 16,-106 4-16,3 1 16,57-4-16,40-4 15,-46-8-15,-14-3 16,-19-1 0,-13 2-16,-15 5 15,-14 4-15,-13-1 16,-13 6-16,-48 9 15,39-8-15,-39 8 16,0 0-16,0 0 16,20-1-1</inkml:trace>
  <inkml:trace contextRef="#ctx0" brushRef="#br0" timeOffset="-16919.91">3842 3482 0,'0'0'16,"0"0"-16,0 0 16,0 0-16,0 0 15,0 0-15,0 0 16,27-2-16,1-1 15,107-7-15,3 2 16,-24 1-16,-15 5 16,34-5-16,17 1 15,-3-3-15,6 4 16,-16 0 0,-10-2-16,3-1 15,2 0-15,-24-1 16,-14 1-16,-21 0 15,-17 4-15,-6-2 16,-7 3-16,-15-1 16,-28 4-1,31-2-15,-31 2 16</inkml:trace>
  <inkml:trace contextRef="#ctx0" brushRef="#br0" timeOffset="-16295.03">4061 4427 0,'0'0'0,"0"0"0,0 0 16,0 0-1,0 0-15,39-4 16,3-1-16,98-9 15,3-1-15,-38 3 16,-20 6 0,53-11-16,34 0 15,-41-3-15,-14 1 16,23-8-16,9 1 16,-42 5-16,-24 4 15,0 1-15,-4 4 16,-21-1-16,-13 4 15,-21 5-15,1 0 16,-25 4-16,23-4 16,-23 4-16,0 0 15</inkml:trace>
  <inkml:trace contextRef="#ctx0" brushRef="#br0" timeOffset="-5077.11">7402 1027 0,'0'0'16,"0"0"-16,0 0 15,0 0-15,0 0 16,0 0-16,0 0 16,0 0-16,0 0 15,0 0-15,0 0 16,0 0 0,0 0-16,6 21 15,0 0-15,29 88 16,0 1-16,-4-11 15,-1-5-15,0-2 16,1-1 0,-20-54-16,4 3 15,-11-26-15,1 2 16,-5-16-16,4 17 16,-4-17-16,0 0 15,-9-33-15,1 0 16,-24-82-16,3 0 15,8 35-15,10 25 16,-1-54-16,4-23 16,10 39-16,8 21 15,-7 37-15,1 0 16,-1 5 0,2 8-16,-2 0 15,3 5-15,-1-4 16,1 9-16,-3-3 15,-3 15-15,8-22 16,-8 22 0,0 0-16,0 0 15,0 0-15,8 14 16,-18 42-16,1-15 16,-15 17-16,-4 12 15,10-31-15,5-11 16,2-10-16,3-5 15,8-13-15,0 0 16,0 0-16,12-13 16,62-18-16,3 0 15,8 12-15,8 13 16,-13 19 0,-5 18-16,-5 6 15,-2 12-15,-15-10 16,-10 1-16,-10-5 15,-9 3-15,-5-4 16,-6 6 0,-8 7-16,-7 9 15,-26 9-15,-18 9 16,-29-6-16,-22 0 16,23-17-16,7-9 15,34-27-15,0 1 16,33-16-16,-24 8 15,24-8-15,0 0 16</inkml:trace>
  <inkml:trace contextRef="#ctx0" brushRef="#br0" timeOffset="-4014.44">9176 1137 0,'0'0'15,"0"0"-15,0 0 16,0 0-16,0 0 16,0 0-16,0 0 15,0 0-15,0 0 16,0 0-16,0 0 16,-29-7-1,3 0-15,-80 33 16,0 1-16,59 0 15,-1 2-15,14-10 16,16-5 0,0 1-16,12 1 15,4 3-15,7 1 16,16-1-16,11 3 16,17-15-16,18-7 15,-17-9-15,-3-3 16,-12 0-16,-7 1 15,-9-1-15,-19 12 16,26-17-16,-26 17 16,0 0-16,32-8 15,-32 8-15,27 5 16,-27-5 0,23 12-16,-10 0 15,2 4-15,-15-16 16,22 24-16,-22-24 15,16 14-15,-16-14 16,15 12 0,-15-12-16,23 15 15,-23-15-15,45 8 16,-13-14-16,6-5 16,-9-1-16,-2-3 15,2 1-15,-3 4 16,-2-3-16,-3 1 15,-21 12-15,19-14 16,-19 14-16,0 0 16,31-4-16,-31 4 15,43 30-15,-15-5 16,0 2 0,5 7-16,-15-14 15,-4-6-15,-14-14 16,21 22-16,-21-22 15,20-3-15,0-20 16,3 1-16,-2-8 16,8 1-1,-13 2-15,-3 7 16,-5 3-16,-8 17 16,13-20-16,-13 20 15,11-12-15,-11 12 16,29 4-16,-5 4 15,7 4-15,4 7 16,-4 4-16,-1 6 16,-7-7-16,-5 1 15,-4-8-15,-14-15 16,16 12-16,-16-12 16</inkml:trace>
  <inkml:trace contextRef="#ctx0" brushRef="#br0" timeOffset="-3154.82">10717 426 0,'0'0'15,"-7"10"-15,2 2 16,5-12-16,0 0 16,0 0-16,0 0 15,0 0-15,0 0 16,7 114 0,1 0-16,6 155 15,-2-29-15,-9-208 16,-1 2-16,-2-1 15,0 4-15,0-12 16,0-5-16,0-20 16,0 23-1,0-23-15,0 0 16,0 0-16,14-13 16,30-42-16,2 1 15,-6-28-15,1-16 16,-25 63-16,2 0 15,-6 7-15,0 5 16,-4 2-16,1 6 16,-4 3-16,-5 12 15,0 0-15,0 0 16,-17 31-16,0 9 16,-21 38-1,1 0-15,22-43 16,-2 2-16,4-9 15,6-4-15,3 1 16,8 2-16,16 4 16,12 4-1,16-8-15,18-2 16,-8-22-16,3-8 16,5-12-16,10-6 15,1-12-15,2-6 16,-19-17-16,-10-13 15,-15 31-15,-9 14 16,-16 10-16,4 0 16,-14 16-16,3-14 15,-3 14-15,-29 1 16,-24 15-16,3 3 16,10 2-1,17 2-15,14-9 16,1 3-16,25 18 15,-4-1-15,19 11 16,13 4 0,2-12-16,11-3 15,16-17-15,17-8 16,-25-9-16,-5-9 16</inkml:trace>
  <inkml:trace contextRef="#ctx0" brushRef="#br0" timeOffset="-2654.78">12482 937 0,'0'0'16,"0"0"-16,0 0 15,0 0-15,0 0 16,0 0 0,0 0-16,-13 4 15,13-4-15,-86 53 16,17-3-16,19 0 15,18-2-15,0-3 16,9-2-16,5 0 16,10 3-1,5-1-15,8 3 16,-2-19-16,4-11 16,33-15-16,3 0 15,20-33-15,16-22 16,-10-24-16,-1-19 15,1-22-15,2-16 16,-24 47-16,-15 29 16,-10-5-16,-9 8 15,-8 27-15,2-2 16,-4 17-16,0-3 16,-3 15-1,0 0-15,-14 56 16,2 0-16,-29 97 15,0-15-15,12-20 16,13-11-16,11-20 16,15-16-1,11 7-15,8 1 16,2-23-16,4-15 16</inkml:trace>
  <inkml:trace contextRef="#ctx0" brushRef="#br0" timeOffset="-1561.14">14241 860 0,'0'0'16,"0"0"-16,0 0 15,0 0-15,0 0 16,0 0-16,0 0 15,-22-2-15,-2 0 16,-38 16-16,-2 1 16,11 24-16,8 17 15,0 8-15,10 15 16,18-44 0,3 2-16,14-37 15,-10 22-15,10-22 16,-2 15-16,2-15 15,15 21-15,17-11 16,-1 3-16,10-22 16,7-10-1,-4-24-15,5-17 16,-18 25-16,-9 12 16,-14 9-16,4 1 15,-12 13-15,10-18 16,-10 18-16,0 0 15,0 0-15,4 17 16,6 38-16,2 1 16,-5-17-16,-1-7 15,2-8-15,3-3 16,1-5-16,5-3 16,12-4-1,10 1-15,6-17 16,11-5-16,-6-23 15,0-17-15,-14 15 16,-8 6-16,-9 6 16,-5 9-1,-6 1-15,-8 15 16,10-17-16,-10 17 16,0 0-16,0 0 15,28 36-15,-11-1 16,-1-4-16,1-3 15,-7-6-15,-1-7 16,1 0-16,0 0 16,6-3-16,3 1 15,4-15-15,7-7 16,5-24-16,7-17 16,-1 3-1,0-2-15,-8 3 16,0 4-16,-10 12 15,-7 11-15,1 3 16,-17 16 0,40 4-16,-4 22 15,-5 16-15,3 17 16,-8-17-16,-1-5 16,-7-5-16,-3-6 15,1 3-15,1 2 16,-5-8-16,-1-2 15,-11-21-15,0 0 16,0 0-16,0 0 16</inkml:trace>
  <inkml:trace contextRef="#ctx0" brushRef="#br0" timeOffset="-905.04">16270 897 0,'0'0'16,"0"0"-16,0 0 16,0 0-16,0 0 15,0 0-15,0 0 16,0 0-16,0 0 15,-37 6-15,-1 3 16,-53 32-16,3 0 16,36 7-16,28 5 15,-2 1-15,9 5 16,10-19-16,12-6 16,-2-3-1,8 0-15,40-9 16,2 3-16,13-22 15,14-14-15,-22 8 16,-8 3-16,16-42 16,9-25-1,-7-38-15,4-34 16,-44 92-16,2 1 16,-12 9-16,-6 9 15,-3-10-15,-4-2 16,-5-7-16,-3 10 15,-1 6-15,0 10 16,4 21-16,0 0 16,0 0-16,-5 21 15,14 134-15,1-27 16,-13 36-16,-8 23 16,11-106-1,2 3-15,-4 1 16,1 9-16,2-36 15,5-17-15,-1-10 16,1-8 0,-1-7-16,-5-16 15,19 19-15,-19-19 16,61-6-16,-17-4 16</inkml:trace>
  <inkml:trace contextRef="#ctx0" brushRef="#br0" timeOffset="-420.53">17999 565 0,'0'0'0,"-9"72"15,3 0-15,6-72 16,0 0-16,0 0 16,0 0-1,0 0-15,0 0 16,-97 0-16,-1 0 16,10 26-16,9 27 15,58-18-15,1 0 16,18 33-16,15 23 15,29-11-15,25 6 16,-7-37-16,6-18 16,-16 2-16,-9-5 15,-3 2-15,-2 1 16,-13 2-16,-7 2 16,-13-1-1,-6 0-15,-21 5 16,-12 8-16,-17-6 15,-15 3-15,20-11 16,9-9-16,4-11 16,10-10-1,3-17-15,8-15 16</inkml:trace>
  <inkml:trace contextRef="#ctx0" brushRef="#br0" timeOffset="235.59">18474 370 0,'0'0'0,"0"0"16,3 8-16,-3-8 15,0 0-15,0 0 16,0 0 0,0 0-16,0 0 15,0 0-15,0 0 16,0 0-16,0 0 16,-7 217-16,3-4 15,-10 15-15,-1 43 16,14-255-16,1 0 15,-2 9-15,2 10 16,0-12-16,3-3 16,-3-20-16,8 20 15,-8-20-15,35-15 16,10-7 0,-1-1-16,5-19 15,1-8-15,-15 3 16,-10-1-16,-11 28 15,0-1-15,-2 3 16,-2 3-16,-10 15 16,14-15-1,-14 15-15,22 13 16,0 14-16,-1 2 16,-1 0-16,0 1 15,-9 8-15,-1 8 16,-3-4-16,0 3 15,-4-17-15,-1-6 16,-2-22-16,3 21 16,-3-21-16,0 0 15,33-32-15,-2-1 16,37-24-16,0 2 16</inkml:trace>
  <inkml:trace contextRef="#ctx0" brushRef="#br0" timeOffset="1219.95">19565 1145 0,'0'0'0,"0"0"16,0 0 0,0 0-16,0 0 15,0 0-15,0 0 16,5-26-16,2 1 16,-9-38-16,2 2 15,-12 24-15,-4 16 16,1-2-16,2 8 15,-1 3-15,14 12 16,-31 0-16,3 12 16,-20 48-16,1 2 15,11 7-15,9 5 16,18-47 0,-1 2-16,5-9 15,4-1-15,2-2 16,4-1-16,6-3 15,10-1-15,16-2 16,3 1-16,10-7 16,8 0-1,-8-8-15,0-4 16,-9-11-16,-2-6 16,-4-10-16,-4-4 15,-12 12-15,-5 8 16,-14 19-16,15-19 15,-15 19-15,0 0 16,0 0-16,0 0 16,0 0-16,20 32 15,-14 22-15,3 1 16,-1 12 0,3 9-16,-3-27 15,3-9-15,-5-19 16,1 1-16,-2-9 15,-5-13-15,0 0 16,37 10-16,7-47 16,0 1-1,13-15-15,7-7 16,-24 13-16,-10 8 16,-4 1-16,-4 5 15,-2 0-15,-1 6 16,-2 0-16,0 3 15,-1-1-15,1 2 16,4-1-16,5 1 16,6 8-16,6 8 15,5 10-15,8 12 16,-1 12-16,1 13 16,-18-14-1,-9 1-15,-7 4 16,-4 4-16,-5 13 15,-4 11-15,0-23 16,-1-6 0,-3-17-16,0 2 15,0-17-15,-2 16 16,2-16-16,0 0 16,0-20-16,3 6 15,11-17-15,1 1 16,5-23-16,6-11 15,4-7-15,6-2 16,-7 14-16,-3 12 16,-3 5-16,0 13 15,-12 13-15,3 2 16</inkml:trace>
  <inkml:trace contextRef="#ctx0" brushRef="#br0" timeOffset="1688.62">21215 1344 0,'0'0'16,"0"0"-16,0 0 15,0 0-15,0 0 16,33-20-16,2 5 16,50-48-16,1 2 15,-67 40-15,3 2 16,-11 4 0,-2 1-16,-6 0 15,-3 14-15,-3-25 16,-3 11-16,6 14 15,0 0-15,-25 0 16,25 0-16,-37 45 16,12-6-1,5-3-15,6-2 16,3-9-16,10-2 16,1 0-16,6 2 15,11-3-15,10 2 16,37-10-16,2 0 15,3-18-15,6-8 16</inkml:trace>
  <inkml:trace contextRef="#ctx0" brushRef="#br0" timeOffset="2251.5">22504 963 0,'0'0'0,"0"0"15,0 0-15,0 0 16,0 0 0,0 0-16,0 0 15,-7 10-15,7-10 16,-64 94-16,4-12 16,10-26-16,9-16 15,-1-5-15,8-8 16,6-4-16,7-3 15,4-8-15,17-12 16,-13 14-16,13-14 16,0 0-16,21 4 15,63-4-15,1 1 16,22-65 0,17-40-16,-38-3 15,-18-15-15,-13 50 16,-13 33-16,-10-7 15,-11 10-15,-2-13 16,-3 6-16,-5-9 16,-7 4-1,-2 14-15,-2 9 16,0 9-16,0 16 16,0 0-16,0 0 15,-8 89-15,2 1 16,-10 99-16,1-18 15,0-22-15,4-9 16,4-16-16,5-12 16,11-9-16,7-8 15,0-12-15,1-11 16,0-8-16,-1-4 16,-4-22-1,-2-14-15</inkml:trace>
  <inkml:trace contextRef="#ctx0" brushRef="#br0" timeOffset="8086.36">14233 2441 0,'0'0'15,"0"0"-15,0 0 31,0 0-31,0 0 16,0 0-16,0 0 16,0 0-16,0 0 15,16-28-15,-2 0 16,38-64-16,1 1 16,-36 58-16,0-1 15,-9 12-15,-1 10 16,-7 12-16,0 0 15,0 0-15,31 8 16,-12 34-16,1-2 16,-10-6-16,-1-6 15,-6-16-15,2 1 16,-5-13 0,9 21-16,-9-21 15,7 11-15,-7-11 16,0 0-16,0 0 15,0 0-15,0 0 16,0 0 0,30-34-16,-15 2 15,2-12-15,2-2 16,-9 15-16,-1 11 16,-3-1-16,2 6 15,-2 1-15,-6 14 16,16-21-16,-16 21 15,42 10-15,-13 8 16,0 25-16,6 23 16,-15-29-16,-2-11 15,-10-9-15,0-1 16,-8-16 0,9 22-16,-9-22 15,5 14-15,-5-14 16,0 0-16,0 0 15,0 0 1,0 0-16,17-19 16,2-24-16,-2 2 15,1-3-15,2 3 16,-9 10-16,-2 9 16,-9 22-16,8-19 15,-8 19-15,0 0 16,0 0-16,0 0 15,19 31-15,-9 7 16,3 12-16,6 10 16,-11-32-16,-1-2 15,3-7 1,0-2-16,7 3 16,11 3-16,8-9 15,7 0-15,-2-10 16,4-6-16,5-28 15,5-18-15,-10-6 16,-5-8 0,-9 19-16,-4 12 15,-16 14-15,1-1 16,-12 18-16,6-17 16,-6 17-16,7-15 15,-7 15-15,0 0 16,0 0-16,0 0 15,0 0-15,2 21 16,-2 27-16,1 1 16,-1-7-16,0-2 15,2-14-15,4-7 16,13 3 0,10 6-16,0-6 15,9 1-15,-5-10 16,0-6-16,0-5 15,1-4-15,9-14 16,8-7 0,1-10-16,4-5 15,-13 4-15,-3 2 16,-11 8-16,-10 5 16,-4 6-16,-15 13 15,21-18-15,-21 18 16,0 0-16,27-6 15,-12 25-15,-1-1 16,7 6-16,5 2 16,-10-6-16,-2-1 15,-14-19-15,13 17 16,-13-17 0,0 0-16,11 15 15,-11-15-15,0 0 16,12 12-16,12-31 15,-2 1 1,15-14-16,11-7 16,-12 2-16,-3-1 15,-16 20-15,0 2 16,-17 16-16,15-17 16,-15 17-16,0 0 15,24 10-15,-11 7 16,2 14-16,5 11 15,-8-14-15,-3 0 16,-4-13-16,0-1 16,-5-14-16,9 22 15,-9-22 1,8 20-16,-8-20 16,11 15-16,-11-15 15,30-6-15,6-31 16,3 1-16,-8-1 15,-2 4-15,-10 4 16,-2 8 0,-17 21-16,16-21 15,-16 21-15,0 0 16,0 0-16,33 7 16,-13 15-16,2 3 15,-3 2-15,1 2 16,-5-8-16,-3-3 15,-4-3-15,0-2 16,-8-13-16,12 16 16,-12-16-16,18 17 15,32-27-15,0 3 16</inkml:trace>
  <inkml:trace contextRef="#ctx0" brushRef="#br0" timeOffset="8867.59">17731 2163 0,'0'0'15,"0"0"-15,0 0 16,0 0-16,0 0 16,0 0-16,0 0 15,0 0-15,0 0 16,0 0-16,0 0 15,0 0-15,0 0 16,0 0-16,0 0 16,19-28-16,2 2 15,30-16-15,2 3 16,-13 26 0,-9 22-16,4 8 15,1 11-15,-11 4 16,-3 9-16,-14-10 15,-8-1 1,-8-2-16,-6 0 16,-7-2-16,-7-1 15,-8-5-15,-3-6 16,-2-5-16,0-5 16,11-2-16,30-2 15,-35-6-15,35 6 16,-20-21-16,11 2 15,8-3-15,8-4 16,29-23-16,1 2 16,13 5-16,9 7 15,-2 15 1,4 13-16,1 7 16,3 11-16,-10-3 15,0 6-15,-8-7 16,-6 1-16,0 10 15,1 11-15,-7-1 16,-2 3 0,-8-9-16,-6-4 15,-5-4-15,-14-14 16,12 15-16,-12-15 16,0 0-16,13 17 15,-13-17-15,0 0 16,0 0-16,0 0 15,0 0-15,0 0 16,9-57-16,-1 4 16,0-9-16,4-6 15,-4 23-15,2 14 16,4-1 0,3 6-16,0 1 15,2 6-15</inkml:trace>
  <inkml:trace contextRef="#ctx0" brushRef="#br0" timeOffset="9383.1">18869 1836 0,'0'0'15,"0"0"-15,0 0 16,0 0-16,0 0 15,0 0-15,0 0 16,0 0-16,0 0 16,0 0-16,0 0 15,31 33-15,2 2 16,54 33 0,-2 2-16,-37-49 15,1 0-15,4-14 16,10-7-16,-5-3 15,2-1 1,-4-23-16,1-13 16,-18 10-16,-8 5 15,-7 2-15,-6 7 16,-18 16-16,16-19 16,-16 19-16,8-12 15,-8 12-15,0 0 16,-16 33-16,-1 2 15,-41 87-15,0-1 16,1 4-16,3 5 16,7-6-16,9-2 15,13-41 1,15-25-16,-2 12 16,1 4-16,3-22 15,5-11-15,3-18 16,1-1-16</inkml:trace>
  <inkml:trace contextRef="#ctx0" brushRef="#br0" timeOffset="9554.84">20418 2369 0,'0'0'16,"0"0"-16,0 0 15,0 0-15,0 0 16,0 0-16,0 0 16</inkml:trace>
  <inkml:trace contextRef="#ctx0" brushRef="#br0" timeOffset="22729.4">886 9240 0,'0'0'0,"0"0"15,0 0 1,0 0-16,0 0 16,0 0-16,0 0 0,0 0 15,0 0-15,0 0 16,0 0 0,0 0-16,0 0 15,20 21-15,-1-1 16,23 31-16,-1 2 15,-25-31-15,1 0 16,-7-7-16,-4-2 16,-6-13-16,15 17 15,-15-17-15,21 8 16,-1-16-16,2 1 16,27-28-16,-2 2 15,8-10-15,4-6 16,3-6-1,5-5-15,4-10 16,7-7-16,-18 11 16,-11 6-16,-15 19 15,-9 19-15,-6-2 16,-8 11 0,0 1-16,-11 12 15</inkml:trace>
  <inkml:trace contextRef="#ctx0" brushRef="#br0" timeOffset="24135.45">9472 13575 0,'0'0'16,"0"0"-16,0 0 15,0 0-15,0 0 16,0 0-16,0 0 16,0 0-16,0 0 15,0 0-15,0 0 16,0 0-16,0 0 16,0 0-16,0 0 15,5 30 1,0 0-16,11 51 15,2 1-15,-8-42 16,0-1-16,-3-14 16,-2-9-16,0-4 15,-5-12 1,16 22-16,-5-10 16,35-8-16,-2 2 15,48-50-15,0 1 16,11-39-16,8-23 15,-6 26-15,-3 15 16,-3-9-16,-1 1 16,-9 10-16,-9 8 15,-19 13-15,-17 13 16,-10 2-16,-10 12 16,-24 14-16,25-15 15,-25 15 1,0 0-16</inkml:trace>
  <inkml:trace contextRef="#ctx0" brushRef="#br0" timeOffset="35415.67">3684 10344 0,'0'0'0,"0"0"15,0 0-15,0 0 16,0 0-16,0 0 15,0 0-15,0 0 16,0 0-16,-9 37 16,2 0-1,-9 61-15,-1 0 16,13-58-16,0 2 16,0-3-16,-1 0 15,-3 11-15,4 9 16,-3 13-16,4 15 15,-2-15-15,0-10 16,0-8-16,3-5 16,-1 18-16,0 18 15,-1 8-15,1 15 16,0-40 0,3-16-16,-2 10 15,1 6-15,-2 17 16,-2 15-16,1-21 15,0-6-15,0-24 16,0-12 0,-2-3-16,1-7 15,-2 7-15,2 2 16,-3 1-16,2 7 16,-3-2-16,2 0 15,2-13-15,2-4 16,0-8-16,3-3 15,-2 3-15,2 3 16,-1-1-16,2 0 16,-1-7-16,2 0 15,-2-12-15,2 19 16,-2-19-16,1 12 16,-1-12-1,0 0-15,2 17 16,-2-17-16,3 13 15,-3-13-15,0 0 16,0 0-16,0 0 16,5 15-1,-5-15-15,0 0 16,6 12-16,-6-12 16,11 14-16,-11-14 15,25 17-15,-3-9 16,8 0-16,9 2 15,11-4-15,13 1 16,3-5-16,9-2 16,-6-5-16,2-1 15,14-1-15,9 0 16,-8-1-16,-1 0 16,3-1-1,0 3-15,3-3 16,6 2-16,-3-2 15,2 6-15,3-2 16,6 3-16,-15 4 16,-9 6-1,12-1-15,6 1 16,-12-2-16,0 4 16,-7-1-16,1 1 15,10-2-15,7 4 16,-7-3-16,0 1 15,-8-2-15,-3 0 16,-17-4-16,-11 3 16,-6-3-16,-5 1 15,8-2-15,3 1 16,-5-2-16,-3 1 16,-9-3-1,-7 0-15,-3 0 16,-3 0-16,-22 0 15,22 0-15,-22 0 16,0 0-16,0 0 16,0 0-1,23 0-15,-23 0 16,0 0-16,0 0 16,0 0-16,0 0 15,0 0-15,0 0 16,21-5-16,-21 5 15,0 0-15,0 0 16,0 0-16,0 0 16,0 0-16,0 0 15,0 0-15,0 0 16,0 0-16,0 0 16,0 0-1,0 0-15,0 0 16,0 0-16,0 0 15,0 0-15,0 0 16,0 0-16,0 0 16,0 0-1,0 0-15,0 0 16,0 0-16,0 0 16,0 0-16,0 0 15,0 0-15,0 0 16,-16-12-16,16 12 15,0 0-15,-24-6 16,24 6-16,0 0 16,0 0-16,-26-6 15,26 6-15,-27-5 16,27 5-16,-35-10 16,35 10-1,-37-10-15,37 10 16,-29-4-16,29 4 15,0 0-15,0 0 16,-23-11-16,23 11 16,0 0-1,0 0-15,0 0 16,-6-15-16,6 15 16,0 0-16,22-9 15,-22 9-15,33-8 16,-33 8-16,31 1 15,-31-1-15,24 4 16,-24-4-16,0 0 16,28 7-16,-28-7 15,0 0-15,0 0 16,23 8-16,-23-8 16,0 0-1,0 0-15,0 0 16,0 0-16,0 0 15,0 0-15,0 0 16,-34 7-16,10-10 16,-1 3-1,-1-4-15,2 1 16,-1 0-16,1 3 16,3-2-16,21 2 15,-35-4-15,35 4 16,-22-3-16,22 3 15,0 0-15,0 0 16,-22 0-16,22 0 16,0 0-16,0 0 15,0 0-15,0 0 16,5 15-16,-5-15 16,26 30-1,-5-13-15,4 2 16,3 2-16,-4-5 15,-3 3-15,-1-3 16,1 6-16</inkml:trace>
  <inkml:trace contextRef="#ctx0" brushRef="#br0" timeOffset="37240.08">2665 10281 0,'0'0'16,"0"0"-16,0 0 16,0 0-1,0 0-15,0 0 16,0 0-16,0 0 16,0 0-16,0 0 15,0 0 1,0 0-16,0 0 15,0 0-15,0 0 16,0 0-16,0 0 16,0 0-16,0 0 15,0 0-15,0 0 16,0 0-16,0 0 16,0 0-16,0 0 15,0 0-15,0 0 16,0 0-16,0 0 15,-12 54-15,2 1 16,-5 104 0,1-3-16,10-118 15,3 0-15,-1 45 16,2-1-16,-3 14 16,1 16-16,1-36 15,1-17 1,-3 19-16,3 11 15,0 6-15,3 13 16,-3-42-16,3-20 16,-1 9-16,-1 3 15,1 12-15,1 13 16,-1-10-16,1 0 16,-2-16-16,1-10 15,-2-7-15,0-7 16,0 1-16,0 2 15,0 1-15,0 2 16,-2-1 0,1 0-16,-2-2 15,1 3-15,-1-6 16,3 0-16,-2-12 16,1-4-16,-1-5 15,0 0 1,2-12-16,-1 17 15,1-17-15,-3 13 16,3-13-16,0 0 16,-3 12-16,3-12 15,0 0-15,0 0 16,0 0-16,-3 12 16,3-12-16,0 0 15</inkml:trace>
  <inkml:trace contextRef="#ctx0" brushRef="#br0" timeOffset="37818.45">3025 12382 0,'0'0'15,"15"8"-15,-15-8 16,0 0-16,0 0 16,0 0-16,0 0 15,0 0-15,0 0 16,-17 17-16,-14-9 16,-49 24-16,0 1 15,23-4-15,21-3 16,-11 1-16,0 2 15,11-16-15,9-6 16,1 0-16,5 2 16,-4-8-1,0 1-15,3-4 16,22 2-16,-35-10 16,35 10-16,-21-10 15,21 10-15,0 0 16,0 0-1,-21-12-15,21 12 16,0 0-16,0 0 16,0 0-16,0 0 15,0 0-15,0 0 16,11 12-16,-11-12 16,25 27-16,-9-9 15,1 1-15,-1 3 16,1-1-16,2 2 15,-2 1-15,3 8 16,-7-11-16,-3-4 16,-1-3-1,-1-2-15</inkml:trace>
  <inkml:trace contextRef="#ctx0" brushRef="#br0" timeOffset="39036.85">2587 10126 0,'0'0'0,"0"0"15,0 0-15,0 0 16,0 0-1,0 0-15,0 0 16,0 0-16,0 0 16,0 0-16,0 0 15,0 0-15,0 0 16,0 0-16,0 0 16,0 0-16,0 0 15,0 0-15,0 0 16,0 0-16,0 0 15,0 0-15,0 0 16,0 0-16,0 0 16,0 0-1,0 0-15,0 0 16,0 0-16,0 0 16,0 0-16,-16 44 15,1-1-15,-25 75 16,1 0-1,14-39-15,13-24 16,-4 4-16,2-8 16,7-26-16,1 1 15,3-13-15,0-1 16,3-12-16,-4 16 16,4-16-16,0 0 15,-5 12-15,5-12 16,0 0-16,0 0 15,0 0-15,0 0 16,5-21 0,2-1-16,9-36 15,1 1-15,3 4 16,2 2-16,-3 9 16,0 9-16,-2-1 15,2 8-15,0 1 16,4 4-1,1 0-15,1 7 16,-3 0-16,5 3 16,-5 3-16,1 3 15,-23 5-15,38-2 16,-38 2-16,33 9 16,-19 10-16,3 11 15,-9 45-15,3 2 16,-2-9-16,3-4 15,-8-21-15,2-9 16</inkml:trace>
  <inkml:trace contextRef="#ctx0" brushRef="#br0" timeOffset="45848.55">1550 10844 0,'0'0'16,"0"0"-16,0 0 15,0 0-15,0 0 16,0 0-16,0 0 16,0 0-16,0 0 15,0 0-15,0 0 16,0 0-16,0 0 16,0 13-16,0-1 15,7 104-15,1 0 16,-5-34-1,1-18-15,-3-3 16,1-10-16,-2 1 16,1 1-16,-1-15 15,2-7-15,-2-6 16,0-3-16</inkml:trace>
  <inkml:trace contextRef="#ctx0" brushRef="#br0" timeOffset="47129.54">5156 12266 0,'0'0'16,"0"0"-16,0 0 16,0 0-16,0 0 15,0 0-15,0 0 16,0 0-16,0 0 15,0 0 1,0 0-16,0 0 16,0 0-16,19-1 15,3-2-15,72 6 16,2 0-16,-37 6 16,-19 5-1,-4 0-15,-8 3 16,-8-2-16,-5 2 15,-8-3-15,-7 2 16,-9 5-16,-4 7 16,-8 0-16,-8 5 15,10-12-15,5-7 16,14-14-16,-16 19 16,16-19-16,0 0 15,-10 14-15,10-14 16,14 15-16,-2-3 15,34 10 1,-2-3-16,15 4 16,15 4-16,8-23 15,14-12-15,-30-1 16,-15 1 0,-7-4-16,-8 0 15,-8-3-15,-5 0 16</inkml:trace>
  <inkml:trace contextRef="#ctx0" brushRef="#br0" timeOffset="69583.97">21413 3971 0,'0'0'0,"0"0"0,0 0 0,0 0 16,0 0-16,0 0 16,0 0-1,0 0-15,0 0 16</inkml:trace>
  <inkml:trace contextRef="#ctx0" brushRef="#br0" timeOffset="70443.2">19982 4540 0,'0'0'15,"8"-15"-15,0 3 16,-8 12-16,0 0 15,0 0-15,0 0 16,0 0-16,0 0 16,22-2-16,-1 2 15,140-2-15,0 2 16,-28-2-16,-19 0 16,71 0-1,44 1-15,-47-2 16,-14 1-16,47 0 15,30-1-15,-10 2 16,7-2 0,-8-1-16,1 0 15,-20-2-15,-12 0 16,-48 2-16,-32 1 16,1-1-16,-8 2 15,-33 1-15,-24 1 16,4-2-16,-5 2 15,-6-3-15,-3 6 16,-15-3-16,-14 0 16,-20 0-16,28 0 15,-28 0-15,0 0 16,0 0 0,23 0-16,-23 0 15,0 0-15,0 0 16,0 0-16,0 0 15,0 0-15,0 0 16,0 0-16,0 0 16,0 0-1,0 0-15,22-3 16,-22 3-16,0 0 16,0 0-16,0 0 15,0 0-15,0 0 16,0 0-16,0 0 15,0 0-15,0 0 16,0 0-16,-35-7 16</inkml:trace>
  <inkml:trace contextRef="#ctx0" brushRef="#br0" timeOffset="71052.42">22385 2909 0,'0'0'15,"0"0"-15,0 0 16,0 0-16,0 0 16,0 0-1,0 0-15,0 0 16,0 0-16,0 0 15,0 0-15,0 0 16,0 0 0,1 41-16,1 3 15,4 90-15,3 1 16,-6-97-16,1 4 16,-1 22-16,0 22 15,2 16-15,3 22 16,-4-41-16,-1-17 15,0 9-15,1-1 16,-1 7-16,2 3 16,-2-24-16,0-15 15,-1-9-15,-1-11 16,1-6 0,0-7-16,-2-12 15,2 12-15,-2-12 16,2 15-16,-2-15 15,0 0-15,0 0 16,0 0-16</inkml:trace>
  <inkml:trace contextRef="#ctx0" brushRef="#br0" timeOffset="71880.48">22716 2438 0,'0'0'15,"9"25"-15,1 1 16,-10-26-16,0 0 16,0 0-16,0 0 15,0 0-15,0 0 16,0 0-16,0 0 15,0 0-15,0 0 16,0 0-16,0 0 16,3 46-16,3 1 15,5 60-15,2 2 16,-6-81 0,0 3-16,-1-10 15,2-3-15,-5-5 16,-3-13-16,4 14 15,-4-14-15,0 0 16,0 0-16,-28-3 16,10-10-1,-7-18-15,0-10 16,5-12-16,7-6 16,9-5-16,13-4 15,12 12-15,17 9 16,27-13-16,24 3 15,-17 1-15,-2 6 16,-15 10-16,-9 6 16,-4 6-16,-4 4 15,-8 18-15,-7 15 16,-2 13 0,1 17-16,-14-11 15,-5 0-15,-38 37 16,1-1-16,-37 25 15,-22 19-15,15-30 16,7-11 0,4-21-16,7-12 15,16-12-15,19-6 16,25-16-16,-32 16 16,32-16-16,0 0 15</inkml:trace>
  <inkml:trace contextRef="#ctx0" brushRef="#br0" timeOffset="72505.42">21399 4685 0,'0'0'0,"0"0"16,0 0-16,0 0 15,0 0-15,0 0 16,0 0-16,0 0 15,0 0-15,0 0 16,0 0-16,0 0 16,0 0-1,0 0-15,0 0 16,0 25-16,0 0 16,-6 115-16,1 3 15,-7-15-15,0-8 16,3-16-16,1-14 15,-1-11-15,1-11 16,-6 13-16,1 8 16,-1-27-16,5-11 15,-1-13-15,5-10 16,-2-5 0,4-6-16,0-4 15,3-13-15</inkml:trace>
  <inkml:trace contextRef="#ctx0" brushRef="#br0" timeOffset="73591.81">21694 6031 0,'0'0'16,"16"2"-16,-16-2 31,0 0-31,0 0 16,9 33-16,-15-2 0,-12 56 15,0 1 1,2-32-16,7-16 16,-2-5-16,0-8 15,6-13-15,0 1 16,5-15-16,-6 14 15,6-14-15,0 0 16,-10-67-16,7 6 16,5 5-16,4 5 15,-1 28-15,1 2 16,2 5-16,-8 16 16,27-19-1,-5 13-15,4 14 16,6 12-16,7 49 15,1 2-15,-14-11 16,-7-5-16,-5-28 16,2 0-1,-5-10-15,3-6 16,-14-11-16,28-1 16,11-63-16,1 0 15,-6-19-15,-1-10 16,-14 60-16,-1-1 15,-3 9-15,-1 11 16,-3 2-16,-11 12 16,0 0-16,0 0 15,0 0-15,0 0 16,8 14-16,-16 11 16,-20 21-1,-1 2-15,6-16 16,4-4-16,2-6 15,6-4-15,11-18 16,-16 21-16,16-21 16,0 0-1,-3-11-15,6-6 16,22-36-16,2 3 16,4 13-16,5 11 15,2 4-15,7 7 16,-13 4-16,-4 11 15,8 36-15,5 30 16,-5 10-16,2 22 16,-13-43-16,-3-18 15,-12-22-15,2 2 16</inkml:trace>
  <inkml:trace contextRef="#ctx0" brushRef="#br0" timeOffset="74294.89">22818 2380 0,'0'0'16,"0"0"-16,0 0 15,0 0-15,0 0 16,0 0-16,0 0 16,0 0-16,0 0 15,0 0-15,0 0 16,-8 16-16,1 2 16,-10 103-1,0-1-15,16-25 16,11-13-16,-3 32 15,2 17-15,-4-31 16,3-8-16,-5-47 16,2 1-1,-2 1-15,0 5 16,0-3-16,0 5 16,-1-12-16,0-4 15,-2-11-15,2-6 16,-2-4-16,0-3 15,0-14-15,0 18 16</inkml:trace>
  <inkml:trace contextRef="#ctx0" brushRef="#br0" timeOffset="77169.36">19963 3949 0,'0'0'0,"0"0"16,0 0-1,0 0-15,0 0 16,0 0-16,0 0 16,0 0-16,0 0 15,0 0-15,0 0 16,-3 25-16,1 1 15,-7 130-15,-1 1 16,-5-27-16,-4-14 16,5 14-16,4 7 15,3-76-15,0 1 16,4-9 0,5-3-16,-4-14 15,4-4-15,-2-13 16,1-4-16,-1-15 15,0 19-15,0-19 16,0 0-16</inkml:trace>
  <inkml:trace contextRef="#ctx0" brushRef="#br0" timeOffset="77919.19">20095 3957 0,'0'0'16,"0"0"-16,0 0 15,0 0-15,0 0 16,0 0-16,0 0 16,0 0-1,0 0-15,0 0 16,0 0-16,0 0 15,0 0-15,-50-4 16,0 0-16,-107-13 16,0 1-1,54 7-15,37 12 16,-46-12-16,-19-1 16,37 4-16,17 5 15,-6-4-15,0 5 16,17 0-16,11 6 15,16-4-15,15 4 16,24-6-16,-30 8 16,30-8-16,-23 21 15,13 39-15,2 2 16,1 29 0,4 20-16,4-30 15,10-13-15,-3 17 16,2 11-16,2 10 15,1 17-15,-9-73 16,1 0-16,-2-10 16,3-3-1,-3 5-15,1 1 16,-3-6-16,1 1 16,-2-1-16,0 2 15,0-4-15,0 3 16,0-5-16,3 2 15,19-2-15,12 2 16,86-2-16,0 3 16,36-48-16,24-29 15,-48-2-15,-23-10 16,-12 13 0,-15 11-16,-15 3 15,-12 5-15,-7 2 16,-8 6-16,-7 6 15,-5 4-15,-1 6 16,-2 7 0</inkml:trace>
  <inkml:trace contextRef="#ctx0" brushRef="#br0" timeOffset="79137.75">19178 4108 0,'0'0'0,"0"0"16,0 0 0,0 0-16,0 0 15,0 0-15,0 0 16,0 0-16,0 0 16,-3 23-16,1 2 15,-26 177-15,2 1 16,-1-79-16,4-50 15,5 13-15,4-3 16,9-65-16,1 5 16,0-12-16,4-12 15,-4 18-15,4-18 16,0 0 0,-2 15-16,4-36 15,-1 3-15,2-121 16,2 1-16,-3 38 15,1 28-15,-1 2 16,2 12 0,1 12-16,1 15 15,-3 8-15,2 7 16,-2 4-16,-3 12 16,0 0-16,0 0 15,38 35-15,-15 2 16,4 21-16,6 18 15,-6 24-15,-1 24 16,-8-48-16,-1-18 16,-8-14-16,-1-12 15,0-3-15,-2-4 16,-3-8 0,2-3-16,-5-14 15,0 0-15,0 0 16,0 0-16</inkml:trace>
  <inkml:trace contextRef="#ctx0" brushRef="#br0" timeOffset="79293.88">19007 4767 0,'0'0'15,"0"0"-15,0 0 16,0 0-16,0 0 16,0 0-16,0 0 15,41-14-15,-2 0 16,179-23-16,1 2 15</inkml:trace>
  <inkml:trace contextRef="#ctx0" brushRef="#br0" timeOffset="83387.05">23733 2477 0,'0'0'16,"0"0"-16,0 0 15,0 0-15,0 0 16,0 0-16,0 0 16,0 0-16,0 0 15,0 0-15,0 0 16,6 24 0,0 3-16,20 68 15,0 1-15,-12-33 16,-3-17-16,-3 36 15,0 22 1,-8 6-16,-2 11 16,2-4-16,2-2 15,-10 16-15,-6 11 16,5-46-16,1-24 16,-1 10-16,-1 2 15,1-8-15,2-4 16,1-22-16,1-13 15,2-17-15,2 3 16,-3-8-16,4-15 16,-1 18-16,1-18 15,-2 15 1,2-15-16,0 13 16,0-13-16,0 0 15,0 0-15,0 0 16,0 0-16</inkml:trace>
  <inkml:trace contextRef="#ctx0" brushRef="#br0" timeOffset="84230.73">24101 2334 0,'0'0'15,"0"0"-15,0 0 16,0 0-16,0 0 15,0 0-15,0 0 16,0 0-16,0 0 16,0 0-16,0 0 15,0 0-15,0 0 16,0 0 0,0 0-16,4 17 15,0 1-15,18 133 16,1 2-16,-23-99 15,0 0 1,-4-22-16,1-9 16,0-4-16,3-4 15,0-15-15,-6 12 16,6-12-16,0 0 16,-17-27-16,7 2 15,-3-66-15,0 0 16,13 19-16,12 14 15,10-15-15,15-3 16,4-15-16,10-10 16,-28 55-16,2 3 15,-9 12 1,-4 12-16,2 1 16,-14 18-16,24-19 15,-24 19-15,0 0 16,27 23-16,-29 45 15,2 3-15,-13-12 16,-4-5 0,-14-4-16,-4-3 15,-13 1-15,-3 0 16,15-17-16,8-11 16</inkml:trace>
  <inkml:trace contextRef="#ctx0" brushRef="#br0" timeOffset="84464.98">24706 2843 0,'0'0'15,"0"0"-15,0 0 16,0 0-16,0 0 16</inkml:trace>
  <inkml:trace contextRef="#ctx0" brushRef="#br0" timeOffset="85074.19">23113 3251 0,'0'0'16,"0"0"-16,0 0 15,0 0-15,0 0 16,0 0-16,0 0 16,0 0-16,0 0 15,0 0-15,0 0 16,16 65-16,2-1 15,-11 151-15,-1 2 16,-12-194-16,-1 2 16,6-11-16,2-1 15</inkml:trace>
  <inkml:trace contextRef="#ctx0" brushRef="#br0" timeOffset="85527.48">24430 2905 0,'0'0'15,"0"0"-15,0 0 16,0 0-16,0 0 15,0 0-15,0 0 16,0 0-16,0 0 16,0 0-16,0 0 15,0 0-15,0 0 16,0 0 0,0 0-16,0 0 15,0 0-15,0 0 16,0 0-16,0 22 15,1 3 1,-15 72-16,-1 0 16,11-73-16,1 1 15,5-12-15,6 0 16,24-2-16,1 1 16,78-45-16,0-1 15,1-23-15,3-18 16,-32 34-16,-17 17 15</inkml:trace>
  <inkml:trace contextRef="#ctx0" brushRef="#br0" timeOffset="93182.36">17188 9238 0,'0'0'0,"0"0"16,0 0-16,0 0 15,0 0 1,17 10-16,-1 3 15,49 51-15,2 1 16,-28-19-16,-14-13 16,-1 3-16,-4-3 15,1-1-15,-4 4 16,0-7-16,-2-1 16,-3-7-16,-1-2 15,3-3-15,2-1 16,26-15-16,2 0 15,58-94-15,3 2 16,10-55 0,12-30-16,-2 29 15,2 12-15,15-7 16,13 6-16,26 62 16,21 46-16,-122-17 15,3 2 1,-23 18-16,-14 15 15,-46 11-15,40-19 16,-40 19-16,0 0 16</inkml:trace>
  <inkml:trace contextRef="#ctx0" brushRef="#br0" timeOffset="103681.11">5266 6858 0,'0'0'16,"0"0"-16,0 0 15,0 0-15,0 0 16,0 0-16,0 0 15,0 0 1,0 0-16,0 0 16,0 0-16,0 0 15,0 0-15,6 28 16,3 4-16,12 32 16,1 3-1,-5-25-15,-1-8 16,3 0-16,0 4 15,-2-7-15,-3-2 16,-3-8-16,-3-5 16,-8-16-16,8 19 15,-8-19-15,0 0 16,0 0-16,26 11 16,31-41-16,-1 1 15,62-33-15,-2 2 16,17-9-16,9-6 15,5-13 1,7-7-16,-27 19 16,-11 14-16,-21 11 15,-18 13-15,-16 12 16,-14 10 0,-21 7-16,1 0 15,-27 9-15,0 0 16,27-11-16,-27 11 15,0 0-15,0 0 16</inkml:trace>
  <inkml:trace contextRef="#ctx0" brushRef="#br0" timeOffset="-24190.47">6948 8172 0,'0'0'0,"0"0"0,0 0 0,0 0 16,0 0-16,0 0 15,0 0-15,0 0 16,0 0 0,2 34-16,1 2 15,8 125-15,1 2 16,-12-125-16,0 5 15,-1 2-15,1 8 16,-2-5-16,4 2 16,-2-28-16,0 2 15,0-24-15,0 18 16,0-18-16,0 0 16,0 0-16,0 0 15,-8-23-15,5 0 16,-6-32-1,-1 0-15,-2-26 16,1-21-16,6 27 16,6 17-16,1 9 15,3 12-15,-2 6 16,0 10-16,-1 8 16,1 1-1,-3 12-15,6-13 16,-6 13-16,24 23 15,24 79-15,3 2 16,-12-29-16,-5-10 16,-4-8-16,-3-3 15,2 11-15,3 5 16,-15-23-16,-3-8 16,-9-27-16,0 1 15,-5-13-15,0 0 16,28-70-16,-1 12 15,-4 2 1,-2 6-16</inkml:trace>
  <inkml:trace contextRef="#ctx0" brushRef="#br0" timeOffset="-23737.56">7669 8197 0,'0'0'0,"0"0"16,0 0-1,0 0-15,0 0 16,0 0-16,0 0 15,0 0-15,0 0 16,-25 42-16,1 0 16,-71 169-16,1 1 15,60-140-15,1 3 16,-11 24-16,-6 19 16,40-92-16,-3 4 15,13-30-15,-7 18 16,7-18-16,0 0 15,41-110 1,-3 13-16,7-38 16,9-27-16,-15 40 15,-4 21-15,-17 47 16,1 0 0,-8 29-16,0 2 15,1 6-15,-12 17 16,23-14-16,-23 14 15,47 94-15,-13-7 16,-6 20-16,-3 17 16,-13-45-16,-9-22 15,2 20-15,0 5 16,-3-15-16,0-9 16,-2-19-16,2-13 15</inkml:trace>
  <inkml:trace contextRef="#ctx0" brushRef="#br0" timeOffset="-20706.91">459 1185 0,'0'0'0,"0"0"16,0 0-16,0 0 16,0 0-16,0 0 15,0 0-15,0 0 16,0 0 0,0 0-16,0 0 15,0 0-15,0 0 16,0 0-16,0 0 15,0 0-15,0 0 16,0 0-16,0 0 16,0 0-16,0 0 15,0 0-15,0 0 16,0 0-16,0 0 16,0 0-16,0 0 15,0 0 1,0 0-16,0 0 15,0 0-15</inkml:trace>
  <inkml:trace contextRef="#ctx0" brushRef="#br0" timeOffset="-20113.39">980 1248 0,'0'0'16,"0"0"-16,0 0 15,0 0-15,0 0 16,0 0-16,0 0 16,0 0-16,0 0 15,0 0-15,0 0 16,0 0-1,0 0-15,0 0 16,0 0-16,0 0 16,0 0-16,0 0 15,0 0 1,0 0-16,0 0 16,0 0-16,0 0 15,0 0-15,0 0 16,0 0-16,0 0 15,0 0-15,0 0 16,0 0-16,0 0 16,0 0-16,0 0 15,0 0-15,0 0 16,0 0-16,0 0 16,0 0-16,0 0 15,0 0 1,0 0-16,0 0 15,0 0-15,0 0 16,0 0-16,0 0 16,0 0-16,0 0 15,0 0 1,0 0-16,0 0 16,0 0-16,0 0 15,0 0-15,0 0 16</inkml:trace>
  <inkml:trace contextRef="#ctx0" brushRef="#br0" timeOffset="-19519.77">1884 996 0,'0'0'0,"0"0"15,0 0 1,0 0-16,0 0 16,0 0-16,0 0 15,0 0-15,0 0 16,0 0-16,0 0 15,0 0-15,0 0 16,0 0-16,0 0 16,0 0-16,0 0 15,0 0-15,0 0 16,0 0-16,0 0 16,0 0-16,0 0 15,0 0 1,0 0-16,0 0 15,0 0-15,0 0 16,0 0-16,0 0 16,0 0-16,0 0 15,0 0 1,0 0-16,0 0 16,0 0-16,0 0 15,-5 21-15,2 2 16,0 34-16,0 2 15,1-37-15,0 3 16,2-25-16,-1 23 16,1-23-16,0 13 15,0-13-15,0 0 16</inkml:trace>
  <inkml:trace contextRef="#ctx0" brushRef="#br0" timeOffset="-18941.57">2548 1137 0,'0'0'0,"0"0"16,0 0-16,0 0 15,0 0-15,0 0 16,0 0-16,0 0 16,0 0-16,0 0 15,0 0 1,0 0-16,0 0 16,0 0-16,0 0 15,0 0-15,0 0 16,0 0-16,0 0 15,0 0-15,0 0 16,0 0-16,0 0 16,0 0-16,0 0 15,0 0-15,0 0 16,0 0-16,0 0 16,0 0-16,0 0 15,0 0 1,0 0-16,23-6 15,-1-1-15,7 13 16,4 5-16</inkml:trace>
  <inkml:trace contextRef="#ctx0" brushRef="#br0" timeOffset="-17988.75">526 2105 0,'0'0'15,"0"0"-15,0 0 16,0 0-16,0 0 16,0 0-16,0 0 15,0 0 1,0 0-16,0 0 15,0 0-15,0 0 16,0 0-16,0 0 16,0 0-16,0 0 15,0 0-15,0 0 16,0 0 0,0 0-16,0 0 15,0 0-15,0 0 16,0 0-16,0 0 15,0 0-15,0 0 16,0 0-16,0 0 16,0 0-16,0 0 15,0 0-15,0 0 16,0 0-16,0 0 16,0 0-16,0 0 15</inkml:trace>
  <inkml:trace contextRef="#ctx0" brushRef="#br0" timeOffset="-17504.5">1019 1985 0,'0'0'16,"0"0"-16,0 0 15,0 0-15,0 0 16,0 0-16,0 0 16,0 0-16,0 0 15,0 0 1,0 0-16,0 0 15,0 0-15,0 0 16,0 0-16,0 0 16,0 0-16,0 0 15,0 0 1,0 0-16,0 0 16,0 0-16,0 0 15,0 0-15,0 0 16,0 0-16,0 0 15,0 0-15,0 0 16,0 0-16,0 0 16,0 0-16,0 0 15,0 0-15,0 0 16,0 0-16,0 0 16</inkml:trace>
  <inkml:trace contextRef="#ctx0" brushRef="#br0" timeOffset="-16879.63">2213 2038 0,'0'0'0,"0"0"0,0 0 16,0 0-1,0 0-15,0 0 16,0 0-16,0 0 16,0 0-16,0 0 15,0 0 1,0 0-16,0 0 16,0 0-16,0 0 15,0 0-15,0 0 16,0 0-16,0 0 15,0 0-15,0 0 16,0 0-16,0 0 16,0 0-16,0 0 15,0 0-15,0 0 16,0 0-16,0 0 16,0 0-16,0 0 15,0 0 1,0 0-16,0 0 15,0 0-15,-25-14 16,2-1-16,-4-2 16,-1 1-16,28 16 15,-22-19 1,22 19-16,-17-16 16,17 16-16,0 0 15</inkml:trace>
  <inkml:trace contextRef="#ctx0" brushRef="#br0" timeOffset="-16473.35">2761 1916 0,'0'0'0,"0"0"16,0 0-16,0 0 16,0 0-16,0 0 15,0 0-15,0 0 16,0 0 0,0 0-16,0 0 15,0 0-15,0 0 16,0 0-16,0 0 15,0 0-15,0 0 16,0 0-16,0 0 16,0 0-16,0 0 15,0 0-15,0 0 16,0 0-16,0 0 16,0 0-16,0 0 15,-3 17-15,0 0 16</inkml:trace>
  <inkml:trace contextRef="#ctx0" brushRef="#br0" timeOffset="-15863.86">520 3122 0,'0'0'16,"0"0"-16,0 0 15,0 0-15,0 0 16,0 0-16,0 0 15,0 0-15,0 0 16,0 0-16,0 0 16,0 0-16,0 0 15,0 0-15,0 0 16,0 0-16,0 0 16,0 0-16,0 0 15,0 0 1,0 0-16,0 0 15,0 0-15,0 0 16,0 0-16,0 0 16,0 0-16,0 0 15,0 0-15,0 0 16,0 0 0,0 0-16,0 0 15,20-2-15,1-1 16</inkml:trace>
  <inkml:trace contextRef="#ctx0" brushRef="#br0" timeOffset="-15426.24">1185 3062 0,'0'0'0,"0"0"0,0 0 15,0 0-15,0 0 16,0 0-1,0 0-15,0 0 16,0 0-16,0 0 16,0 0-16,0 0 15,0 0 1,0 0-16,0 0 16,0 0-16,0 0 15,0 0-15,0 0 16,0 0-16,0 0 15,0 0-15,0 0 16,0 0-16,0 0 16,0 0-16,0 0 15,0 0-15,0 0 16,0 0-16,0 0 16,0 0-16,0 0 15,0 0 1,0 0-16,0 0 15,0 0-15,0 0 16,0 0-16,0 0 16,0 0-16</inkml:trace>
  <inkml:trace contextRef="#ctx0" brushRef="#br0" timeOffset="-14738.75">2271 2975 0,'0'0'16,"0"0"-16,0 0 16,0 0-16,0 0 15,0 0-15,0 0 16,0 0-1,0 0-15,0 0 16,0 0-16,0 0 16,0 0-16,0 0 15,0 0 1,0 0-16,0 0 16,0 0-16,0 0 15,0 0-15,0 0 16,0 0-16,0 0 15,0 0-15,0 0 16,0 0-16,0 0 16,0 0-16,0 0 15,0 0-15,0 0 16,0 0-16,0 0 16,0 0-16,0 0 15</inkml:trace>
  <inkml:trace contextRef="#ctx0" brushRef="#br0" timeOffset="-14270.07">2849 2909 0,'0'0'15,"0"0"-15,0 0 16,0 0-16,0 0 16,0 0-16,0 0 15,0 0-15,0 0 16,0 0-16,0 0 16,0 0-16,0 0 15,0 0 1,0 0-16,0 0 15,0 0-15,0 0 16,0 0-16,0 0 16,0 0-16,0 0 15,0 0-15,0 0 16,0 0 0,0 0-16,0 0 15,0 0-15,0 0 16,0 0-16,0 0 15,0 0-15,0 0 16,0 0-16,0 0 16,0 0-16,0 0 15</inkml:trace>
  <inkml:trace contextRef="#ctx0" brushRef="#br0" timeOffset="-12660.83">525 3963 0,'0'0'0,"14"0"16,-14 0-16,0 0 15,0 0-15,0 0 16,0 0-16,0 0 16,0 0-16,0 0 15,0 0-15,0 0 16,0 0 0,0 0-16,0 0 15,0 0-15,0 0 16,0 0-16,0 0 15,0 0-15,0 0 16,0 0-16,0 0 16,0 0-16,0 0 15,0 0-15,0 0 16,0 0-16,0 0 16,0 0-16,0 0 15,0 0 1,0 0-16,0 0 15,0 0-15,0 0 16,0 0-16,0 0 16,0 0-16,0 0 15,0 0 1</inkml:trace>
  <inkml:trace contextRef="#ctx0" brushRef="#br0" timeOffset="-12160.56">1278 3858 0,'0'0'16,"0"0"-16,0 0 15,0 0 1,0 0-16,0 0 15,0 0-15,0 0 16,0 0-16,0 0 16,0 0-16,0 0 15,0 0 1,0 0-16,0 0 16,0 0-16,0 0 15,0 0-15,0 0 16,0 0-16,0 0 15,0 0-15,0 0 16,0 0-16,0 0 16,0 0-16,0 0 15,0 0-15,0 0 16,0 0-16,0 0 16,0 0-16,0 0 15,0 0 1,0 0-16,0 0 15,0 0-15,0 0 16,0 0-16,0 0 16,0 0-16,0 0 15,0 0 1</inkml:trace>
  <inkml:trace contextRef="#ctx0" brushRef="#br0" timeOffset="-11676">2490 3488 0,'0'0'0,"0"0"0,0 0 15,0 0 1,0 0-16,0 0 15,0 0-15,0 0 16,0 0-16,0 0 16,0 0-16,0 0 15,0 0 1,0 0-16,0 0 16,0 0-16,0 0 15,0 0-15,0 0 16,0 0-16,0 0 15,0 0-15,0 0 16,0 0-16,0 0 16,0 0-16,0 0 15,0 0-15,0 0 16,0 0-16,0 0 16,0 0-16,0 0 15,0 0 1,0 0-16,0 0 15,0 0-15,-19 25 16,3 0-16,-20 42 16,-1 2-16</inkml:trace>
  <inkml:trace contextRef="#ctx0" brushRef="#br0" timeOffset="-11003.69">3221 3784 0,'0'0'0,"0"0"16,0 0-16,0 0 15,0 0-15,0 0 16,0 0-16,0 0 16,0 0-16,0 0 15,0 0 1,0 0-16,0 0 16,0 0-16,0 0 15,0 0-15,0 0 16,0 0-16,0 0 15,0 0-15,0 0 16,0 0-16,0 0 16,0 0-16,0 0 15,0 0-15,0 0 16,0 0-16,0 0 16,0 0-16,0 0 15,0 0 1,0 0-16,0 0 15,0 0-15,0 0 16,0 0-16,0 0 16,0 0-16,0 0 15,0 0-15,0 0 16,0 0 0,0 0-16,0 0 15,0 0-15,0 0 16,0 0-16,0 0 15,26-11-15,0 4 16,5 7-16,8 7 16,-39-7-16,16 21 15,-11-9-15,2 6 16</inkml:trace>
  <inkml:trace contextRef="#ctx0" brushRef="#br0" timeOffset="-9425.66">280 106 0,'0'0'16,"14"-17"-16,-1 4 16,-13 13-16,0 0 15,0 0-15,0 0 16,0 0-16,0 0 15,0 0-15,0 0 16,8 172-16,2-1 16,-8-43-16,-2-28 15,-2-71-15,2-2 16,-1-15-16,1 1 16,0-13-16,-2 14 15,2-14 1,0 0-16,0 0 15,-11 15-15,11-15 16,0 0-16,0 0 16,-25-23-16,14-27 15,2 3 1,4-24-16,5-10 16,0 30-16,5 14 15,-5-4-15,6 7 16,-3-1-16,4 4 15,-1 2-15,6 8 16,6-7-16,8 3 16,-1 6-16,4 4 15,-29 15-15,36-16 16,-36 16-16,25-8 16,-25 8-16,0 0 15,0 0 1,0 0-16,0 0 15,0 0-15,8 49 16,-18-1-16,-24 57 16,1 1-16</inkml:trace>
  <inkml:trace contextRef="#ctx0" brushRef="#br0" timeOffset="-4543.4">1686 595 0,'0'0'0,"-3"15"16,1-3-16,2-12 15,0 0-15,0 0 16,0 0 0,0 0-16,0 0 15,0 0-15,0 0 16,0 0-16,0 0 15,0 0-15,0 0 16,0 0-16,0 0 16,-45 122-16,2-16 15,-2-15-15,3 2 16,34-75-16,-1 1 16,2-7-16,2 0 15,5-12 1,-12 13-16,12-13 15,0 0-15,0 0 16,0 0-16,0 0 16,-21-6-16,21 6 15,-3-19-15</inkml:trace>
  <inkml:trace contextRef="#ctx0" brushRef="#br0" timeOffset="-4215.22">1562 591 0,'0'0'16,"-6"6"-16,6-6 15,0 0-15,0 0 16,0 0-16,0 0 16,0 0-16,0 0 15,0 0-15,0 0 16,0 0-1,0 0-15,0 0 16,0 0-16,0 0 16,0 0-16,0 0 15,0 0 1,0 145-16,6-29 16,-4 30-16,-1 33 15,-6-161-15,2 1 16,-4-7-16,7-12 15</inkml:trace>
  <inkml:trace contextRef="#ctx0" brushRef="#br0" timeOffset="-3277.82">1365 676 0,'0'0'16,"5"12"-16,2 7 15,-7-19-15,0 0 16,0 0-16,0 0 15,0 0-15,0 0 16,0 0-16,0 0 16,0 0-16,0 0 15,0 0-15,0 0 16,0 0-16,0 0 16,-86 110-16,-1-20 15,0 34 1,0 25-16,76-137 15,2 1-15,-1-1 16,1 3-16,9-15 16,-14 21-16,14-21 15,0 0-15,-8 12 16,8-12 0</inkml:trace>
  <inkml:trace contextRef="#ctx0" brushRef="#br0" timeOffset="-2684.19">1231 788 0,'0'0'16,"-13"-12"-16,13 12 15,0 0-15,0 0 16,0 0-16,0 0 16,0 0-16,0 0 15,0 0-15,0 0 16,0 0-1,0 0-15,0 0 16,0 0-16,0 0 16,0 0-16,0 0 15,0 0 1,0 0-16,0 0 16,54 94-16,13 6 15,-20-28-15,-7-17 16,-26-33-16,-2 0 15,1 1-15,-2 2 16,-2-6-16,2-1 16</inkml:trace>
  <inkml:trace contextRef="#ctx0" brushRef="#br0" timeOffset="-1246.49">1658 668 0,'0'0'16,"5"0"-16,-5 0 15,0 0-15,0 0 16,0 0-16,0 0 15,0 0-15,0 0 16,0 0-16,0 0 16,0 0-16,0 0 15,0 0-15,0 0 16,0 0-16,0 0 16,0 0-16,0 0 15,0 0-15,0 0 16,0 0-1,0 0-15,29 153 16,-2-32-16,-4-3 16,-2 2-16,-19-101 15,-1-1 1,-1-5-16,0-13 16,3 15-16,-3-15 15,5 14-15,-5-14 16</inkml:trace>
  <inkml:trace contextRef="#ctx0" brushRef="#br0" timeOffset="206.73">1084 1259 0,'0'0'16,"0"0"-16,0 0 16,0 0-16,0 0 15,0 0-15,0 0 16,0 0-16,0 0 16,0 0-16,0 0 15,0 0-15,0 0 16,0 0-1,0 0-15,0 0 16,0 0-16,0 0 16,0 0-16,0 0 15,0 0-15,0 0 16,0 0 0,0 0-16,0 0 15,0 0-15,0 0 16,0 0-16,0 0 15,0 0-15,0 0 16,0 0-16,0 0 16,0 0-16,0 0 15,0 0-15,0 0 16,0 0-16,0 0 16,0 0-16,0 0 15,0 0-15,0 0 16,0 0-1,0 0-15,0 0 16,0 0-16,0 0 16,0 0-16,0 0 15,0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5:47:24.2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3350 8960 0,'0'0'0,"0"0"15,0 0-15,0 0 16,0 0-16,-27-7 15,0 0-15,-45-12 16,-1 3 0,16 8-16,10 9 15,-6 2-15,2 7 16,-2 0-16,3 7 16,2-7-16,3 1 15,1 6-15,3 7 16,-6 8-16,-1 6 15,2-2-15,3-1 16,0 4-16,2 4 16,6 7-16,7 10 15,3-9 1,6 3-16,2-6 16,3-1-16,3-5 15,3-5-15,-1-4 16,6-5-16,-2 8 15,3 6 1,1 2-16,4 11 16,2-6-16,5 4 15,-2-11-15,2-5 16,-1-3-16,2-5 16,5 4-16,6 2 15,6-2-15,8 0 16,2-6-16,7 0 15,1-4-15,6 1 16,-10-5-16,2-2 16,0-1-16,4 3 15,7 1-15,8 3 16,-7-4 0,-2-2-16,-2-3 15,-1 3-15,-2-3 16,3 0-16,-2-4 15,-1 3-15,6-9 16,6-4 0,5-14-16,8-12 15,-4 5-15,3-4 16,-7-3-16,0 1 16,-5 1-16,0 3 15,-3-8-15,-2-4 16,4-29-16,1-19 15,-11 13-15,-4 4 16,-16 16-16,-8 15 16,-5 0-16,0 8 15,-2-8-15,2-3 16,-8-17 0,2-12-16,-14-5 15,-3-4-15,-10 12 16,-8 8-16,-1 8 15,-3 11-15,2 0 16,0 6 0,-5-6-16,-1-1 15,-3 1-15,0 2 16,-1 1-16,0 3 16,-5-1-16,-5 2 15,2 2-15,1 1 16,2 2-16,4 4 15,3 2-15,6 5 16,-4 0-16,2 2 16,-10-4-16,-3 4 15,-10 2-15,-6 6 16,3 8 0,1 9-16,7 5 15,7 10-15,-7 8 16,2 14-16,-4 2 15,2 5-15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4:54:19.6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19654 6860 0,'0'0'0,"0"0"0,0 0 0,0 0 16,0 0-16,0 0 15,0 0 1,0 0-16,0 0 15,0 0-15,0 0 16,0 0-16,0 0 16,42-4-16,1 0 15,101-5-15,1 4 16,-41-5-16,-26 3 16,71-5-16,41 0 15,-40 5-15,-9 1 16,41-3-16,24 5 15,-24 1-15,-6 6 16,29-3 0,18 0-16,-17 0 15,-7 0-15,-10 0 16,-7 0-16,-16-4 16,-14 2-16,-15-4 15,-17 1-15,-5 0 16,-8 0-1,-23-1-15,-18 4 16,-13-3-16,-18 5 16,-35 0-16,38-1 15,-38 1-15,0 0 16,25 0-16,-25 0 16,0 0-16,0 0 15,0 0-15,0 0 16</inkml:trace>
  <inkml:trace contextRef="#ctx0" brushRef="#br0" timeOffset="781.07">20173 5942 0,'0'0'16,"0"0"-16,0 0 16,0 0-16,0 0 15,0 0-15,0 0 16,0 0-16,0 0 15,0 0-15,0 0 16,0 0 0,0 0-16,0 0 15,0 0-15,0 0 16,0 0-16,4 26 16,0 2-16,9 54 15,-1 1-15,-1-19 16,-1-8-1,-2 6-15,1 2 16,-5-21-16,-4-7 16,-1-7-16,1-5 15,-3 9-15,6 7 16,-3 5-16,0 11 16,0-8-16,0-3 15,0-13-15,0-8 16,0-5-16,0-3 15,0-16-15,0 17 16</inkml:trace>
  <inkml:trace contextRef="#ctx0" brushRef="#br0" timeOffset="1656.22">20346 5552 0,'0'0'0,"0"0"16,0 0-16,0 0 15,0 0 1,0 0-16,0 0 15,0 0-15,0 0 16,0 0-16,0 0 16,0 0-16,0 0 15,0 0-15,0 0 16,0 0-16,0 0 16,0 0-16,0 0 15,8 51-15,1 2 16,7 69-16,0 2 15,-15-98-15,1 0 16,1-9 0,-2-2-16,-1-15 15,2 18-15,-2-18 16,0 0-16,0 0 16,0 0-16,-11-20 15,5-3 1,-5-33-16,0 1 15,3 0-15,5 2 16,0 13-16,4 11 16,1 2-16,3 7 15,3-11-15,7-5 16,7-2-16,8-6 16,3 6-16,4 5 15,-4 11-15,2 8 16,-5 7-16,0 11 15,-9 4-15,-1 11 16,-8 0-16,-4 4 16,-8-5-1,-5 2-15,-18 17 16,1 4-16,-8 0 16,-5 6-16,6-8 15,3-1-15,4-13 16,8-7-1,14-18-15,-12 18 16,12-18-16,3 15 16</inkml:trace>
  <inkml:trace contextRef="#ctx0" brushRef="#br0" timeOffset="2000.09">20963 5734 0,'0'0'0,"0"0"0,0 0 16,0 0-1,0 0-15,0 0 16,0 0-16,0 0 16,0 0-16,0 0 15,0 0-15,0 0 16,0 0-1,0 0-15,0 0 16,1 34-16,2 1 16,1 42-16,0 2 15,0-29-15,3-18 16,-4-1-16,2-4 16,-3-8-16,1-7 15</inkml:trace>
  <inkml:trace contextRef="#ctx0" brushRef="#br0" timeOffset="2718.87">21791 5973 0,'0'0'0,"0"0"16,0 0-16,0 0 15,0 0-15,0 0 16,0 0-1,0 0-15,0 0 16,0 0-16,0 0 16,0 0-16,0 0 15,0 0-15,0 0 16,3 29-16,2 2 16,3 99-16,0 3 15,-9-82-15,1 2 16,-2-15-16,4-8 15,-2-8-15,1-5 16,-1-6-16,0-11 16,0 17-1,0-17-15,0 15 16,0-15-16,0 0 16,3 15-16,-3-15 15,0 0-15,0 13 16,0-13-1,0 0-15,3 17 16,-3-17-16,0 0 16,0 0-16,2 13 15,-2-13-15,0 0 16</inkml:trace>
  <inkml:trace contextRef="#ctx0" brushRef="#br0" timeOffset="3465.3">22013 5278 0,'0'0'15,"0"0"-15,0 0 16,0 0 0,0 0-16,4 21 0,3 0 15,11 41-15,3 3 16,-7-10-16,-1 1 16,-4 0-16,-1 3 15,-5-35-15,2-3 16,-5-21-16,6 21 15,-6-21-15,0 0 16,0 0-16,0 0 16,-27-24-16,4-5 15,1-1-15,3 4 16,8-9 0,8-1-16,11-39 15,1 0-15,10 0 16,12 6-16,-1 14 15,6 13-15,-3 8 16,5 11-16,-4 4 16,2 9-1,-3 2-15,-1 8 16,-2 4-16,-1 10 16,-7 5-16,-6 7 15,-8 10-15,-6 8 16,-17 9-16,-10 11 15,-16-11-15,-13-1 16,6-14-16,3-11 16,12-7-16,11-3 15,22-17-15,0 0 16</inkml:trace>
  <inkml:trace contextRef="#ctx0" brushRef="#br0" timeOffset="3918.82">22452 5552 0,'0'0'16,"0"0"-16,0 0 15,0 0-15,0 0 16,0 0-16,0 0 15,0 0-15,0 0 16,0 0-16,0 0 16,14-3-16,-14 3 15,94-4-15,-13 0 16,-14 2-16,-6 2 16,-14 0-1,-9 4-15,-38-4 16,0 0-16,3 16 15,-11-4-15,-48 53 16,1-1-16,14-18 16,11-14-1,13-15-15,0 2 16,17-19-16,-13 18 16,13-18-16,0 0 15,69 7-15,-5-7 16,45-27-16,32-17 15,-50 18-15,-20 7 16</inkml:trace>
  <inkml:trace contextRef="#ctx0" brushRef="#br0" timeOffset="4452.33">23700 5082 0,'0'0'0,"0"0"15,0 0 1,0 0 0,0 0-16,0 0 15,0 0-15,0 0 16,0 0-16,0 0 16,0 0-1,3 29-15,2 2 16,10 88-16,-1 2 15,-9-86-15,0 2 16,-2-7-16,2-6 16,1 2-16,2 1 15,-2-2-15,2 0 16</inkml:trace>
  <inkml:trace contextRef="#ctx0" brushRef="#br0" timeOffset="4874.28">23876 5131 0,'0'0'0,"0"0"15,0 0 1,0 0-16,0 0 15,0 0-15,0 0 16,0 0-16,0 0 16,0 0-16,0 0 15,7-18-15,0 2 16,46-32-16,-1 2 16,-4 22-16,0 18 15,-15 0-15,-7 9 16,-26-3-16,29 9 15,-29-9-15,4 14 16,-20 9 0,-1 0-16,-47 26 15,0 2-15,1-4 16,2-4-16,15-12 16,10-7-16,36-24 15,-30 23 1,30-23-16,0 0 15</inkml:trace>
  <inkml:trace contextRef="#ctx0" brushRef="#br0" timeOffset="5468.17">24357 5384 0,'0'0'0,"0"0"16,0 0-16,0 0 15,0 0-15,0 0 16,0 0-16,0 0 16,0 0-1,0 0-15,0 0 16,0 0-16,0 0 15,0 0-15,0 0 16,22-7-16,4 1 16,9 5-16,11 2 15,-46-1-15,24 15 16,-24-2-16,-5 3 16,-27 12-16,3 2 15,-13-7-15,-3-1 16,6-6-16,7-3 15,32-13 1,-31 14-16,31-14 16,0 0-16,8 13 15,-8-13-15,46 15 16,-9-7-16,8 0 16,6 1-16,-17-2 15,-8 4 1,-26-11-16,25 20 15,-23 3-15,-4 11 16,-32 34-16,3 1 16,-21-6-16,-12-4 15,6-12-15,0-10 16</inkml:trace>
  <inkml:trace contextRef="#ctx0" brushRef="#br0" timeOffset="6030.65">23281 6039 0,'0'0'0,"0"0"16,0 0-16,0 0 16,0 0-16,0 0 15,0 0-15,0 0 16,0 0-16,0 0 16,0 0-1,0 0-15,0 0 16,0 0-16,0 0 15,0 0-15,0 0 16,-2 49-16,2-3 16,-3 104-16,2 0 15,1-121-15,1 1 16,1 0-16,2 0 16,0 10-16,2 10 15,-2-9-15,1 0 16,-2-7-16,0-3 15,-1-7 1,0-3-16</inkml:trace>
  <inkml:trace contextRef="#ctx0" brushRef="#br0" timeOffset="7389.84">21587 6839 0,'0'0'16,"0"0"-16,0 0 15,0 0-15,0 0 16,0 0-16,0 0 15,0 0-15,0 0 16,0 0 0,0 0-16,0 0 15,0 0-15,0 0 16,0 0-16,2 35 16,1 1-1,2 15-15,2 16 16,-3-24-16,0-6 15,0 14-15,-1 12 16,-2-10-16,3-1 16,-4-11-16,0-3 15,-2-8-15,2-2 16,-2 1-16,4-1 16,-2-5-16,0-2 15,0-21-15,0 21 16,0-21-16,0 14 15,0-14 1,0 0-16,0 14 16,0-14-16,0 0 15,0 14-15,0-14 16,0 0-16,0 0 16,0 0-1,0 12-15,0-12 16,0 0-16,0 0 15,0 0-15,0 0 16</inkml:trace>
  <inkml:trace contextRef="#ctx0" brushRef="#br0" timeOffset="9530.36">20407 7669 0,'0'0'0,"0"0"16,0 0-16,0 0 16,0 0-1,0 0-15,0 0 16,0 0-16,0 0 15,0 0-15,0 0 0,0 0 0,0 0 32,35 0-32,-1 2 0,112-7 0,-1 1 31,-73 2-31,-2 0 16,45 0-16,28 0 15,-5 0-15,8 2 0,-18 0 0,-5 2 31,18-2-15,16 2-16,-12-2 0,-3 2 0,-19-2 31,-13 2-31,7-2 16,4 2-16,-19-4 16,-9 2-16,-13-2 15,-13 0 1,-5 0-16,-9 0 15,-27 0-15,3 2 16,-29 0-16,25 0 0,-25 0 0,0 0 31,0 0-31,25-3 16,-25 3-16,0 0 16,0 0-16,0 0 0,0 0 0,0 0 15,0 0-15,0 0 31,22-6-31,-22 6 0,0 0 32,0 0-32,13 15 0,-13-15 0,15 66 15,-5-7-15,5 23 16,4 21 0,-8-37-16,-3-15 15,0 4-15,1-3 16,-1 15-16,0 13 15,-2-14-15,2 0 16,-5-15-16,2-8 16,-4-11-16,3-10 15,-4-5-15,1-3 16,-1-14-16,2 19 16,-2-19-16,0 12 15,0-12-15,0 0 16,0 13-1,0-13-15,0 0 16,0 0-16,-2 12 16,2-12-16,0 0 15,-26 9-15,-32 3 16,1 2 0,-31-8-16,-22 0 15,2-4-15,-2-2 16,-11-3-16,-4-2 15,-6-1-15,-5 2 16,-19-2-16,-15 2 16,34-2-16,18 3 15,-11 0-15,2 0 16,8 1-16,7 2 16,6-1-16,10 2 15,3-1-15,7 2 16,0-2 15,4 3-31,8-3 16,10 2-16,15-2 15,16 0-15,-4-2 16,5 2-16,3-3 16,5 1-16,2-2 15,22 4 1,-35-8-16,35 8 15,-34-12-15,34 12 16,-35-21-16,35 21 16,-27-16-16,27 16 15,-12-13-15,12 13 16,0 0-16,-8-12 16,8 12-16,0 0 15,0 0-15,-9-12 16,9 12-16,0 0 15,-13-32-15,9 14 16,-3-17 0,4-11-16,0 0 15,3-1-15,-2 10 16,2 8-16,-1-3 16,2 6-1,-1-10-15,0 0 16,0-12-16,0-4 15,0 0-15,0 3 16,0 3-16,0 7 16,-1 2-16,1 8 15,-2 4-15,2 11 16,-2-1-16,2 15 16,-1-21-16,1 21 15,-3-12-15,3 12 16,0 0-16,3-15 15,-3 15 1,0 0-16</inkml:trace>
  <inkml:trace contextRef="#ctx0" brushRef="#br0" timeOffset="10780.62">21071 8131 0,'0'0'15,"0"0"-15,0 0 16,0 0-16,0 0 15,0 0 1,0 0-16,0 0 16,0 0-16,0 0 15,0 0-15,0 0 16,0 0-16,0 0 16,0 0-16,-3 25 15,1 1 1,-1 79-16,0 0 15,5-62-15,1 3 16,-3-27-16,0 1 16,0-20-16,0 15 15,0-15-15,0 0 16,0 0-16,0 0 0,-5-25 0,2-2 31,1-14-31,5-9 0,2 12 0,3 8 31,1 5-31,1 8 16,-1-1 0,5 1-16,-6 3 15,-8 14-15,13-20 16,-13 20-16,0 0 16,0 0-1,23-11-15,-23 11 16,32 12-16,-9 7 15,2 4-15,3 9 16,-4 0-16,1 1 0,-8-9 0,-2 2 31,-3-12-31,-12-14 16,26 10-16,-26-10 16,43-14-16,-15-11 0,1-9 0,0-7 15,0 10-15,-2 5 31,-5-2-15,-4 8-16,-7 2 16,-4 3-16,-1 3 15,-6 12-15,0 0 16,8-15-16,-8 15 16,0 0-1,0 0-15,0 0 16,-42 21-16,19-8 15,-5-1-15,0 3 16,1 2-16,2 2 16,4-2-16,4-1 15,5-4-15,12-12 16,-14 19-16,14-19 16,0 0-16,0 0 15,0 0-15,0 0 16,25-16-16,-3-1 15,0-3 1,5-1-16,-9 2 16,-2 5-16,-4-2 15,-12 16-15,18-15 16,-18 15-16,0 0 16,0 0-16,25-11 15,-25 11 1,0 0-16,33 12 15,-19 1-15,0 6 16,5 12-16,2 12 16,2 1-16,4 3 15,-7-1-15,-3-1 16,-3-8-16,-3-2 16,-4-7-16,-1-3 15,-2-10-15,0-2 16,-4-13-16,3 23 15,-3-23-15,3 20 16</inkml:trace>
  <inkml:trace contextRef="#ctx0" brushRef="#br0" timeOffset="12467.98">21776 6566 0,'0'0'15,"0"0"-15,0 0 16,0 0-16,0 0 15,0 0-15,0 0 16,0 0 0,0 0-16,0 0 15,0 0-15,0 0 16,0 0-16,0 0 16,0 0-16,0 0 15,0 0 1,0 0-16,0 0 15,0 0-15,0 0 16,0 0-16,0 0 0,0 0 0,0 0 31,0 0-31,0 0 16,0 0-16,0 0 16,0 0-16,0 0 0,0 0 0,0 0 15,0 0-15,0 0 31,0 0-31,0 0 16,0 0 0,0 0-16,-19 19 15,0 0-15,-16 10 16,-7 8-16,25-25 16,-2 3-1,19-15-15,-26 18 16,26-18-16,0 0 15,-20 13-15,20-13 16,0 0-16,0 0 16,-12 12-16,12-12 15,0 0-15,0 0 16</inkml:trace>
  <inkml:trace contextRef="#ctx0" brushRef="#br0" timeOffset="13499.18">23345 6609 0,'0'0'0,"0"0"16,0 0-16,0 0 16,0 0-16,0 0 15,0 0 1,0 0-16,0 0 15,0 0-15,0 0 16,0 0-16,0 0 16,0 0-16,0 0 15,0 0-15,0 0 16,-13 30-16,0-1 16,-5 6-16,-1 8 15,15-24-15,-1 1 16</inkml:trace>
  <inkml:trace contextRef="#ctx0" brushRef="#br0" timeOffset="14999.38">24023 5577 0,'0'0'16,"0"0"-16,0 0 15,0 0-15,0 0 16,0 0-16,0 0 15,0 0-15,0 0 16,0 0 0,0 0-16,5 38 15,1 3-15,3 80 16,-1-2-16,-8-72 16,2 3-16,0 15 15,1 13 1,0 20-16,3 20 15,-5-47-15,1-21 16,0 2-16,-1-6 16,-2 22-16,1 16 15,-5-7-15,-3 0 16,0-19-16,0-9 16,-4-12-16,1-6 15,-12 6-15,-7 7 16,-21 18-16,-17 14 15,3-14-15,-2-2 16,-2-12 0,1-5-16,-22-3 15,-10-1-15,3-12 16,3-4-16,-10-12 16,-6-7-1,5-3-15,3-1 16,12 0-16,11 0 15,9 0-15,11 0 16,16 0-16,15 0 16,1 0-16,27 0 15,-36 0-15,36 0 16,-28 2-16,28-2 16,0 0-16,-27 12 15,27-12-15,-20 29 16,9 7-16,1 1 15,0 8 1,3 12-16,1-8 16,3 1-16,0-7 15,3-5-15,0-8 16,3-5-16,-3-3 16,1-1-16,-1-2 15,4 0 1,-3-7-16,-1-12 15,2 19-15,-2-19 16,1 12-16,-1-12 16,0 0-16,4 13 15,-4-13-15,0 0 16,0 0-16,0 0 16,0 0-16,0 0 15,0 0-15,0 0 16</inkml:trace>
  <inkml:trace contextRef="#ctx0" brushRef="#br0" timeOffset="16296.18">21380 5834 0,'0'0'15,"0"0"-15,0 0 16,0 0-16,0 0 15,0 0-15,0 0 16,0 0 0,0 0-16,0 0 15,0 0-15,14 34 16,-1 0-16,7 57 16,2 4-16,-19-3 15,-10 5 1,-4-18-16,-5-12 15,0-9-15,2-10 16,-28 16-16,-15 11 16,-5 3-16,-9 11 15,8-25-15,3-10 16,1-8-16,4-5 16,0-7-16,1-6 15,6-8-15,9-6 16,7-3-16,32-11 15,-38 12 1,38-12-16,-26 9 16,26-9-16,-27 10 15,27-10-15,-25 31 16,12 2-16,-4 13 16,0 14-1,3-4-15,8 1 16,1-17-16,3-10 15,-1-8-15,3-6 16,-2 1-16,1 1 16,-3 7-16,2 6 15,-1 0-15,0 2 16,-1-8-16,3-2 16,-2-5-16,3-1 15,0-17-15,-2 17 16,2-17-16,0 0 15,0 0 1,2-17-16,-1-6 16,2 2-16</inkml:trace>
  <inkml:trace contextRef="#ctx0" brushRef="#br0" timeOffset="17340.37">19972 5884 0,'0'0'0,"0"0"16,0 0-16,0 0 16,0 0-16,0 0 0,0 0 15,0 0-15,0 0 16,0 0-16,0 0 16,-25 25-16,2 0 15,-26 34-15,2 1 16,14-8-16,13-4 15,-4 16-15,7 10 16,-2-3-16,3 3 16,1-20-16,5-13 15,-5 17-15,2 9 16,-7 26 0,1 22-16,6-43 15,10-16-15,0 6 16,3 2-16,0 24 15,5 19-15,7-16 16,7-2-16,1-17 16,7-9-1,14 2-15,14 5 16,3 7-16,6 5 16,-12-18-16,-5-7 15,-3-10-15,-5-8 16,2-1-16,1-1 15,1 1-15,1-2 16,-2-1-16,-1 2 16,-5 5-16,-1 6 15,-13-3-15,-10 5 16,-4-15-16,-5-5 16,-17 23-1,-7 10-15,-4 8 16,-1 11-16,1-24 15,4-10-15,4-15 16,6-9-16,0-5 16,5-4-1,6-15-15,-10 19 16,10-19-16,0 0 16</inkml:trace>
  <inkml:trace contextRef="#ctx0" brushRef="#br0" timeOffset="17783.93">20418 8384 0,'0'0'15,"0"0"-15,0 0 31,0 0-31,0 0 16,0 0-16,0 0 16,0 0-16,0 0 15,16 31-15,-2 1 16,11 18-16,10 15 16,-26-39-16,2 3 15,-16 7-15,-7 5 16,-54 65-16,0-2 15,-3-13-15,-3-7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5:05:24.6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8055 5102 0,'0'0'0,"0"0"0,0 0 0,0 0 15,0 0-15,0 0 16,0 0-1,0 0-15,0 0 16,0 0-16,0 0 16,-21-10-16,21 10 15,-75-8-15,20 8 16,19 11-16,12 8 16,1 3-16,9 3 15,5 6-15,9 9 16,34 33-16,3-1 15,36-2-15,26-6 16,-21-16-16,-6-10 16,-11 7-1,-12 5-15,-13-13 16,-9-4-16,-20 17 16,-16 9-16,-17-5 15,-16 0-15,-32 0 16,-23 1-1,23-9-15,11 0 16,6-26-16,8-16 16,21-14-16,3 0 15</inkml:trace>
  <inkml:trace contextRef="#ctx0" brushRef="#br0" timeOffset="250.07">7827 5036 0,'0'0'0,"0"0"15,0 0-15,0 0 16,0 0-16,0 0 16,0 0-16,13-8 15,-13 8-15,111-39 16,-13 5-1,-10 6-15,-5 3 16,-5-3-16,-3-1 16,-5 5-16,-3 10 15</inkml:trace>
  <inkml:trace contextRef="#ctx0" brushRef="#br0" timeOffset="671.88">9055 5186 0,'0'0'0,"0"0"16,0 0-16,0 0 15,0 0-15,0 0 16,0 0-1,0 0-15,0 0 16,0 0-16,0 0 16,21 34-16,1 1 15,10 57-15,1 0 16,-23-32-16,-15-18 16,-6 17-16,-7 12 15,-13-17-15,-9-7 16,0-11-16,1-12 15,-4-13-15,-1-13 16,2-11-16,2-10 16,5-5-1,12-6-15,10-7 16,16-5-16,70-71 16,1 1-16,64-2 15,41 2-15</inkml:trace>
  <inkml:trace contextRef="#ctx0" brushRef="#br0" timeOffset="1531.05">2964 4925 0,'0'0'16,"0"0"-16,0 0 15,0 0-15,0 0 16,0 0-16,0 0 16,0 0-1,0 0-15,0 0 16,0 0-16,0 0 16,0 0-16,1 29 15,1 2-15,18 136 16,2 1-1,-11-111-15,1 2 16,6 21-16,5 19 16,1 11-16,0 14 15,-4-12-15,0-1 16</inkml:trace>
  <inkml:trace contextRef="#ctx0" brushRef="#br0" timeOffset="9326.94">5202 5534 0,'0'0'16,"0"0"-16,0 0 16,0 0-16,0 0 15,0 0-15,0 0 16,0 0-16,0 0 15,25 0-15,0 2 16,133 1 0,2-1-16,-37-4 15,-26-1-15,54 1 16,28 4-16,-30-2 16,-11 0-1,22 3-15,14 3 16,-47-2-16,-24 0 15,-2 1-15,-7-2 16,-51 0-16,2-1 16,-45-2-16,33 1 15,-33-1-15,0 0 16,26 0-16,-26 0 16,0 0-16,0 0 15,0 0-15,0 0 16,0 0-16,-38-6 15,-14-2 1,-1 2-16,10 0 16,9 1-16,6-1 15,5 4-15,23 2 16,-33-12-16,18 0 16,5 0-16,6-12 15,4-1 1,0 5-16,1 6 15,-1 14-15,0 0 16,0 0-16,25 8 16,-1 6-16,1 2 15,3 4-15,4 5 16,2 10-16,7 12 16,-16 13-16,-4 15 15,-25-6-15,-14 3 16,-22-9-16,-16-3 15</inkml:trace>
  <inkml:trace contextRef="#ctx0" brushRef="#br0" timeOffset="23786.4">9931 7507 0,'0'0'15,"0"0"-15,0 0 16,0 0-16,0 0 15,0 0-15,0 0 16,0 0-16,0 0 16,0 0-16,0 0 15,0 0-15,0 0 16,0 0-16,0 0 16,0 0-16,0 0 15,0 29-15,0 2 16,-5 91-1,2 2-15,1-29 16,4-14-16,-2 0 16,2-5-16,-2 28 15,1 20 1,-1-21-16,1-2 16,3-14-16,-1-7 15,4 18-15,6 9 16,1-28-16,1-14 15,-4-12-15,0-12 16,1 13-16,5 5 16,-4-4-16,3 0 15,-6-11-15,1-5 16,-5-8-16,1-2 16,-4-5-16,2-7 15,-3 0 1,-1-3-16,-4 0 15,-2 1-15,-22 8 16,-1 0-16,-41 6 16,1-1-16,-20 1 15,-9 1-15,17-12 16,6-2 0,-13 3-16,-5 1 15</inkml:trace>
  <inkml:trace contextRef="#ctx0" brushRef="#br0" timeOffset="25145.6">1251 10751 0,'0'0'16,"0"0"-16,0 0 15,3 30-15,1 4 16,10 155-16,1-1 16,-11-126-16,0 1 15,1 25 1,3 14-16,-7-54 15,2 0-15,-3-30 16,2 1-16,-2-19 16,0 17-16,0-17 15,0 0-15,-20-38 16,5 4 0,-13-27-16,-5-12 15,7-7-15,4-8 16,2-8-16,5-2 15,7 47-15,2 2 16,2 8-16,4 7 16,0-13-16,1-3 15,3-6-15,3 0 16,7-2-16,10 3 16,30-7-16,27 0 15,13 4-15,20 6 16,4 15-1,9 12-15,-14 4 16,-6 9-16,-19 4 16,-13 8-16,-23 0 15,-14 6-15,-10-1 16,-28-5 0,33 9-16,-33-9 15,22 17-15,-13 2 16,-10 51-16,1 2 15,-5 16-15,-1 13 16,-18 8-16,-10 15 16,1 2-16,-2 8 15,5-26-15,4-10 16,-1 0-16,6 2 16,14-11-16,13-6 15,-5-30-15,6-18 16,-6-5-1,2-11-15,-1 3 16,0-3-16,-2-3 16,0-2-16,-25 7 15,0 0 1,-70 0-16,1 1 16,-22-3-16,-16 1 15,24-16-15,9-10 16,16 2-16,15 2 15,13-4-15,17 1 16,7-3-16,31 8 16,-31-14-16,31 14 15,-9-23-15,21 1 16</inkml:trace>
  <inkml:trace contextRef="#ctx0" brushRef="#br0" timeOffset="25911.19">1617 10832 0,'0'0'16,"0"0"-16,0 0 16,0 0-16,0 0 15,0 0-15,0 0 16,-8 29-16,4-1 16,-23 118-16,3-2 15,17-109-15,2 0 16,3-18-1,1 2-15,1-19 16,-2 20-16,2-20 16,0 0-16,0 0 15,0 0-15,23-99 16,-7 1 0,-8 9-16,-7 7 15,-1 57-15,2 2 16,-2 5-16,0 18 15,3-19-15,-3 19 16,0 0-16,3-12 16,-3 12-16,0 0 15,27 24-15,-8 1 16,30 96-16,-2 0 16,-11-29-16,-11-19 15,3 4-15,-1 1 16,-5-17-1,-4-12-15,-13-30 16,2 2-16,-7-21 16,0 0-16,-30-33 15,2 1 1,-57-42-16,3 2 16,42 49-16,2 2 15,11 9-15,27 12 16,-31-12-16,31 12 15,0 0-15,0 0 16,0 0-16,0 0 16,48-26-16,12 4 15,72-28-15,0 1 16,-21 3-16,-14 7 16</inkml:trace>
  <inkml:trace contextRef="#ctx0" brushRef="#br0" timeOffset="28335.08">9905 9381 0,'0'0'0,"0"0"15,0 0 1,0 0 0,0 0-16,0 0 0,0 0 0,0 0 15,0 0 1,10 22-16,0 1 15,6 26-15,0 1 16,-12-33-16,1-1 16,-5-16-16,5 20 15,-5-20-15,2 15 16,-2-15-16,0 15 16,0-15-16,-7 23 15,-2-3-15,1 1 16,-5 0-16,0-1 15,-8 1 1,-3 2-16,-4 2 16,-2 3-16,3 1 15,1 7-15,-1 2 16,2 7-16,-2 2 16,-2 3-1,8-9-15,9-4 16,0-10-16,5-6 15,1-3-15,1-2 16,0-2-16,1-3 16,4-11-16,-7 20 15,7-20-15,-3 15 16,3-15-16,-8 19 16,3-5-16,-4 6 15,-5-2-15,-6 7 16,-11-6-16,-9 5 15,-8-1 1,-8 3-16,2-7 16,1-4-16,0-5 15,3-1-15,-10-1 16,-1 3-16,-5-5 16,-1-3-16,5 0 15,1-1 1,-13-1-16,-6 6 15,7-6-15,7 4 16,11-3-16,13 0 16,-14 0-16,-5 0 15,-8 0-15,-4 3 16,7-1-16,6 1 16,4 0-16,3-1 15,-11 1-15,0-2 16,-6 1-16,-3 2 15,12-1 1,6-1-16,-2 1 16,-1 0-16,-13 1 15,-8 2-15,10 2 16,8-1-16,0 1 16,4 3-1,-12-3-15,0 3 16,8-5-16,8 2 15,-7-1-15,1 1 16,-17 1-16,-10 2 16,12-8-16,4 2 15,3-6-15,6 4 16,-19-4-16,-10 4 16,9-5-16,7 0 15,-1-3-15,6 3 16,-19-2-16,-8 4 15,16-2 1,8 0-16,-13 0 16,-8 0-16,9-2 15,4 2-15,14-1 16,11 2-16,-24-1 16,-10 0-1,15 0-15,10 0 16,12-1-16,10 1 15,-18-3-15,-7 1 16,1-3-16,0 2 16,14-1-16,13 3 15,-8-4-15,1 0 16,-10-1-16,-6 3 16,1-4-16,-2 3 15,9-3-15,8 6 16,-6-4-16,5 4 15,-6-4 1,-2 5-16,3-1 16,3 2-16,6-1 15,8 2-15,0-2 16,6 0-16,2 0 16,6 0-16,21 0 15,-37 0 1,37 0-16,-27 0 15,27 0-15,0 0 16,-24 0-16,24 0 16,0 0-16,0 0 15,0 0-15,0 0 16,0 0-16,0 0 16,8-28-16,11 5 15,19-21-15,0 0 16,10-1-16,10 2 15,-11 7-15,2 8 16,-13 5 0,-5 7-16,-2-1 15,-3 7-15,2-2 16,2 1-16,-7 2 16,0 3-1,-23 6-15,30-6 16,-30 6-16,0 0 15,22-2-15,-22 2 16,0 0-16,0 0 16,-5 12-16,-6 1 15,-30 35-15,2 2 16,-13-3-16,-3 1 16,1-10-16,1 0 15,11-9-15,9-6 16,8-7-16,25-16 15,-33 20 1,33-20-16,-22 18 16,22-18-16,-20 13 15,20-13-15,-10 13 16,10-13-16,0 0 16,2 17-1,28-2-15,-1 3 16,12 4-16,11 5 15,-16-10-15,-6-6 16</inkml:trace>
  <inkml:trace contextRef="#ctx0" brushRef="#br0" timeOffset="66380.17">6096 1472 0,'0'0'0,"0"0"0,0 0 0,0 0 0,0 0 0,0 0 16,0 0-16,0 0 15,0 0-15,0 0 16,0 0-16,0 0 16,0 0-1,0 0-15,0 0 16,0 0-16,0 0 15,0 0-15,0 0 16,0 0-16,0 0 16,28 0-16,1 3 15,123 39-15,0 4 16,-53-5-16,-33 3 16,35-4-16,13-2 15,-20-7-15,-6-2 16,13-12-1,10-5-15,-9-5 16,2-6-16,2-7 16,9-2-16,-21 0 15,-8-1-15,-7 1 16,-3 2 0,-16-1-16,-9 3 15,-14-1-15,-10 2 16,-27 3-16,28-4 15,-28 4-15,0 0 16,25-4-16,-25 4 16,0 0-16,0 0 15,24-6-15,-24 6 16,14-31-16,-2 5 16,-2-32-16,1 1 15,-5 5-15,-3 7 16,-1 10-1,-2 12-15,-2 0 16,2 4-16,-1 5 16,1 14-16,-2-20 15,2 20-15,0 0 16,0-12 0,0 12-16,0 0 15,3 27-15,1-1 16,6 74-16,4 1 15,-4-37-15,-2-21 16,-2-3-16,3-8 16,-2-5-16,1-2 15,-4-12-15,1 0 16,-5-13-16,0 0 16,16 12-16,-16-12 15,25-17-15,-9 0 16,29-80-1,-1 2-15,-9 23 16,-7 16-16,-13 22 16,0 4-16,-2 1 15,0 3-15,-3 3 16,1 4 0,-4 2-16,-7 17 15,22-20-15,-22 20 16,27 0-16,-7 14 15,10 60-15,3 1 16,-3 1-16,-2 3 16,-11-28-16,-7-14 15,0-2-15,2-1 16,-4-5-16,0-3 16,-3-7-16,0-6 15,-5-13-15,0 0 16,0 0-1,0 0-15,42-10 16,-18-12-16,16-46 16,2 0-16,5-8 15,0-5-15,-20 30 16,-8 19 0,-10 12-16,3 1 15,-7 5-15,-5 14 16,10-17-16,-10 17 15,10-14-15,-10 14 16,25 16-16,-7 5 16,15 76-16,0 1 15,-14-51-15,0 1 16,-7-18-16,-4-9 16,-3-3-16,1-3 15,-1-1-15,3 3 16,-8-17-1,8 21-15,-8-21 16,0 0-16,6 14 16,-6-14-16,0 0 15,36 0-15,-4-22 16,1-1 0,5-13-16,5-5 15,-10 6-15,-1 4 16,-6 2-16,-1 7 15,-5-2-15,-1 6 16,-6 6-16,-13 12 16,21-13-16,-21 13 15,21-6-15,-21 6 16,21-2-16,-21 2 16,0 0-16,0 0 15,22 4-15,-22-4 16,0 0-1,0 0-15,0 0 16,0 0-16,0 0 16,0 0-16,0 0 15,23 13-15,-23-13 16,0 0 0,0 0-16,0 0 15,0 0-15,0 0 16,0 0-16,0 0 15,0 0-15,0 0 16,0 0-16,0 0 16</inkml:trace>
  <inkml:trace contextRef="#ctx0" brushRef="#br0" timeOffset="67051.95">9875 1770 0,'0'0'16,"0"0"-16,0 0 15,0 0-15,0 0 16,0 0-16,0 0 15,0 0-15,0 0 16,43-8-16,2 1 16,108-14-16,-3 1 15,-81 18-15,0 2 16,38-9-16,31-3 16,-16 4-16,4 6 15,1-4-15,6 1 16,-16 1-1,-6 2-15,-21 0 16,-14 2-16,-18-2 16,-16 4-16,-7-2 15,-15 2-15,-20-2 16,22 0 0,-22 0-16,0 0 15,0 0-15,0 0 16</inkml:trace>
  <inkml:trace contextRef="#ctx0" brushRef="#br0" timeOffset="67442.57">11585 1780 0,'0'0'0,"0"0"16,0 0 0,0 0-16,0 0 15,0 0-15,0 0 16,0 0-16,0 0 15,12 23-15,0 0 16,22 96-16,3 3 16,-23-43-16,-12-25 15,1-6-15,-3-11 16,0-7-16,3-2 16,-3-4-16,4 4 15,-3-13 1,1-2-16</inkml:trace>
  <inkml:trace contextRef="#ctx0" brushRef="#br0" timeOffset="67817.39">11264 2392 0,'0'0'16,"0"0"-16,0 0 15,0 0-15,0 0 16,18-2-16,-18 2 16,147-5-16,-22 3 15,-24-1-15,-13 3 16,5-2-1,5 0-15,-27-1 16,-13 3-16,3-2 16,-3 2-16,-28-2 15,1 2-15,-31 0 16,23 0 0,-23 0-16,0 0 15,0 0-15,0 0 16</inkml:trace>
  <inkml:trace contextRef="#ctx0" brushRef="#br0" timeOffset="68161.06">11578 2895 0,'0'0'0,"0"0"16,0 0-16,0 0 16,0 0-16,0 0 15,0 0 1,0 0-16,0 0 16,36-4-16,-2 1 15,141-32-15,2-1 16,-106 17-16,2-1 15,-1 4-15,-1 2 16,-39 5-16,3 1 16,-35 8-16,31-6 15,-31 6-15,0 0 16,0 0-16,0 0 16</inkml:trace>
  <inkml:trace contextRef="#ctx0" brushRef="#br0" timeOffset="68551.61">11960 2773 0,'0'0'16,"0"0"-16,0 0 15,0 0-15,0 0 16,0 0-16,0 0 16,4 25-16,1 0 15,10 146-15,1 2 16,-13-63-16,-8-42 16,-2 33-16,-2 11 15,3 8 1,1 13-16,-2-14 15,0 1-15,0-6 16,2-4-16,5-61 16,0 3-16,-3-7 15,3 1 1,0 1-16,0 3 16,0-17-16,3-6 15,-3-9-15,5-3 16</inkml:trace>
  <inkml:trace contextRef="#ctx0" brushRef="#br0" timeOffset="69598.36">11614 4662 0,'0'0'0,"0"0"0,0 0 15,0 0 1,0 0-16,40-16 15,0 1-15,92-31 16,5 3-16,-70 33 16,3-1-16,15-7 15,15-3 1,-32 13-16,-14 10 16,-15-2-16,-10 3 15,-29-3-15,24 5 16,-24-5-16,0 19 15,-13 3-15,-1 5 16,-52 38-16,1 0 16,-17 11-16,-4 4 15,45-54-15,2 2 16,2-6-16,1 1 16,11-11-16,25-12 15,-27 15 1,27-15-16,0 0 15,-23 12-15,23-12 16,0 0-16,28-8 16,-1 0-16,63-27 15,0 2 1,-12 1-16,-3 8 16,-41 9-16,3 3 15,-37 12-15,29-10 16,-29 10-16,0 0 15,0 0-15,0 0 16</inkml:trace>
  <inkml:trace contextRef="#ctx0" brushRef="#br0" timeOffset="70429.31">11782 1621 0,'0'0'0,"0"0"15,0 0 1,0 0 0,0 0-16,0 0 0,0 0 0,0 0 15,0 0 1,0 0-16,0 0 15,0 0-15,0 0 16,0 0-16,0 0 16,0 0-16,0 0 15,0 0-15,0 0 16,0 0-16,0 0 16,28 16-16,2 1 15,90 27-15,2 0 16,-6-31-16,-5-17 15,39 16 1,22 7-16,-28-19 16,-14-8-16,2-1 15,0-1-15,-10-3 16,-3 2-16,-24 0 16,-15 3-16,-22 3 15,-20-1 1,-5 3-16,-11 3 15,-22 0-15,27-3 16,-27 3-16,0 0 16,31 0-16,-31 0 15,0 0-15,25 6 16,-25-6-16,0 0 16,0 0-16,23 9 15</inkml:trace>
  <inkml:trace contextRef="#ctx0" brushRef="#br0" timeOffset="72272.89">14005 1374 0,'0'0'15,"0"0"-15,0 0 16,0 0-16,0 0 16,0 0-16,0 0 15,0 0-15,0 0 16,-13 57-16,3-1 16,-10 55-16,1 1 15,14-88-15,0 4 16,-2-6-16,7-1 15,-2-3 1,2 3-16,0-8 16,0-13-16,5 12 15,-5-12-15,0 0 16,0 0-16,26-9 16,-14-3-16,11-42 15,2 2 1,-6-15-16,-3-8 15,-7 27-15,-5 20 16,0 9-16,-2 1 16,0 6-16,-2 12 15,3-13-15,-3 13 16,0 0-16,0 0 16,10 53-16,-1-5 15,-1 8-15,2 8 16,-1-37-16,-4 1 15,-1-9-15,1-6 16,-5-13 0,5 20-16,-5-20 15,4 15-15,-4-15 16,0 0-16,0 0 16,0 0-16,21-40 15,-8 0 1,9-48-16,-1 3 15,-3 28-15,2 20 16,-1 4-16,0 10 16,4 1-16,4 2 15,-5 6-15,3 7 16,-25 7-16,38 5 16,-20 15-16,8 15 15,1 38-15,2-1 16,-7-12-16,-3-6 15,-10-24-15,-1 1 16,-3-13 0,0-4-16,-2-2 15,0 1-15,-3-13 16,6 20-16,-6-20 16,0 0-1,2 13-15,-2-13 16,25-31-16,-5 1 15,19-45-15,1 2 16,-11 15-16,-8 15 16,-5 8-16,0 10 15,-6 0-15,0 8 16,-10 17-16,9-21 16,-9 21-16,0 0 15,7-14-15,-7 14 16,0 0-16,18 21 15,11 27 1,-1-1-16,-5 13 16,-4 11-16,-5-26 15,-4-11-15,-3-7 16,2 0-16,-4-4 16,2 0-16,-4-6 15,2 0 1,-5-17-16,3 20 15,-3-20-15,0 0 16,0 0-16,0 0 16,0 0-16,0 0 15,0 0-15,29-19 16,-18-1-16,2-5 16,-3 4-16,1 5 15,-5 3-15,-6 13 16,7-16-16,-7 16 15,5-12 1,-5 12-16,0 0 16,4-12-16,-4 12 15,0 0-15,0 0 16,0 0-16,0 0 16,7-13-16,-7 13 15,0 0 1,0 0-16,15-15 15,-15 15-15,0 0 16,0 0-16,0 0 16,12-12-16,-12 12 15,0 0-15,0 0 16,0 0-16,0 0 16,0 0-16,0 0 15,13-13-15,-13 13 16,0 0-16,0 0 15,0 0-15,0 0 16,0 0 0,0 0-16,0 0 15,0 0-15,0 0 16,0 0-16,0 0 16,0 0-1,46-12-15,-17 12 16,43-2-16,-1 0 15,37-2-15,24-1 16,5-1-16,15 0 16,-11-2-16,-3-1 15,18-3-15,13 2 16,-14-3-16,-2 3 16,-8-2-16,-3 1 15,-10 1-15,-5 2 16,-42 1-16,-24 3 15,-14 3 1,-17 2-16,-5-1 16,-25 0-16,25 3 15,-25-3-15,0 0 16,0 0-16</inkml:trace>
  <inkml:trace contextRef="#ctx0" brushRef="#br0" timeOffset="73429.39">16557 1644 0,'0'0'16,"0"0"-16,0 0 15,0 0-15,0 0 16,5 51 0,0 3-16,9 161 15,0 2-15,-12-133 16,-1 2-16,4 32 16,4 26-16,-6-59 15,-1-32 1,-2-26-16,1 0 15,-1-4-15,2 2 16,-2-6-16,2-3 16,-2-16-16,0 17 15,0-17-15,0 0 16,0 0-16,1 12 16,-1-12-16,0 0 15</inkml:trace>
  <inkml:trace contextRef="#ctx0" brushRef="#br0" timeOffset="73913.75">16300 3008 0,'0'0'16,"0"0"-16,0 0 15,0 0-15,0 0 16,0 0-16,0 0 15,0 0-15,0 0 16,37-7 0,0 1-16,120-14 15,1-1-15,-54 9 16,-32 5-16,47-7 16,21 0-16,-51 3 15,-24 7 1,1-2-16,-7 4 15,-32 2-15,0 0 16,-27 0-16,25 0 16,-25 0-16,0 0 15,0 0-15,0 0 16</inkml:trace>
  <inkml:trace contextRef="#ctx0" brushRef="#br0" timeOffset="74335.53">16507 3376 0,'0'0'16,"0"0"-16,0 0 15,0 0-15,0 0 16,0 0-16,0 0 16,16-2-16,-16 2 15,92-8-15,-15 2 16,-2 1-16,-1 5 15,-8-7-15,-3-4 16,-13 4 0,-7 7-16,-5-3 15,-5 0-15,-2 2 16,-1 1-16,-7 0 16,-23 0-1,32 1-15,-32-1 16,0 0-16,23 4 15,-23-4-15,0 0 16</inkml:trace>
  <inkml:trace contextRef="#ctx0" brushRef="#br0" timeOffset="74772.85">16878 3341 0,'0'0'0,"0"0"16,0 0-16,0 0 15,0 0-15,0 0 16,0 0-16,0 0 16,0 0-16,0 0 15,0 0 1,0 0-16,0 0 15,0 0-15,0 0 16,23 44-16,2 1 16,24 110-16,3 2 15,-44-107-15,1 1 16,-3 20-16,0 15 16,4 16-16,4 15 15,-9-44-15,-2-26 16,-2-19-16,1 0 15,-2-11-15,2-5 16,-2-12 0,0 19-16,0-19 15,0 0-15,0 0 16,0 0-16</inkml:trace>
  <inkml:trace contextRef="#ctx0" brushRef="#br0" timeOffset="75538.28">16921 4539 0,'0'0'0,"0"0"16,0 0-16,0 0 15,0 0-15,0 0 16,0 0-16,0 0 16,0 0-1,27 0-15,3 1 16,93-13-16,1 1 15,-63 7-15,0 0 16,-14 2-16,-9 4 16,-38-2-16,41-2 15,-41 2-15,0 0 16,0 0-16,0 0 16,-29 21-16,-13-2 15,-41 19-15,1 2 16,16-9-16,14-2 15,5-4 1,11 0-16,17-13 16,0 0-16,19-12 15,-16 12-15,16-12 16,0 0-16,38 19 16,-2-6-16,71-9 15,3 0 1,-13-8-16,-2-4 15,-29-1-15,-20 3 16,-8-1-16,-11 0 16,-27 7-16,30-9 15,-30 9-15,0 0 16,0 0-16,0 0 16,-10 13-16,-5-1 15,-9 7-15,-4 6 16,4-7-16,2 4 15,4-11-15,6 1 16,12-12 0,-17 15-16,17-15 15,0 0-15,0 0 16,30 4-16,45 7 16,-1-2-1</inkml:trace>
  <inkml:trace contextRef="#ctx0" brushRef="#br0" timeOffset="86663.47">1523 726 0,'0'0'0,"-8"0"16,8 0-16,0 0 15,0 0 1,0 0-16,0 0 15,0 0-15,0 0 16,0 0-16,0 0 16,0 0-16,0 0 15,0 0-15,0 0 16,0 0-16,0 0 16,0 0-16,0 0 15,0 0-15,0 0 16,0 0-16,0 0 15,8 148 1,4-15-16,-4-34 16,-3-20-16,-5-61 15,2 1-15,0-5 16,2 3-16,-4-17 16,3 20-16,-3-20 15,0 15 1,0-15-16,0 0 15,0 13-15,0-13 16,0 0-16,0 0 16,0 0-16,0 0 15,-2-21-15,-1-2 16,-6-22-16,1 1 16,0-1-16,2 2 15,0 9-15,3 9 16,-1 5-16,4 8 15,-1-4-15,1 16 16,-2-20 0,2 20-16,-3-20 15,3 20-15,2-26 16,-2 11-16,0 4 16,0 11-1,0-18-15,0 18 16,1-12-16,-1 12 15,0 0-15,0 0 16,3-12-16,-3 12 16,0 0-16,21-10 15,15 4-15,2 0 16,20-4-16,14-1 16,-12 3-16,-1 1 15,-2 2-15,-1 2 16,-6-1-16,-4 8 15,-10-8 1,-5 4-16,-2-3 16,-3 6-16,1-3 15,1 0-15,0 0 16,4 0-16,-6 0 16,-2 0-1,-24 0-15,39 0 16,-39 0-16,22 0 15,-22 0-15,0 0 16,21 0-16,-21 0 16,0 0-16,0 0 15,0 0-15,0 0 16,0 0-16,0 0 16,21 8-16,-21-8 15,13 36-15,-2-12 16,-2 8-16,1 6 15,-4 0 1,3 6-16,-2-2 16,1 7-16,-3-10 15,-1 0-15,-1-12 16,0-7-16,-3-20 16,2 21-16,-2-21 15,1 15 1,-1-15-16,2 12 15,-2-12-15,0 0 16,0 0-16,2 14 16,-2-14-16,0 0 15,0 0-15,0 13 16,0-13-16,0 0 16,0 0-16,0 0 15,-2 12-15,2-12 16,0 0-16,0 0 15,0 0-15,0 0 16,0 0 0,0 0-16,30 15 15,-9-9-15,24 4 16,-1 2-16,29-1 16,22 3-1,-9-10-15,1-2 16,-22-6-16,-14-1 15,-9 0-15,-9 3 16,-11-2-16,-22 4 16,27-2-16,-27 2 15,0 0-15,23-2 16,-23 2-16,0 0 16</inkml:trace>
  <inkml:trace contextRef="#ctx0" brushRef="#br0" timeOffset="87475.88">1454 1327 0,'0'0'0,"0"0"15,0 0 1,0 0-16,0 0 15,0 0-15,0 0 16,0 0-16,0 0 16,0 0-16,0 0 15,0 0-15,0 0 16,0 0-16,0 0 16,0 0-16,0 0 15,0 0-15,0 0 16,0 0-16,0 0 15,0 0-15,0 0 16,0 0 0,0 0-16,0 0 15,0 0-15,0 0 16,0 0-16,0 0 16,0 0-1,0 0-15,0 0 16,0 0-16,0 0 15,-30-3-15,2 3 16,-117 0-16,-1 3 16,74-6-16,0 2 15,13-1-15,8 4 16,13-2-16,13 0 16,0 0-16,25 0 15,-31 0-15,31 0 16,0 0-16,0 0 15,-22 0 1,22 0-16</inkml:trace>
  <inkml:trace contextRef="#ctx0" brushRef="#br0" timeOffset="89835.08">18427 1260 0,'0'0'0,"0"0"16,0 0-16,0 0 15,0 0 1,0 0-16,0 0 15,-29-3-15,1-1 16,-17-4-16,-10-3 16,32 7-16,2 2 15,21 2-15,-30 0 16,30 0-16,0 0 16,-22 0-16,22 0 15,0 0-15,0 0 16,0 0-16,0 0 15,0 0-15,0 0 16,56-11 0,-16 7-16,7 0 15,7 4-15,8 0 16,8 3-16,-12-6 16,-1 3-1,-21-1-15,-11 2 16,-25-1-16,30-1 15,-30 1-15,0 0 16,25 0-16,-25 0 16,0 0-16,29-5 15,-29 5-15,26-8 16,-26 8-16,25-10 16,-25 10-16,0 0 15,0 0-15,22-11 16,-22 11-16,0 0 15,0 0 1,0 0-16,0 0 16,0 0-16,0 0 15,0 0-15,0 0 16,0 0-16,19-12 16,-19 12-16,0 0 15,0 0 1,0 0-16,0 0 15,0 0-15,0 0 16</inkml:trace>
  <inkml:trace contextRef="#ctx0" brushRef="#br0" timeOffset="91625.2">19102 1209 0,'0'0'15,"0"0"-15,0 0 32,0 0-32,0 0 15,0 0-15,0 0 0,0 0 16,0 0-1,0 0-15,0 0 16,0 0-16,0 0 16,0 0-16,0 0 15,0 0-15,0 0 16,0 0-16,0 0 16,-18-20-16,-1-1 15,-9-17-15,-6-12 16,13 10-16,12 9 15,1-8-15,5-1 16,3 9-16,6 6 16,-3 1-1,4 5-15,-4-4 16,3 5-16,-3-7 16,2 7-16,-2-3 15,2 2-15,-2-4 16,3 1-1,0 4-15,2 0 16,-5 4-16,2 1 16,-5 13-16,5-18 15,-5 18-15,7-19 16,-2 4-16,-5 15 16,10-23-16,-10 23 15,6-15-15,-6 15 16,0 0-16,9-15 15,-9 15-15,0 0 16,0 0-16,6-12 16,-6 12-1,0 0-15,0 0 16,0 0-16,12-17 16,-12 17-16,15-15 15,-15 15-15,22-16 16,-22 16-1,39-17-15,-13 9 16,2-7-16,5 6 16,-2-6-16,5 7 15,-9-3-15,-2 4 16,-25 7-16,39-13 16,-39 13-16,36-10 15,-36 10-15,38-7 16,-38 7-16,38 0 15,-38 0-15,25 7 16,-25-7-16,0 0 16,23 8-1,-23-8-15,0 0 16,19 16-16,-19-16 16,22 18-16,-22-18 15,20 22-15,-20-22 16,15 16-1,-15-16-15,12 12 16,-12-12-16,8 13 16,-8-13-16,0 0 15,10 16-15,-10-16 16,8 14-16,-8-14 16,9 13-16,-9-13 15,4 13-15,-4-13 16,0 0-16,10 19 15,-10-19-15,8 15 16,-8-15-16,11 24 16,-11-24-1,8 22-15,-8-22 16,6 21-16,-3-9 16,3 3-16,-6-15 15,6 21-15,-6-21 16,5 16-1,-5-16-15,5 21 16,-5-21-16,6 20 16,-6-20-16,5 19 15,-5-19-15,4 13 16,-4-13-16,4 12 16,-4-12-16,0 0 15,0 0-15,3 19 16,-3-19-16,1 14 15,-1-14-15,2 19 16,-2-19-16,0 23 16,0-23-1,0 20-15,0-20 16,-2 14-16,2-14 16,-1 17-16,1-17 15,-3 24-15,1-11 16,0 2-1,2-15-15,-4 20 16,4-20-16,-3 12 16,3-12-16,-2 13 15,2-13-15,-3 15 16,3-15-16,0 0 16,-3 12-16,3-12 15,0 0-15,0 0 16,-3 12-16,3-12 15,0 0-15,0 0 16,-3 13-16,3-13 16,0 0-1,0 0-15</inkml:trace>
  <inkml:trace contextRef="#ctx0" brushRef="#br0" timeOffset="95202.74">19221 2166 0,'0'0'15,"0"0"-15,0 0 16,0 0-16,0 0 16,0 0-16,0 0 15,0 0-15,0 0 16,0 0-16,0 0 16,0 0-16,0 0 15,0 0-15,0 0 16,0 0-16,0 0 15,0 0-15,0 0 16,0 0-16,0 0 16,0 0-1,0 0-15,17 0 16,-17 0-16,108-6 16,-17 0-16,-25-2 15,-12 1 1,8-2-16,6 0 15,4-2-15,3 4 16,-13-2-16,-8 3 16,-16 0-16,-10 4 15,-28 2-15,32-4 16,-32 4-16,0 0 16,0 0-16,26-4 15,-26 4-15,0 0 16,0 0-16,0 0 15,0 0-15,21-7 16,-21 7 0,0 0-16,0 0 15,0 0-15,0 0 16,0 0-16,0 0 16,0 0-16,8-12 15,-8 12 1,-2-12-16,2 12 15,-2-21-15,2 21 16,0-22-16,0 22 16,-1-20-16,1 20 15,-2-21-15,2 21 16,2-19-16,-2 19 16,1-19-16,-1 19 15,2-13-15,-2 13 16,0 0-16,6-12 15,-6 12-15,2-13 16,-2 13 0,3-14-16,-3 14 15,2-17-15,-2 17 16,0-20-16,0 20 16,1-21-16,-1 8 15,0 13-15,2-25 16,-2 11-1,0-1-15,0 4 16,0-1-16,0 12 16,0-28-16,2 12 15,-4-5-15,0-2 16,-1 5-16,0 5 16,0-2-16,1 3 15,-1-1-15,3 13 16,-2-14-16,2 14 15,0 0-15,-1-16 16,1 16 0,0 0-16,0-17 15,0 17-15,0 0 16,3-12-16,-3 12 16,0 0-16,5-13 15,-5 13 1,0 0-16,6-12 15,-6 12-15,0 0 16,12-14-16,-12 14 16,0 0-16,28-15 15,-28 15-15,25-10 16,-25 10-16,28-6 16,-28 6-16,22-6 15,-22 6-15,0 0 16,28-11-16,-28 11 15,0 0-15,23-2 16,-23 2 0,24 2-16,-24-2 15,35-2-15,-35 2 16,34-2-16,-34 2 16,24 2-16,-24-2 15,25 2 1,-25-2-16,0 0 15,0 0-15,25 4 16,-25-4-16,0 0 16,0 0-16,0 0 15,0 0-15,0 0 16,0 0-16,23 4 16,-23-4-16,0 0 15,0 0-15,0 0 16,0 0-16,0 0 15,0 0-15,23 15 16,-23-15 0,0 0-16,0 0 15,0 0-15,0 0 16,0 0-16,0 0 16,20 14-16,-20-14 15,0 0-15,5 13 16,-5-13-1,4 12-15,-4-12 16,8 12-16,-8-12 16,5 19-16,-2-6 15,-3-13-15,5 16 16,-5-16-16,3 15 16,-3-15-16,1 12 15,-1-12-15,0 17 16,0-17-16,0 24 15,0-24-15,-1 21 16,1-21-16,-2 16 16,2-16-1,-1 17-15,1-17 16,0 0-16,-2 15 16,2-15-16,0 0 15,-2 16 1,2-16-16,0 0 15,0 0-15,-3 14 16,3-14-16,0 0 16,0 0-16,0 12 15,0-12-15,0 0 16,0 0-16,0 0 16,2 16-16,-2-16 15,0 0-15,6 17 16,-6-17-16,0 0 15,2 14-15,-2-14 16,0 0 0,5 16-16,-5-16 15,0 0-15,5 12 16,-5-12-16,0 0 16,5 13-16,-5-13 15,0 0 1,0 0-16,3 14 15,-3-14-15,0 0 16,0 0-16,4 13 16,-4-13-16,0 0 15,1 14-15,-1-14 16,3 13-16,-3-13 16,0 0-16,4 14 15,-4-14-15,0 0 16,0 0-16,1 12 15,-1-12-15,0 0 16,0 0 0,0 0-16,0 0 15,0 0-15,0 0 16,2 13-16,-2-13 16,0 0-16,0 0 15,17 12-15,-17-12 16,0 0-1,23 12-15,-23-12 16,21 7-16,-21-7 16,30 6-16,-8-4 15,3 1-15,4 0 16,-2 0-16,3 1 16,-3-2-16,3 0 15,-4-2-15,3 1 16,-4-1-16,-2 4 15,-1-4-15,2 0 16,1 0-16,5 3 16,-4-3-1,1 2-15,-6-2 16,-21 0-16,40-2 16,-18 2-16,-1-3 15,0 6 1,-21-3-16,33 0 15,-33 0-15,30 0 16,-30 0-16,35 0 16,-13 0-16,6 0 15,3 0-15,9 0 16,-6 0-16,2 0 16,2 0-16,3 0 15,0 0-15,1 0 16,7 0-16,4 0 15,2 0-15,2 0 16,-14 0 0,-8 0-16,-4-3 15,-1 3-15,-7 0 16,-2 0-16,-21 0 16,27-4-16,-27 4 15,0 0 1,0 0-16,0 0 15,0 0-15,0 0 16</inkml:trace>
  <inkml:trace contextRef="#ctx0" brushRef="#br0" timeOffset="97077.48">19211 3459 0,'0'0'0,"0"0"16,0 0-16,0 0 16,0 0-16,0 0 15,0 0 1,0 0-16,0 0 15,0 0-15,0 0 16,0 0-16,0 0 16,0 0-16,0 0 15,32-4-15,1-1 16,64 1-16,2 3 16,-57 1-16,1 0 15,3-2-15,5 2 16,10-5-16,11 4 15,4-4-15,10 5 16,-20-2 0,-8 0-16,8 0 15,6-1-15,-12 1 16,-4 0-16,-12 1 16,-8 1-16,-1-2 15,-2 2-15,-8-3 16,-5 6-1,-20-3-15,32 0 16,-32 0-16,0 0 16,22 0-16,-22 0 15,0 0-15,0 0 16,0 0-16,21 0 16,-21 0-16,0 0 15,0 0-15,0 0 16,0 0-16,0 0 15</inkml:trace>
  <inkml:trace contextRef="#ctx0" brushRef="#br0" timeOffset="97796.16">20608 2832 0,'0'0'0,"0"0"16,0 0-16,0 0 15,0 0 1,0 0-16,0 0 15,0 0-15,0 0 16,0 0-16,0 0 16,0 0-16,0 0 15,0 0-15,0 0 16,0 0-16,0 0 16,5 28-16,1 0 15,-1 50-15,1 4 16,-3-27-16,2-12 15,-2 0-15,3-2 16,-4-10 0,1-7-16,-2-5 15,3-7-15,-3 0 16,-1-12-16,5 20 16,-5-20-16,5 14 15,-5-14-15,0 0 16,1 14-1,-1-14-15,0 0 16,0 0-16,0 0 16,0 0-16,2 13 15,-2-13-15,0 0 16,0 0-16,0 0 16</inkml:trace>
  <inkml:trace contextRef="#ctx0" brushRef="#br0" timeOffset="99162.6">20627 2963 0,'0'0'16,"-5"22"-16,2 4 15,3-26-15,0 0 16,0 0-16,0 0 0,0 0 16,0 0-16,0 0 15,0 0 1,0 0-16,0 0 15,0 0-15,0 0 16,0 0-16,0 0 16,0 0-16,0 0 15,0 0-15,0 0 16,0 0-16,0 0 16,19-13-16,1 0 15,28-3-15,0-1 16,-13 7-16,-9 3 15,1 0 1,-2 4-16,-25 3 16,30-2-16,-30 2 15,0 0-15,0 0 16,25 0-16,-25 0 16,0 0-1,0 0-15,0 0 16,0 0-16,0 0 15,0 0-15,22 2 16,-22-2-16,0 0 16,5 21-16,-4-9 15,1 3-15,2 4 16,-4 2-16,2 3 16,-2 3-16,0 5 15,0 0-15,1 1 16,-1-5-16,2 4 15,-2-5 1,3-2-16,-3-6 16,2 0-16,-2-7 15,0 0-15,0-12 16,1 22-16,-1-22 16,4 25-1,-4-25-15,3 23 16,-3-23-16,3 21 15,-3-21-15,3 20 16,-3-20-16,2 17 16,-2-17-16,1 14 15,-1-14-15,3 16 16,-3-16-16,0 0 16,0 0-16,3 12 15,-3-12-15,0 0 16,0 0-16,0 0 15,0 0 1,7 12-16,-7-12 16,0 0-16,0 0 15,0 0-15,0 0 16,0 0-16,26 8 16,-26-8-1,0 0-15,23 0 16,-23 0-16,0 0 15,28-2-15,-28 2 16,30-4-16,-30 4 16,40-6-16,-13 6 15,-7-2-15,1-1 16,-21 3-16,39-2 16,-17 1-16,1 2 15,-23-1-15,35 0 16,-35 0-16,34-1 15,-14-3 1,1 4-16,6-1 16,4 1-16,6-2 15,8 2-15,-6-2 16,4 2-16,-9-2 16,0 2-1,-2-1-15,-2 1 16,3-4-16,4 4 15,0-1-15,0 1 16,2-2-16,2 2 16,-9-2-16,-3 2 15,-5 0-15,-3 2 16,2 0-16,2 3 16</inkml:trace>
  <inkml:trace contextRef="#ctx0" brushRef="#br0" timeOffset="100537.78">17275 747 0,'0'0'0,"-10"5"15,10-5 1,0 0-16,0 0 15,0 0-15,0 0 16,0 0-16,0 0 16,0 0-16,0 0 15,0 0-15,0 0 16,6 147-16,13-16 16,-3 36-16,3 30 15,-8-76-15,-2-38 16,0 7-16,-1-11 15,-3-10 1,2-9-16,-3 6 16,5 7-16,-4-17 15,0-9-15,-3-14 16,1-13-16,-3-20 16,1 15-1</inkml:trace>
  <inkml:trace contextRef="#ctx0" brushRef="#br0" timeOffset="101240.88">17147 798 0,'0'0'0,"0"0"16,0 0-1,0 0-15,0 0 16,0 0-16,0 0 0,0 0 16,0 0-16,0 0 15,0 0 1,0 0-16,0 0 15,45 12-15,1 2 16,103 54-16,0 2 16,-87-29-16,-1 2 15,16 3-15,16 1 16,-31-10-16,-10-4 16,0-1-16,0-4 15,-4-5-15,0 0 16,-11-11-16,-3-1 15,-34-11 1,33 6-16,-33-6 16,0 0-16,23 2 15,-23-2-15,0 0 16,0 0-16,0 0 16,0 0-1,0 0-15,0 0 16,0 0-16,-41 8 15,-14 14-15,0 4 16,-35 67-16,1 0 16,15-25-16,16-16 15,5-3-15,7-3 16,-3-3-16,3-2 16,5-3-16,4-3 15,6-8-15,8-5 16,2-5-16,9-2 15,12-15 1,0 0-16,0 0 16,0 0-16</inkml:trace>
  <inkml:trace contextRef="#ctx0" brushRef="#br0" timeOffset="101584.56">18581 1381 0,'0'0'15,"0"0"-15,0 0 16,0 0-16,0 0 16,0 0-16,0 0 15,-24-1-15,-1-3 16,-5 2-16,-3 1 15,33 1 1,0 0-16,-22 0 16,22 0-16,0 0 15,41-2-15,81 0 16,1-1-16,8 1 16,6 0-1,-27 0-15,-15 2 16,-2-1-16,-5 1 15,-9 0-15,-4 3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5:11:41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16620 13495 0,'0'0'0,"0"0"0,0 0 0,0 0 0,0 0 0,0 0 16,0 0-16,0 0 15,0 0-15,0 0 16,0 0-16,0 0 15,0 0-15,0 0 16,0 0-16,0 0 16,0 0-1,0 0-15,0 0 16,0 0-16,0 0 16,0 0-16,0 0 15,27 3-15,-2 2 16,3 7-16,5 8 15,-19 2-15,-9 3 16,-3 11-16,-2 8 16,-6-9-16,2 1 15,-1-21-15,2 5 16,3-20-16,-7 16 16,7-16-1,0 0-15,0 0 16,0 0-16,-21-20 15,12-1-15,-1-6 16,2 1-16,2 1 16,3 3-1,2 4-15,1 6 16,0 12-16,0-17 16,0 17-16,0-13 15,0 13-15,0 0 16,1-12-16,-1 12 15,0 0-15,0 0 16,0 0-16,0 0 16,-25-6-16,25 6 15,-24 10-15,24-10 16,0 0-16,-28 12 16,28-12-1,0 0-15,0 0 16,0 0-16,0 0 15,0 0-15</inkml:trace>
  <inkml:trace contextRef="#ctx0" brushRef="#br0" timeOffset="1000.29">21146 13832 0,'0'0'0,"0"0"0,0 0 16,0 0-1,0 0-15,0 0 16,0 0-16,0 0 15,0 0-15,0 0 16,0 0-16,0 0 16,0 0-1,0 0-15,0 0 16,0 0-16,0 0 16,0 0-16,0 0 15,0 0-15,0 0 16,0 0-16,0 0 15,0 0-15,0 0 16,0 0-16,0 0 16,0 0-16,0 0 15,0 0-15,0 0 16,0 0-16,0 0 16,0 0-1,0 0-15,0 0 16,0 0-16,-25-13 15,2 3-15,-21-44 16,0 1-16,33 28 16,0 2-1,5 11-15,6 12 16,-7-19-16,7 19 16,0 0-16,0-12 15,0 12-15,0 0 16,0 0-16,0 0 15,0 0-15,0 0 16,0 0-16,0 0 16,0 0-16,0 0 15,0 0-15,0 0 16,0 0 0,0 0-16,0 0 15,0 0-15,0 0 16,0 0-16,0 0 15,0 0-15</inkml:trace>
  <inkml:trace contextRef="#ctx0" brushRef="#br0" timeOffset="1938.13">16920 17195 0,'0'0'0,"0"0"16,0 0-16,0 0 15,0 0-15,0 0 16,0 0-16,0 0 16,0 0-1,0 0-15,0 0 16,0 0-16,0 0 16,0 0-16,0 0 15,0 0-15,0 0 16,0 0-16,0 0 15,0 0-15,0 0 16,0 0-16,0 0 16,0 0-16,0 0 15,0 0-15,0 0 16,0 0-16,0 0 16,0 0-1,0 0-15,0 0 16,0 0-16,0 0 15,0 0-15,0 0 16,0 0-16,0 0 16,0 0-16,0 0 15,0 0 1,0 0-16,0 0 16,0 0-16,0 0 15,0 0-15,0 0 16,0 0-16,0 0 15,0 0-15,0 0 16,0 0-16,0 0 16,0 0-16,0 0 15,0 0-15,0 0 16</inkml:trace>
  <inkml:trace contextRef="#ctx0" brushRef="#br0" timeOffset="2954.04">21000 17063 0,'0'0'0,"0"0"16,0 0-16,0 0 15,0 0-15,0 0 16,0 0-16,0 0 16,0 0-16,0 0 15,0 0 1,0 0-16,0 0 16,0 0-16,0 0 15,12-31-15,0 0 16,11-19-16,9-7 15,-16 36-15,1 0 16,-5 9-16,-12 12 16,29-9-16,-29 9 15,31 5-15,-31-5 16,27 23-16,-15 2 16,-3-1-16,-1 9 15,-4-12 1,-4-5-16,-4-1 15,-2-2-15,6-13 16,-22 19-16,22-19 16,-25 7-1,25-7-15,-26-10 16,14-2-16,4-3 16,1-2-16,5 3 15,1 0-15,1 14 16,6-21-16,-6 21 15,0 0-15,25-4 16,-9 16-16,0 1 16,-3 1-16,-1 7 15,-6-7-15,1 0 16,-3-2-16,-1 4 16</inkml:trace>
  <inkml:trace contextRef="#ctx0" brushRef="#br0" timeOffset="6825.51">16928 17038 0,'0'0'16,"0"0"-16,0 0 15,0 0-15,0 0 16,0 0-16,0 0 16,0 0-16,0 0 15,0 0-15,0 0 16,0 0-16,0 0 15,0 0-15,0 0 16,0 0-16,0 0 16,0 0-1,0 0-15,0 0 16,0 0-16,0 0 16,0 0-16,19 6 15,-19-6-15,58 25 16,-19-6-1,-39-19-15,27 16 16,-27-16-16,0 0 16,14 15-16,-14-15 15,0 0-15,-14 19 16,-7-13-16,21-6 16,-42 12-16,21-5 15,21-7-15,-26 4 16,26-4-16,0 0 15,0 0-15,-21-9 16,21 9-16,-1-12 16,1 12-1,1-21-15,-1 21 16,5-17-16,-5 17 16,9-20-16,-9 20 15,7-12-15,-7 12 16,0 0-1,0 0-15,0 0 16,0 0-16,0 0 16,-22 10-16,22-10 15,-22 12-15,22-12 16,0 0-16,0 0 16</inkml:trace>
  <inkml:trace contextRef="#ctx0" brushRef="#br0" timeOffset="8793.95">16678 13509 0,'0'0'16,"0"0"-16,0 0 15,0 0-15,0 0 16,0 0-16,0 0 16,0 0-16,0 0 15,0 0-15,0 0 16,0 0-16,0 0 15,0 0-15,0 0 16,0 0 0,0 0-16,0 0 15,0 0-15,0 0 16,0 0-16,11 56 16,0 0-16,14 74 15,2 2-15,-17-88 16,0 1-1,1 26-15,5 20 16,-2-3-16,3 8 16,-9-32-16,-1-15 15,-1 22-15,5 11 16,-5 32-16,0 25 16,-2-45-16,-3-15 15,1 23-15,-1 9 16,-1-7-16,0-3 15,0-14-15,0-11 16,0 23-16,2 15 16,4-34-1,3-10-15,1-9 16,2-3-16,1 24 16,6 20-16,-5-15 15,3-2-15,-6-21 16,-1-15-1,0 3-15,0-2 16,1 5-16,3 6 16,-3-4-16,0 3 15,0-10-15,-1-3 16,-4-9-16,1-7 16,-3-7-16,0-1 15,-2-5-15,1-7 16,-3-11-16,3 19 15,-3-19-15,4 16 16,-4-16-16,3 16 16,-3-16-1,3 25-15,-3-12 16,2 2-16,-2-15 16,0 15-16,0-15 15,0 16-15,0-16 16,0 13-1,0-13-15,0 0 16,0 12-16,0-12 16,0 0-16,0 0 15</inkml:trace>
  <inkml:trace contextRef="#ctx0" brushRef="#br0" timeOffset="9964.74">16714 13569 0,'0'0'0,"0"0"16,0 0 0,0 0-16,0 0 15,0 0-15,0 0 16,0 0-16,0 0 15,0 0-15,0 0 16,0 0-16,0 0 16,0 0-16,0 0 15,0 0-15,0 0 16,0 0-16,0 0 16,30 2-16,0 2 15,82-2-15,0 3 16,-27-7-16,-19-1 15,28-1 1,17 2-16,-8-1 16,-1 0-16,12-1 15,9 0-15,-6-1 16,2 3-16,-7-3 16,-2 0-16,6 0 15,6 2 1,-2-2-16,2 1 15,-1 1-15,2-2 16,-14 1-16,-7 4 16,-1-2-16,-3 2 15,-3 0-15,-4 2 16,-8 1-16,0 1 16,-1-2-16,0 4 15,-12-2-15,-6 4 16,4-1-16,1 2 15,-3 0-15,1-1 16,-13-2 0,-6 0-16,-4-2 15,0 3-15,-5-3 16,1 3-16,7-4 16,3 7-1,0-5-15,3 1 16,-8-2-16,-2 2 15,-5-2-15,0 1 16,-5-1-16,-2 0 16,-6-2-16,-3 0 15,-22-2-15,35 5 16,-35-5-16,25 1 16,-25-1-16,0 0 15,29 2-15,-29-2 16,0 0-16,26 4 15,-26-4 1,0 0-16,0 0 16,0 0-16,0 0 15,0 0-15,0 0 16,0 0-16,0 0 16,0 0-1,0 0-15,0 0 16</inkml:trace>
  <inkml:trace contextRef="#ctx0" brushRef="#br0" timeOffset="11605.2">21219 13666 0,'0'0'16,"0"0"-16,0 0 15,0 0-15,0 0 16,0 0-16,0 0 15,0 0 1,0 0-16,0 0 16,0 0-16,0 0 15,0 0-15,-13 24 16,-1 0-16,-19 49 16,2-2-16,18-37 15,1-1 1,2 8-16,5 11 15,-4 53-15,0 1 16,-1-21-16,4-13 16,-1-5-16,3-2 15,-1 45-15,0 31 16,2-44-16,5-17 16,-2-1-16,1-7 15,1 33-15,3 22 16,-2-51-16,1-24 15,-1 6-15,4-3 16,-1 24 0,4 18-16,-1-18 15,0-7-15,-1-18 16,0-15-16,0-2 16,0-5-1,-2 3-15,5 4 16,-3 0-16,1 2 15,-1 1-15,3 2 16,-3-6-16,0 2 16,1-1-16,-1 1 15,-3-9-15,1-5 16,-3-5-16,2-3 16,-3-3-16,2-1 15,-2-1-15,1 2 16,0 3-16,2 9 15,0 2 1,1 6-16,0 1 16,2 1-16,-2 1 15,1 5-15,-3-7 16,2 1-16,-3-8 16,1-4-1,-3-4-15,2-3 16,-1-4-16,0 1 15,-2-15-15,1 19 16,-1-19-16,0 15 16,0-15-16,0 0 15,0 14-15,0-14 16,0 0-16,0 0 16,-1 12-16,1-12 15,0 0-15,0 0 16,0 0-16,0 0 15,0 0 1,0 0-16,-5 13 16,5-13-16,0 0 15,0 0-15,0 0 16,0 0-16,0 0 16,0 0-16,0 0 15,0 0 1,0 0-16,-8 12 15,8-12-15,-25 6 16,-11-1-16,-2-1 16,-15 2-16,-10 2 15,-17-1-15,-9 2 16,-6-2-16,-2 1 16,-5-1-16,-5-1 15,-4-5-15,-4-1 16,-12 0-16,-8 0 15,15-1-15,8 1 16,1-2 0,7 2-16,-4-3 15,2 2-15,0-1 16,4 2-16,0-3 16,0 3-1,1-2-15,2 2 16,4-1-16,2 1 15,5-3-15,8 3 16,-8-2-16,-1 2 16,15-2-16,13 2 15,-2-3-15,5 3 16,-8-1-16,0 2 16,7-1-16,7 3 15,6-3-15,10 0 16,-3 0-16,3 0 15,-3 0 1,-2 0-16,3 0 16,4 0-16,2 0 15,7 0-15,-5 0 16,0 0-16,2 0 16,1 0-16,4 0 15,23 0 1,-41 0-16,19 0 15,-3 0-15,3 0 16,-5 0-16,2 0 16,2 0-16,23 0 15,-36 0-15,36 0 16,0 0-16,-25 0 16,25 0-16,0 0 15,0 0-15,0 0 16</inkml:trace>
  <inkml:trace contextRef="#ctx0" brushRef="#br0" timeOffset="13870.83">16769 13675 0,'0'0'0,"0"0"16,0 0-16,0 0 16,0 0-16,0 0 15,0 0 1,0 0-16,0 0 15,0 0-15,0 0 16,0 0-16,0 0 16,0 0-16,0 0 15,0 0-15,0 0 16,0 0-16,0 0 16,2-32-16,1 2 15,5-43-15,0 4 16,-3 12-16,0 11 15,-3-15-15,-2-6 16,-2 9 0,1 6-16,-1 16 15,0 13-15,0-19 16,0-3-16,-2-31 16,0-20-16,0 19 15,2 12 1,-1 11-16,1 15 15,-4-3-15,-2 7 16,-4-8-16,-4 0 16,-6-13-16,-6-9 15,-9 5-15,-6 0 16,-5 14-16,-2 10 16,6 3-16,2 8 15,-8 2-15,-4 4 16,-13 7-16,-10 11 15,16 2-15,9 7 16,-3 10 0,0 14-16,-3 11 15,-1 13-15,2-4 16,5 4-16,5-9 16,7-1-1,2 4-15,4 3 16,-4 25-16,-2 20 15,2-16-15,5-1 16,-2 2-16,3 5 16,-5 16-16,0 20 15,12-34-15,9-16 16,-2 8-16,5 5 16,-4 27-16,1 22 15,4-32-15,4-14 16,1 20-16,5 12 15,2-25 1,5-8-16,-1 4 16,2 5-16,4 34 15,4 26-15,-6-66 16,2-30-16,5 43 16,3 21-16,-3-14 15,4 2 1,-4-17-16,2-8 15,2 32-15,8 19 16,-7-41-16,-2-16 16,2 20-16,2 11 15,-4-19-15,2-8 16,-6-7-16,0-5 16,8 26-16,0 22 15,-5-36-15,-2-8 16,0-13-16,-2-7 15,5 19-15,6 16 16,-5-10 0,1 1-16,-7-29 15,-1-18-15,2 8 16,5 0-16,0 7 16,5 8-16,-4-7 15,-2-1 1,2-4-16,0 1 15,-7-8-15,2-3 16,-6-10-16,1-7 16,-3-1-16,2-2 15,-1 4-15,3 2 16,1-1-16,2 17 16,5-6-16,3 5 15,-1-7-15,5-1 16,-1-6-16,3 1 15,-3-11-15,1-3 16,-3-7 0,2 0-16,2-6 15,2-3-15,6-8 16,5-4-16,7-5 16,7-1-1,-8-3-15,-2 2 16,-6 1-16,-5 5 15,-2-9-15,-1 1 16,-2-16-16,2-4 16,3-7-16,3-15 15,-5 6-15,-1 2 16,-6 6-16,-4 9 16,-4 8-16,-3 10 15,-4 5-15,-1 4 16,1-8-16,2 0 15,2-14 1,1-7-16,-3-5 16,-3-1-16,-5 4 15,-2 8-15,-1 9 16,2 6-16,-4 4 16,2 6-16,-1-3 15,-1 2 1,-1-1-16,1 4 15,-1-4-15,0 0 16,-3 1-16,1-1 16,1 2-16,4 14 15,-8-16-15,8 16 16,0 0-16,0 0 16,-8-15-16,8 15 15,0 0-15,0 0 16,0 0-16,-2-12 15</inkml:trace>
  <inkml:trace contextRef="#ctx0" brushRef="#br0" timeOffset="16277.29">21134 13824 0,'0'0'16,"0"0"-16,0 0 15,0 0-15,0 0 16,0 0-16,0 0 16,0 0-16,0 0 15,0 0-15,0 0 16,3-42-16,1 0 15,0-23-15,0-18 16,-4 29 0,-1 14-16,-2-25 15,-2-13-15,-3-1 16,0-4-16,4 17 16,0 12-1,-2-23-15,-1-7 16,-3-24-16,2-16 15,2 41-15,1 26 16,2-28-16,2-6 16,7-21-16,8-13 15,2 47-15,7 34 16,4-13-16,4 2 16,7-28-16,7-16 15,-2 14-15,4 3 16,-5 23-16,3 16 15,6 6 1,5 8-16,-4 4 16,-1 2-16,-5 6 15,-3 9-15,-5 2 16,-1 6-16,-1 1 16,4 6-16,-1 8 15,5 11 1,0 33-16,6 29 15,-8-8-15,2 8 16,-11-16-16,-6-4 16,4 27-16,5 21 15,-3-1-15,2 4 16,-2 5-16,0 9 16,-3-1-16,1 4 15,-6-3-15,0 1 16,-9 0-16,-2 5 15,-3 0-15,0 1 16,-3-9 0,-2-4-16,-6 18 15,-3 10-15,-8-2 16,-3 2-16,1-13 16,1-4-16,-3-11 15,2-3 1,-3 2-16,-1 0 15,-3 3-15,2 5 16,-4-5-16,1-1 16,-4-4-16,0-1 15,0 2-15,0 1 16,1-8-16,1 0 16,-1-7-16,4-3 15,-5 20-15,-4 15 16,9-46-16,5-21 15,-6 30-15,-2 16 16,4-33 0,6-13-16,0-8 15,4-8-15,-3 23 16,-1 15-16,4-22 16,1-4-1,1-22-15,4-14 16,-1-6-16,2-7 15,-1-1-15,2-1 16,-3 2-16,1 4 16,-2 2-16,1 6 15,-1-8-15,1-5 16,0-5-16,3-2 16,1-15-16,-5 20 15,5-20-15,-10 25 16,2-13-16,1 3 15,-3-3 1,1 1-16,9-13 16,-19 14-16,19-14 15,-22 6-15,22-6 16,-34-6-16,9-8 16,-2-5-16,0-2 15,0 1 1,-2-8-16,-1 6 15,-2-13-15,1-1 16,1-15-16,5 6 16,-5-26-16,-1-16 15,6 21-15,6 10 16,3 13-16,8 16 16,-1-4-16,0 4 15,-4-12-15,-1-4 16,-2-11-16,-1-4 15,3-2-15,3-2 16,0 6 0,5 8-16,2 14 15,6 10-15,0-2 16,1 5-16,-2-4 16,3 3-16,-3 0 15,4 9 1,-2-2-16,-3 15 15,4-21-15,-4 21 16,0 0-16,4-12 16</inkml:trace>
  <inkml:trace contextRef="#ctx0" brushRef="#br0" timeOffset="18356.66">21029 13724 0,'0'0'0,"0"0"16,0 0-1,0 0-15,0 0 16,0 0-16,0 0 15,0 0-15,0 0 16,0 0-16,0 0 16,14-2-16,-14 2 15,78-8-15,-13 3 16,-15 5-16,-9 5 16,12-3-16,5 0 15,17-4-15,16-2 16,-3 1-16,3 3 15,5-7-15,6-4 16,5-5-16,3-5 16,-7 0-1,-1 1-15,2-3 16,6 2-16,-10 2 16,-2-1-16,-7 1 15,-5 3-15,-5-1 16,-4 3-1,-14-3-15,-10 4 16,-13-3-16,-10-1 16,-5-5-16,-5-1 15,-4-8-15,1-4 16,-9-7-16,-5-1 16,-14-2-16,-13 3 15,-10-1-15,-10 6 16,-5 0-16,-4 1 15,-21-5-15,-12-3 16,-2 5-16,-5 2 16,-1 8-1,0 8-15,-14 2 16,-5 6-16,-8-4 16,-3 5-16,-2-3 15,1 4-15,-7-1 16,-1 4-1,-18 0-15,-8 2 16,12 3-16,9 8 16,-8-3-16,2 1 15,-9 1-15,-2 5 16,15-5-16,11 3 16,-12-4-16,-3 4 15,-4-3-15,-4 0 16,11 0-16,7 0 15,-16 0-15,-9 0 16,7-1 0,4 1-16,13-2 15,13 0-15,-21 0 16,-6-1-16,11 2 16,6-1-16,-9 0 15,-7 1-15,-1 1 16,-1 5-1,-4 4-15,0 8 16,0 0-16,1 5 16,11-3-16,7 4 15,2-4-15,4 0 16,11-5-16,15 3 16,-10-3-16,0 3 15,16-2-15,12 0 16,-7 15-16,4 15 15,7-6-15,6 3 16,19-10-16,18-1 16,4-6-1,13-2-15,2-8 16,7-3-16,2-1 16,6-3-16,2 2 15,3 5-15,7 6 16,9 6-1,7 5-15,9 7 16,3-4-16,8 2 16,6-7-16,8-3 15,-5-9-15,3-6 16,15 3-16,12-1 16,-12-8-16,0-8 15,-8-4-15,-5-5 16,14-1-16,10 1 15,-13-5-15,-3-1 16,-13 1-16,-7 2 16,6-3-1,2 1-15,-2-2 16,0 1-16,-7 1 16,-5 1-16,2-2 15,2 4-15,-6-1 16,-2 1-1,-3-1-15,-2 4 16,-1-3-16,2 3 16,-9 0-16,-1 2 15,-22 4-15,28-7 16,-28 7-16,25-4 16,-25 4-16,39-4 15</inkml:trace>
  <inkml:trace contextRef="#ctx0" brushRef="#br0" timeOffset="21013.59">21043 16983 0,'0'0'0,"0"0"16,0 0-1,0 0-15,0 0 16,0 0-16,0 0 16,0 0-16,0 0 15,0 0-15,0 0 16,0 0-16,0 0 16,0 0-16,0 0 15,19 0-15,-19 0 16,87 4-16,-17-3 15,-16 2-15,-8 3 16,26-6-16,16-2 16,-5 0-1,5 0-15,-3-1 16,1 3-16,19-1 16,16 1-16,-14-2 15,1 2-15,2-2 16,2 2-1,0-2-15,3 2 16,-7-5-16,0 2 16,1-6-16,2 3 15,-5-7-15,-2-1 16,-5-7-16,0-4 16,-9-1-16,-4-4 15,-17 6-15,-9 4 16,-9-2-16,-8 8 15,-5-3-15,-5 5 16,-5-2 0,-1 2-16,-7-1 15,-20 13-15,30-23 16,-30 23-16,13-36 16,-15-2-16,-22-33 15,3 2-15,-8 4 16,-3 5-16,-16 9 15,-12 8 1,-10 5-16,-10 10 16,-6 0-16,-5 6 15,-16-3-15,-13 3 16,1 4-16,-2 5 16,-7 1-16,-6 4 15,-18-1-15,-14 4 16,26 1-16,13 1 15,-18-3-15,-4 2 16,-16-2-16,-10 1 16,16-1-1,10 2-15,-19-4 16,-8 0-16,19-4 16,12 1-16,-20-2 15,-9 1-15,4 0 16,2-1-1,3 1-15,3 2 16,-16-4-16,-9 3 16,-2 0-16,0 3 15,-4 4-15,0 8 16,-10 3-16,-1 5 16,17-4-16,15 4 15,-25 5-15,-8 6 16,31-5-16,19 3 15,-12-2-15,2 3 16,7-1-16,8 1 16,0-1-1,2 2-15,1-1 16,3 0-16,24-6 16,18-1-16,-14 1 15,-2 2-15,15-3 16,14-1-1,8 4-15,14 2 16,-13 11-16,0 12 16,8 3-16,10 10 15,14-14-15,13-8 16,8-7-16,13-7 16,2-3-16,3-4 15,2 1-15,4 4 16,9 7-16,10 9 15,23 14-15,2 1 16,16 6-16,10 9 16,-2-16-1,1-4-15,17-10 16,12 0-16,-5-13 16,2-5-16,-4-2 15,0-1-15,5-1 16,2 3-16,-15-5 15,-9 1 1,12-1-16,8 4 16,-11-3-16,2 1 15,-11-3-15,-4 1 16,9-2-16,9 3 16,-12-5-16,-2 0 15,-10-4-15,-6 2 16,12-4-16,11 1 15,-4-2-15,6 1 16,-3-2-16,3 0 16,3-2-16,6 0 15,-13-1 1,-7 2-16,6-2 16,1 1-16,-16 0 15,-9 1-15,-24 2 16,0 1-1,-27 0-15,30-3 16,-30 3-16,0 0 16</inkml:trace>
  <inkml:trace contextRef="#ctx0" brushRef="#br0" timeOffset="23138.5">10834 15662 0,'0'0'15,"0"0"-15,0 0 16,0 0-16,0 0 15,0 0-15,0 0 16,0 0-16,0 0 16,0 0-1,0 0-15,0 0 16,0 0-16,0 0 16,0 0-16,17-7 15,-17 7-15,131-54 16,-16 9-16,-19-4 15,-12-3 1,24-2-16,11 0 16,-17 2-16,-11 4 15,-9 8-15,-7 6 16,-23 10-16,-13 9 16,-10 0-16,-5 9 15,-24 6-15,29-9 16,-29 9-16,0 0 15</inkml:trace>
  <inkml:trace contextRef="#ctx0" brushRef="#br0" timeOffset="23513.41">11573 15383 0,'0'0'16,"0"0"-16,0 0 15,0 0-15,0 0 16,0 0-16,0 0 16,0 0-16,0 0 15,7 22-15,1 1 16,18 74-16,-1 0 15,-7 17-15,-5 15 16,0-18-16,0-3 16,-2-4-1,3 0-15,-4-13 16,0-6-16,-8-48 16,5 0-16,-5-14 15,-2-7-15,3 0 16,-3-2-1,0-14-15,5 23 16,-5-23-16,5 12 16</inkml:trace>
  <inkml:trace contextRef="#ctx0" brushRef="#br0" timeOffset="24337.9">12158 15759 0,'0'0'0,"0"0"0,0 0 16,0 0-1,0 0 1,0 0-16,0 0 16,0 0-16,0 0 15,16-16-15,3 0 16,39-17-16,5 1 15,-18 13-15,-5 10 16,4 1-16,7 7 16,-12-2-16,-2 6 15,-5 1-15,-3 4 16,-1 4-16,-3 5 16,-10 30-16,-2 26 15,-20-5-15,-12 6 16,0-20-1,-4-9-15,-9-5 16,-10-7-16,-3-6 16,-5-7-16,0-3 15,0-5-15,4-5 16,7-3 0,2-4-16,6 0 15,-1-6-15,0-1 16,1-12-16,6-3 15,1-11-15,7-6 16,6-17-16,10-11 16,8-1-16,11 0 15,5 12-15,7 10 16,11 1-16,10 8 16,-9-2-16,1 1 15</inkml:trace>
  <inkml:trace contextRef="#ctx0" brushRef="#br0" timeOffset="25407.54">12868 15564 0,'0'0'16,"0"0"-16,0 0 16,0 0-16,0 0 15,0 0-15,0 0 16,0 0-16,0 0 16,0 0-16,0 0 15,0 0-15,0 0 16,0 0-16,0 0 15,21 9-15,0 1 16,48 38-16,0-1 16,-25 6-16,-12 2 15,-5-4-15,-4 1 16,-12-17-16,-1-5 16,-6-8-16,0-5 15,-4-5 1,0-12-16,-8 18 15,8-18-15,-26 8 16,26-8-16,-45-20 16,22-9-16,-3-22 15,1-20 1,11 11-16,12 4 16,5 9-16,10 7 15,8-21-15,12-10 16,5-5-16,7-7 15,-18 27-15,-8 17 16,-9 14-16,-2 2 16</inkml:trace>
  <inkml:trace contextRef="#ctx0" brushRef="#br0" timeOffset="26157.58">13406 15122 0,'0'0'16,"0"0"-16,0 0 15,0 0-15,0 0 16,0 0-16,0 0 16,0 0-16,0 0 15,0 0-15,0 0 16,4 35-16,1 2 16,23 83-1,2 0-15,-12-82 16,1 1-16,5-6 15,5 0-15,-6-2 16,3-1-16,-9-6 16,-2-5-16,-1-7 15,-14-12 1,26 14-16,-26-14 16,21-3-16,-21 3 15,23-32-15,-12 9 16,12-37-16,1 0 15,-8-22-15,1-14 16,-8 36-16,-3 21 16,-2 3-16,0 17 15,-4 4-15,1 2 16,-1 13-16,0-15 16,0 15-16,0 0 15,-1-13 1,1 13-16,0 16 15,1 0-15,14 90 16,-1-1-16,-4-30 16,-3-19-16,-1-13 15,4-10 1,-1 1-16,3-4 16,-3-7-16,-1-4 15,1-7-15,-9-12 16,0 0-16,30 4 15,-6-27-15,2 3 16</inkml:trace>
  <inkml:trace contextRef="#ctx0" brushRef="#br0" timeOffset="26579.62">14357 14839 0,'0'0'0,"0"0"16,0 0-16,0 0 15,0 0 1,-28 18-16,1 3 16,-31 35-16,0-1 15,39-32-15,1-1 16,8 6-16,8 5 15,5 10-15,11 11 16,6-2-16,9 6 16,17-3-16,15 3 15,0-14-15,7-9 16,-24-6-16,-12-4 16,-1-7-16,-5-3 15,-26-15 1,24 15-16,-24-15 15,0 0-15,0 0 16,-4 14-16,-25 25 16,4 2-16,-24 0 15,-11 5 1,7-19-16,4-6 16,8-3-16,7-1 15</inkml:trace>
  <inkml:trace contextRef="#ctx0" brushRef="#br0" timeOffset="27548.36">10986 17598 0,'0'0'0,"0"0"16,0 0 0,0 0-16,0 0 15,0 0-15,0 0 16,16-40-16,3-2 15,36-44-15,1 1 16,-24 56-16,2 1 16,24 2-16,13 2 15,0 9-15,9 6 16,-24-4-16,-10 4 16,-7 2-16,-4 5 15,-12 4 1,-23-2-16,25 38 15,-15 11-15,-25 48 16,4 1-16,-7-27 16,1-14-16,-3-12 15,-5-9 1,-1 2-16,2 2 16,-1-6-16,1 2 15,2-7-15,3-2 16,7-15-16,4 4 15,8-16-15,-8 11 16,8-11-16,0 0 16,20-11-16,2-2 15,51-27-15,0 2 16,5 0-16,7 2 16,-19 10-16,-8 9 15,-11 5 1,-7 5-16,-6 2 15,-7 2-15,-7 0 16,-20 3-16,27 0 16,-27 0-16,24 3 15,-24-3-15</inkml:trace>
  <inkml:trace contextRef="#ctx0" brushRef="#br0" timeOffset="27954.51">11850 17231 0,'0'0'0,"0"0"15,0 0-15,0 0 16,0 0-16,0 0 16,0 0-16,34 4 15,2 2-15,115 21 16,4 2 0,-84-13-16,-1 1 15,22 1-15,14 3 16,-17-2-16,-4-1 15,-14-4-15,-10-1 16,-6-3-16,-7 3 16,-9-7-16,-7-1 15,-32-5-15,32-9 16,-27-14-16,-5-8 16</inkml:trace>
  <inkml:trace contextRef="#ctx0" brushRef="#br0" timeOffset="28235.79">12866 17038 0,'0'0'0,"0"0"15,0 0 1,0 0-16,0 0 16,0 0-16,0 0 15,0 0-15,0 0 16,0 0-16,0 0 15,0 0-15,0 0 16,-34 47-16,4 0 16,-55 120-16,-1 3 15,70-127-15,-1 0 16,0-10-16,3-4 16,4-4-16,2-2 15,-1-5 1,4-1-16</inkml:trace>
  <inkml:trace contextRef="#ctx0" brushRef="#br0" timeOffset="28766.95">13257 16656 0,'0'0'15,"0"0"-15,0 0 16,0 0-16,0 0 16,0 0-16,0 0 15,0 0-15,0 0 16,0 0-1,0 0-15,0 0 16,0 0-16,0 0 16,0 0-16,33 6 15,0 1-15,11 19 16,14 17 0,-34 5-16,-17 10 15,-7 13-15,-9 13 16,0-28-16,-4-14 15,0-1-15,0-4 16,4-6-16,2-2 16,5-10-16,4-5 15,10 0-15,10 1 16,36-11-16,1 0 16,7-5-16,5-6 15,-13-3 1,-3-2-16,-15 5 15,-4 1-15,-11 0 16,-25 6-16</inkml:trace>
  <inkml:trace contextRef="#ctx0" brushRef="#br0" timeOffset="29235.72">13478 16306 0,'0'0'0,"0"0"15,0 0-15,0 0 16,0 0-16,32-2 16,4 0-16,175 0 15,3 1 1,-145 2-16,0 1 16,27 15-16,18 10 15,-36 10-15,-15 13 16,-14-5-16,-8 2 15,-16 28-15,-8 19 16,-28 28-16,-20 28 16,-19-31-16,-21-14 15,-6 18-15,-8 9 16,-10-13-16,-8-3 16,1-30-16,-2-16 15,-11 30 1,-10 16-16</inkml:trace>
  <inkml:trace contextRef="#ctx0" brushRef="#br0" timeOffset="29813.75">10530 17195 0,'0'0'16,"0"0"-16,0 0 15,0 0-15,0 0 16,0 0-16,0 0 16,-5 30-16,0 1 15,-30 169-15,-2 2 16,21-117-16,0 2 16,-2 15-16,2 9 15,8-38 1,13-24-16,14 44 15,18 69-15,22 5 16,25 19-16,11-54 16,17-26-1,24-64-15,24-42 16,9 0-16,19 0 16</inkml:trace>
  <inkml:trace contextRef="#ctx0" brushRef="#br0" timeOffset="37687.49">17278 13582 0,'0'0'0,"0"0"15,0 0-15,0 0 16,0 0-16,0 0 15,0 0-15,0 0 16,0 0-16,-5 37 16,2 0-1,-7 55-15,0 3 16,5-52-16,2 1 16,-2 19-16,3 15 15,-1 12-15,0 15 16,-1-39-16,4-20 15,-2-9-15,2-9 16,-2-5-16,2-2 16,-1-6-16,2-3 15,-1-12-15,0 17 16</inkml:trace>
  <inkml:trace contextRef="#ctx0" brushRef="#br0" timeOffset="38187.68">17308 13582 0,'0'0'16,"0"0"-16,0 0 15,0 0-15,0 0 16,0 0-16,0 0 16,0 0-16,0 0 15,0 0-15,0 0 16,0 0-16,0 0 16,26-11-1,2 1-15,32-1 16,1 3-16,-34 16 15,-1-4-15,-6 10 16,-3 5-16,-5 9 16,-2 9-1,-10 7-15,-6 11 16,-21 1-16,-14 6 16,-19-13-16,-12-3 15,14-19-15,6-10 16,8-4-16,10 0 15,5-4-15,29-9 16,-31 8-16,31-8 16,0 0-16,0 0 15,0 0-15,0 0 16</inkml:trace>
  <inkml:trace contextRef="#ctx0" brushRef="#br0" timeOffset="39156.46">17564 14052 0,'0'0'16,"0"0"-16,0 0 16,0 0-16,0 0 15,0 0-15,0 0 16,0 0-16,0 0 16,0 0-1,0 0-15,0 0 16,0 0-16,0 0 15,0 0-15,-4 38 16,1 2-16,-3 48 16,1 3-1,2-47-15,0 1 16,1-18-16,4-9 16,-2-3-16,0-15 15,0 19-15,0-19 16,0 18-16,0-18 15,4 13-15,-4-13 16</inkml:trace>
  <inkml:trace contextRef="#ctx0" brushRef="#br0" timeOffset="39906.64">20260 13875 0,'0'0'16,"0"0"-16,0 0 15,0 0-15,0 0 16,0 0-16,0 0 15,0 0-15,0 0 16,0 0-16,0 0 16,0 0-16,0 0 15,0 0-15,0 0 16,0 0-16,0 0 16,0 0-1,0 0-15,0 0 16,0 0-16,-4 48 15,1 0-15,3 74 16,2 1-16,-2-46 16,3-29-16,-1-2 15,2-6 1,-4-24-16,2 1 16,-2-17-16,0 17 15,0-17-15,0 13 16,0-13-16,0 0 15,0 0-15,0 0 16</inkml:trace>
  <inkml:trace contextRef="#ctx0" brushRef="#br0" timeOffset="40313.08">20372 14020 0,'0'0'0,"0"0"0,0 0 16,0 0-16,0 0 15,0 0 1,0 0-16,-10-29 15,0 0-15,-5-15 16,-3-5-16,13 30 16,2 1-1,2-5-15,2-2 16,12-20-16,2 2 16,8 3-16,10 5 15,-3 10-15,1 12 16,0 1-16,5 9 15,-5 0-15,1 6 16,-11 4-16,-4 8 16,-8 6-16,-2 10 15,-9 7-15,-3 12 16,-4-4-16,-5 3 16,1-11-1,2-5-15,-3-6 16,1-3-16,-4-3 15,1-2-15,-6 0 16,-1 3-16,-5-5 16,-2 0-1,5-8-15,4-3 16,21-6-16,-30 11 16</inkml:trace>
  <inkml:trace contextRef="#ctx0" brushRef="#br0" timeOffset="41235.01">20417 14398 0,'0'0'16,"8"31"-16,1 2 16,-9-33-16,0 0 15,0 0-15,0 0 16,0 0-16,0 0 15,0 0-15,0 0 16,0 0-16,0 0 16,0 0-16,0 0 15,0 0-15,0 0 16,0 0-16,0 0 16,0 0-1,0 0-15,22-9 16,3 2-16,-25 7 15,39 10-15,-39-10 16,8 16-16,-8-16 16,-2 19-1,2-19-15,-9 25 16,9-25-16,-8 18 16,8-18-16,0 0 15,-6 16-15,6-16 16,0 0-16,11 12 15,12-9-15,2 3 16,16-3-16,13 0 16,-9-4-16,5-1 15,-12-4-15,-3 2 16,-7-1-16,-5 4 16,-23 1-1,25-3-15,-25 3 16,0 0-16</inkml:trace>
  <inkml:trace contextRef="#ctx0" brushRef="#br0" timeOffset="43297.6">17151 15354 0,'0'0'16,"0"0"-16,0 0 15,0 0-15,0 0 16,0 0-16,0 0 16,0 0-16,0 0 15,0 0-15,0 0 16,0 0-16,0 0 16,0 0-1,0 0-15,0 0 16,0 0-16,0 0 15,0 0-15,0 0 16,0 0-16,0 0 16,0 0-16,0 0 15,0 0 1,-5 30-16,2 4 16,-2 14-16,1 15 15,0-23-15,3-9 16,-2-2-16,-1-1 15,3-7-15,1-5 16,-2-3-16,2-13 16,0 19-16,0-19 15,-1 12-15,1-12 16,0 0-16,0 0 16,0 0-1,-7-14-15,4 2 16,3 12-16,-7-28 15,5 10-15,-1-23 16,0-1-16,-1-12 16,3-3-1,2 9-15,4 7 16,2 1-16,3 5 16,0 2-16,5 4 15,-2 4-15,1 5 16,0 1-16,2 6 15,-2-1-15,-14 14 16,25-21-16,-25 21 16,0 0-16,27-12 15,-27 12-15,0 0 16,20-10-16,-20 10 16,0 0-1,25 4-15,-25-4 16,0 0-16,21 8 15,-21-8-15,0 0 16,0 0-16,0 0 16,16 12-1,-16-12-15,0 0 16</inkml:trace>
  <inkml:trace contextRef="#ctx0" brushRef="#br0" timeOffset="44703.68">17411 16672 0,'0'0'0,"0"0"15,0 0-15,0 0 16,0 0-16,0 0 15,0 0-15,0 0 16,0 0-16,0 0 16,0 0-16,0 0 15,0 0 1,0 0-16,0 0 16,0 0-16,0 0 15,0 0-15,0 0 16,0 0-16,0 0 15,0 0-15,0 0 16,0 0-16,0 0 16,-16 25-16,-1 2 15,-19 60-15,0 2 16,25-45-16,0-1 16,5-14-1,3-7-15,-1-5 16,4-17-16,-1 18 15,1-18-15,0 0 16,-5 13-16,5-13 16,-9-20-1,3-49-15,-1 1 16,2 6-16,4 6 16,-2 8-16,3 11 15,1-22-15,4-11 16,3 3-16,4 5 15,-2 13-15,3 13 16,-1 5-16,1 8 16,4 0-16,3 5 15,-1 3-15,3 7 16,-22 8-16,36-2 16,-36 2-1,27 9-15,-27-9 16,20 18-16,-7-4 15,1 5-15,-3 2 16,-2 7-16,-2 2 16,-3 6-1,-5-2-15,-2 3 16,-7-8-16,-5-2 16,-3-6-16,-1-1 15,-1-3-15,1 0 16,-1-5-16,2 0 15,18-12-15,-33 17 16,33-17-16,-26 6 16,26-6-16,-29 4 15,29-4-15,0 0 16,-21 4 0,21-4-16</inkml:trace>
  <inkml:trace contextRef="#ctx0" brushRef="#br0" timeOffset="45547.59">17579 16683 0,'0'0'0,"0"0"16,0 0-16,0 0 15,0 0-15,0 0 16,0 0-16,0 0 16,0 0-1,0 0-15,0 0 16,0 0-16,0 0 16,25-7-16,0 3 15,44-4-15,2 0 16,-40 8-16,2 0 15,-9 0-15,-24 0 16,33 4-16,-33-4 16,0 0-16,23 7 15,-23-7-15,-1 12 16,-21 13-16,0-1 16,-11 5-1,-5 5-15,13-14 16,9-3-16,16-17 15,-20 19-15,20-19 16,0 0-16,0 0 16,-11 12-1,11-12-15,0 0 16,0 0-16,0 0 16,36-5-16,-36 5 15,38 3-15,-13 2 16,-25-5-16,38 17 15,-38-17-15,25 21 16,-17-8-16,0 5 16,-3 1-16,0 4 15,-6-3-15,-3 3 16,-9 2 0,-7 3-16,-17 1 15,-9 5-15,-4-14 16,0-5-16,5-5 15,7-4-15,5-1 16,8-1-16,25-4 16,-27-2-16,27 2 15,0 0 1</inkml:trace>
  <inkml:trace contextRef="#ctx0" brushRef="#br0" timeOffset="47048.06">20509 16519 0,'0'0'16,"0"0"-16,0 0 16,0 0-1,0 0-15,0 0 16,0 0-16,0 0 15,0 0-15,0 0 16,0 0-16,0 0 16,0 0-16,0 0 15,0 0 1,0 0-16,0 0 16,0 0-16,0 0 15,0 0-15,0 0 16,0 0-16,0 0 15,0 0-15,0 0 16,0 0-16,0 0 16,0 36-16,2-1 15,1 39-15,2 3 16,-1-43-16,1 4 16,-4-9-16,3-4 15,-3-2 1,1 0-16,-1-9 15,-1-14-15,2 18 16,-2-18-16,0 0 16,0 13-1,0-13-15,0 0 16,6-31-16,-1 4 16,3-12-16,3-6 15,-6 11-15,-1 9 16,-4-4-16,-1 5 15,-2-11-15,-2-5 16,2-5-16,3-3 16,-4 2-16,3 3 15,-2 6-15,1 6 16,-2 4-16,4 6 16,-2-1-1,2 3-15,-1 1 16,1 5-16,0 1 15,0 12-15,9-19 16,-9 19-16,36-26 16,-8 15-1,11-2-15,10 5 16,-13 4-16,-1 4 16,-7 4-16,-3 4 15,-25-8-15,34 24 16,-21-4-16,-1 7 15,-7 5-15,-5 12 16,-9 4-16,-5 5 16,-14-1-16,-9 4 15,-5-18-15,-2-10 16,8-9-16,5-9 16,6-1-1,25-9-15,-30 8 16,30-8-16,0 0 15,-22 8-15,22-8 16,0 0-16,-22 6 16,22-6-16,0 0 15,0 0 1</inkml:trace>
  <inkml:trace contextRef="#ctx0" brushRef="#br0" timeOffset="47735.67">21019 16687 0,'0'0'0,"0"0"16,0 0-1,0 0-15,0 0 16,0 0-16,0 0 16,0 0-16,0 0 15,0 0-15,0 0 16,0 0-16,0 0 15,0 0-15,0 0 16,-30-2-16,0 0 16,-34 6-16,1 3 15,21 0-15,19 5 16,-4 1-16,2 4 16,3-3-1,3 1-15,5-2 16,3-1-16,-2 0 15,7 1-15,0 0 16,2-1-16,1 0 16,3 2-16,-1-2 15,2 1 1,-1-13-16,5 21 16,-5-21-16,13 14 15,-13-14-15,39 8 16,-9-9-16,9-6 15,-6 1-15,3-1 16,-6 0-16,0 0 16,1-5-16,4-3 15,2-2-15,7-1 16,-8-1-16,0 0 16,-7 4-1,-4 4-15,-5-1 16,1 1-16</inkml:trace>
  <inkml:trace contextRef="#ctx0" brushRef="#br0" timeOffset="48095.02">21002 16640 0,'0'0'16,"0"0"-16,0 0 16,0 0-16,0 0 15,0 0 1,0 0-16,0 0 15,0 0-15,0 0 16,0 0-16,-11 36 16,-1 4-16,-11 84 15,0 0 1,12-76-16,3 1 16,-1-6-16,1-1 15,-9 29-15,-4 21 16</inkml:trace>
  <inkml:trace contextRef="#ctx0" brushRef="#br0" timeOffset="56172.11">9588 14020 0,'0'0'16,"0"0"-16,0 0 16,0 0-16,0 0 15,0 0-15,0 0 16,0 0-16,0 0 15,0 0-15,0 0 16,16 23-16,-1 2 16,21 80-16,2 0 15,-30-71-15,0 0 16,0-17-16,-2 0 16,-6-17-1,21 18-15,7-22 16,2 2-16,54-69 15,-2 3-15,35-43 16,24-25-16,15-7 16,23-12-1,9 18-15,15 9 16,16 33-16,16 27 16,-27-23-16,-12-2 15,-91 70-15,0 2 16,-20 17-16,-10 13 15,-41-9-15,3 1 16,-37-1-16,32 11 16,-33 31-16,-1 1 15</inkml:trace>
  <inkml:trace contextRef="#ctx0" brushRef="#br0" timeOffset="60709.17">2104 8264 0,'0'0'15,"0"0"-15,0 0 16,0 0-16,0 0 16,0 0-16,0 0 0,-27-21 15,0 0-15,-9-11 16,-5-8-1,29 24-15,-2 1 16,1 0-16,13 15 16,-20-21-16,20 21 15,0 0-15,-13-13 16,13 13-16,0 0 16,0 0-16,-10 18 15,10-18-15,-2 25 16,4-4-16,5 5 15,4 45-15,3 1 16,-1 15-16,4 15 16,-3-34-1,0-15-15,0 6 16,1 7-16,-3-4 16,1-1-16,-5-21 15,-1-12-15,-2-7 16,1-4-1,11-5-15,9-1 16,38-26-16,0 3 16,13-16-16,11-6 15,-19 2-15,-6 1 16,-16 9-16,-11 7 16</inkml:trace>
  <inkml:trace contextRef="#ctx0" brushRef="#br0" timeOffset="60990.35">2943 8094 0,'0'0'0,"0"0"16,0 0-16,0 0 15,0 0-15,0 0 16,0 0-1,0 0-15,0 0 16,3 31-16,2 0 16,0 166-16,1-1 15,-11-60-15,-4-34 16,2 38-16,4 20 16,-7-40-16,-2-17 15</inkml:trace>
  <inkml:trace contextRef="#ctx0" brushRef="#br0" timeOffset="62005.75">4544 9868 0,'0'0'16,"1"19"0,3-1-16,-4-18 15,0 0-15,0 0 16,0 0-16,0 0 16,0 0-16,0 0 15,39 0-15,71 0 16,-2 2-1,10-16-15,7-11 16,20 8-16,15 3 16,-36-4-16,-19-3 15,23-6-15,8 0 16,-36 4-16,-17 5 16,-23 4-16,-22 7 15,-17 4-15,0 2 16</inkml:trace>
  <inkml:trace contextRef="#ctx0" brushRef="#br0" timeOffset="62422.14">4983 10222 0,'0'0'15,"0"0"-15,0 0 31,0 0-31,0 0 16,0 0-16,0 0 0,32-23 16,-1 2-16,21-10 15,15-2 1,-26 17-16,-11 14 16,30-15-16,18 0 15,23-16-15,23-8 16,-2 2-16,7 2 15,-10-2-15,-3 3 16,-14 4-16,-9 5 16,-10 2-16,-9 6 15</inkml:trace>
  <inkml:trace contextRef="#ctx0" brushRef="#br0" timeOffset="63625.08">4663 10851 0,'0'0'0,"0"0"16,0 0-1,0 0-15,0 0 16,0 0-16,0 0 16,0 0-16,0 0 15,14-25-15,1 2 16,10-50-16,0 3 15</inkml:trace>
  <inkml:trace contextRef="#ctx0" brushRef="#br0" timeOffset="64672.02">4673 10298 0,'0'0'0,"0"0"0,0 0 16,0 0-1,0 0-15,0 0 16,0 0-16,0 0 15,0 0-15,-27-26 16,0 1-16,-64-52 16,0 3-1,13 20-15,9 17 16,-13-5-16,-4 5 16,1-4-16,1 1 15,-15 8-15,-10 8 16,-15 6-16,-14 5 15,3 5-15,-3 7 16,11 1-16,8 6 16,-26 0-16,-15 6 15,28 2-15,16 5 16,-17 12-16,-4 13 16,-1 14-1,3 18-15,2-6 16,6 7-16,1-7 15,4 1-15,4 5 16,10 6-16,7 10 16,10 6-1,11-20-15,13-10 16,12 8-16,14 6 16,13 9-16,16 7 15,2-25-15,8-16 16,19 23-16,15 12 15,15 11-15,17 15 16,-2-36-16,5-14 16,33-14-16,26-14 15,-5 22-15,7 14 16,9-17-16,9-8 16,5-20-1,6-12-15,3 4 16,7 1-16,8-3 15,9 2-15,-14-9 16,-5-3-16,-2-22 16,-3-14-1,-6-12-15,-2-10 16,-7-7-16,-2-4 16,3 2-16,3 5 15,-17-3-15,-8 4 16,-8-16-16,-6-8 15,-22-3-15,-13-2 16,-11 15-16,-10 10 16,4-20-16,1-10 15,-12-18-15,-9-14 16,-13 42-16,-12 26 16,-3-24-1,-5-5-15,-10-18 16,-5-10-16,-8 25 15,-7 15-15,-5 7 16,-4 15-16,-11-17 16,-6-4-1,-19-17-15,-11-8 16,-13 8-16,-11 7 16,3 12-16,2 10 15,-8 13-15,-3 16 16,-13 3-16,-10 7 15,10 1-15,3 4 16,-28 9-16,-16 12 16,-2 16-16,-3 18 15</inkml:trace>
  <inkml:trace contextRef="#ctx0" brushRef="#br0" timeOffset="68952.89">16573 11433 0,'0'0'15,"0"0"-15,0 0 16,0 0-16,0 0 16,0 0-16,0 0 15,27-14-15,-1 0 16,12-12 0,12 0-16</inkml:trace>
  <inkml:trace contextRef="#ctx0" brushRef="#br0" timeOffset="69531.27">16928 10857 0,'0'0'16,"0"0"-16,0 0 16,0 0-16,0 0 15,0 0-15,0 0 16,0 0-16,0 0 15,0 0-15,0 0 16,0 0-16,0 0 16,0 0-16,0 0 15,0 0-15,0 0 16,4 19-16,3 3 16,7 66-1,-2 2-15,-7-33 16,-2-15-16,1-5 15,1-7-15,-3-11 16,0-4 0,-2-15-16,1 17 15,-1-17-15,3 12 16,-3-12-16,4 12 16,-4-12-16,0 0 15,0 0-15,25 13 16,72-57-16,2 1 15,89-83-15,2 1 16,-47 37-16,-32 32 16,64-23-16,37 1 15,-57 20-15,-20 15 16,-3 2 0,-5 5-16,-35 13 15,-22 13-15,-12 3 16,-13 7-16,-21 1 15,1 1-15,-25-2 16,25 4-16,-25-4 16,0 0-1</inkml:trace>
  <inkml:trace contextRef="#ctx0" brushRef="#br0" timeOffset="90153.49">8205 1317 0,'0'0'0,"0"0"15,0 0-15,0 0 16,0 0-1,0 0-15,0 0 16,0 0-16,0 0 16,0 0-16,0 0 15,0 0-15,0 0 16,0 0-16,0 0 16,0 0-16,0 0 15,0 0-15,0 0 16,0 0-16,0 0 15,0 25-15,3 2 16,5 76-16,2 3 16,-10-57-1,2 2-15,-1-17 16,5-12-16,-6-22 16,5 23-16,-5-23 15,7 19-15,-7-19 16,24 14-1,41-33-15,2 1 16,109-108-16,-2 2 16,-34 35-16,-23 27 15,34-37-15,17-13 16,-28 21-16,-15 12 16,-21 11-16,-16 12 15,-6 3-15,-9-6 16,-4 2-16,-6 7 15,-18 17-15,-16 12 16,-29 21-16,29-18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5:45:10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19717 9019 0,'0'0'16,"-11"38"-16,1 2 16,10-40-16,0 0 15,0 0-15,0 0 16,0 0-16,0 0 15,0 0-15,0 0 16,0 0 0,0 0-16,0 0 15,0 0-15,0 0 16,0 0-16,0 0 16,0 0-1,0 0-15,0 0 16,-11-35-16,2 2 15,-11-17-15,-4-8 16,3 21-16,4 13 16,-5-1-16,-5 6 15,-1 3-15,-2 8 16,1-3-16,0 2 16,-4 0-16,0-3 15,-3 5-15,2 1 16,-7-5-16,2 3 15,-13-3 1,-6 0-16,4 2 16,0 3-16,5-1 15,10 4-15,-11 1 16,-1 2-16,-5 0 16,-2 1-16,3-1 15,6 4 1,-1-4-16,4 2 15,-5 0-15,1 3 16,-8-4-16,-5 6 16,2-3-16,4 3 15,2-2-15,3 6 16,-15 3-16,-8 6 16,1 9-16,1 13 15,17-5-15,15 6 16,-6-5-16,4 2 15,-2-2-15,4 6 16,5-11 0,8-2-16,-2-2 15,2-2-15,-5 4 16,0 2-16,-2 2 16,0 4-16,2 5 15,3 3 1,4 0-16,3 6 15,1-6-15,6 3 16,-1-11-16,3-6 16,-8 17-16,-2 10 15,-5 12-15,-4 15 16,8-21-16,9-8 16,2-12-16,6-9 15,0-5-15,0-3 16,0 13-16,2 8 15,1 8-15,5 12 16,0-4 0,3 2-16,1-12 15,4-6-15,1-6 16,2-7-16,0-3 16,4 1-1,3 7-15,4 6 16,3 0-16,5 4 15,-1-4-15,3 0 16,-2-5-16,1 0 16,-3-5-16,0-1 15,-1-3-15,0-3 16,6-5-16,4 1 16,8-4-16,6-1 15,1 1-15,2 0 16,-4-4-16,1 1 15,5-1 1,5-1-16,-2-1 16,4 2-16,-8-5 15,-2 1-15,5-1 16,3 3-16,5-3 16,7 3-16,-10-9 15,-2 0 1,0-5-16,0-3 15,13-5-15,8-1 16,-9-4-16,-1-1 16,2-5-16,3-5 15,11-6-15,11-2 16,-18 2-16,-7 2 16,0-1-16,3 1 15,-3-3-15,4 2 16,-9 2-16,-1-1 15,8 0-15,8-4 16,-4-7 0,1 1-16,-5-12 15,-1-9-15,-11 6 16,-3 5-16,-13 6 16,-8 7-16,-5 4 15,-5 3 1,3-10-16,1-5 15,4-26-15,6-15 16,-8 2-16,-5-7 16,-10 24-16,-4 17 15,-4-9-15,-1 2 16,-6-26-16,-2-17 16,-4 10-16,-2 4 15,-4 19-15,-5 17 16,-5-9-16,-3 3 15,-6-30-15,-3-15 16,-6 6 0,-1 1-16,-4 23 15,-2 17-15,-8-2 16,0 8-16,-1-10 16,0-1-1,-5-2-15,0 0 16,-1 2-16,2 4 15,-2 4-15,2 8 16,-1 7-16,4 9 16,-2 2-16,2 6 15,-15-2-15,-7 3 16,5 5-16,5 3 16,7 0-16,8 8 15,-3-3-15,2 2 16,-4-2-16,-2 5 15,5-3 1,4-1-16,11 2 16,10-1-16,0 0 15,25-2-15,-37 4 16,37-4-16</inkml:trace>
  <inkml:trace contextRef="#ctx0" brushRef="#br0" timeOffset="4546.46">19036 5971 0,'0'0'16,"0"0"-16,0 0 15,0 0-15,0 0 16,0 0-16,0 0 16,0 0-16,0 0 15,0 0-15,0 0 16,0 0-16,0 0 15,0 0 1,0 0-16,0 0 16,0 0-16,0 0 15,0 0-15,0 0 16,0 0-16,0 0 16,0 0-1,0 0-15,0 0 16,21 13-16,1-1 15,4 4-15,4 5 16,-30-21-16,21 14 16,-21-14-16,0 0 15,0 0-15,24 15 16,-24-15-16,0 0 16,38 6-16,-15-6 15,30-15-15,-1 3 16,11-11-16,11-5 15,-21 0 1,-4 4-16,-15 7 16,-7 7-16,-27 10 15,27-12-15,-27 12 16,0 0-16,20-13 16,-20 13-1,0 0-15,0 0 16,0 0-16,0 0 15</inkml:trace>
  <inkml:trace contextRef="#ctx0" brushRef="#br0" timeOffset="5484.01">14621 5890 0,'0'0'15,"0"0"-15,0 0 16,0 0-16,0 0 16,0 0-16,0 0 15,0 0-15,0 0 16,0 0-16,0 0 15,0 0 1,0 0-16,15 30 16,4-1-16,8 14 15,7 11-15,-21-34 16,1 2-16,-4-7 16,1 0-1,3 1-15,3 3 16,3-5-16,9-1 15,5-12-15,8-4 16,4-12-16,9-5 16,-4-2-16,2 3 15,-5 0-15,-2 2 16,-7 1-16,-5 2 16,-6 0-16,-2 4 15,-26 10-15,36-19 16,-36 19-16,0 0 15,22-14 1,-22 14-16,0 0 16,0 0-16,0 0 15,0 0-15</inkml:trace>
  <inkml:trace contextRef="#ctx0" brushRef="#br0" timeOffset="6437.09">10324 5961 0,'0'0'15,"0"0"-15,0 0 16,0 0-16,0 0 16,0 0-16,0 0 15,0 0-15,0 0 16,0 0-16,0 0 16,0 0-16,0 0 15,0 0-15,0 0 16,13 25-16,-2 1 15,12 46 1,2 1-16,-17-39 16,2-2-16,-2-9 15,0-4-15,-1-7 16,-7-12-16,29 12 16,-7-12-1,30-27-15,1 3 16,10-14-16,6-3 15,-9 10-15,-4 6 16,0-6-16,2 0 16,-11 5-16,-1 4 15,-23 10-15,0-1 16,-23 13-16,27-14 16,-27 14-16,0 0 15,21-12-15,-21 12 16,0 0-16,0 0 15</inkml:trace>
  <inkml:trace contextRef="#ctx0" brushRef="#br0" timeOffset="7468.27">6037 5839 0,'0'0'16,"0"0"-16,0 0 16,0 0-16,0 0 15,0 0-15,0 0 16,0 0-16,0 0 16,0 0-16,0 0 15,0 0-15,0 0 16,0 0-16,0 0 15,4 37 1,1 0-16,7 46 16,0-1-16,-4-24 15,1-16-15,-5-9 16,3-8 0,-2-7-16,4-5 15,-9-13-15,22 17 16,8-27-16,1 4 15,34-33-15,2 1 16,-9 4-16,-1 5 16,-6 0-16,-2 4 15,-4-2-15,4 4 16,-10 1-16,-4 6 16,-9 1-16,-5 6 15,-21 9-15,22-12 16,-22 12-16,0 0 15,0 0 1,0 0-16,25-10 16,-25 10-16</inkml:trace>
  <inkml:trace contextRef="#ctx0" brushRef="#br0" timeOffset="15467.74">19616 7321 0,'0'0'15,"0"0"-15,0 0 16,0 0-16,0 0 15,0 0-15,0 0 16,0 0-16,0 0 16,0 0-16,0 0 15,0 0-15,0 0 16,0 0-16,0 0 16,7 29-16,2 2 15,3 37-15,1 3 16,-9-40-16,0 1 15,-1 6 1,3 3-16,-1 0 16,1 5-16,-1-13 15,1-6-15,-3-6 16,2-7-16,-3-2 16,-2-12-1,4 19-15,-4-19 16,4 13-16,-4-13 15,0 0-15,25 16 16,8-16-16,0 0 16,21-4-16,16 1 15,-9-13-15,3-6 16,-6-1-16,-1 2 16,-7 1-16,-3 3 15,-16 4-15,-9 5 16,-22 8-16,25-10 15,-25 10 1,0 0-16,0 0 16,23-11-16</inkml:trace>
  <inkml:trace contextRef="#ctx0" brushRef="#br0" timeOffset="15780.26">20743 7265 0,'0'0'15,"0"0"-15,0 0 16,0 0-16,0 0 16,0 0-16,0 0 15,0 0-15,0 0 16,9 43-1,3 1-15,16 49 16,0 0-16,-9-35 16,-5-23-16,1 27 15,0 15-15,-9-15 16,0-2-16,-1-12 16,3-6-1,-5-9-15,0-3 16</inkml:trace>
  <inkml:trace contextRef="#ctx0" brushRef="#br0" timeOffset="17014.48">17386 7145 0,'0'0'16,"0"0"-16,0 0 15,0 0-15,0 0 16,0 0-16,0 0 15,0 0 1,0 0-16,0 0 16,0 0-16,0 0 15,0 0-15,0 0 16,0 0 0,0 0-16,0 0 15,0 0-15,0 0 16,3 45-16,2 1 15,3 53-15,0 1 16,-2-65-16,0 2 16,-1-12-16,0-6 15,-2-5-15,0-2 16,-3-12-16,7 19 16,-7-19-16,20 17 15,13-6-15,0-2 16,42-9-1,-1 2-15,1-9 16,-1-4-16,-15-15 16,-9-7-16,-15 11 15,-13 7-15,-5 0 16,-6-1 0,-3 4-16,-8 12 15</inkml:trace>
  <inkml:trace contextRef="#ctx0" brushRef="#br0" timeOffset="17295.7">17984 7121 0,'0'0'0,"0"0"16,0 0-16,0 0 16,0 0-16,0 0 15,0 0-15,0 0 16,0 0-16,5 28 16,0 4-1,13 104-15,1 0 16,-11-88-16,0 0 15</inkml:trace>
  <inkml:trace contextRef="#ctx0" brushRef="#br0" timeOffset="18092.49">13748 7614 0,'0'0'16,"-25"-1"-16,-1 1 15</inkml:trace>
  <inkml:trace contextRef="#ctx0" brushRef="#br0" timeOffset="28951.25">17519 11065 0,'0'0'0,"0"0"16,0 0 0,0 0-16,0 0 15,0 0-15,0 0 16,0 0-16,0 0 15,0 0-15,0 0 16,0 0-16,0 0 16,0 0-16,0 0 15,0 0-15,0 0 16,0 0-16,0 0 16,0 0-16,0 0 15,0 0-15,0 0 16,0 0-1,0 0-15,0 0 16,0 0-16,0 0 16,0 0-16,22-24 15,-1 1-15,114-41 16,-2-1 0,-37 41-16,-23 26 15,36-27-15,17-6 16,1 14-16,11 11 15,-27 3-15,-9 4 16,-8 1-16,-8 2 16,-12-2-16,-9 3 15,-15-4-15,-14 4 16,-36-5-16,39 3 16,-39-3-16,22 3 15,-22-3 1,0 0-16,0 0 15,27 4-15,-27-4 16,0 0-16</inkml:trace>
  <inkml:trace contextRef="#ctx0" brushRef="#br0" timeOffset="29529.24">17618 11230 0,'0'0'15,"0"0"-15,0 0 16,0 0-16,0 0 15,25-6-15,2 2 16,91-18-16,1 0 16,-36 6-16,-18 4 15,40-7-15,22-2 16,-14 2-16,0 0 16,-10 0-16,-4 3 15,-18 0-15,-11 4 16,-14 2-1,-12 5-15,-12-2 16,-10 4-16,-22 3 16,28-3-16,-28 3 15,0 0 1,22-5-16,-22 5 16,0 0-16,0 0 15,0 0-15,0 0 16</inkml:trace>
  <inkml:trace contextRef="#ctx0" brushRef="#br0" timeOffset="33779.43">12438 9465 0,'0'0'0,"0"0"0,0 0 16,0 0-1,0 0-15,37-12 16,0 1-16,82-9 16,-1-1-16,-64 10 15,-1 3 1,10 0-16,10 2 16,1-4-16,7-1 15,10 1-15,9-1 16,0 2-16,3-2 15,-3 3-15,1 5 16,-3 8-16,0 5 16,-7 0-16,-4 2 15,5 0-15,5 4 16,0 0-16,6 3 16,-11-4-16,-2 1 15,4-2 1,2 3-16,-10-5 15,-3 1-15,14-3 16,9 1-16,-5-6 16,0 4-16,1-5 15,4-3 1,-2-1-16,2-1 16,-6-7-16,-1-5 15,-13-3-15,-7-3 16,-4 1-16,-5 3 15,1-6-15,1 0 16,-25 3-16,-15 6 16,-6-1-16,-26 13 15,33-15-15,-33 15 16,22-12-16,-22 12 16,0 0-16,0 0 15,24-14 1,-24 14-16,9-21 15,-4 5-15,-7-21 16,1-1-16,-9-9 16,-2-7-16,-10 3 15,-2 3-15,-10 0 16,-8 3 0,1 1-16,-3 6 15,1 4-15,1 7 16,-5 4-16,3 7 15,-24-11-15,-12 0 16,1 0-16,-1 4 16,-4 1-16,0 5 15,-15-5-15,-7 0 16,5 4-16,3 5 16,-4 4-16,0 2 15,1 3-15,6 6 16,-10 0-1,-3 5-15,-6-4 16,-3 3-16,4-1 16,3-1-16,-17 0 15,-8 2 1,24-1-16,16 1 16,-8 0-16,-1 4 15,-6 5-15,-3 5 16,10-3-16,6 3 15,-6-1-15,-3-1 16,6-2-16,5 2 16,-2-4-16,1 1 15,7-7-15,12 0 16,-16-1-16,-4 1 16,10-5-16,10 2 15,-2 0 1,8-1-16,-3-1 15,5 2-15,16 1 16,12 6-16,6-1 16,4 1-16,-3 3 15,-1 3 1,1 1-16,-1 3 16,10-5-16,8-2 15,4-2-15,7 2 16,1 4-16,0 4 15,2 5-15,3 12 16,8-7-16,6-1 16,4-2-16,5-3 15,4-4-15,5-1 16,16-1-16,13 2 16,7 1-16,10 3 15,-3-9 1,-1 2-16,-9-8 15,-4-2-15,4 1 16,1-1-16,-1-2 16,3 3-16,-2-4 15,3 4-15,5-3 16,2 1 0,-10-3-16,-5 0 15,2-1-15,-2-1 16</inkml:trace>
  <inkml:trace contextRef="#ctx0" brushRef="#br0" timeOffset="82813.93">16663 14650 0,'0'0'0,"0"0"0,0 0 0,0 0 0,0 0 0,0 0 15,0 0-15,0 0 16,0 0-16,0 0 16,0 0-16,0 0 15,0 0-15,0 0 16,0 0-1,0 0-15,0 0 16,0 0-16,0 0 16,0 0-16,0 0 15,0 0-15,0 0 16,0 0-16,0 0 16,-30-16-16,2 1 15,-42-10-15,3 1 16,35 16-16,1 1 15,-4-1-15,-2 1 16,-2 0 0,-1 1-16,1-3 15,-1 4-15,-5-5 16,-1 2-16,0 0 16,1 2-16,-1-3 15,-1 2 1,-7-5-16,-5 5 15,-1-3-15,2-1 16,-3 1-16,3 0 16,-3-1-16,1 1 15,1-1-15,4 3 16,-5-2-16,-2 3 16,-2 2-16,-2 0 15,-4 1-15,-4 4 16,-1 2-16,0 6 15,1 1-15,3 3 16,-3-2 0,5 2-16,10-2 15,8-1-15,-1 0 16,6-1-16,-8 0 16,-4 2-16,-7-1 15,-1 3-15,0-2 16,-1 1-1,-2 0-15,-1 3 16,-1-2-16,2 2 16,5-1-16,6-1 15,5 3-15,6 2 16,-3 1-16,2 5 16,-4 2-16,2 5 15,10-2-15,8 2 16,6-3-16,8 1 15,-1 3-15,1 6 16,1-5-16,2 2 16,4-9-1,6-2-15,-3 5 16,0 5-16,-1 11 16,4 10-16,6 2 15,7 5 1,13 3-16,10 9 15,-1-17-15,3-8 16,0-10-16,5-2 16,6 3-16,9 3 15,-4-6-15,4 5 16,2-6-16,4 7 16,6-2-16,4 3 15,5-6-15,10-2 16,4-11-16,7-6 15,-6-6-15,-1-2 16,7-1 0,8-1-16,-9-4 15,1 2-15,6-1 16,1-2-16,-6 0 16,3 1-16,-6-4 15,0 3 1,3-3-16,4 1 15,-3-2-15,3-2 16,14-4-16,10-1 16,-11-8-16,0-5 15,-10-2-15,0-2 16,-8-3-16,0-4 16,-1-5-16,2-4 15,-12 4-15,-2 2 16,-8 2-16,-2 4 15,0-2-15,0 2 16,-12 4 0,-9 4-16,-14 5 15,-12 3-15,-6 1 16,-19 12-16,26-21 16,-26 21-16,17-38 15,-10 6-15,-10-36 16,1 2-1,-7 3-15,-2 6 16,-11-1-16,-6 2 16,-32-20-16,-20-13 15,6 6-15,2-1 16,-11 17-16,-4 11 16,-19 16-16,-9 18 15,15-5-15,7 7 16,-4 6-16,-1 7 15,7 1-15,7 6 16,-7 0-16,0 2 16,9-2-1,5 1-15,-7-1 16,-4 3-16,1-3 16,-1 2-16,12-2 15,8 1 1,-15-1-16,-5 4 15,3-4-15,1 1 16</inkml:trace>
  <inkml:trace contextRef="#ctx0" brushRef="#br0" timeOffset="85235.69">8698 14736 0,'0'0'0,"0"0"16,0 0-16,0 0 16,0 0-16,0 0 15,0 0 1,0 0-16,0 0 15,0 0-15,0 0 16,0 0-16,0 0 16,-20-14-16,0 2 15,-40-14-15,2 1 16,8 6-16,3 7 16,-4-3-16,-1 3 15,-4 2-15,-4 3 16,2-3-16,0 0 15,2 1-15,-1 4 16,-1-5 0,1 4-16,0 0 15,2 3-15,-1-4 16,0 5-16,-5-1 16,0 3-16,-11-4 15,-4 4-15,1 0 16,-2 4-1,8-4-15,8 3 16,-13-3-16,-3 2 16,-6-2-16,-5 2 15,9-2-15,4 1 16,-11-1-16,-5 4 16,1-4-16,4 2 15,5-2-15,7 1 16,-16-1-16,-4 3 15,13-3-15,8 2 16,7-1-16,10 4 16,-5 1-1,1 2-15,2-2 16,2 5-16,3 0 16,7 2-16,0 0 15,4 4 1,-2 2-16,-2 4 15,2 1-15,1 2 16,8-5-16,11-2 16,1-3-16,6 1 15,-1 2-15,1 2 16,3 1-16,0 5 16,1 0-16,1 2 15,2-4-15,5-1 16,-3 8-16,3 3 15,0 8-15,2 8 16,3-3 0,4-1-16,4-3 15,3 0-15,8 3 16,5 7-16,5-6 16,9-1-16,-1-14 15,6-6 1,2-2-16,4-2 15,8 0-15,5 4 16,3-4-16,4 0 16,-5 0-16,2 0 15,0-2-15,3 1 16,9 1-16,7 5 16,-2-6-16,2 1 15,3-4-15,6-3 16,0-8-16,5-1 15,-5-4-15,-1 4 16,8-7 0,7-3-16,-11-1 15,-3-2-15,-1 1 16,-1 1-16,3-5 16,2 2-16,2-3 15,4 2-15,-6-3 16,-5 3-1,2-5-15,3-1 16,14-6-16,13-1 16,-15-4-16,-1-2 15,-12-1-15,-6 1 16,-5 2-16,-7 4 16,-2-1-16,0 1 15,-11 0-15,-7 2 16,-9-5-16,-5-1 15,-5-8-15,-7-4 16,0-11-16,-1-9 16,-8 8-1,-4 1-15,-6 8 16,-3 5-16,2-13 16,-1-4-16,-4-14 15,-4-8 1,-9 7-16,-7 8 15,-8 5-15,-1 6 16,-16 0-16,-4 5 16,-17 9-16,-11 6 15,-5 3-15,-4 5 16,-10 3-16,-9 5 16,1 4-16,-1 4 15,11 1-15,7 7 16,-9-1-16,-4 0 15,4 2-15,2 1 16,9 0 0,4 1-16,0 0 15,3-1-15</inkml:trace>
  <inkml:trace contextRef="#ctx0" brushRef="#br0" timeOffset="113373.1">7347 2507 0,'0'0'0,"0"0"0,0 0 16,-25-9-1,1 0-15,-62-20 16,1 2-16,29 11 16,19 7-16,-8-1 15,3 7 1,7-2-16,10 3 16,25 2-16,-33-5 15,33 5-15,0 0 16,0 0-16,0 0 15,0 0-15,44 2 16,58 5-16,2-1 16,29-8-16,24-2 15,10 0-15,10 1 16,27 6-16,22 7 16,-8-7-16,5-3 15,11 1 1,11 4-16,9-4 15,11 1-15,3 1 16,8-2-16,5-1 16,2 0-16,4 0 15,9 3 1,-22-3-16,-7 0 16,-19 0-16,-13 2 15,-8 0-15,-8 3 16,-26-3-16,-16 5 15,-35-3-15,-26 2 16,-13-3-16,-16 1 16,-22-2-16,-21 0 15,-18-2-15,-3 2 16,-23-2-16,26 0 16,-26 0-16,0 0 15,0 0 1,27 0-16,-27 0 15,0 0-15,0 0 16,0 0-16,0 0 16,0 0-16,0 0 15,0 0-15,0 0 16,22 2 0,-22-2-16,0 0 15,0 0-15,0 0 16,0 0-16,0 0 15,0 0-15,0 0 16,0 0-16,0 0 16,0 0-16,0 0 15</inkml:trace>
  <inkml:trace contextRef="#ctx0" brushRef="#br0" timeOffset="125183.69">17501 11439 0,'0'0'0,"0"0"0,0 0 31,0 0-31,0 0 16,0 0-1,0 0-15,0 0 16,0 0-16,0 0 0,0 0 0,0 0 31,0 0-31,55-1 0,-1 1 31,176-7-31,2 2 16,-82 2-16,-49 3 16,98-6-16,51 0 0,-56 0 0,-15 2 31,21-5-31,12 3 15,-37-4-15,-16 7 0,-18-3 0,-17 0 32,-25 2-32,-22 1 0,-16 0 0,-16 3 15,-24-3 17,1 3-32,-22 0 15,0 0-15,0 0 16,0 0-16,-58-2 0,-10 2 0</inkml:trace>
  <inkml:trace contextRef="#ctx0" brushRef="#br0" timeOffset="125496.34">18598 11811 0,'0'0'15,"0"0"-15,0 0 16,-37 6-16,3 0 15,-68 13-15,2 0 16,75-15-16,2 1 16,23-5-16,-23 4 15,23-4-15,0 0 0,0 0 0,0 0 32,88 2-17,3 0-15,64-4 16,45-3-16,-48-5 0,-14 0 0,39 0 31,29 4-31,-44-6 16,-18 5-1,-12-1-15,-13 4 0,-9 1 0,-11 7 32</inkml:trace>
  <inkml:trace contextRef="#ctx0" brushRef="#br0" timeOffset="161115.04">14966 1168 0,'0'0'0,"0"0"15,0 0-15,0 0 16,0 0-16,0 0 16,0 0-16,0 0 15,0 0 1,-27-4-16,1 2 16,-60 12-16,-1 1 15,30 7-15,21 7 16,-11-5-16,5 1 15,-4 4-15,2 6 16,2 15-16,4 12 16,9 20-16,14 24 15,-2-45-15,7-18 16,5 6-16,8-5 16,11 8-16,16 3 15,2 1 1,11 1-16,3-9 15,8-2-15,11-19 16,13-14-16,0-10 16,11-10-16,-8-14 15,-3-7 1</inkml:trace>
  <inkml:trace contextRef="#ctx0" brushRef="#br0" timeOffset="162208.6">15517 735 0,'0'0'0,"3"-9"16,-3 9-16,0 0 16,0 0-16,0 0 15,0 0 1,0 0-16,0 0 16,0 0-16,0 0 15,-10 113-15,-6-10 16,3 36-16,-3 26 15,18-96-15,-1-1 16,-4 33-16,0 25 16,6-47-16,6-23 15,1 4-15,6 0 16,1-11-16,3-3 16,1-19-16,5-13 15,1-6 1,4-4-16,1-12 15,1-8-15,0-7 16,3-4-16,0-4 16,0 0-16,-4-18 15,2-9 1,-4 2-16,-4 2 16,-8 9-16,-3 8 15,-9 16-15,3 0 16,-6 6-16,-3 15 15,3-22-15,0 10 16,-3 12-16,-3-17 16,3 17-16,0 0 15,-11-12-15,11 12 16,-19 34-16,5 0 16,-5 18-16,-2 14 15,12-7 1,14 5-16,3 13 15,8 10-15,1-6 16,6 1-16,-4-28 16,5-17-16,-1-14 15,5-15 1,10-18-16,11-13 16,-4-27-16,2-18 15,-4 18-15,-2 7 16,-10 1-16,-3 1 15,-1-6-15,-1-3 16,-8 0-16,-1 6 16,-7 4-16,-3 7 15,-2 6-15,-2 9 16,-1-2-16,-1 6 16,-1 0-16,0 14 15,2-17 1,-2 17-16,0 0 15,0 0-15,-8 15 16,5 6-16,1 31 16,-1 1-16,0-1 15,2-1 1,1 16-16,3 9 16,1 3-16,2 7 15,1-22-15,1-10 16,2-17-16,3-10 15,-2-8-15,-11-19 16</inkml:trace>
  <inkml:trace contextRef="#ctx0" brushRef="#br0" timeOffset="162724.46">17334 1445 0,'0'0'16,"0"10"-16,2 4 16,-2-14-16,0 0 15,0 0-15,0 0 16,0 0-16,-38 0 15,-17 14-15,0 2 16,16 6-16,9 9 16,0 2-16,5 5 15,8-7-15,6 0 16,6-6-16,7-2 16,3-1-16,9 3 15,11 17 1,0-1-16,11 19 15,6 12-15,-17-19 16,-7-9-16,-4-13 16,-6-10-16,-8 1 15,-3 0 1,-18 3-16,-8 6 16,-11-2-16,-6 3 15,3-15-15,0-9 16,12-21-16,11-16 15,7-31-15,10-22 16</inkml:trace>
  <inkml:trace contextRef="#ctx0" brushRef="#br0" timeOffset="163786.97">17688 744 0,'0'0'15,"4"16"-15,-1 1 16,-3-17-16,0 0 15,0 0-15,0 0 16,0 0-16,0 0 16,0 0-16,0 0 15,-5 105-15,1-2 16,2 32-16,6 25 16,-6-60-16,2-30 15,-2 26 1,2 12-16,-1-34 15,1-14-15,1 5 16,3 1-16,13-9 16,11 2-16,8-21 15,14-8 1,2-20-16,8-14 16,4-14-16,8-13 15,-3-3-15,2-1 16,-19 1-16,-13 2 15,-11-6-15,-8-1 16,-8-2-16,-6 1 16,-9 1-16,-5 2 15,-5 2-15,-4 2 16,3 10-16,14 23 16,-36-12-16,17 24 15,-1 18 1,0 17-16,11-9 15,13 6-15,11 10 16,15 13-16,-2 1 16,5 10-16,13-13 15,12-5 1,5-20-16,8-11 16,-15-10-16,-3-7 15,-5-24-15,-3-14 16,-4-23-16,-3-17 15,-8 25-15,-6 12 16,-7 0-16,-7 8 16,-1 3-16,-1 6 15,0-5-15,0 2 16,2-3-16,3-3 16,4 1-16,2 1 15,5 4 1,4 7-16,7 6 15,6 6-15,-4 34 16,1 23-16,-10 36 16,-3 36-16,-12-60 15,-5-28 1,-10 6-16,-6-3 16,3-15-16,0-10 15,5-23-15,-7 19 16,7-19-16,0 0 15,7-25-15,0 0 16,29-112-16,0 1 16,6 12-16,4 8 15,7 17-15,8 18 16,-8 1-16,-2 5 16,-10 23-16,-2 22 15</inkml:trace>
  <inkml:trace contextRef="#ctx0" brushRef="#br0" timeOffset="164193.31">18027 1215 0,'0'0'0,"0"0"0,0 0 15,0 0 1,0 0-16,0 0 15,0 0-15,0 0 16,0 0-16,26-23 16,2 3-16,156-60 15,1-2 1,-66 57-16,-39 43 16,43-39-16,17-8 15,-54 21-15,-27 14 16,-1 5-16,-7 7 15,-11 12-15,-10 15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5:48:28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23160 8275 0,'0'0'16,"0"0"-1,0 0-15,0 0 16,0 0-1,0 0-15,0 0 16,0 0-16,0 0 16,0 0-16,0 0 15,0 0-15,0 0 16,0 0-16,0 0 16,-18-10-16,18 10 15,-61-23-15,18 6 16,21 11-16,22 6 15,-44-15-15,19 7 16,-13-5-16,-6 2 16,-13-3-1,-9 2-15,-10-3 16,-7 3-16,-1-4 16,-1 1-16,13 7 15,11 6 1,-8 2-16,2 5 15,-1 2-15,4 2 16,7-1-16,10 2 16,-8 0-16,0 5 15,-4 1-15,-3 5 16,4 4-16,4 4 16,1 8-16,5 11 15,7-1-15,8 9 16,0-5-16,5 5 15,4-14-15,7-8 16,0 6-16,1 1 16,2 25-1,2 20-15,5-1 16,6 15-16,6-37 16,8-20-16,3 1 15,6 1-15,5 19 16,4 15-1,2-10-15,5 2 16,7-9-16,7-4 16,5-11-16,6-7 15,-7-5-15,2-4 16,13-4-16,13-4 16,-1-3-16,4-1 15,-4-6-15,5-5 16,3-4-16,3-2 15,-12-4-15,-8 0 16,15-8-16,8-3 16,-1-2-16,3 3 15,-24 0 1,-9 1-16,0-3 16,-1-1-16,-12-10 15,-5-1-15,-4-16 16,2-5-16,3-11 15,7-5 1,-13 6-16,-3 5 16,-10 5-16,-6 6 15,-2-20-15,-2-9 16,-9-14-16,-2-9 16,-12 22-16,-3 17 15,-8 0-15,-7 8 16,-2-15-16,-4-5 15,-2-4-15,-1-3 16,-3 5-16,-2 4 16,-4 12-16,-4 15 15,-4 1 1,0 13-16,-4-3 16,-1 10-16,-11-2 15,-5 5-15,-2 2 16,-5 7-16,9 3 15,4 6-15,3 4 16,2 6 0,7-1-16,5 4 15,-3 3-15,0 3 16,0 7-16,0 7 16,5 8-16,3 9 15,9-7-15,10 0 16,12-33-16,1 2 15</inkml:trace>
  <inkml:trace contextRef="#ctx0" brushRef="#br0" timeOffset="7952.44">21774 9244 0,'0'0'0,"0"0"16,0 0-16,-14 8 16,14-8-16,-119 116 15,15-9-15,30-15 16,21-12-1,-22 11-15,-7 4 16,-1 16-16,-5 16 16,10-25-16,8-12 15,-19 28-15,-8 17 16,17-32-16,12-12 16,7-13-16,9-12 15,-14 16-15,-6 8 16,16-22-16,10-8 15,10-18-15,17-14 16,5-10-16,3-3 16,11-15-16,-11 15 15,11-15 1,0 0-16,0 0 16,-12 14-16,12-14 15,0 0-15,-13-29 16,5 2-16,-9-34 15,0-1 1,6 6-16,4 9 16,4 22-16,0 1 15,1 2-15,5 3 16,-3 1-16,4 1 16,-3 5-16,-1 12 15,2-13-15,-2 13 16,0 0-16,0 0 15,6-12-15,-6 12 16,7 12-16,-3 1 16,13 32-16,2 3 15,-8 16 1,-3 13-16,-3-24 16,1-9-16,-5-13 15,1-9-15,-2-5 16,2-5-16,-2-12 15,1 18 1,-1-18-16,7 19 16,37-6-16,1 3 15,19-1-15,16 3 16</inkml:trace>
  <inkml:trace contextRef="#ctx0" brushRef="#br0" timeOffset="8765.04">20898 11346 0,'0'0'0,"0"0"15,0 0-15,0 0 16,0 0-16,0 0 15,0 0 1,0 0-16,0 0 16,0 19-16,0 2 15,-1 119-15,1 3 16,-6-95-16,1-1 16,0-15-16,0-11 15,1 1-15,0-6 16,1-4-16,3-12 15,-3 15-15,3-15 16,0 0-16,0 0 16,-14-46-16,6-1 15,2-69 1,0 3-16,12 63 16,-1 1-16,4-1 15,7 4-15,1-11 16,8-8-16,-3 14 15,-1 5 1,-3 14-16,3 8 16,-4 6-16,3 6 15,-20 12-15,37 1 16,-19 17-16,3 18 16,-10-1-16,-8 7 15,-6-8-15,-5 4 16,-1-5-16,-1 0 15,-4 1-15,0 0 16,-8 7-16,-1 9 16,2-10-16,1-5 15,7-10 1,7-9-16,1 3 16,5 0-16,3-3 15,6 1-15,6 5 16,8 3-16,5 0 15,7 6 1,-4-9-16,4 0 16,-8-4-16,-4-4 15,-23-14-15,27 16 16,-27-16-16,0 0 16,20 13-16,-20-13 15,21 9-15,-21-9 16,23-3-16,-23 3 15</inkml:trace>
  <inkml:trace contextRef="#ctx0" brushRef="#br0" timeOffset="9140.32">21394 11348 0,'0'0'0,"0"0"16,0 0-16,0 0 15,0 0-15,0 0 16,0 0-16,0 0 15,0 0 1,0 0-16,0 0 16,25 9-16,1-1 15,30 23-15,1-1 16,-36-2-16,1 1 16,-12 2-16,-5 4 15,-9-4-15,-2 0 16,-8-6-16,-2 0 15,-6-10-15,-3-2 16,2-4-16,23-9 16,-36 4-16,36-4 15,-23-14 1,13-5-16,2-26 16,1 1-16,7 3 15,5 6-15,2 6 16,6 5-16,-1 2 15,2 4 1</inkml:trace>
  <inkml:trace contextRef="#ctx0" brushRef="#br0" timeOffset="9701.62">21887 11126 0,'0'0'0,"0"0"15,0 0 1,0 0-16,0 0 15,0 0-15,0 0 16,0 0-16,0 0 16,5 32-16,0 4 15,10 59-15,-1-1 16,-7-23-16,-6-15 16,-1-27-16,0 2 15,0-31-15,6 22 16,-6-22-16,0 0 15,29-24-15,-7-1 16,14-42 0,3 5-16,-6-6 15,0 2-15,-12 16 16,-6 16-16,-9 14 16,2 4-16,-8 16 15,0 0-15,0 0 16,25 16-1,-12 31-15,-2-2 16,-5 7-16,1 4 16,0 1-16,3 3 15,-6-18-15,1-9 16,6-7-16,2-1 16</inkml:trace>
  <inkml:trace contextRef="#ctx0" brushRef="#br0" timeOffset="10514.37">22730 10650 0,'0'0'0,"0"0"16,0 0-1,0 0-15,0 0 16,0 0-16,0 0 16,0 0-16,0 0 15,0 0-15,0 0 16,-10 31-16,2 0 16,-9 86-16,1 2 15,9-37-15,10-20 16,5-4-16,6-7 15,5-10-15,3-12 16,1-3-16,6 0 16,12-3-1,12-4-15,-6-17 16,-2-8-16,1-32 16,-2-17-16,-13 5 15,-4 1 1,-9 6-16,-3 11 15,-7 5-15,-5 11 16,-3 16-16,0 0 16,-5 16-16,0 6 15,-9 35-15,-1 1 16,8-32-16,1 1 16,6-27-16,-3 23 15,3-23-15,16 21 16,17-11-16,0 1 15,7-11-15,6-6 16,-1-17 0,4-10-16,-18 12 15,-6 8-15,-4-1 16,-21 14-16,34-16 16,-34 16-16,43 2 15,-13 18-15,-4-5 16,1-1-1,-10-1-15,1-1 16,-18-12-16,18 17 16,-18-17-16,0 0 15,11 12-15,-11-12 16,0 0-16,8 13 16,-8-13-16,0 0 15,0 0-15,0 0 16,5 12-16,-5-12 15</inkml:trace>
  <inkml:trace contextRef="#ctx0" brushRef="#br0" timeOffset="10826.89">22745 10873 0,'0'0'16,"0"0"-16,0 0 15,20-4-15,-20 4 16,95-12-16,-18 3 15,-42 5-15,-1 0 16,13-4-16,8 0 16,22-17-1,16-6-15,-10-1 16,0-1-16</inkml:trace>
  <inkml:trace contextRef="#ctx0" brushRef="#br0" timeOffset="12764.65">20335 11996 0,'0'0'0,"0"0"0,0 0 16,0 0-1,0 0-15,0 0 16,0 0-16,0 0 16,0 0-16,-13 3 15,13-3-15,-91 56 16,14-1-1,27-16-15,20-6 16,-3-3-16,7 0 16,6-10-16,8-3 15,8-5-15,0 1 16,6-1-16,4 1 16,15 1-16,-2 1 15,14-5-15,10 2 16,-5-3-16,0-4 15,-11 1-15,-6-5 16,-21-1-16,24 4 16,-24-4-1,0 0-15,-4 14 16,-3-1-16,-23 24 16,1 3-16,-6 3 15,0 6-15,6-11 16,5-5-1,13-15-15,0 3 16,7-4-16,9-1 16,3 5-16,7 5 15,10 2-15,11 0 16,22-17-16,19-8 16,-7-25-16,9-13 15,-10-16-15,0-16 16,-16 18-16,-9 9 15,-22 18-15,0-1 16,-12 11-16,1-1 16,-11 13-1,9-16-15,-9 16 16,3-13-16,-3 13 16,0 0-16,2-16 15,-2 16-15,0 0 16,0 0-16,-2-15 15,2 15 1,0 0-16,0 0 16,-42 60-16,7-2 15,-12 24-15,-8 22 16,12-19-16,6-5 16,-2 10-16,1 5 15,13-20-15,12-12 16,6-14-16,10-11 15</inkml:trace>
  <inkml:trace contextRef="#ctx0" brushRef="#br0" timeOffset="13295.92">21804 12378 0,'0'0'0,"0"0"0,0 0 16,0 0-16,0 0 15,0 0 1,0 0-16,0 0 16,0 0-16,0 0 15,0 0-15,0 0 16,0 0-16,0 0 15,0 0 1,0 0-16,0 0 16,-20 18-16,2 3 15,-25 95-15,0 2 16,20-37-16,15-22 16,-5 16-16,2 4 15,-6 24-15,-5 21 16,7-43-16,6-19 15,1-16-15,4-18 16,-9-7-16,-1-9 16</inkml:trace>
  <inkml:trace contextRef="#ctx0" brushRef="#br0" timeOffset="13499.09">21356 13040 0,'0'0'0,"0"0"15,0 0 1,20-7-16,1 2 16,78-20-16,2 0 15,-61 16-15,0 1 16,-4 0-16,2 0 16,-1-5-16,2 3 15</inkml:trace>
  <inkml:trace contextRef="#ctx0" brushRef="#br0" timeOffset="14327.31">22391 11942 0,'0'0'16,"0"0"-16,0 0 16,0 0-16,0 0 15,0 0-15,0 0 16,-19 33-16,-1 1 16,-32 84-16,3 1 15,35-63-15,3 2 16,0 15-16,7 15 15,-6 2-15,0 6 16,9-34-16,6-16 16,-1-7-1,6-6-15,5 7 16,5 5-16,0-12 16,3-3-16,-7-13 15,-16-17-15,35 10 16,-10-14-1,1-8-15,4-5 16,0-1-16,1-3 16,-6-2-16,-1 1 15,-8 1-15,-2 6 16,-5-1-16,-2 2 16,-3-9-16,4-1 15,-2-14-15,4-8 16,-2 1-16,1-3 15,-3 11-15,1 6 16,-1 6-16,0 9 16,3-1-1,-9 17-15,29-17 16,-29 17-16,50 32 16,-15-3-16,-4 12 15,1 12-15,-15-1 16,-8 4-16,-7-19 15,-7-6 1,-6-1-16,-5-3 16,-1-3-16,-3 2 15,-1-9-15,4 0 16,17-17-16,-30 17 16,30-17-16,-23 4 15,23-4-15,-18-13 16,9-34-16,3-1 15,-2-6-15,1 1 16,4 11-16,5 9 16,1 2-1,5 8-15,3-5 16,6 0-16</inkml:trace>
  <inkml:trace contextRef="#ctx0" brushRef="#br0" timeOffset="15077.51">23216 12432 0,'0'0'16,"0"0"-16,0 0 15,0 0-15,0 0 16,0 0-16,0 0 15,0 0-15,0 0 16,-20 19-16,3-1 16,-10 22-16,-3 15 15,15-15 1,11-4-16,-3 4 16,3 3-16,1-7 15,2-4-15,1-8 16,3-7-1,-3-17-15,12 18 16,-12-18-16,26 2 16,5-31-16,2 0 15,2-25-15,5-14 16,-16 19-16,-4 9 16,-10 19-16,2 3 15,-4 3-15,-8 15 16,11-17-16,-11 17 15,0 0-15,0 0 16,24 11-16,-15 7 16,4 26-16,-1 1 15,0-9 1,-2-4-16,1-4 16,3-6-16,-4-3 15,-1-1-15,2 1 16,-2 2-16,1-5 15,4 4 1,-3-6-16,4 0 16,-15-14-16,40 20 15,-12-24-15,7-6 16,2-33-16,7-22 16,-4 0-16,-1-10 15,-9 17-15,-4 10 16,-6-3-16,0 4 15,-7 5-15,-1 9 16,-8 16-16,1 1 16,-5 16-16,4-14 15,-4 14 1,0 0-16</inkml:trace>
  <inkml:trace contextRef="#ctx0" brushRef="#br0" timeOffset="16780.88">21457 13896 0,'0'0'0,"0"0"16,0 0-16,0 0 16,0 0-16,0 0 15,0 0-15,0 0 16,0 0-16,0 0 15,0 0 1,-22-4-16,0-1 16,-70 4-16,-1-2 15,49 16-15,0 2 16,3 3-16,7 6 16,7-3-16,10 1 15,-4 12-15,4 13 16,5 6-16,2 13 15,10-12-15,10-1 16,-1-12-16,5-7 16,9-6-16,10-3 15,13-15 1,14-10-16,7-28 16,13-24-16,-7 3 15,2-4-15,-8 4 16,1 2-16,-15 7 15,-7 7 1,-23 12-16,2 3 16,-10 4-16,-15 14 15,17-17-15,-17 17 16,9-12-16,-9 12 16,0 0-16,12-12 15,-12 12-15,0 0 16,0 0-16,0 0 15,20-13-15,-20 13 16,28 0-16,-5 1 16,-1 4-16,0 3 15,-22-8 1,35 28-16,-28-2 16,-5 11-16,-30 21 15,1 1-15,-12-6 16,-10-6-16,5-18 15,2-10 1,9-9-16,8-8 16,0-8-16,0-5 15,0-16-15,1-10 16,11-2-16,9-1 16,15 3-16,17-1 15,11 4-15,16 6 16,-14-3-16,0 3 15,1 8-15,7 9 16,-4 5-16,5 8 16,-7-4-16,-4 2 15,-9 0 1,-6 2-16,-24-2 16,28 3-16,-28-3 15,0 0-15,25 3 16,-25-3-16,17 23 15,-6-5 1,7 32-16,0 2 16,-5-12-16,-1-6 15,-7-19-15,0 2 16,-5-17-16,0 0 16,22-2-16,-22 2 15,45-37-15,-12 12 16,-1-10-16,-1-2 15,-3-16-15,1-9 16,-1 7-16,3 1 16,-11 12-16,-4 11 15,-2 8 1,-4 11-16,-10 12 16,28-10-16,-6 14 15,3 11-15,-3-1 16,2 7-16,-4 4 15,-1 6 1,-4-3-16,-2 6 16,-5 5-16,1 8 15,-4-8-15,-2 3 16,-1-14-16,-2-9 16,0-19-16,0 24 15,0-24-15,0 12 16,0-12-16,0 0 15,5-18-15,1 0 16</inkml:trace>
  <inkml:trace contextRef="#ctx0" brushRef="#br0" timeOffset="17109.34">23215 13251 0,'0'0'16,"0"0"-16,0 0 15,0 0-15,0 0 16,0 0-16,0 0 16,-7 14-16,3 3 15,-21 72-15,1 1 16,10 22-16,6 17 15,7-35-15,6-15 16,-5-24-16,0-14 16,4 2-16,2 0 15,-1-12 1,3-6-16,-2-8 16,2-1-16,-8-16 15,0 0-15</inkml:trace>
  <inkml:trace contextRef="#ctx0" brushRef="#br0" timeOffset="17593.82">22943 13868 0,'0'0'16,"0"0"-16,0 0 16,0 0-16,0 0 15,14-11-15,-14 11 16,73-48-16,-12 11 15,-11 8-15,-6 10 16,2 0-16,2 10 16,-5 0-16,0 6 15,-8 3 1,-4 9-16,-4-6 16,-4-2-16,1 5 15,1 5-15,-4 3 16,-4 6-16,-6 4 15,-5 5-15,-4 0 16,-2 2 0,-2-5-16,-1 0 15,-2-9-15,2 0 16,-3-5-16,3 1 16,3-13-16,-6 15 15,6-15-15,0 0 16,3-15-16,0 2 15,11-46-15,-1-1 16,-4 7-16,3 6 16,-5 10-16,-1 13 15,3-1-15,1 4 16,13 3 0,10 3-16</inkml:trace>
  <inkml:trace contextRef="#ctx0" brushRef="#br0" timeOffset="17984.52">23998 13654 0,'0'0'15,"0"0"-15,0 0 16,0 0-16,0 0 16,0 0-16,0 0 15,0 0-15,0 0 16,0 0-16,0 0 15,0 0-15,0 0 16,0 0-16,0 0 16,21 21-16,0 1 15,2 17 1,2 18-16,-23-32 16,-1 1-16,-6-7 15,-3-2-15,-3-1 16,-1-1-16,12-15 15,-24 19 1,24-19-16,-21 6 16,21-6-16,-23-20 15,12-19-15,-1 0 16,10-26-16,7-15 16,4 30-16,5 20 15</inkml:trace>
  <inkml:trace contextRef="#ctx0" brushRef="#br0" timeOffset="18297.25">24561 12927 0,'0'0'0,"0"0"15,0 0-15,0 0 16,0 0-16,0 0 15,0 0-15,-9 23 16,-2 0 0,-37 137-16,0 2 15,33-82-15,0 0 16,5 11-16,0 11 16,2-16-16,2-2 15,14-25-15,14-15 16,19 15-16,22 9 15,-17 5-15,0 6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05:00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4666 9786 0,'0'0'31,"0"0"-31,0 0 16,0 0-16,0 0 15,0 0-15,0 0 16,0 0-16,0 0 16,0 0-16,0 0 15,0 0-15,0 0 16,0 0-16,0 0 16,30-3-16,1 2 15,32-2 1,2 3-16,-13-1 15,-5-2-15,7-1 16,8 0-16,-13 2 16,-3 4-16,9-4 15,8 0 1,9 0-16,11 2 16,-10 0-16,-2 2 15,4-2-15,3 2 16,15-2-16,13 4 15,-11-2-15,-1 2 16,11-1-16,10 1 16,-7-3-16,-3 3 15,2-2-15,4 3 16,12-4-16,9 5 16,-13-1-16,-3-1 15,1-1 1,3 7-16,-4-4 15,5 0-15,3 2 16,4 3-16,-8 1 16,-1 3-16,0-1 15,4 3 1,2-1-16,7 3 16,-12-5-16,-3 3 15,4-3-15,5 4 16,-9-9-16,-6 0 15,10-3-15,9-3 16,-11 0-16,-3-3 16,-3 0-16,-4 0 15,6-3-15,9 3 16,-15-1-16,-6 1 16,0-4-16,-1 1 15,3-1 1,4 1-16,-13-4 15,-7 2-15,6-5 16,3 4-16,-12-2 16,-6 2-16,-4-2 15,1 1-15,-1-1 16,4 0 0,-26 2-16,-15 3 15,-3-1-15,-2 3 16,-7-3-16,-1 4 15,-5-3-15,-21 3 16,34-2-16,-34 2 16,27 2-16,-27-2 15,21 0-15,-21 0 16,0 0-16,29 0 16,-29 0-16,0 0 15,24 0 1,-24 0-16,0 0 15,0 0-15,21 3 16,-21-3-16,0 0 16,0 0-16,0 0 15,0 0 1,0 0-16,21 8 16,-21-8-16,0 0 15,0 0-15,0 0 16,0 0-16,0 0 15,0 0-15,0 0 16,0 0-16,8 12 16,-8-12-16,0 0 15,0 0-15,0 0 16,0 0-16,0 0 16,0 0-16,0 0 15,0 0 1,0 0-16,0 0 15,0 0-15,0 0 16,0 0-16,0 0 16,0 0-16,0 0 15,0 0 1,0 0-16,0 0 16,0 0-16,0 0 15,0 0-15,0 0 16,0 0-16,0 0 15,0 0-15,5 12 16,-5-12-16,0 0 16,0 0-16,0 0 15,0 0-15,0 0 16,0 0-16,0 0 16,0 0-16,0 0 15,0 0-15,0 0 16,0 0-1,0 0-15,0 0 16,0 0-16,24 9 16,-24-9-16,0 0 15,0 0-15,0 0 16,21 8 0,-21-8-16,0 0 15,21 14-15,-21-14 16,19 17-16,-19-17 15,31 18-15,-15-5 16,-16-13-16,37 20 16,-13-4-16,8 2 15,7 0-15,12 5 16,-2-4-16,7-1 16,-3-6-16,3 1 15,6-5-15,7 3 16,-1-5-1,4 2-15,5-4 16,5 0-16,3-2 16,6 3-16,4-3 15,8 2-15,2-4 16,4 2 0,-4-2-16,4 0 15,-6-2-15,2 2 16,10-2-16,8 2 15,2-4-15,9 1 16,-12-1-16,-5 0 16,2-2-16,4 0 15,8-3-15,8 4 16,-10-4-16,-3 4 16,-2-5-16,1 6 15,-4-2-15,-2 0 16,0-2-1,1 2-15,-3-3 16,0 6-16,11-6 16,9 3-16,-13-2 15,-2 4 1,-4-3-16,-4 1 16,4-2-16,6 1 15,-8-1-15,0 5 16,5-4-16,3 1 15,0-1-15,3 1 16,2 0-16,4 0 16,2 0-16,5 0 15,-20 2-15,-11 2 16,10-1-16,5 6 16,-1-1-16,1 3 15,1 0 1,6 1-16,-12 0 15,-5 3-15,-13-6 16,-10 1-16,8 1 16,6 1-16,-8-1 15,1-2 1,1 1-16,1 0 16,-1-1-16,-4 1 15,-19-4-15,-10 2 16,-13-4-16,-10 2 15,-10-3-15,-7 2 16,-5-2-16,-21 3 16,28-2-16,-28 2 15,23-2-15,-23 2 16</inkml:trace>
  <inkml:trace contextRef="#ctx0" brushRef="#br0" timeOffset="3765.28">22980 10917 0,'0'0'15,"0"0"-15,0 0 16,0 0-16,0 0 15,0 0-15,0 0 16,0 0-16,0 0 16,0 0-16,0 0 15,0 0-15,0 0 16,0 0-16,0 0 16,0 0-16,0 0 15,0 0 1,0 0-16,0 0 15,0 0-15,-49-9 16,0 1-16,-121-9 16,0 1-16,94 16 15,1 2-15,-37-7 16,-24-2 0,10 2-16,1 7 15,-23-2-15,-10 4 16,-15 2-16,-8 1 15,11-2-15,8 7 16,-9-4-16,1 0 16,-9 0-16,-3 5 15,-9-2-15,-7-1 16,-3-1-16,-4 4 16,7-5-16,2 1 15,-2-8-15,-1-1 16,-7-6-1,-6-4-15,-1 2 16,-1 0-16,4-3 16,6 4-16,6-4 15,12 0 1,-17 1-16,-6 2 16,19-3-16,13 5 15,-10-2-15,0 1 16,3-3-16,4 4 15,-2-2-15,4 4 16,-1-3-16,3 4 16,-20-4-16,-15 3 15,20-3-15,10 6 16,-12-1-16,-4 2 16,4 0-16,0 3 15,9 0 1,4 3-16,-5-2 15,0 1-15,17-2 16,12 1-16,-4-1 16,9 1-16,-14-2 15,0 4 1,12-3-16,7 0 16,14 0-16,13-2 15,-20 2-15,-8 0 16,3-2-16,-3 1 15,22 0-15,12 0 16,-21-2-16,-6 2 16,21-2-16,16 2 15,-21-2-15,-1 1 16,5-1-16,1 3 16,3-3-16,5 2 15,-8-4 1,-1 2-16,11-3 15,11 3-15,-16-1 16,-4 1-16,7-2 16,-1 2-16,5-2 15,-2 4-15,4-2 16,-1 3 0,1 0-16,0 3 15,1-2-15,2 5 16,1-3-16,3 0 15,-6 1-15,4-1 16,-11 0-16,-5 2 16,9-2-16,5 0 15,-7 0-15,-2 3 16,-1-3-16,-2 4 16,12-1-16,9-1 15,-1-1-15,3 0 16,-3 0-1,0 1-15,-2-1 16,2 2-16,0 0 16,1 0-16,-2-2 15,-1 4 1,2-3-16,3 4 16,4-3-16,7 1 15,-9-1-15,-1 0 16,6 0-16,6-1 15,3-2-15,9 3 16,2-3-16,6 2 16,-5 0-16,2 2 15,6 1-15,9 3 16,4-3-16,11 0 16</inkml:trace>
  <inkml:trace contextRef="#ctx0" brushRef="#br0" timeOffset="32246.32">4276 11942 0,'0'0'0,"0"0"16,0 0-16,0 0 15,0 0-15,0 0 16,0 0-16,0 0 15,0 0-15,37 0 16,1 2 0,90 0-16,0 2 15,-70 3-15,0 0 16,6 11-16,4 5 16,4-2-16,6 0 15,1 3-15,4 4 16,0-3-16,2 0 15,14-1-15,8 6 16,5-18-16,8-6 16,2-8-16,7-6 15,1 2 1,7-1-16,-7 1 16,-5 2-16,3-1 15,0 5-15,13 0 16,7 5-16,-18-3 15,-9 0 1,30 0-16,23 0 16,-20 0-16,-3 1 15,-13-3-15,-5 2 16,7-4-16,7 2 16,-7-3-16,-3 6 15,-5-3-15,-3 0 16,3 0-16,0 0 15,21-5-15,16-1 16,-24-2-16,-8-1 16,-8-3-16,-2 2 15,11-5 1,7 1-16,-22 0 16,-12 0-16,9 0 15,6 1-15,-5 0 16,-2 0-16,-14 1 15,-5 4 1,4-3-16,6 3 16,-9-1-16,-3 6 15,-3-1-15,0 1 16,5 3-16,3 3 16,-5 1-16,-6 2 15,8-4-15,2 2 16,-9-2-16,-1 3 15,-7-4-15,-2 4 16,11-4-16,8 4 16,-14-3-16,-3 1 15,12 0 1,5-2-16,-16-1 16,-10 3-16,10-3 15,3 2-15,2-2 16,5 2-16,-4-2 15,1 2-15,12-2 16,9 2 0,-22-2-16,-7 2 15,17 1-15,11 0 16,-21 6-16,-9 4 16,-1 3-16,-3 9 15,8-3-15,6 8 16,-6-6-16,2 5 15,2-2-15,3 0 16,-2-2-16,6 0 16,2-7-16,9-3 15,-9-5-15,-1-4 16,-8 1 0,-3 0-16,0-1 15,-2 0-15,1 1 16,0-1-16,8 0 15,5 0 1,2 1-16,2-2 16,-7-2-16,-3 1 15,-6-4-15,-3 0 16,-7 0-16,1 0 16,-1 0-16,5 0 15,0 0-15,5 0 16,-7 0-16,-2 0 15,-5-2-15,1 2 16,12-2-16,8 2 16,1-3-16,3 2 15,-17-1 1,-12 0-16,6-2 16,4-1-16,3-3 15,4 0-15,-8-1 16,1 2-16,-4-2 15,-1 1 1,0-2-16,5 1 16,-3-1-16,5 1 15,-15-2-15,-5 2 16,-1-1-16,0 1 16,5-1-16,6 0 15,-1-1-15,-2 1 16,-2 0-16,1 0 15,9-3-15,5 1 16,-11-1-16,-5 5 16,-3-2-1,-3 1-15,19-3 16,13 0-16,-18-1 16,-8 5-16,-4-2 15,-2 1-15,20-3 16,12 0-16,-11 0 15,0 9-15,1-3 16,4 3 0,-4 0-16,1 0 15,-12 0-15,-5 3 16,10-3-16,5 1 16,-6 0-16,-3 0 15,-6 0-15,-3 0 16,8-1-16,8 2 15,-5-2-15,1 1 16,-13 1-16,-6-1 16,12-1-16,9 1 15,-4 1-15,3-2 16,-17 1 0,-7 2-16,13-1 15,6 1-15,-4-4 16,3 4-16,-6 4 15,-6-1 1,3 1-16,-2 3 16,-7-4-16,-1 6 15,-6-3-15,-4 0 16,-6 1-16,-2-1 16,-5 0-16,-3 0 15,-2 1-15,2 1 16,-2-2-16,1 4 15,-24-10-15,37 17 16,-37-17-16,40 19 16,-40-19-16,34 20 15,-26-8 1,-7 3-16</inkml:trace>
  <inkml:trace contextRef="#ctx0" brushRef="#br0" timeOffset="35465.37">5377 13172 0,'0'0'0,"0"0"15,0 0-15,0 0 16,0 0-16,0 0 15,0 0 1,0 0-16,0 0 16,0 0-16,0 0 15,0 0-15,0 0 16,0 0-16,0 0 16,0 0-16,0 0 15,35 5-15,-1-2 16,42 8-16,2-1 15,-29-6-15,-21-4 16,24-2-16,11 2 16,0 0-16,6 2 15,-8-2 1,-1 0-16,7 0 16,3 0-16,6 0 15,9 3-15,-4-3 16,1 1-16,9-1 15,9 2 1,-4-2-16,1 3 16,-3-3-16,-1 1 15,3-2-15,1 1 16,1-3-16,2 1 16,2-2-16,5 2 15,-1-1-15,1-1 16,8-3-16,4 2 15,-3-2-15,0 0 16,-6-1-16,-2 4 16,-1-3-16,4 1 15,-5 0 1,1 0-16,13-2 16,10 1-16,-3 0 15,-1 0-15,-2-1 16,0 4-16,8-3 15,9 2-15,-25-4 16,-11 3 0,22-2-16,7-1 15,-15 1-15,-11 1 16,7 0-16,0 0 16,-2-1-16,-1 2 15,-2-3-15,1 3 16,2-1-16,6 1 15,-13-4-15,-4 7 16,-6-4-16,-1 3 16,2-2-16,7 4 15,-12-3-15,-5 4 16,-3-4 0,0 5-16,-1-2 15,-2 2-15,-9-2 16,-7 2-16,9 0 15,6 2 1,-14-2-16,-3 2 16,-10-2-16,-8 2 15,0-2-15,-1 4 16,2-1-16,5 1 16,3-1-16,6 2 15,-9-1-15,1 2 16,-6-2-16,0 5 15,7-3-15,6 5 16,-6-3-16,-1 0 16,-9-2-16,-9 0 15,3 0 1,-1 3-16,2-3 16,6 2-16,-5-2 15,1 2-15,2-1 16,0 0-16,-1 0 15,1 2 1,-7-5-16,-4 2 16,1-1-16,5 2 15,5-4-15,3 5 16,5-4-16,3 2 16,-3-2-16,0 1 15,-13-3-15,-3-1 16,1-1-16,-1 0 15,3-1-15,3 1 16,-2-5-16,0 3 16,1-2-16,-1 2 15,-4-2 1,4 4-16,-5-3 16,3 2-16,2-1 15,5 0-15,5 0 16,8 0-16,-10-1 15,1 3-15,-2-4 16,-1 4 0,4-2-16,5 2 15,-2-1-15,4 1 16,-2-3-16,3 3 16,-2-2-16,1 2 15,2-2-15,4 2 16,6-2-16,11 4 15,-13-2-15,-2 2 16,-11-2-16,-4 0 16,15 0-16,10 2 15,0-2-15,4 3 16,-16-3 0,-6 3-16,8 1 15,5-1-15,8 1 16,8 4-16,-11-2 15,-5 5 1,-1-3-16,1 2 16,7-1-16,7 3 15,-9-1-15,-3-2 16,6 2-16,3 3 16,6-1-16,6 1 15,-2-4-15,4 3 16,7-2-16,10 1 15,-18-7-15,-8 2 16,12-7-16,7 0 16,-1-1-16,6-2 15,-6-1 1,2 1-16,-6-2 16,0 0-16,-5-1 15,-1-1-15,2 0 16,4 0-16,-10 0 15,-6 2 1,-4-1-16,-4 1 16,-13 0-16,-9 2 15,-10-1-15,-5 2 16,-9-2-16,-5 4 16,-23 0-16,25 0 15,-25 0-15,0 0 16,0 0-16,25 0 15,-25 0-15,0 0 16,0 0-16,0 0 16</inkml:trace>
  <inkml:trace contextRef="#ctx0" brushRef="#br0" timeOffset="62804.44">24809 6967 0,'0'0'15</inkml:trace>
  <inkml:trace contextRef="#ctx0" brushRef="#br0" timeOffset="63679.63">22509 4857 0,'0'0'16,"0"0"-16,0 0 15,0 0-15,0 0 16,0 0-16,0 0 16,-17 63-16,1 3 15,-17 143-15,0 0 16,29-142-16,1 1 16,-9 75-16,2 3 15,6-36-15,4-21 16,-4-7-1,0-5-15,1-13 16,3-8-16,-2-31 16,2 0-16,0-25 15,0 0 1,0 0-16,2-17 16,10-107-16,-1 0 15,2-18-15,-2-10 16,-5 32-16,-3 21 15,-3-36-15,-1-16 16,-7 17-16,-3 6 16,2 30-16,2 26 15,1 4-15,3 12 16,6 9-16,8 10 16,50-6-16,0-2 15,1 15 1,-1 9-16,-5 7 15,1 10-15,-16 18 16,-7 19-16,-7 17 16,-5 20-16,-14-2 15,-7 7-15,-9-5 16,-6 3 0,-5 13-16,-6 16 15,-3 3-15,0 13 16,1-35-16,6-17 15,-4 4-15,0 1 16,2-9-16,4-5 16,7-28-16,2 2 15,8-4-15,7 0 16,61 25-16,0 2 16,25-20-16,19-9 15,-38-7-15,-17-6 16,9-6-1,4-1-15</inkml:trace>
  <inkml:trace contextRef="#ctx0" brushRef="#br0" timeOffset="63960.81">23698 5030 0,'0'0'16,"0"0"-16,0 0 15,0 0-15,0 0 16,0 0-16,0 0 16,-4 31-16,2 3 15,-7 117-15,1-1 16,4-75-1,1-1-15,3 36 16,3 26-16,-3-47 16,0-19-16</inkml:trace>
  <inkml:trace contextRef="#ctx0" brushRef="#br0" timeOffset="64804.51">22694 6684 0,'0'0'15,"0"0"-15,0 0 16,0 0-16,0 0 16,3 19-16,0 1 15,9 92-15,0 0 16,-9-21-16,-3-13 16,-2 21-16,-1 15 15,1-34-15,2-11 16,-3-22-1,2-14-15,-3 0 16,0 0-16,-1-16 16,2-2-16,3-15 15,-13 13-15,-7-30 16,1 0 0,-17-82-16,3-1 15,14 14-15,12 10 16,16-20-16,13-5 15,3-11-15,10-3 16,24 33-16,21 25 16,-17 11-16,-2 22 15,-21 1-15,-15 11 16,-4 3-16,-21 9 16,29 9-16,-23 12 15,-18 70-15,1 5 16,-4-8-1,1-2-15,3-30 16,2-19-16,-4 17 16,4 8-16,4 6 15,5 8 1,11-15-16,11-10 16,-5-7-16,2-9 15,1-2-15,4-2 16,-3-13-16,-1-3 15</inkml:trace>
  <inkml:trace contextRef="#ctx0" brushRef="#br0" timeOffset="65382.56">23709 6809 0,'0'0'0,"0"0"16,0 0-16,0 0 15,0 0-15,0 0 16,0 0 0,0 0-16,0 0 15,0 0-15,0 0 16,0 0-16,0 0 15,0 0-15,0 0 16,10 30-16,0 1 16,22 34-16,-1 1 15,-4-27-15,-4-16 16,12 2-16,14-3 16,15-3-16,16-1 15,-25-9-15,-5-6 16,-25 2-1,0-1-15,-25-4 16,21 3-16,-21-3 16,0 0-16,-25 44 15,-5 0-15,-37 43 16,1 2 0,20-34-16,16-20 15,12-11-15,0-2 16,18-22-16,-11 12 15,11-12-15,38 17 16,89-4-16,0-1 16,20-9-16,14-3 15,-9-28-15,1-16 16,-52 19-16,-28 9 16</inkml:trace>
  <inkml:trace contextRef="#ctx0" brushRef="#br0" timeOffset="69335.52">22920 8022 0,'0'0'15,"0"0"-15,0 0 16,0 34-16,2-2 16,-9 150-16,1 0 15,6-122 1,0 2-16,1-14 15,3-10-15,-4 2 16,1 2-16,-1-14 16,3-5-16,-3-23 15,2 23-15,-2-23 16,0 12 0,0-12-16,0 0 15,0 0-15,0 0 16,2-21-16,-1-1 15,3-69-15,1 0 16,-3-9-16,-1 0 16,-1 58-16,2 3 15,-2-2-15,2 2 16,-1-17-16,2-1 16,7-1-16,9 2 15,12 9-15,12 6 16,15 7-1,17 15-15,-17 5 16,-5 14-16,-9 21 16,-6 23-16,-16-3 15,-11 7-15,-11-3 16,-10 5 0,-16-1-16,-12 7 15,8-11-15,4-3 16,-4-5-16,0 0 15,0-2-15,3 1 16,4-7-16,4-4 16,3-9-16,8-4 15,8-12-15,-12 17 16,12-17-16,0 0 16,-13 15-16,13-15 15,21 32-15,-2-9 16,62 25-1,1 2-15,-5-7 16,1-2-16,-20-14 16,-12-7-16,-8-3 15,-9-3-15,-7-5 16,-22-9 0,27 13-16,-27-13 15,0 0-15,22 7 16,-22-7-16,0 0 15,20 7-15,-20-7 16</inkml:trace>
  <inkml:trace contextRef="#ctx0" brushRef="#br0" timeOffset="70100.92">23954 8125 0,'0'0'15,"0"0"-15,0 0 16,0 0-16,0 0 15,0 0-15,0 0 16,0 0-16,0 0 16,0 0-16,0 0 15,0 0-15,0 0 16,0 0-16,0 0 16,22-4-16,-1 0 15,52 6-15,0 0 16,-39 4-1,3 1-15,-13-1 16,-2 0-16,-22-6 16,27 10-16,-27-10 15,0 0-15,0 0 16,17 15 0,-38 0-16,1 3 15,-41 9-15,0-1 16,16-8-16,7-9 15,10 0-15,28-9 16,-32 10-16,32-10 16,0 0-16,0 0 15,-1 15-15,1-15 16,51 29-16,-8-7 16,5 3-16,5 6 15,-12-4-15,-4 4 16,-3 0-1,-5 4-15,-5-12 16,-5-2-16,-6-4 16,-2-2-16,-11-15 15,5 22-15,-32 6 16,2 4 0,-35 17-16,0 1 15,-6-13-15,-9-5 16,28-10-16,16-9 15,10-8-15,21-5 16,-32 12-16,32-12 16,0 0-16,-22-1 15</inkml:trace>
  <inkml:trace contextRef="#ctx0" brushRef="#br0" timeOffset="72225.6">24268 4673 0,'0'0'0,"0"0"16,0 0-16,0 0 15,0 0-15,0 0 16,0 0 0,0 0-16,0 0 15,0 0-15,0 0 16,0 0-16,0 0 15,-6 41-15,-1 3 16,0 21-16,2 18 16,5-34-16,7-15 15,3 29-15,8 16 16,-3 0-16,1 6 16,-5-25-16,-2-11 15,0-6-15,-1-11 16,3 0-1,1 4-15,3-6 16,6-2-16,-1-6 16,5-3-16,2-4 15,4-1-15,0-12 16,2-4 0,0-8-16,1-5 15,-5-1-15,-1-3 16,5-19-16,-1-17 15,-4-13-15,0-11 16,-8 15-16,-2 6 16,-7 13-16,-5 10 15,-3 4-15,-3 6 16,-1-10-16,-3 0 16,0-4-16,-2-1 15,-1 2-15,3 0 16,-3 6-1,5 10-15,-2 4 16,4 18-16,-6-23 16,6 23-16,-5-17 15,5 17 1,0 0-16,0 0 16,0 0-16,0 0 15,4 19-15,-1 2 16,2 7-16,3 6 15,0 7-15,0 6 16,3 19-16,2 18 16,-5 4-16,0 15 15,-3-43-15,-3-20 16,1 4-16,2 3 16,-2 12-16,2 16 15,-1-25 1,0-9-16,-3-8 15,2-7-15,-1-3 16,0-1-16,-1-8 16,-1-14-16,19 26 15,-2-9 1</inkml:trace>
  <inkml:trace contextRef="#ctx0" brushRef="#br0" timeOffset="73569.14">24535 6558 0,'0'0'0,"0"0"16,0 0-16,0 0 15,0 0-15,0 0 16,0 0 0,0 0-16,0 0 15,0 0-15,0 0 16,0 0-16,0 0 15,4 37-15,-2 1 16,9 88-16,-2 1 16,-2-77-16,-1 2 15,1-16-15,4-8 16,-2-3-16,2-5 16,3 4-16,3 2 15,-1-7 1,1-2-16,-17-17 15,29 20-15,-29-20 16,38 6-16,-15-9 16,6-4-16,0 1 15,5-1 1,7-27-16,6-18 16,-8-24-16,-1-22 15,-10 36-15,-6 16 16,-6 5-16,-7 13 15,-1 0-15,-2 10 16,-3 1-16,0 5 16,-1-1-16,-2 13 15,2-16-15,-2 16 16,0 0-16,0 0 16,0 0-16,0 0 15,-21 11 1,5 3-16,-10 58 15,-1 2-15,6-7 16,4-3-16,5-15 16,4-5-16,1 4 15,0 3 1,1 19-16,5 15 16,1-15-16,6-3 15,-1-18-15,4-11 16,0-7-16,0-9 15</inkml:trace>
  <inkml:trace contextRef="#ctx0" brushRef="#br0" timeOffset="74647">24708 7978 0,'0'0'16,"0"0"-16,0 0 16,0 0-16,0 0 15,0 0-15,0 0 16,0 0-16,0 0 16,0 0-16,0 0 15,-10 25 1,0-1-16,-8 37 15,2-1-15,7 0 16,7 2-16,6 18 16,8 17-16,-3-34 15,5-16 1,-6-23-16,0-2 16,-3-6-16,2 1 15,-1-5-15,2 3 16,-8-15-16,12 16 15,-12-16-15,0 0 16,28 3-16,-28-3 16,42-57-16,-18 10 15,4-19-15,5-11 16,-8 11-16,0 9 16,-1-5-16,2 2 15,-3-11 1,3-2-16,-9 17 15,-6 13-15,-6 18 16,3 0-16,-8 25 16,3-20-1,-3 20-15,0 0 16,0 0-16,0 0 16,-3 29-16,-1 7 15,0 11-15,1 9 16,0-7-16,0 1 15,-1 20-15,3 19 16,-4-4-16,2 6 16,0-33-16,3-17 15,-3-8-15,3-6 16,-2 2-16,2 0 16,0 0-1,2 2-15</inkml:trace>
  <inkml:trace contextRef="#ctx0" brushRef="#br0" timeOffset="76459.36">23303 9653 0,'0'0'15,"0"0"-15,0 0 16,0 0-16,0 0 16,0 0-1,0 0-15,0 0 16,0 0-16,0 0 15,0 0-15,0 0 16,0 0-16,0 0 16,0 0-16,0 0 15,0 0 1,0 41-16,0 1 16,4 98-16,1 1 15,-3-83-15,-1 0 16,3-17-16,0-8 15,4 0-15,0 1 16,-2 3-16,1 4 16,-2-10-16,2-2 15,-4-8-15,0-5 16,-1-4-16,-2-12 16,0 0-16,3 13 15,-3-13 1,-3-14-16,-8-16 15,-2 4-15,-3-15 16,-1-7-16,-3-18 16,-5-10-1,8-5-15,7-4 16,12 6-16,10 7 16,13-21-16,13-10 15,-10 6-15,1 5 16,-7 32-16,-5 25 15,-2 2-15,0 12 16,0 0-16,0 8 16,3-3-16,6 8 15,1 2-15,6 9 16,7 28-16,9 24 16,-17 13-1,-7 22-15,-16-32 16,-14-7-16,-7-5 15,-9-3-15,-4 9 16,-3 5-16,-6 1 16,-2 7-1,1-12-15,2 1 16,7-17-16,9-10 16,7-15-16,2 1 15,10-13-15,-9 13 16,9-13-16,0 0 15,6 18-15,-6-18 16,43 39-16,-10-10 16,15-2-16,10 0 15,-15-8-15,-3-3 16,-5-4-16,-2-1 16,-7-5-1,-3 0-15,-23-6 16,38 9-16,-38-9 15,38 8-15,-38-8 16,40 8-16,-40-8 16,41 8-16</inkml:trace>
  <inkml:trace contextRef="#ctx0" brushRef="#br0" timeOffset="77272.13">23916 9749 0,'0'0'0,"0"0"15,0 0-15,0 0 16,0 0-16,0 0 16,0 0-1,0 0-15,0 0 16,0 0-16,0 0 16,0 0-16,0 0 15,0 0-15,0 0 16,0 0-16,0 0 15,0 0-15,0 0 16,0 0-16,0 0 16,0 0-16,0 0 15,0 0-15,0 0 16,0 0-16,0 0 16,0 0-16,0 0 15,0 0 1,0 0-16,0 0 15,0 0-15,0 0 16,0 0-16,0 0 16,0 0-16,0 0 15,0 0 1,0 0-16,0 0 16,0 0-16,0 0 15,0 0-15,0 0 16</inkml:trace>
  <inkml:trace contextRef="#ctx0" brushRef="#br0" timeOffset="78318.83">23249 9786 0,'0'0'16,"0"0"-16,0 0 16,0 0-1,0 0-15,0 0 16,0 0-16,16-4 15,-16 4-15,71-21 16,-15 2-16,-20 5 16,-11 3-16,2 1 15,-2 1 1,-25 9-16,32-9 16,-32 9-16,0 0 15,0 0-15,0 0 16,0 0-16,0 0 15,-32 26-15,4-7 16,-10 4-16,-4 3 16,9-3-16,6 0 15,27-23-15,-22 22 16,22-22-16,0 0 16,13 24-1,-1-10-15,38 9 16,-1 0-16,9-7 15,8-2-15,-22-1 16,-11-3-16,-33-10 16,28 19-16,-28-19 15,3 25 1,-23 5-16,3 4 16,-22-1-16,-9 1 15,0-4-15,1-4 16,14-7-16,9-6 15,24-13-15,-23 10 16,23-10-16,0 0 16,0 0-16,0 0 15,81 2-15,-16-5 16,-3-2-16,1 3 16,-35 0-16,2 2 15,-30 0 1,25 0-16,-25 0 15,0 0-15,0 0 16,0 0-16,-67 37 16,20-10-1,-3-2-15,1 2 16,16-11-16,11-3 16,22-13-16,0 0 15,0 0-15,0 0 16,114-13-16,3-3 15</inkml:trace>
  <inkml:trace contextRef="#ctx0" brushRef="#br0" timeOffset="79865.63">23191 13288 0,'0'0'16,"0"0"-16,0 0 16,0-23-16,0 1 15,0-49-15,2 1 16,-2 41-16,2 0 16,-2-1-1,1 0-15,-1 1 16,3 4-16,-3 3 15,2 5-15,-2 1 16,0 16-16,3-21 16,-3 21-16,0 0 15,0 0 1,0 0-16,0 0 16,3 50-16,-2-9 15,7 68-15,0 1 16,-3-23-16,3-13 15,-5-35-15,0 0 16,0-9-16,4-5 16,-3-5-16,5-1 15,0-7-15,-9-12 16,24 14-16,-24-14 16,37-1-16,-9-12 15,3-22 1,5-17-16,-4-33 15,-1-24-15,-14 39 16,-7 23-16,-1 9 16,4 17-16,-5 1 15,-8 20 1,11-23-16,-11 23 16,8-13-16,-8 13 15,0 0-15,0 0 16,12 13-16,-7 4 15,2 40-15,0 3 16,1 8-16,1 6 16,-4-23-16,3-12 15,-2-18-15,0-1 16,-2-7-16,-4-13 16,4 17-16,-4-17 15,0 0 1,5 15-16,-5-15 15,0 0-15,0 0 16,0 0-16,25-2 16,-12-10-1,22-74-15,2-2 16,-8 6-16,-2 3 16,-11 7-16,-6 9 15,0-14-15,0-2 16,-5 23-16,-2 17 15,-3 16-15,1 2 16,-1 6-16,0 15 16,0-17-16,0 17 15,0 0-15,0 0 16</inkml:trace>
  <inkml:trace contextRef="#ctx0" brushRef="#br0" timeOffset="80568.95">24063 13007 0,'0'0'16,"0"0"-16,0 0 16,0 0-16,0 0 15,0 0-15,0 0 16,0 0-16,0 0 16,0 0-16,0 0 15,0 0 1,0 0-16,0 0 15,0 0-15,18-30 16,2 0-16,25-3 16,18-2-16,-34 35 15,-2 1 1,-27-1-16,36 20 16,-25-6-16,-3 6 15,-8 30-15,0-1 16,-16 24-16,-5 18 15,0-24-15,-3-12 16,6-13-16,0-14 16,-1 1-16,5-4 15,-1 3-15,5-2 16,0-5-16,6-4 16,4-17-1,-2 19-15,2-19 16,16 15-16,23-15 15,3 2-15,11-2 16,13 4-16,-8-10 16,4-2-1,-16-1-15,-10 3 16,-36 6-16,28-8 16,-28 8-16,0 0 15,0 0-15,22-8 16,-22 8-16,0 0 15</inkml:trace>
  <inkml:trace contextRef="#ctx0" brushRef="#br0" timeOffset="81741.22">24708 12864 0,'0'0'0,"0"0"16,0 0-16,0 0 15,0 0 1,0 0-16,0 0 16,9-32-16,-1-2 15,3-11-15,4-10 16,-10 39-16,0 0 15,-3 3-15,-2 13 16,1-14-16,-1 14 16,0 0-16,0 0 15,0 0-15,0 0 16,0 39-16,-1-6 16,-3 4-1,3 5-15,-3-5 16,1 0-16,-2 15 15,2 12-15,-3 8 16,3 11-16,3-17 16,0-6-1,2-13-15,3-9 16,-1-11-16,2-7 16,1-5-16,2-3 15,6 1-15,0 1 16,-15-14-16,39 19 15,-39-19-15,39 10 16,-13-10-16,3 0 16,6-4-16,6 0 15,7-37-15,6-24 16,-3 3-16,-2-4 16,-13 12-16,-5 9 15,-7 8 1,-7 12-16,3-8 15,-2 2-15,-1-17 16,5-5-16,-8-1 16,-6-2-16,-2 12 15,-3 9 1,-1 9-16,-2 7 16,-2 0-16,2 7 15,-1-1-15,1 13 16,-2-14-16,2 14 15,0 0-15,0 0 16,-9 17-16,0 3 16,-13 25-16,4 3 15,-1-9-15,6-3 16,-3-1-16,5 2 16,-2 23-16,2 16 15,4 16 1,2 17-16,1-35 15,6-16-15,-2 2 16,2-4-16,-1 1 16,3 6-16,-3-18 15,4-5 1,-1-11-16,1-5 16</inkml:trace>
  <inkml:trace contextRef="#ctx0" brushRef="#br0" timeOffset="89989.99">23256 14020 0,'0'0'0,"0"0"15,0 0 1,0 0-16,0 0 16,0 0-16,0 0 15,0 0-15,0 0 16,3 25-16,0-1 15,8 98-15,-2 1 16,-7-47-16,-4-29 16,1 36-16,-1 16 15,1 14-15,1 12 16,-2-46-16,2-24 16,-1 14-1,1 3-15,-4 9 16,3 10-16,-1-33 15,2-15-15,-2-12 16,2-8-16,0-23 16,0 20-1,0-20-15,0 0 16,0 0-16,0 0 16</inkml:trace>
  <inkml:trace contextRef="#ctx0" brushRef="#br0" timeOffset="90646.09">23175 14003 0,'0'0'0,"0"0"16,0 0-16,0 0 15,0 0-15,0 0 16,0 0-16,0 0 16,0 0-16,15 0 15,-15 0 1,76 6-16,-16 3 16,-16 7-16,-6 12 15,4 6-15,-1 14 16,-8-2-16,-2 5 15,-6-3-15,-4 1 16,-7-14-16,-6-6 16,-16 5-16,-12 1 15,-28 10-15,-3 3 16,-4 7-16,-1 10 16,7-20-1,3-5-15,15-14 16,13-7-16,18-19 15,-25 20-15,25-20 16,-12 13-16,12-13 16,0 0-1,3 24-15,8-7 16,33 21-16,1-1 16,7-4-16,8 0 15,-15-10-15,-2-5 16,-3-5-16,0-3 15,-9-4-15,-1 0 16,-5-4-16,-2 3 16,-3-4-16,-20-1 15,34 3-15,-34-3 16,27 2-16,-27-2 16,26 1-1,-26-1-15</inkml:trace>
  <inkml:trace contextRef="#ctx0" brushRef="#br0" timeOffset="91349.14">24477 14127 0,'0'0'16,"0"0"-16,0 0 15,0 0-15,0 0 16,0 0-16,0 0 16,0 0-1,0 0-15,0 36 16,0 1-16,-1 61 15,-2 4-15,3-37 16,3-22-16,-2 36 16,3 18-1,-4-6-15,2 3 16,-2-33-16,3-20 16,-3 7-16,5 1 15,1 15-15,3 13 16,-2-15-16,1-4 15,-2-15-15,-3-8 16,1-6-16,-2-2 16</inkml:trace>
  <inkml:trace contextRef="#ctx0" brushRef="#br0" timeOffset="93567.69">24883 14134 0,'0'0'16,"0"0"-16,0 0 15,0 0-15,0 0 16,0 0-16,0 0 16,0 0-16,0 0 15,0 0-15,0 0 16,0 0 0,0 0-16,0 0 15,0 0-15,0 0 16,0 0-16,0 0 15,0 0-15,-22-13 16,3 0-16,-52-15 16,1 0-1,4 10-15,3 5 16,-11-10-16,-4-1 16,-21-4-16,-15-3 15,-3-1-15,-6 4 16,-6 11-16,-5 12 15,-11 10-15,-8 12 16,36 1-16,24 9 16,-19-2-16,-5 2 15,9-2-15,9 1 16,-2 16-16,2 9 16,-4 43-1,1 30-15,33-63 16,23-25-16,-10 19 15,4 7-15,-1 31 16,3 27 0,13-32-16,14-13 15,7-4-15,10-1 16,15 32-16,16 22 16,3-29-16,10-10 15,28-11-15,24-10 16,-1 1-16,8-1 15,26-1-15,21 6 16,2-24-16,11-12 16,8-6-16,14-4 15,4-21-15,12-14 16,-21-11 0,-9-9-16,-2-6 15,0-8-15,-23 3 16,-13 0-16,-24 7 15,-22 10-15,-15-1 16,-13 4 0,-10-8-16,-8 0 15,-2-25-15,-3-14 16,-9-5-16,-3-6 16,-18 13-16,-12 6 15,-21-35-15,-16-19 16,12 9-16,2 3 15,4 40-15,4 29 16,-13-11-16,-3 8 16,-12-17-16,-6-3 15,-5 1-15,-2 1 16,15 12 0,9 14-16,-7-5 15,0 6-15,-8-1 16,-8 4-16,3 14 15,5 12-15,2 1 16,4 10 0,-9 7-16,-7 9 15,1 3-15,0 12 16,15-6-16,10 0 16,7-7-16,8 1 15,6-11-15,9-3 16,-1-4-16,8 0 15</inkml:trace>
  <inkml:trace contextRef="#ctx0" brushRef="#br0" timeOffset="98615.25">22254 6609 0,'0'0'16,"0"0"-16,0 0 15,0 0-15,0 0 16,0 0-16,0 0 15,0 0-15,0 0 16,0 0-16,0 0 16,0 0-16,0 0 15,0 0-15,0 0 16,41-3-16,2 1 16,76-13-1,2 1-15,-45 4 16,-27 5-16,39-9 15,19-5-15,-13 3 16,2 1 0,11-6-16,12 2 15,6-7-15,13 2 16,-12-1-16,-2 0 16,1 0-16,4 2 15,-19 3-15,-10 0 16,1 0-16,1 3 15,-15 1-15,-9 4 16,-16 0-16,-10 5 16,-3-4-16,-2 5 15,-10 0-15,-7 4 16,-6-2 0,-24 4-16,33-2 15,-33 2-15,21-3 16,-21 3-16,0 0 15,0 0-15,23-4 16,-23 4-16,0 0 16,0 0-1,0 0-15,0 0 16,0 0-16,22 4 16,-22-4-16,0 0 15,0 0-15,0 0 16,0 0-16,0 0 15,0 0-15,0 0 16,0 0-16,0 0 16,0 0-16,0 0 15,0 0-15,0 0 16,0 0-16,0 0 16,0 0-1,0 0-15,0 0 16,0 0-16,0 0 15,0 0-15,0 0 16,0 0-16,0 0 16,0 0-1,0 0-15,0 0 16,0 0-16,0 0 16,0 0-16,0 0 15,0 0-15,0 0 16,0 0-16,0 0 15,0 0-15,22 5 16,-22-5-16,0 0 16,0 0-16,0 0 15,0 0-15,0 0 16,0 0-16,0 0 16,0 0-1,0 0-15,0 0 16,0 0-16,0 0 15,0 0-15,0 0 16,0 0-16,0 0 16,0 0-1,0 0-15,0 0 16,0 0-16,0 0 16,0 0-16,0 0 15,0 0-15,0 0 16,0 0-16,0 0 15,0 0-15,0 0 16,0 0-16,0 0 16,0 0-16,0 0 15,0 0-15,0 0 16,0 0-16,0 0 16,0 0-1,0 0-15,0 0 16,0 0-16,0 0 15,0 0-15,0 0 16,0 0-16,0 0 16,0 0-1,0 0-15,0 0 16,0 0-16,0 0 16,0 0-16,0 0 15,0 0-15,0 0 16,0 0-16,0 0 15,0 0-15,0 0 16,0 0-16,0 0 16,0 0-16,0 0 15,0 0-15,0 0 16,0 0-16,0 0 16,0 0-1,0 0-15,0 0 16,0 0-16,0 0 15,0 0-15,0 0 16,0 0-16,0 0 16,0 0-1,0 0-15,0 0 16,0 0-16,0 0 16,0 0-16,0 0 15,0 0-15,0 0 16,0 0-16,0 0 15,0 0-15,0 0 16,0 0-16,0 0 16,0 0-16,0 0 15,0 0-15,0 0 16,0 0-16,0 0 16,0 0-1,0 0-15,0 0 16,0 0-16,0 0 15,0 0-15,0 0 16,0 0-16,0 0 16,0 0-16,0 0 15,0 0 1,0 0-16,0 0 16,0 0-16,0 0 15,0 0-15,0 0 16,0 0-16,0 0 15,0 0-15,0 0 16,0 0-16,0 0 16,0 0-16,0 0 15,0 0-15,0 0 16,0 0-16,0 0 16,0 0-1,0 0-15,0 0 16,0 0-16,0 0 15,0 0-15,0 0 16,0 0-16,0 0 16,0 0-1,0 0-15,0 0 16,0 0-16,0 0 16,0 0-16,0 0 15,0 0-15,0 0 16,0 0-16,0 0 15,0 0-15,0 0 16,0 0-16,0 0 16,0 0-16,0 0 15,0 0-15,0 0 16,0 0-16,0 0 16,0 0-16,0 0 15,0 0 1,0 0-16,0 0 15,0 0-15,0 0 16,0 0-16,0 0 16,0 0-1,0 0-15,0 0 16,0 0-16,0 0 16,0 0-16,0 0 15,0 0-15,0 0 16,0 0-16,0 0 15,0 0-15,0 0 16,0 0-16,0 0 16,0 0-16,0 0 15,0 0-15,0 0 16,0 0-16,0 0 16,0 0-1,0 0-15,0 0 16,0 0-16,0 0 15,0 0-15,0 0 16,0 0-16,0 0 16,0 0-16,0 0 15,0 0 1,0 0-16,0 0 16,0 0-16,0 0 15,0 0-15,0 0 16,0 0-16,0 0 15,0 0-15,0 0 16,0 0-16,0 0 16,0 0-16,0 0 15,0 0-15,0 0 16,0 0-16,0 0 16,0 0-16,0 0 15,0 0 1,0 0-16,0 0 15,0 0-15,0 0 16,0 0-16,0 0 16,0 0-16,0 0 15,0 0 1,0 0-16,0 0 16,0 0-16,0 0 15,0 0-15,0 0 16,0 0-16,0 0 15,0 0-15,0 0 16,0 0-16,0 0 16,0 0-16,0 0 15,0 0-15,0 0 16</inkml:trace>
  <inkml:trace contextRef="#ctx0" brushRef="#br0" timeOffset="100460.72">25093 12283 0,'0'0'0,"4"46"16,0-1-1,-4-45-15,0 0 16,0 0-16,0 0 16,0 0-16,0 0 15,-28-42-15,3-3 16,-67-33-16,-1 1 15,25 46-15,14 35 16,-44-8-16,-23 11 16,9-7-16,-7 2 15,-5 22-15,-5 19 16,6 1-16,5 6 16,-3-5-16,2 1 15,5 3-15,5 7 16,10 12-1,11 15-15,8-8 16,13-1-16,-4-4 16,2 1-16,11-2 15,8-2-15,12 16 16,15 10 0,1-28-16,11-13 15,4 7-15,9 3 16,12 20-16,13 20 15,12-14-15,16 3 16,17-26-16,21-14 16,-4-10-16,6-10 15,21-6-15,20-4 16,1-7-16,8-3 16,8-5-16,8-4 15,-32-4 1,-13-4-16,24-6 15,17-4-15,-26-8 16,-10-6-16,-7-15 16,-6-12-16,-12-3 15,-10-4-15,-19 8 16,-13 8 0,-7 3-16,-3 8 15,1-27-15,5-12 16,-19-33-16,-13-19 15,-9 73-15,1 1 16,-10-17-16,-6-7 16,-19-21-16,-12-15 15,-4 29-15,-4 19 16,-5 9-16,0 17 16,-4 1-16,3 5 15,-10 1-15,-4 3 16,7 9-1,8 9-15,6 1 16,13 5-16,4 0 16,27 6-16,-38-7 15,38 7-15,-28-2 16,28 2 0,0 0-16,-22-2 15,22 2-15,0 0 16,0 0-16,0 0 15,-21 0-15,21 0 16,0 0-16,0 0 16,0 0-16,0 0 15,0 0-15,0 0 16,0 0-16,0 0 16,0 0-16,0 0 15,0 0-15,0 0 16,0 0-1,0 0-15,-20 9 16,20-9-16,0 0 16,0 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5:50:22.0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12035 3282 0,'0'0'0,"0"0"0,0 0 0,0 0 15,0 0-15,0-32 16,0-1-16,-1-36 15,-1 1 1,4 39-16,-1 3 16,4-10-16,5 1 15,1-12-15,2-10 16,-2 14-16,-1 6 16,-5 11-16,0 9 15,-5 17-15,3-21 16,-3 21-16,0 0 15,0-12-15,0 12 16,0 0-16,0 0 16,8 41-16,-2-3 15,-1 49 1,0-1-16,-5 30 16,3 21-16,-1-47 15,3-19-15,-7 15 16,-3 7-16,2-12 15,-2-2 1,2-48-16,3 2 16,-2-19-16,-1 1 15,3-15-15,-2 12 16,2-12-16,0 0 16,-7-88-16,7 8 15,-5 6-15,2 5 16,1-42-16,4-20 15,-4 25-15,0 9 16,-3 69-16,0 2 16,2 5-16,0 5 15,2-16 1,2-2-16,14-34 16,-2 1-16,9 0 15,5 4-15,-4 7 16,4 6-16,15 15 15,16 13-15,-17 11 16,-9 13 0,-2 13-16,-1 11 15,-5 27-15,2 21 16,-13-23-16,0-5 16,-18 5-16,-8 5 15,-24 27-15,-14 21 16,7-14-16,1 2 15,7-32-15,7-19 16,16-19-16,-3 3 16</inkml:trace>
  <inkml:trace contextRef="#ctx0" brushRef="#br0" timeOffset="484.26">12747 2946 0,'0'0'16,"0"0"-16,0 0 15,0 0-15,0 0 16,0 0-16,0 0 15,13 12-15,0 3 16,45 55-16,1 3 16,-12-9-16,-10-2 15,0-12 1,0-7-16,-10-4 16,-1 0-16,-5-3 15,-1-1-15,-14-14 16,2-1-16,-8-20 15,-3 13 1,3-13-16,-20-11 16,-9-2-16,0 4 15,4-25-15,2-11 16,15-32-16,12-21 16,5 24-16,12 13 15,8 0-15,13 12 16,-11 7-16,-4 11 15,2 3-15,0 7 16</inkml:trace>
  <inkml:trace contextRef="#ctx0" brushRef="#br0" timeOffset="984.42">13641 3105 0,'0'0'16,"0"0"-16,0 0 15,0 0-15,0 0 16,0 0-16,0 0 16,0 0-16,0 0 15,0 0-15,0 0 16,30-9-16,1 4 15,46-1-15,-1 1 16,-40 16-16,2 1 16,-7 15-16,-1 13 15,-11-3-15,-7 6 16,-8-15 0,-10-5-16,-12 4 15,-11 2-15,-14-4 16,-6 0-16,9-14 15,8-8 1,3-3-16,3-2 16,26 2-16,-32-18 15,18-9-15,4-8 16,10-15-16,10-12 16,7 8-16,12 7 15,2 8-15,8 12 16,10-2-16,8 6 15</inkml:trace>
  <inkml:trace contextRef="#ctx0" brushRef="#br0" timeOffset="1531.34">14573 2884 0,'0'0'0,"0"0"16,0 0-16,0 0 15,0 0 1,0 0-16,0 0 16,0 0-16,0 0 15,-18 8-15,18-8 16,-68 60-16,17-8 16,19-2-16,11 1 15,0 5-15,5 4 16,6-14-16,10-7 15,5-8-15,10-6 16,14 6-16,17 6 16,-4-12-16,8-6 15,4-7 1,7-4-16,14-16 16,10-14-16,-24-8 15,-14-9-15,-6-15 16,-8-10-16,-8 10 15,-4 8-15,-12 1 16,-7 4 0,-4 10-16,-3 12 15,-1 1-15,6 18 16,-23-15-16,23 15 16,-46 43-16,18-3 15,3 5-15,6 8 16,9-3-16,11 5 15,4-8-15,11 3 16,16-1-16,13 4 16,23-26-16,19-8 15,-23-16 1,-9-14-16</inkml:trace>
  <inkml:trace contextRef="#ctx0" brushRef="#br0" timeOffset="2953.32">16028 2832 0,'0'0'15,"0"0"-15,0 0 16,0 0-16,0 0 16,0 0-16,0 0 15,-43-4-15,5 0 16,-72 18-16,2 3 15,61 0-15,1-1 16,10 6-16,9 6 16,12-3-16,13 1 15,24 22 1,0 2-16,49 22 16,-1 3-16,-3-11 15,1-2-15,6-21 16,6-10-16,-30-8 15,-15-7 1,-35-16-16,39 17 16,-39-5-16,1 1 15,-43 35-15,1-1 16,-3-10-16,1-2 16,6-16-16,8-9 15,5-8-15,24-2 16,-25-21-16,24-3 15,30-32-15,1 0 16,88-48-16,-1 2 16,-11-2-16,-6 1 15,-18 28 1,-12 22-16,-19 11 16,-15 17-16,-16 12 15,-20 13-15,27-13 16,-27 13-16,0 0 15,0 0 1,0 0-16,-35 18 16,-17 10-16,1 4 15,13 2-15,10 11 16,12 0-16,14 9 16,13-3-16,16 3 15,9-8-15,14-6 16,-4 0-16,4 2 15,5-3-15,4 0 16,-14-8-16,-6-4 16,-19-13-16,2 1 15,-12-1 1,-4 0-16,-12 4 16,-7 0-16,-37-1 15,1-1-15,4-6 16,1-1-16,6-15 15,7-9 1,15-12-16,13-6 16,13-12-16,19-9 15,42-10-15,0-1 16,-1-5-16,1-4 16,-17 22-16,-9 16 15,-2-2-15,-2 3 16,-5 2-16,1 5 15,-3 4-15,3 4 16,-2 3-16,3 8 16,-4 9-16,1 9 15,-4 10 1,1 13-16,-9 1 16,-3 9-16,-7-3 15,-3 7-15,-13-9 16,-7-2-16,-18 0 15,-12 1 1,11-12-16,4-3 16,-5-5-16,0-2 15,3-7-15,5-7 16,2-19-16,6-10 16,21-55-16,0-1 15,24 0-15,19 5 16,-9 27-16,2 24 15,12 5-15,9 14 16,5-5-16,8 7 16,2 22-16,7 20 15,-14 26 1,-6 28-16,-11-30 16,-3-10-16,-13-4 15,-8-3-15,-17-25 16,-1 0-16,-13-16 15,15 21 1,-15-21-16,0 0 16,0 0-16,0 0 15,-17-38-15,6-3 16,13-22-16,9-16 16,33-8-16,25-6 15,-14 29-15,-1 18 16</inkml:trace>
  <inkml:trace contextRef="#ctx0" brushRef="#br0" timeOffset="3672.33">18948 2262 0,'0'0'16,"0"0"-16,0 0 15,0 0 1,0 0-16,22 3 16,-1 5-16,103 14 15,2 0-15,-24-1 16,-14 0-16,31 8 15,16 9 1,-19 42-16,-4 36 16,-32-49-16,-20-14 15,-15-10-15,-15-11 16,-2 11-16,-6 10 16,-13 38-16,-10 33 15,-15-33-15,-7-11 16,-86 47-16,1 1 15,-60 8-15,-41 8 16,40-52-16,12-26 16,14 10-16,16-1 15,-19 4 1,-3 1-16,25-14 16,19-3-16,1-8 15,10-2-15,19-12 16,17-7-16,31-19 15,2 2 1,25-17-16,-21 14 16,21-14-16,0 0 15,-20 14-15,20-14 16,0 0-16,0 0 16</inkml:trace>
  <inkml:trace contextRef="#ctx0" brushRef="#br0" timeOffset="4078.48">18155 4416 0,'0'0'16,"0"0"-16,0 0 16,0 0-16,0 0 15,0 0-15,0 0 16,0 0-16,0 0 16,0 0-16,0 0 15,-14 20-15,1 4 16,-17 27-16,1 1 15,16-27-15,4 0 16,1-9-16,1-4 16,7-12-16,-3 15 15,3-15 1,18 12-16,51-12 16,1 2-16,15-17 15,15-13-15,-37 10 16,-17 3-16</inkml:trace>
  <inkml:trace contextRef="#ctx0" brushRef="#br0" timeOffset="7328.02">9511 5791 0,'0'0'16,"0"0"-16,0 0 16,0 0-16,0 0 15,0 0-15,0 0 16,0 0-16,0 0 15,0 0-15,0 0 16,-16 4-16,16-4 16,-169 79-16,17-4 15,18-19 1,17-8-16,-62 32 16,-33 16-16,11-9 15,-5 4-15,4-5 16,4 4-16,8-10 15,10 1 1,-10 6-16,-4 6 16,52-27-16,34-15 15,-14 4-15,3-4 16,24-20-16,23-14 16,11-3-16,15-3 15,9-5-15,16-2 16,-1-1-16,22-3 15,-30 0-15,30 0 16,0 0-16,-25-11 16,25 11-16,-8-16 15,11-24 1,1 3-16,11-54 16,-1 0-16,13 6 15,11 7-15,-7 24 16,1 21-16,-9 4 15,-3 14 1,-4 0-16,-16 15 16,28-16-16,-28 16 15,0 0-15,0 0 16,21 39-16,-18-1 16,-5 40-16,2 1 15,-18-3-15,-12 1 16,0-20-16,-1-11 15,-12 13-15,-5 6 16,5-8-16,4-6 16,17-27-16,2 3 15,20-27-15,-18 23 16,18-23 0,0 0-16,0 0 15,5 13-15,28-8 16,1 2-16</inkml:trace>
  <inkml:trace contextRef="#ctx0" brushRef="#br0" timeOffset="7999.85">2830 6074 0,'0'0'0,"7"10"16,-7-10-16,0 0 16,0 0-16,0 0 15,0 0-15,0 0 16,0 0-16,0 0 15,0 0-15,0 0 16,0 0 0,0 0-16,0 0 15,6 21-15,-3-8 16,22 125-16,3 1 16,4-30-16,7-18 15,0 27-15,5 12 16,-14-43-16,-8-22 15,-13-35-15,4 1 16,-10-19-16,2 1 16</inkml:trace>
  <inkml:trace contextRef="#ctx0" brushRef="#br0" timeOffset="8234.29">2673 6618 0,'0'0'16,"0"0"-16,0 0 16,0 0-16,0 0 15,0 0-15,0 0 16,20-2-16,1 2 16,102-33-16,1 0 15,-37-24-15,-19-8 16,4 3-16,-3 2 15,-9 4-15,-7 6 16</inkml:trace>
  <inkml:trace contextRef="#ctx0" brushRef="#br0" timeOffset="9156.34">3503 5782 0,'0'0'0,"0"0"15,0 0 1,0 0-16,0 0 16,0 0-16,0 0 15,21 36-15,-1-1 16,38 58-16,2 2 16,-24-29-16,-14-16 15,1 14-15,0 8 16,-5-22-16,-1-10 15,-10-17-15,1-1 16,-3-8-16,-5-14 16,4 19-16,-4-19 15,0 0 1,0 0-16,0 0 16,2-27-16,2-43 15,1 2-15,5 14 16,4 12-16,1 8 15,4 11 1,-3 0-16,3 6 16,1 3-16,7 6 15,9 4-15,11 8 16,3 12-16,7 13 16,-9 2-16,-3 8 15,-25-17-15,0 2 16,-9-7-16,-1-2 15,-1 2-15,-1 0 16,-8-17-16,6 17 16,-6-17-16,0 0 15,0 0-15,-6-15 16,-7-16 0,1 2-16,4-4 15,3 0-15,11-21 16,10-10-16,-3 7 15,1 1 1,1 14-16,1 11 16,0 4-16,-2 8 15,3 5-15,-17 14 16,46 2-16,-9 17 16,1-1-16,5 5 15,-4 0-15,5 6 16,-13-9-16,-4-1 15,-10-4-15,-1-4 16,-16-11-16,14 17 16,-14-17-16,5 12 15,-5-12 1,4 18-16,-4-18 16,2 16-16,-2-16 15,0 0-15,0 0 16,0 0-16,0 0 15,-2-16 1,-1-55-16,3 1 16,5-4-16,3-3 15,-4 27-15,3 19 16,-2 2-16,0 12 16</inkml:trace>
  <inkml:trace contextRef="#ctx0" brushRef="#br0" timeOffset="10031.18">5178 5743 0,'0'0'0,"0"0"15,0 0-15,14-14 16,0 2 0,35-35-16,-2-2 15,-30 28-15,1 3 16,-8 3-16,-10 15 16,12-18-16,-12 18 15,-2-13-15,2 13 16,0 0-16,-23-4 15,23 4-15,-33 15 16,12 9-16,-1 14 16,0 18-16,0 18 15,11-28-15,6-11 16,7-17 0,0-1-16,-2-17 15,21 9-15,17-35 16,2-3-16,36-37 15,1 0 1,-19 21-16,-9 18 16,0 3-16,-1 7 15,10-15-15,10-4 16,-9-1-16,1-4 16,-27 7-16,-15 0 15,-11 23-15,-7 11 16,10-22-16,-10 22 15,-7-14-15,7 14 16,-56 6-16,15 6 16,-1 12-16,1 8 15,3 4 1,5 5-16,11-7 16,11-4-16,0-7 15,10-3-15,-2-4 16,3-16-16,4 18 15,-4-18 1,29 8-16,-8-6 16,16 0-16,11 2 15,-9-15-15,1-7 16,-10-12-16,-4-7 16,-7 7-16,-8 10 15,-6 5-15,1 1 16,-6 14-16,0 0 15,0 0-15,0 0 16,0 0-16,-11 16 16,8 5-16,4 10 15,12-1 1,11 10-16</inkml:trace>
  <inkml:trace contextRef="#ctx0" brushRef="#br0" timeOffset="10562.84">6694 4991 0,'0'0'16,"0"0"-16,0 0 16,0 0-16,0 0 15,0 0-15,0 0 16,-20 0-16,-2 2 15,-41 25-15,0 2 16,8 29-16,10 24 16,8-3-16,12 8 15,16-55 1,3 2-16,1-19 16,2-1-16,3-14 15,0 0-15,0 0 16,0 0-16,53-75 15,-12 7 1,2-34-16,5-19 16,-20-14-16,-9-12 15,-8 51-15,-4 36 16,-9 31-16,0 0 16,-1 8-16,0 7 15,0 1-15,3 13 16,0 0-16,-3-15 15,3 15-15,0 0 16,-17 88-16,4-6 16,1 43-16,2 28 15,24-48 1,22-21-16,3 7 16,15 1-16,-9-31 15,4-17-15</inkml:trace>
  <inkml:trace contextRef="#ctx0" brushRef="#br0" timeOffset="10938.03">7380 4664 0,'0'0'16,"0"0"-16,0 0 15,0 0-15,0 0 16,0 0-16,0 0 15,-14 10-15,1 3 16,-76 74-16,-1 2 16,48-47-16,-2-2 15,11-11 1,10-6-16,2 4 16,4 2-16,6 2 15,8 5-15,40 33 16,1 3-16,20-9 15,15-3-15,-19-12 16,-5-1 0,-16-21-16,-10-9 15,-23-17-15,23 19 16,-23-19-16,0 0 16,-24 25-16,-5-2 15,-108 99-15,1-1 16</inkml:trace>
  <inkml:trace contextRef="#ctx0" brushRef="#br0" timeOffset="83809.86">1033 7441 0,'0'0'0,"0"0"0,0 0 0,0 0 0,0 0 0,0 0 15,0 0-15,0 0 16,0 0-16,0 0 16,0 0-1,0 0-15,0 0 16,0 0-16,0 0 15,0 0-15,0 0 16,-6 65-16,3-2 16,-5 158-16,0 3 15,6-163-15,2 4 16,-3 79-16,0 4 16,3-33-16,5-18 15,-2 17-15,2 8 16,0-10-16,1-1 15,-3-16 1,3-8-16,-3 18 16,4 12-16,-6-64 15,2 3-15,-3-23 16,2-10-16,-2-11 16,0 1-16,0-13 15,0 0 1</inkml:trace>
  <inkml:trace contextRef="#ctx0" brushRef="#br0" timeOffset="84700.45">927 7598 0,'0'0'16,"0"0"-16,0 0 15,0 0-15,0 0 16,18-8-16,-18 8 16,124-33-16,-18 8 15,-19 6-15,-8 9 16,-2 4-16,-2 8 16,7-8-16,7 1 15,10 3-15,12 6 16,-8 3-16,0 3 15,-23-2 1,-12 2-16,-17-1 16,-13 0-16,-1-1 15,-5 2-15,-32-10 16,31 14-16,-31-14 16,0 0-1,18 34-15,-13-12 16,-10 67-16,2 2 15,-4 8-15,1 6 16,-6-5-16,0-2 16,-1 11-16,1 9 15,3-36-15,2-17 16,-2 23-16,3 16 16,6 15-16,8 21 15,-1-43-15,3-17 16,1 27-16,6 13 15,-4-31 1,1-12-16,-9-42 16,1 1-16,-3-5 15,2-7-15,-3-3 16,1-1-16,-6 0 16,-2 6-16,-31 3 15,1 2 1,-33-5-16,-21-1 15,1-6-15,-4-5 16,2-14-16,4-10 16,4-2-16,4-3 15,13-1-15,12 1 16,9 1-16,9 1 16,-5-1-16,4 3 15,3 1-15,6 3 16</inkml:trace>
  <inkml:trace contextRef="#ctx0" brushRef="#br0" timeOffset="85669.14">818 6553 0,'0'0'0,"0"0"16,0 0-16,0 0 16,0 0-16,0 0 15,0 0-15,-12 56 16,1 0-16,-10 85 16,2 0-16,16-114 15,-1 0 1,2-15-16,1 3 15,1-15-15,-2 16 16,2-16-16,0 0 16,2-40-16,-1 1 15,1-52-15,-1 2 16,-1 29-16,3 21 16,-1-9-16,2-2 15,3 1-15,2 8 16,-4 6-16,3 8 15,-5 4-15,-2 10 16,1 2 0,-2 11-16,8-12 15,-8 12-15,31 18 16,-4 3-16,11 19 16,10 17-1,-8 2-15,-1 10 16,-11 3-16,-6 9 15,-9-32-15,-6-13 16,-5-22-16,1 3 16,-3-17-16,0 0 15,0 0-15,0 0 16</inkml:trace>
  <inkml:trace contextRef="#ctx0" brushRef="#br0" timeOffset="85841.13">696 6717 0,'0'0'0,"0"0"16,8-4-16,-8 4 16,0 0-16,0 0 15,0 0-15,25-7 16,0-2-16,66-18 16,0 0-1,-34 8-15,-17 9 16,15-7-16,9 1 15,1 3-15,5 5 16</inkml:trace>
  <inkml:trace contextRef="#ctx0" brushRef="#br0" timeOffset="86341.17">1473 6331 0,'0'0'16,"0"0"-16,0 0 16,0 0-16,0 0 15,0 0-15,0 0 16,1 25-16,2 2 15,4 69 1,2 2-16,-8 11 16,-1 9-16,-1-29 15,-1-12-15,2-48 16,0 1-16,0-15 16,0 0-16,0-15 15,0 16 1,0-16-16,0 0 15,0-29-15,0 1 16,0-62-16,0 1 16,-2 29-16,2 21 15,-2 5-15,0 10 16,1-8-16,-1 4 16,1-4-16,-1 2 15,2 1-15,2 7 16,2-1-16,7 4 15,10 1-15,10 1 16,-7 3 0,-3 7-16,-21 7 15,30-2-15,-30 2 16,18 14-16,-17-1 16,-1 7-1,-6 10-15,1 1 16,-8 18-16,-2 16 15,-10 17-15,-3 19 16</inkml:trace>
  <inkml:trace contextRef="#ctx0" brushRef="#br0" timeOffset="86919.14">1874 6272 0,'0'0'0,"0"0"16,0 0-16,0 0 15,0 0-15,2 28 16,0 0-16,-1 57 16,1 2-16,-2-21 15,1-8 1,-1 29-16,2 20 15,-5-32-15,-2-11 16,3-37-16,2 2 16,-1-17-16,1 1 15,0-13-15,0 0 16,0 0-16,0 0 16,-3-98-16,1 10 15,-1 13-15,3 11 16,-2 4-16,2 11 15,0-9 1,2-2-16,1 10 16,5 7-16,0 6 15,6 6-15,0 2 16,8 4-16,9 2 16,10 4-16,-4 11 15,0 12 1,1 23-16,1 23 15,-12-3-15,-9 7 16,-16-16-16,-13-6 16,-39 26-16,-2 0 15,-31 31-15,-18 24 16</inkml:trace>
  <inkml:trace contextRef="#ctx0" brushRef="#br0" timeOffset="88497.14">900 8208 0,'0'0'16,"0"0"-16,0 0 16,0 0-16,0 0 15,0 0-15,0 0 16,0 0-16,0 0 15,0 0-15,0 0 16,0 0 0,0 0-16,0 0 15,0 0-15,30-2 16,1 0-16,71-2 16,-2 1-16,-22-2 15,-13-2 1,17-3-16,11 2 15,1-3-15,7 3 16,-2-2-16,5 3 16,-3 0-16,4 2 15,-11-1-15,-2 0 16,-16 0-16,-10 4 16,-6-3-16,-7 3 15,-15-2-15,-9 4 16,-5-2-16,-24 2 15,30-3-15,-30 3 16,0 0 0,25 7-16</inkml:trace>
  <inkml:trace contextRef="#ctx0" brushRef="#br0" timeOffset="89168.76">960 8727 0,'0'0'16,"0"0"-16,0 0 15,0 0-15,0 0 16,0 0-16,0 0 16,0 0-16,0 0 15,0 0-15,0 0 16,0 0-16,0 0 15,31 0-15,0 0 16,87-2 0,1 2-16,-45-4 15,-27-2-15,36-5 16,16 1-16,-2 0 16,9-2-1,-9 3-15,-5 0 16,1-1-16,-1 2 15,-24 1-15,-17 3 16,0 1-16,-4 3 16,-6 0-16,-5 2 15,-4-1-15,-4 6 16,-6-3-16,-22-4 16</inkml:trace>
  <inkml:trace contextRef="#ctx0" brushRef="#br0" timeOffset="91856.28">2822 7391 0,'0'0'0,"0"0"16,0 0-1,0 0-15,0 0 16,0 0-16,0 0 15,0 0-15,0 0 16,0 0-16,0 0 16,7 23-16,1 2 15,9 56-15,-1 1 16,-7-10-16,-5-1 16,0-3-16,0-2 15,-4-35-15,2 2 16,-2-12-1,0-7-15,0-14 16,0 19-16,0-19 16,0 0-16,0 0 15,-3 12-15,3-12 16,0 0-16,-20-31 16,12 9-1,3-31-15,0 1 16,5 12-16,3 11 15,2-4-15,5 4 16,5-17-16,4-7 16,1-7-16,5-6 15,-7 12-15,1 6 16,-1 11-16,1 12 16,0 5-16,0 8 15,1 3-15,5 7 16,-1 7-16,1 4 15,-6 13 1,1 10-16,-4 9 16,1 15-16,-10-14 15,-4-5-15,-3-11 16,-2-7-16,-4-2 16,-1-1-1,-10 5-15,-6 4 16,-7-7-16,-3-1 15,33-17-15,-31 6 16</inkml:trace>
  <inkml:trace contextRef="#ctx0" brushRef="#br0" timeOffset="92184.32">3593 7453 0,'0'0'0,"0"0"16,0 0-16,0 0 15,0 0-15,0 0 16,0 0-16,0 0 16,0 0-1,0 0-15,0 0 16,0 0-16,0 0 15,-5 46-15,2 1 16,-6 59-16,1 1 16,6-63-16,1 0 15,2-7-15,4 0 16,-3-11-16,-1-3 16</inkml:trace>
  <inkml:trace contextRef="#ctx0" brushRef="#br0" timeOffset="93152.85">2882 8219 0,'0'0'16,"0"0"-16,0 0 15,0 0-15,0 0 16,0 0-16,0 0 16,0 0-16,0 0 15,6 26-15,1 1 16,19 91-16,2 2 16,-16-74-16,1-2 15,-5-10-15,-1-5 16,-1 5-1,2 8-15,-4-9 16,3 1-16,-4-14 16,0-4-16,-3-16 15,3 11-15,-3-11 16,0 0 0,-4-11-16,-1-3 15,-3 2-15,8 12 16,-17-23-16,17 23 15,-18-35-15,11 4 16,8-42-16,4 4 16,4-6-16,6-2 15,-5 25-15,0 20 16,-2 5-16,1 11 16,-4-2-16,-5 18 15,12-23-15,-12 23 16,25-22-1,-4 14-15,-1-1 16,7 5-16,-4 1 16,2 3-16,-4 3 15,-21-3-15,33 21 16,-24-7 0,-6 5-16,-4 6 15,-10 9-15,-2 10 16,-7-2-16,-4 2 15,1-9-15,1-3 16,4-7-16,6-4 16,12-21-16,-3 17 15</inkml:trace>
  <inkml:trace contextRef="#ctx0" brushRef="#br0" timeOffset="93418.48">3499 8172 0,'0'0'0,"0"0"15,0 0-15,0 0 16,0 0-16,0 0 16,0 0-1,0 0-15,0 0 16,1 30-16,2-1 15,5 65-15,2 3 16,-3-56-16,0-3 16,-4-8-16,0-7 15,-1-3-15,1-1 16,-3-2-16,2-3 16</inkml:trace>
  <inkml:trace contextRef="#ctx0" brushRef="#br0" timeOffset="94183.93">3472 8425 0,'0'0'0,"0"0"16,0 0-1,0 0-15,0 0 16,0 0-16,0 0 15,0 0-15,0 0 16,0 0-16,0 0 16,22-27-16,0 3 15,10-7-15,8 0 16,-40 31-16,41-13 16,-41 13-16,43 19 15,-23 1-15,0 14 16,-7 0-1,-2 7-15,-8 0 16,-8 2-16,-3-6 16,-4-1-16,-2-11 15,3-6-15,1-7 16,10-12 0,-15 19-16,15-19 15,-8 13-15,8-13 16,0 0-16,0 0 15,42 15-15,-6-9 16,26-9-16,19 1 16,-25-9-16,-7-2 15,-3 1-15,-5 10 16,-10-8-16,-6 4 16,-25 6-16,0 0 15</inkml:trace>
  <inkml:trace contextRef="#ctx0" brushRef="#br0" timeOffset="95011.87">2904 9060 0,'0'0'0,"0"0"16,0 0 0,0 0-16,0 0 15,0 0-15,0 0 16,0 0-16,0 0 15,-1 25-15,-1 0 16,-4 61-16,1 1 16,0 0-16,2 3 15,-2-21-15,2-8 16,-1-18-16,0-15 16,1-3-16,3-4 15,-3 2 1,1 2-16,-1-9 15,3 0-15,0-16 16,-1 14-16,1-14 16,0 0-16,0 0 15,0 0-15</inkml:trace>
  <inkml:trace contextRef="#ctx0" brushRef="#br0" timeOffset="95418.18">2915 9263 0,'0'0'16,"0"0"-16,0 0 16,0 0-16,0 0 15,0 0-15,0 0 16,0 0-16,0 0 16,0 0-16,0 0 15,0 0-15,0 0 16,0-30-1,1 4-15,32-32 16,0 1-16,10 21 16,10 19-16,-3 9 15,2 12-15,-3 6 16,-1 9 0,-12-2-16,-4 3 15,-18-8-15,2 3 16,-16-15-16,4 23 15,-13-9-15,-7 5 16,-23 0-16,1-1 16,-7 1-16,-2 2 15,-2 1-15,2 7 16</inkml:trace>
  <inkml:trace contextRef="#ctx0" brushRef="#br0" timeOffset="97012.14">3586 9256 0,'0'0'15,"0"0"-15,0 0 16,0 0-1,0 0-15,0 0 16,0 0-16,0 0 16,0 0-16,0 0 15,0 0-15,0 0 16,0 0-16,0 0 16,0 0-1,38-14-15,2 1 16,69 3-16,1 1 15,-72 16-15,1 0 16,-8 1-16,-1 4 16,-9 0-16,-4 7 15,-7-5-15,-6 4 16,-7 10-16,-3 7 16,-27 21-16,0 2 15,-24 3-15,-13 10 16,10-22-16,5-7 15,13-13 1,9-8-16,1-5 16,7-3-16,3-5 15,22-8-15,-23 7 16,23-7 0,0 0-16,0 0 15,0 0-15,0 0 16,50-12-16,-6 5 15,14-4-15,14 5 16,-31 2-16,-11 4 16,-2 0-16,-5 6 15,-23-6-15,35 15 16,-35-15-16,18 23 16,-22-5-16,-4 6 15,-31 18-15,-1 1 16,-14-6-1,-7 1-15,-11-17 16,-5-12-16,12-4 16,10-5-16,4-5 15,7 0-15</inkml:trace>
  <inkml:trace contextRef="#ctx0" brushRef="#br0" timeOffset="98340.03">1113 9444 0,'0'0'16,"0"0"-16,0 0 16,0 0-16,0 0 15,0 0-15,0 0 16,0 0-1,0 0-15,0 0 16,0 0-16,0 0 16,0 0-16,0 0 15,0 0-15,0 35 16,0 3-16,0 15 16,2 14-1,-2-44-15,2-1 16,-2-6-16,0-3 15,0 0-15,0-1 16,0-12-16,0 22 16,0-22-16,1 21 15,-1-21-15,9 22 16,-9-22-16,13 22 16,-13-22-16,15 19 15,-15-19-15,30 20 16,3-12-16,0 3 15,7-7 1,4-2-16,-9-6 16,-3 0-16,-10 0 15,-22 4-15,33-9 16,-33 9 0,22-6-16,-22 6 15,0 0-15,23-4 16,-23 4-16,0 0 15</inkml:trace>
  <inkml:trace contextRef="#ctx0" brushRef="#br0" timeOffset="115181.15">19941 8927 0,'0'0'0,"0"0"15,0 0-15,0 0 16,0 0-16,0 0 16,0 0-1,0 0-15,0 0 16,0 0-16,0 0 16,0 0-16,0 0 15,0 0-15,0 0 16,-20 50-16,1-1 15,-9 200-15,2 1 16,25-171-16,1-1 16,1 35-16,2 27 15,-1-46-15,1-17 16,-3-52 0,2 0-16,-2-25 15,-8 17-15</inkml:trace>
  <inkml:trace contextRef="#ctx0" brushRef="#br0" timeOffset="116024.83">19602 9705 0,'0'0'15,"0"0"-15,0 0 16,0 0-16,0 0 16,0 0-16,0 0 15,0 0-15,0 0 16,8-12-16,-8 12 15,130-118-15,-7 12 16,-31 40-16,-15 29 16,-14-4-16,-14 8 15,-3 10-15,-6 10 16,-12 3-16,-28 10 16,33-8-1,-33 8-15,22 0 16,-22 0-16,0 0 15,0 0-15,21 2 16,-21-2-16,0 0 16,0 0-1,48 10-15,-20-4 16,7 5-16,6 3 16,-10 11-16,-3 12 15,-4-4-15,-2 4 16,-10-10-16,-4-4 15,-3-2-15,-5 2 16,-3-8-16,0 2 16,3-17-16,-5 19 15,5-19-15,0 0 16,0 0-16,0 0 16,-23-55-1,18 7-15,5-2 16,5 5-16,10 3 15,8 5-15,-3 11 16,3 7-16,4 4 16,2 9-1,9 1-15,9 8 16,-4-1-16,3 2 16,-13 2-16,-7 2 15,-1-1-15,-2 3 16,-2-2-16,-21-8 15,33 17-15,-33-17 16,20 17-16,-20-17 16,8 37-16,-8-8 15,-3 3-15,-2 6 16,1-13 0,0-7-16,0-5 15,4-13-15,0 0 16,0 0-16,0 0 15,4-21-15,4-20 16,1 4 0,6-31-16,7-17 15,17-17-15,16-15 16,-4 33-16,6 20 16</inkml:trace>
  <inkml:trace contextRef="#ctx0" brushRef="#br0" timeOffset="116353.16">22236 8663 0,'0'0'0,"0"0"15,0 0-15,0 0 16,0 0-16,0 0 15,0 0-15,0 0 16,0 0-16,-16 2 16,16-2-1,-99 51-15,19-3 16,30 12-16,23 13 16,14-3-16,20 5 15,7-23-15,13-6 16,7-14-16,8-6 15</inkml:trace>
  <inkml:trace contextRef="#ctx0" brushRef="#br0" timeOffset="116524.9">22674 8948 0,'0'0'0,"0"0"16,0 0-16,0 0 15,0 0-15,10 0 16,-10 0-16,98-6 16,-9 2-1,-3-8-15,-2-1 16,5-6-16,4-1 16</inkml:trace>
  <inkml:trace contextRef="#ctx0" brushRef="#br0" timeOffset="116899.95">23860 8363 0,'0'0'0,"0"0"15,0 0-15,0 0 16,0 0-16,0 0 16,0 0-1,0 0-15,0 0 16,0 0-16,0 0 16,0 0-16,0 0 15,33 12-15,0 3 16,47 39-16,-1 2 15,-45-21-15,3 0 16,-13-6-16,-5-3 16,-11 2-16,-8 1 15,-38 56-15,2-1 16</inkml:trace>
  <inkml:trace contextRef="#ctx0" brushRef="#br0" timeOffset="118056.06">21203 9813 0,'0'0'15,"0"0"-15,0 0 16,0 0-16,0 0 16,0 0-16,0 0 15,-22-1-15,22 1 16,-83 9-16,20-1 15,7 19-15,7 12 16,0 10-16,8 14 16,15-20-16,14-8 15,2-6-15,10-4 16,5-1 0,8 2-16,9-5 15,11 1-15,7 6 16,10 2-16,-1-8 15,7 1-15,-18-10 16,-10-3-16,-28-10 16,33 13-1,-30 5-15,-6 13 16,-40 46-16,0-1 16,8-16-16,9-10 15,0-15-15,6-12 16,3-7-16,7-4 15,10-12-15,0 0 16,0 0-16,0 0 16,38 0-16,1-1 15,35-4-15,0 2 16,-18 3-16,-9 6 16,-11 1-1,-9 5-15,1 18 16,2 16-16,-11 55 15,3 2-15,-8-28 16,-2-17-16,-7 10 16,-3 2-1,-4 27-15,-3 19 16,2-33-16,0-15 16,1-45-16,2 2 15</inkml:trace>
  <inkml:trace contextRef="#ctx0" brushRef="#br0" timeOffset="119212.39">21655 13330 0,'0'0'0,"0"0"15,0 0-15,0 0 16,0 0-16,0 0 15,0 0-15,-10-9 16,10 9-16,-69-93 16,10 8-1,24 48-15,2 2 16,6 12-16,6 13 16,0-2-16,21 12 15,-28-17-15,28 17 16,0 0-16,-17-13 15,17 13-15,0 0 16,34-32-16,-1 11 16,57-5-16,-1 2 15,-12 14-15,-5 14 16,-18-2-16,-11 9 16,-3-6-1,-6 6-15,-34-11 16,35 14-16,-35-14 15,6 15-15,-22 23 16,2 0 0,-41 52-16,2 0 15,-3-18-15,2-8 16,12-22-16,12-16 16,14-11-16,1 2 15,8-4-15,7 1 16,13 6-16,1 4 15,35 10-15,2 4 16,19-7-16,14 0 16,-9-13-16,-1-3 15,-28-7-15,-16-4 16,-30-4 0,30 6-16,-30-6 15,0 0-15,0 0 16,12 15-16,-81 49 15,0 0-15,-20 6 16,-10 8 0,20-32-16,10-17 15,22-4-15,19-4 16,12-7-16,3 1 16,28 44-16,2 4 15,34 5-15,25 6 16,-15-22-16,0-8 15,-15-17-15,-10-5 16,-36-22-16,41 21 16,-41-21-16,0 0 15,17 12-15,-17-12 16,-42 25 0,1-2-16,-33-7 15,-23 1-15,12-30 16,-1-16-16,29-4 15,23-9-15</inkml:trace>
  <inkml:trace contextRef="#ctx0" brushRef="#br0" timeOffset="120118.36">21765 11707 0,'0'0'16,"0"0"-16,0 0 15,0 0-15,0 0 16,34-19 0,1 0-16,152-61 15,1-2-15,-108 50 16,0-1-16,96-11 15,-1 0-15,-39 26 16,-25 18 0,13-6-16,3 2 15,-39 1-15,-22 8 16,-15-5-16,-16 4 16,-35-4-16,28 4 15,-28-4-15,0 0 16,-75 23-16,4-3 15,-114 43-15,0 0 16,23-2-16,18 1 16,-16-1-16,-4 4 15,42-18-15,27-9 16,-1-3 0,9 0-16,48-21 15,2 1-15,37-15 16,-32 12-16,32-12 15,0 0-15,0 0 16,0 0-16,101-4 16,2-4-1,70-4-15,53-3 16,-43 0-16,-10 5 16,20-17-16,13-6 15,-44-8-15,-23-7 16,8 3-16,0 1 15,-39 11-15,-24 10 16</inkml:trace>
  <inkml:trace contextRef="#ctx0" brushRef="#br0" timeOffset="194857.69">20867 15048 0,'0'0'0,"-9"0"0,9 0 0,-84 14 15,6 0-15,20 5 16,17 5-16,-12 16 16,0 14-16,12-1 15,8 8 1,4-19-16,12-4 15,6-7-15,11-6 16,11 6-16,10 4 16,16 27-16,4 1 15,6 10-15,10 11 16,-7-15-16,-1-2 16,-12-20-16,-10-10 15,-12-16-15,1 2 16,-13 4-16,-10 8 15,-44 40 1,-1-1-16,-6-10 16,-3-4-16,-16-23 15,-9-12-15,12-10 16,8-9-16,14-6 16,12-6-16,8-3 15,32 9 1,-39-27-16,25 2 15,5-17-15,10-11 16,26-9-16,23-7 16</inkml:trace>
  <inkml:trace contextRef="#ctx0" brushRef="#br0" timeOffset="196029.43">21512 15138 0,'0'0'0,"0"0"15,0 0 1,0 0-16,0 0 15,-22 50-15,2 1 16,-13 65-16,1 3 16,29-70-16,2 1 15,4 26-15,6 21 16,-4-18-16,-1-5 16,0-37-16,0 1 15,-2-19-15,0-1 16,-2-6-16,0-12 15,0 0 1,0 0-16,-13-60 16,-3-4-16,-5-29 15,-3-16-15,5 37 16,6 20-16,-1-5 16,3 10-16,3 14 15,2 12 1,3 10-16,0-2 15,3 13-15,-3-15 16,3 15-16,8-22 16,31 1-16,0 2 15,16 0-15,11 3 16,1 28-16,7 22 16,-2 9-16,-1 19 15,-13-16-15,-8-6 16,-7 13-16,-4 9 15,-1 14 1,1 15-16,-11-27 16,-6-13-16,-10-21 15,0 1-15,-8-18 16,1-1-16,-5-12 16,0 0-16,28-63 15,-3 4 1,4-10-16,2-1 15,-3 2-15,2 4 16,-2-1-16,4 8 16,-23 34-16,3 2 15,-12 21-15,12-20 16,-12 20-16,6-13 16,-6 13-16,0 0 15,0 0-15,0 0 16,-28 11-16,5 3 15,-9 5-15,-3 6 16,2 22 0,0 19-16,7 26 15,7 21-15,0-39 16,6-16-16,4-15 16,9-10-1,-1-13-15,1-3 16,0-17-16,5 20 15,-5-20-15,0 0 16,68-85-16,-17 6 16,3-4-16,4-2 15,-18 21-15,-9 17 16,8-15-16,0-1 16,-7 10-16,-6 10 15,-6 5-15,-3 12 16,-9 9-16,2 1 15,-10 16 1,8-17-16,-8 17 16,0 0-16,0 0 15,0 0-15,2 64 16,-4 0-16</inkml:trace>
  <inkml:trace contextRef="#ctx0" brushRef="#br0" timeOffset="196732.39">22623 15298 0,'0'0'0,"0"0"15,0 0-15,0 0 16,0 0-16,0 0 16,0 0-1,0 0-15,0 0 16,0 0-16,0 0 15,3 20-15,0 3 16,16 43-16,-1 3 16,2-8-16,2 2 15,3 41-15,5 29 16,-15-42-16,-5-18 16,0-7-16,2-8 15,-4 5-15,-2 8 16,-3-24-16,-1-12 15,-2-17 1,2 0-16</inkml:trace>
  <inkml:trace contextRef="#ctx0" brushRef="#br0" timeOffset="197091.81">23423 15064 0,'0'0'16,"0"0"-16,0 0 16,0 0-16,0 0 15,0 0-15,0 0 16,8 54-16,0 1 15,23 153-15,-2-2 16,-19-131 0,2 1-16,1 25 15,4 22-15,-8-46 16,-1-16-16,1 5 16,-1-2-16,-3-19 15,0-9 1,-5-36-16,1 20 15,-1-20-15,-8-16 16</inkml:trace>
  <inkml:trace contextRef="#ctx0" brushRef="#br0" timeOffset="197404.25">22768 15048 0,'0'0'16,"0"0"-16,0 0 15,0 0-15,0 0 16,0 0 0,0 0-16,14-3 15,-14 3-15,94-6 16,-11 0-16,16 0 16,15-1-1,3-5-15,10-5 16,-13 5-16,-4 2 15,-21-2-15,-11 1 16,-17 3-16,-10 4 16,-14 4-16,-11 4 15</inkml:trace>
  <inkml:trace contextRef="#ctx0" brushRef="#br0" timeOffset="197935.28">19560 17111 0,'0'0'16,"31"2"-16,1 0 15,-32-2-15,0 0 16,0 0-16,0 0 15,0 0-15,29 0 16,166-4 0,-1 1-16,-18-7 15,-11 0-15,56-2 16,40-1-16,-12-21 16,7-14-16,17-6 15,15-4 1,2 5-16,7 0 15,-3 2-15,3 1 16,-10 22-16,-7 17 16,-28 3-16,-17 8 15,-27 0-15,-15 4 16,-63-1-16,-45 2 16,-5-1-16,-14 0 15</inkml:trace>
  <inkml:trace contextRef="#ctx0" brushRef="#br0" timeOffset="-79903.44">1590 10461 0,'0'0'0,"0"0"0,0 0 0,0 0 0,0 0 0,0 0 16,0 0-16,0 0 15,0 0-15,0 0 16,0 0-1,0 0-15,0 0 16,-1 24-16,-1-2 16,0 72-16,2-2 15,0-49-15,0 1 16,2 18-16,1 13 16,-1 0-16,3 3 15,-4-25-15,1-9 16,-2-13-16,1-9 15,-1-9-15,0 1 16,0-14 0,0 21-16,0-21 15,0 0-15,-1-17 16,-1-4-16,-9-76 16,0 0-16,2 7 15,1 2 1,-3-31-16,3-18 15,7 46-15,7 27 16,-1 14-16,2 20 16,1-9-16,3 3 15,11 1-15,8 2 16,9 6-16,11 8 16,-7 9-16,2 8 15,-9 6-15,-3 8 16,-8-4-16,-5 5 15,-8 10-15,-6 11 16,-26 50 0,1 0-16,-19 4 15,-12 3-15,0-23 16,-2-13-16,10-12 16,7-16-16,7-3 15,9-10-15,19-14 16,-28 19-1,28-19-15,0 0 16</inkml:trace>
  <inkml:trace contextRef="#ctx0" brushRef="#br0" timeOffset="-79325.21">2444 10315 0,'0'0'16,"0"0"-16,0 0 16,0 0-16,0 0 15,0 0-15,0 0 16,0 0-16,0 0 16,0 0-16,0 0 15,0 0-15,0 0 16,0 0-16,0 0 15,0 0-15,0 0 16,0 0-16,0 0 16,-8 45-1,0 3-15,-7 97 16,2 1-16,10-113 16,0 1-16,-2 7 15,0 9 1,-1 7-16,3 14 15,-2-14-15,2-3 16,0-10-16,1-8 16,-1-2-16,3-5 15,-1-8-15,1-5 16,0-16-16,0 20 16</inkml:trace>
  <inkml:trace contextRef="#ctx0" brushRef="#br0" timeOffset="-78318.84">3951 10193 0,'0'0'16,"0"0"-16,0 0 15,0 0 1,0 0 0,0 0-16,0 0 0,0 0 15,0 0-15,-6 45 16,-1 1-1,-2 133-15,0 4 16,7-140-16,2 3 16,-2 5-16,4 9 15,-4 13-15,2 12 16,-1-25-16,2-13 16,-1-23-16,0 1 15,0-6-15,0-4 16,0-15-16,-1 16 15,1-16-15,0 0 16,-24-75 0,7 12-16,0 1 15,2 6-15,4-6 16,4 2-16,10-43 16,11-25-16,-5 43 15,4 24 1,-4 14-16,1 20 15,4-10-15,2 0 16,13-10-16,12-3 16,19 6-16,20 9 15,-8 14-15,5 17 16,-27 6-16,-11 13 16,-12-5-16,-10 7 15,-4-5-15,-9 0 16,-4 0-16,-4 5 15,-37 24-15,2 3 16,-14 16 0,-9 12-16,10-16 15,2-4-15,2-2 16,4-3-16,7-10 16,9-6-16,13-17 15,2 2 1</inkml:trace>
  <inkml:trace contextRef="#ctx0" brushRef="#br0" timeOffset="-77678.2">4801 10325 0,'0'0'16,"0"0"-16,0 0 15,0 0-15,0 0 16,0 0-16,0 0 16,0 0-16,0 0 15,0 0-15,0 0 16,0 0-16,0 0 16,22 6-16,1 0 15,60 21-15,0 3 16,-49-10-16,2 1 15,-9 4-15,-5 5 16,-9 10 0,-4 12-16,-20-1 15,-12 9-15,-18-9 16,-14-1-16,11-11 16,2-5-16,9-5 15,9-4 1,3-9-16,8-4 15,13-12-15,-15 15 16,15-15-16,0 0 16,66 25-16,-3-7 15,30-9-15,23-6 16,-32-18-16,-10-16 16,-9 9-16,-11 8 15</inkml:trace>
  <inkml:trace contextRef="#ctx0" brushRef="#br0" timeOffset="-77178.08">6531 10249 0,'0'0'16,"0"0"-16,0 0 15,0 0-15,0 0 16,0 0-16,0 0 15,0 0-15,0 0 16,0 0 0,0 0-16,0 0 15,0 0-15,0 0 16,0 0-16,22 12 16,0 1-16,25 53 15,1 0-15,-18 18 16,-9 13-1,-7-30-15,-9-14 16,-2-11-16,-3-10 16,1 4-16,4 1 15,-5-3-15,2 1 16,-2-10-16,1-6 16,-1-19-16,0 13 15,0-13-15,0 0 16</inkml:trace>
  <inkml:trace contextRef="#ctx0" brushRef="#br0" timeOffset="-76724.83">6669 10075 0,'0'0'15,"0"0"-15,0 0 16,0 0-16,0 0 16,0 0-16,0 0 15,0 0-15,0 0 16,0 0-16,0 0 16,39-23-16,2 3 15,99-16-15,-2 1 16,-72 42-16,1-1 15,-6 0-15,0 4 16,-21 15 0,-12 12-16,-7-2 15,-7 4-15,-10-9 16,-4-5-16,-37 20 16,0 1-16,-24 11 15,-15 11-15,-3-10 16,-6-2-1,7-13-15,7-7 16,15-9-16,13-5 16,17-11-16,1 1 15,25-12-15,0 0 16,0 0-16,0 0 16</inkml:trace>
  <inkml:trace contextRef="#ctx0" brushRef="#br0" timeOffset="-75818.74">7476 10281 0,'0'0'16,"0"0"-16,0 0 15,0 0-15,0 0 16,0 0-16,0 0 16,0 0-16,0 0 15,14-7-15,-14 7 16,96-25-16,-16 8 16,-19 9-16,-10 10 15,-6 1-15,-8 6 16,-2 0-16,-2 1 15,-10-4-15,-23-6 16,27 18 0,-22 4-16,-20 35 15,3 3-15,-29 19 16,-14 14-16,2-21 16,-3-6-16,13-23 15,14-19-15,29-24 16,-32 22-1,32-22-15,0 0 16,0 0-16,0 0 16,45 9-16,-5-5 15,11 0-15,10 2 16,-3-2-16,5 2 16,-22-4-16,-9 2 15,-32-4-15,33 3 16,-33-3-16,0 0 15,0 0-15,4 14 16,-35 23-16,0 2 16,-10 6-1,-3 5-15,-20-10 16,-9 0-16,2-16 16,-2-10-16,19-2 15,11-1 1</inkml:trace>
  <inkml:trace contextRef="#ctx0" brushRef="#br0" timeOffset="-71460.09">1135 11566 0,'0'0'15,"0"0"-15,0 0 16,0 0-16,0 0 16,0 0-16,0 0 15,0 0-15,0 0 16</inkml:trace>
  <inkml:trace contextRef="#ctx0" brushRef="#br0" timeOffset="-70246.97">1054 10308 0,'0'0'16,"0"0"-16,0 0 16,0 0-16,0 0 15,0 0-15,0 0 0,0 0 16,0 0-1,0 0-15,0 0 16,0 0-16,0 0 16,0 0-16,0 0 15,0 20-15,0 0 16,-2 97-16,2 1 16,0-62-16,0 1 15,0-9-15,2 2 16,-4 17-16,1 11 15,-1-1-15,2 3 16,-2-22-16,2-13 16,-1-11-1,2-13-15,-1-3 16,0-4-16,0-2 16,0 4-16,0-16 15,0 20-15,0-20 16,0 14-1,0-14-15,0 0 16,0 16-16,0-16 16,0 0-16,0 0 15,0 0-15,0 12 16,0-12-16,0 0 16,0 0-16,0 0 15,0 0-15,0 12 16,0-12-16,0 0 15,0 0-15,0 0 16,0 0-16,0 0 16</inkml:trace>
  <inkml:trace contextRef="#ctx0" brushRef="#br0" timeOffset="-69653.26">1411 11297 0,'0'0'16,"0"0"-16,0 0 16,0 0-16,0 0 15,0 0-15,0 0 16,0 0-16,0 0 16,0 0-16,0 0 15,0 0-15,0 0 16,0 0-16,0 0 15,-31 11-15,1-2 16,-18 6-16,-9 6 16,21-10-1,36-11-15,-46 19 16,21-6-16,0-2 16,5-1-16,-4-1 15,1 4-15,1-4 16,22-9-1,-36 16-15,36-16 16,-25 6-16,25-6 16,0 0-16,-21 9 15,21-9-15,0 0 16,0 0-16,0 0 16,0 0-16,0 0 15,-22 4-15,22-4 16,0 0-16,0 0 15,0 0-15,0 0 16,0 0-16,0 0 16,0 0-1,0 19-15,7-7 16,3 4-16,0-2 16,4 6-16,-2-6 15,0 0-15,-12-14 16,13 17-1,-13-17-15,13 17 16</inkml:trace>
  <inkml:trace contextRef="#ctx0" brushRef="#br0" timeOffset="-68637.61">3538 10269 0,'0'0'0,"0"0"16,0 0-16,0 0 15,0 0-15,0 0 16,0 0-1,0 0-15,0 0 16,0 0-16,0 0 16,0 0-16,0 0 15,0 0-15,0 0 16,8 59-16,1 0 16,7 85-16,3 1 15,-15-114-15,1 1 16,0 5-16,1 4 15,-4 3-15,0 3 16,0-6-16,3 3 16,-3-8-1,-1-4-15,-1-3 16,2-2-16,-2-4 16,0-3-16,0-1 15,0-2-15,0-3 16,0-1-1,0-13-15,0 19 16,0-19-16,0 0 16</inkml:trace>
  <inkml:trace contextRef="#ctx0" brushRef="#br0" timeOffset="-68278.41">3827 10949 0,'0'0'16,"0"0"-16,0 0 15,0 0-15,0 0 16,0 0-16,0 0 15,0 0-15,0 0 16,0 0-16,0 0 16,-16 11-1,16-11-15,-61 50 16,17-9-16,15-14 16,11-7-16,-4-3 15,6-1-15,16-16 16,-35 21-1,35-21-15,-26 8 16,26-8-16,0 0 16,-30-2-16,30 2 15,0 0-15,0 0 16,-23-4-16,23 4 16,0 0-16,0 0 15,0 0-15,-13 13 16,21 3-16,0 2 15</inkml:trace>
  <inkml:trace contextRef="#ctx0" brushRef="#br0" timeOffset="-67512.96">6024 9907 0,'0'0'16,"0"0"-16,0 0 16,0 0-16,0 0 15,0 0-15,0 0 16,0 0-16,0 0 16,0 0-16,0 0 15,-3 28-15,1-2 16,-4 74-16,1 1 15,4-23-15,4-11 16,0 40 0,5 26-16,-7-49 15,2-17-15,-1-10 16,3-9-16,0 10 16,1 7-16,3-9 15,1-2 1,-4-12-16,0-6 15,0-10-15,-1-2 16,-2-9-16,0-2 16,-3-13-16,4 16 15,-4-16-15,0 0 16,0 0-16,0 0 16,0 0-16,0 0 15,20-21-15,-7 3 16,10-25-16,2 1 15,2-4-15,0 0 16</inkml:trace>
  <inkml:trace contextRef="#ctx0" brushRef="#br0" timeOffset="-67122.13">6318 10844 0,'0'0'0,"0"0"15,0 0-15,0 0 16,0 0-1,0 0-15,0 0 16,0 0-16,0 0 16,0 0-16,0 0 15,-35 17-15,2-2 16,-50 28-16,1-2 16,43-28-16,1-1 15,7-5-15,6-2 16,25-5-16,-33 0 15,33 0-15,0 0 16,-22 0-16,22 0 16,0 0-1,0 0-15,0 0 16,0 0-16,0 0 16,0 0-16,-8 14 15,20-1-15,18 16 16,2 2-1,-3-1-15,4 0 16,-6-3-16,-5-2 16,-5-1-16,-4 5 15</inkml:trace>
  <inkml:trace contextRef="#ctx0" brushRef="#br0" timeOffset="-65074.92">994 11855 0,'0'0'0,"0"0"15,0 0-15,0 0 16,0 0-16,0 0 16,0 0-16,0 0 15,0 0-15,0 0 16,0 0-1,0 0-15,0 0 16,0 0-16,0 0 16,0 0-16,0 0 15,0 0-15,0 0 16,0 0-16,0 0 16,0 0-16,0 0 15,32-26-15,-1 1 16,75-19-16,1 3 15,-36 24-15,-26 19 16,23-6 0,10 4-16,15-6 15,12 0-15,-11 0 16,-1 4-16,5-5 16,3 3-16,9-1 15,11 0-15,-3-2 16,1 3-1,-2 0-15,4 3 16,11-4-16,11 5 16,0-2-16,9 2 15,0-3-15,5 3 16,2-1-16,5-1 16,-10-4-16,-3 0 15,17-3-15,14 1 16,-17-1-16,-2 2 15,2-2-15,4 1 16,-6 0-16,-1 2 16,-2-4-1,-1 2-15,5-2 16,5 2-16,-14-3 16,-3 3-16,-9-2 15,-6 1 1,-13-1-16,-10 4 15,-9-2-15,-6 3 16,-11 0-16,-10 1 16,-5-2-16,-3 3 15,-4-1-15,-3 0 16,-13 0-16,-8 4 16,-4-2-16,-2 0 15,-9-1-15,-4 3 16,-23 0-16,32 0 15,-32 0-15,0 0 16,25 0-16,-25 0 16,0 0-1,0 0-15,0 0 16,0 0-16,23 0 16,-23 0-16,0 0 15,0 0-15,0 0 16,0 0-1,0 0-15,0 0 16,0 0-16,0 0 16,0 0-16,0 0 15,0 0-15,0 0 16,0 0-16,19 0 16,-19 0-16,0 0 15,0 0-15,0 0 16,0 0-16,0 0 15,0 0-15,0 0 16,0 0-16,0 0 16,0 0-1,0 0-15,0 0 16,0 0-16,0 0 16,0 0-16,0 0 15,0 0-15,0 0 16,0 0-1,0 0-15,0 0 16,0 0-16,0 0 16,0 0-16,0 0 15,0 0-15,0 0 16,0 0-16,0 0 16</inkml:trace>
  <inkml:trace contextRef="#ctx0" brushRef="#br0" timeOffset="-45889.22">22761 10279 0,'0'0'0,"0"0"0,0 0 15,0 0-15,0 0 16,0 0 0,0 0-16,0 0 15,0 0-15,0 0 16,0 0-16,0 0 16,0 0-16,0 0 15,0 0 1,5 17-16,3-1 15,12 86-15,2 1 16,-11-26-16,-3-14 16,-2-3-16,2-4 15,2 32-15,5 21 16,-4-7-16,5 5 16,-7-25-16,-1-13 15,5 32-15,1 19 16,-3-28-16,-3-12 15,-2-14 1,0-8-16,2 25 16,3 16-16,-3-8 15,2 1-15,-5-33 16,0-20-16,0 6 16,0 0-1,1 17-15,5 20 16,-3-14-16,1 0 15,-2-20-15,-1-11 16,-2-2-16,1-3 16,0-8-16,0-1 15,-1-7-15,-2-2 16,1-1-16,2-1 16,-2 1-16,0 1 15,0-2-15,0 1 16,-3-13-16,5 21 15,-5-21 1,0 0-16,3 12 16,-3-12-16,0 0 15,0 0-15,0 0 16,5 13-16,-5-13 16,0 0-16,0 0 15,0 0 1,0 0-16,0 0 15,0 0-15,0 0 16,0 0-16,0 0 16</inkml:trace>
  <inkml:trace contextRef="#ctx0" brushRef="#br0" timeOffset="-45280.07">23623 12689 0,'0'0'0,"0"0"16,0 0-1,0 0-15,0 0 16,0 0-16,0 0 15,0 0-15,0 0 16,0 0-16,0 0 16,-27 12-16,1-1 15,-40 30-15,1-3 16,12-8-16,12-4 16,-3-5-16,0-2 15,8-5-15,6-1 16,2-3-16,3 2 15,4-3 1,21-9-16,-33 12 16,33-12-16,0 0 15,-21 8-15,21-8 16,0 0-16,0 0 16,0 0-1,-22 7-15,22-7 16,0 0-16,0 0 15,0 0-15,0 0 16,0 0-16,0 0 16,0 0-16,0 0 15,0 17-15,0-17 16,18 34-16,-5-7 16,4 8-16,5 7 15,-4-7-15,0 3 16,-2-5-16,1-1 15</inkml:trace>
  <inkml:trace contextRef="#ctx0" brushRef="#br0" timeOffset="-44186.36">22753 10292 0,'0'0'0,"0"0"16,0 0-16,0 0 16,0 0-16,0 0 15,0 0-15,0 0 16,0 0-16,0 0 16,0 0-1,0 0-15,0 0 16,-15 36-16,1 0 15,-24 74-15,2-1 16,22-64-16,1-3 16,1-13-16,5-8 15,1-2-15,1-4 16,5-15-16,-9 20 16,9-20-16,-5 14 15,5-14-15,0 0 16,-4 12-16,4-12 15,0 0 1,0 0-16,0 0 16,0 0-16,8-24 15,2-3-15,8-35 16,2 0-16,0 0 16,3 2-1,-5 14-15,2 12 16,-4 1-16,1 12 15,-4-4-15,3 6 16,-7 1-16,-1 5 16,-8 13-16,11-15 15,-11 15-15,0 0 16,0 0-16,29-7 16,-29 7-16,26 6 15,-26-6-15,35 16 16,-17 2-16,4 10 15,-3 11 1,5 12-16,-6 1 16,-2 7-16,-5-18 15,-3-4-15,-3-10 16,-2-7-16,-1-1 16,1-3-1,-2 0-15,3-1 16</inkml:trace>
  <inkml:trace contextRef="#ctx0" brushRef="#br0" timeOffset="113458.78">617 10255 0,'0'0'0,"0"0"0,0 0 0,0 0 16,0 0-16,0 0 16,0 0-16,0 0 15,0 0 1,32-13-16,1 1 15,58-11-15,0 1 16,-33 11-16,-22 13 16,16-5-16,6 3 15,8-3-15,9 3 16,13-2-16,15 0 16,-2-2-16,6 2 15,-9-2-15,-4 2 16,5-2-16,4 1 15,-6 0-15,-1-1 16,7 3 0,6 2-16,5 3 15,8 3-15,-2-2 16,2 1-16,0-2 16,2 3-16,-9-6 15,-7 3-15,8-1 16,7-2-1,-1-2-15,4-2 16,-1-2-16,3 0 16,-1-1-16,3 2 15,11-7-15,10 1 16,-11-6-16,-1-1 16,-10 0-16,-7 3 15,16-4-15,9-1 16,-8 0-16,1 1 15,-12 1-15,-8 3 16,15-5-16,6 2 16,-5-2-1,0 6-15,-9-2 16,-5 3-16,-3-1 16,-1 3-16,-8-1 15,-7 3-15,-4-2 16,-4 2-1,2 1-15,5-1 16,-17-1-16,-4 6 16,-1-4-16,-3 6 15,-11-4-15,-5 1 16,-13 0-16,-14 4 16,0-2-16,-2 2 15,-7-2-15,-2 4 16,-23-2-16,35 2 15,-35-2-15,33 2 16,-33-2-16,32 2 16,-32-2-16,27 2 15,-27-2 1,32 2-16,-32-2 16,31 5-16,-31-5 15,25 8-15,-25-8 16,28 24-1,-13 3-15,7 11 16,-2 18-16,5 18 16,-9-17-16,-7-1 15,-2-14-15,-3-6 16,-2 10-16,4 10 16,-3 24-16,0 21 15,-1-17-15,1 0 16,-1-28-16,-1-18 15,1 6-15,0-1 16,-1 18-16,2 14 16,-1-4-16,2 2 15,-2-17 1,0-10-16,-1-14 16,1-10-16,-2-10 15,2 3-15,-2-15 16,1 17-16,-1-17 15,1 14 1,-1-14-16,0 0 16,2 14-16,-2-14 15,0 0-15,0 0 16,0 0-16,5 12 16,-5-12-16,0 0 15,0 0-15,-22 11 16,-8-9-16,1 2 15,-19 2-15,-9 5 16,4-7-16,1 2 16,-7-4-16,-1 2 15,-11-4 1,-9 3-16,8-6 16,2 3-16,-7-2 15,-5 4-15,-7-2 16,-7 0-16,3-2 15,4 2-15,-2-2 16,3 4 0,-6-2-16,-2 0 15,-1 0-15,4 0 16,2 0-16,5 5 16,-13-4-16,-3 4 15,-8 2-15,0 0 16,2 1-16,3 2 15,-2 1-15,3 1 16,4 1-16,1 4 16,0-4-16,2 3 15,-16-1 1,-7 4-16,16-4 16,9 0-16,-2-2 15,1 3-15,-7-2 16,-1 2-16,-1-1 15,-3 1-15,-2-2 16,-2 4 0,4-4-16,6 2 15,-3-1-15,2 4 16,-4-4-16,0 4 16,2-2-16,1 0 15,-9-1-15,-1 3 16,5-4-16,3-1 15,-4-2-15,0-1 16,1-4-16,3 0 16,-1-3-16,-1 2 15,4-4-15,4 3 16,4-3 0,11 0-16,-11-2 15,0 3-15,14-3 16,10 0-16,-15 0 15,-4 0 1,16 0-16,11 0 16,15-3-16,11 1 15,-7-3-15,-1 3 16,-4-2-16,-2 2 16,13-2-16,11 2 15,-1-2-15,8 4 16,0-3-16,21 3 15,-32-3-15,32 3 16,-21-4-16,21 4 16,0 0-16,-22 0 15,22 0 1,0 0-16,0 0 16,0 0-16,-22-5 15,22 5-15,0 0 16,0 0-16,0 0 15,0 0-15,0 0 16,-22 0 0,9-12-16,2-1 15,-12-35-15,-1 4 16,0-18-16,1-11 16,9 7-16,11 4 15,-3-12-15,1-5 16,2-30-16,4-20 15,1 44-15,4 25 16,-3-6-16,1 8 16,1-23-16,2-9 15,-2 9-15,0 6 16,-1 20 0,-1 17-16,-1 2 15,2 8-15,-2-12 16,3-5-16,-2 2 15,2 0-15,-2 7 16,0 12 0,-1 4-16,-2 20 15,3-23-15,-3 23 16,1-15-16,-1 15 16,0 0-16,5-15 15,-5 15-15,0 0 16,0 0-16,0 0 15</inkml:trace>
  <inkml:trace contextRef="#ctx0" brushRef="#br0" timeOffset="114302.86">1441 11254 0,'0'0'16,"0"0"-16,0 0 15,0 0-15,0 0 16,0 0-16,0 0 15,0 0-15,0 0 16,0 0-16,0 0 16,0 0-16,0 0 15,0 0-15,0 0 16,0 0-16,0 0 16,0 0-1,0 0-15,0 0 16,0 0-16,0 0 15,0 0-15,-33 25 16,2-1-16,-37 40 16,0 2-1,23-12-15,19-6 16,-6-1-16,7-1 16,5-10-16,6-8 15,-2-1-15,2-3 16,1-5-16,4-1 15,1-2-15,2-4 16,6-12-16,-11 18 16,11-18-16,0 0 15,-9 13-15,9-13 16,0 0-16,-8 16 16</inkml:trace>
  <inkml:trace contextRef="#ctx0" brushRef="#br0" timeOffset="115771.84">3582 10298 0,'0'0'0,"0"0"16,0 0-16,0 0 15,0 0-15,0 0 16,0 0-16,0 0 16,0 0-1,0 0-15,0 0 16,0 0-16,0 0 16,0 0-16,0 0 15,0 0-15,0 0 16,0 37-16,3 3 15,0 82-15,2 0 16,-4-81-16,1 2 16,0-3-16,1 2 15,0 9-15,2 13 16,-2 4-16,4 10 16,-3-20-1,0-5-15,-2-12 16,1-6-16,-1-4 15,-1-4-15,1 5 16,0 6-16,-2-3 16,0 2-1,-2-8-15,2 1 16,-2-5-16,2 1 16,-1-9-16,1-5 15,0-12-15,-2 14 16,2-14-16,0 0 15,-3 12-15,3-12 16,0 0-16,0 0 16,0 0-16,5-18 15</inkml:trace>
  <inkml:trace contextRef="#ctx0" brushRef="#br0" timeOffset="116225.53">4023 11283 0,'0'0'15,"0"0"-15,0 0 16,0 0-16,0 0 16,0 0-16,0 0 15,0 0-15,0 0 16,0 0-16,0 0 15,0 0-15,0 0 16,0 0-16,0 0 16,0 0-16,0 0 15,0 0-15,0 0 16,0 0-16,0 0 16,0 0-1,0 0-15,-25 15 16,1 4-16,-50 50 15,-1-1-15,26-17 16,18-7-16,-5 4 16,2 1-1,10-12-15,5-3 16,3-11-16,6-8 16,0 1-16,4-4 15,6-12-15,-11 16 16,11-16-16,0 0 15,0 0-15,0 0 16</inkml:trace>
  <inkml:trace contextRef="#ctx0" brushRef="#br0" timeOffset="116569.33">3470 11310 0,'0'0'0,"0"0"16,0 0-16,0 0 16,0 0-1,0 0-15,0 0 16,0 0-16,0 0 16,0 0-16,0 0 15,0 0-15,0 0 16,0 0-16,0 0 15,20 31-15,0 1 16,30 51-16,-1 2 16,-19-29-16,-10-17 15,2 5-15,-2 1 16,-3-15-16,-4-2 16,-1-10-1,1-2-15</inkml:trace>
  <inkml:trace contextRef="#ctx0" brushRef="#br0" timeOffset="121350.67">23574 10242 0,'0'0'15,"0"0"-15,0 0 16,0 0-16,0 0 16,0 0-16,0 0 15,0 0-15,0 0 16,0 0-16,0 0 15,0 0-15,0 0 16,-17 2-16,17-2 16,-143 17-16,19 0 15,13-5-15,7 1 16,-12-1-16,-5 4 16,8-7-1,6-1-15,-1-4 16,3 1-16,22-5 15,20 1-15,3-1 16,10 2-16,5-2 16,5 0-1,10 0-15,30 0 16,-38 4-16,38-4 16,-32 23-16,16 6 15,1 37-15,2 1 16,2-6-16,3 2 15,8 5-15,11 6 16,5 32-16,12 24 16,-6-39-16,3-16 15,-3-3-15,2-7 16,4 25 0,3 13-16,-4-17 15,0-2-15,-7-8 16,1-2-16,-1 32 15,-1 24-15,-7-39 16,-5-17-16,-3-15 16,0-14-16,-3 13 15,2 4 1,-3-13-16,0-1 16,-1-13-16,1-6 15,-2-2-15,2-2 16,-1-2-16,1-3 15,-2 1-15,2 1 16,-2-3-16,2 3 16,-1-11-16,2 2 15,-1-13-15,2 21 16,-2-21-16,3 20 16,-3-20-16,5 15 15,-5-15 1,6 15-16,-6-15 15,11 23-15,5-8 16,1 4-16,27 8 16,1 0-1,15-3-15,12 1 16,16-8-16,14-3 16,19-5-16,20 1 15,-10-4-15,2 1 16,-14-6-16,-7 3 15,-25-5-15,-16-2 16,-21 0-16,-18 0 16,-32 3-16,39-4 15,-39 4-15,0 0 16,27-6-16,-27 6 16,0 0-1,0 0-15,0 0 16,0 0-16,0 0 15,21-6-15</inkml:trace>
  <inkml:trace contextRef="#ctx0" brushRef="#br0" timeOffset="122772.51">22862 10389 0,'0'0'0,"0"0"0,0 0 16,25-4-16,0 2 15,114-10 1,0 1-16,-51 3 15,-32 2-15,29-3 16,7 3-16,-11-2 16,-5 2-1,-8 0-15,-7 2 16,8 0-16,2 1 16,2 1-16,5 2 15,-22-2-15,-11 4 16,-7-2-16,-5 2 15,-6-2-15,-7 3 16,-20-3-16,38 4 16,-38-4-16,24 4 15,-24-4-15,23 4 16,-23-4-16,28 13 16,-15 16-1,2 1-15,-1 20 16,0 16-16,-9-2 15,0 8-15,-2-8 16,1-1-16,-3 19 16,2 16-1,-3 3-15,1 12 16,-2-22-16,-2-6 16,-3 33-16,-1 20 15,-1-28-15,3-8 16,-5 9-16,5 9 15,-1-11-15,-1 1 16,0-9-16,2-3 16,-1 24-16,-1 18 15,4-80-15,2 2 16,-3-10-16,4-7 16,-1 13-1,0 7-15,-2-8 16,6 3-16,-2-6 15,5-2-15,-3-17 16,2-10-16,-3-13 16,-1 4-16,-1-16 15,5 15 1,-5-15-16,0 0 16,0 0-16,0 13 15,0-13-15,-21 2 16,-29-2-16,0 2 15,-30-13-15,-22-5 16,20-1-16,1 3 16,-1-5-16,1 3 15,6-1-15,7 5 16,11-1-16,9 3 16,-4-2-16,5 3 15,1-1 1,7 4-16,9-1 15,30 7-15,-33-2 16,33 2-16,0 0 16,-25-1-1,25 1-15,0 0 16,0 0-16,0 0 16,-22 0-16,22 0 15,0 0-15,0 0 16,0 0-16,0 0 15,0 0-15,0 0 16,0 0-16,0 0 16,-20 1-16,20-1 15</inkml:trace>
  <inkml:trace contextRef="#ctx0" brushRef="#br0" timeOffset="136552.38">2738 11426 0,'0'0'16,"0"0"-16,0 0 15,0 0-15,0 0 16,0 0-16,0 0 16,0 0-16,0 0 15,0 0-15,0 0 16,0 0 0,0 0-16</inkml:trace>
  <inkml:trace contextRef="#ctx0" brushRef="#br0" timeOffset="139381.44">2038 10852 0,'0'0'0,"0"0"15,0 0 1,0 0 0,0 0-16</inkml:trace>
  <inkml:trace contextRef="#ctx0" brushRef="#br0" timeOffset="147585.11">1068 11776 0,'0'0'0,"0"0"0,0 0 16,0 0-16,0 0 15,0 0 1,0 0-16,14-12 15,-14 12-15,91-52 16,-13 11-16,-1 6 16,5 6-1,10-5-15,11 2 16,-17-2-16,-5 6 16,-4 0-16,2 6 15,1 0-15,6 5 16,-25 6-16,-12 8 15,-5 0-15,-6 1 16,2 2-16,1 2 16,-9-2-16,-4 3 15,-28-3-15,34 3 16,-34-3-16,22 3 16,-22-3-1,0 0-15,0 0 16,27 4-16</inkml:trace>
  <inkml:trace contextRef="#ctx0" brushRef="#br0" timeOffset="150381.68">3855 11396 0,'0'0'0,"0"0"15,0 0-15,0 0 16,0 0-16,0 0 16,0 0-1,0 0-15,0 0 16,0 0-16,0 0 16,0 0-16,0 0 15,0 0-15,0 0 16,28-4-16,1 0 15,55-5-15,1 1 16,-14 2-16,-7 6 16,5-4-16,5 4 15,3-2-15,9 0 16,-5-2-16,1-1 16,-7 3-1,-4-3-15,3 0 16,6 1-16,-16 0 15,-4 2-15,-13-2 16,-8 4-16,-6-2 16,-6-1-16,-27 3 15,34-1 1,-34 1-16,0 0 16,25 0-16,-25 0 15,0 0-15,0 0 16,0 0-16,0 0 15,0 0-15,0 0 16,20-5-16,-20 5 16,0 0-16,0 0 15,0 0-15,0 0 16,0 0-16,0 0 16,0 0-16,0 0 15,0 0 1,0 0-16,0 0 15,0 0-15,0 0 16,0 0-16,0 0 16,0 0-1</inkml:trace>
  <inkml:trace contextRef="#ctx0" brushRef="#br0" timeOffset="151256.61">6608 11316 0,'0'0'0,"0"0"15,0 0-15,0 0 16,0 0-16,0 0 15,0 0-15,0 0 16,0 0-16,0 0 16,0 0-16,0 0 15,0 0 1,0 0-16,0 0 16,0 0-16,0 0 15,26-5-15,0 4 16,65-11-16,0 5 15,-24-4-15,-12 5 16,27-7-16,18 3 16,-7-2-16,1 2 15,-5-2-15,1 3 16,-2 0-16,-1 4 16,-14 0-16,-10 5 15,-1-2 1,-1 4-16,-18-2 15,-9 5-15,-11-3 16,-23-2-16,29 2 16,-29-2-1,0 0-15,24 6 16,-24-6-16,0 0 16,0 0-16,0 0 15,24 4-15,-24-4 16,0 0-16,0 0 15,0 0-15,24 10 16,-24-10-16,11 12 16</inkml:trace>
  <inkml:trace contextRef="#ctx0" brushRef="#br0" timeOffset="-187166.86">11371 13627 0,'0'0'15,"0"0"-15,0 0 16,0 0-16,0 0 15,0 0-15,0 0 16,0 0 0,0 0-16,34-2 15,-1 0-15,72-2 16,0 3-16,-25 1 16,-14 5-1,11-1-15,4 4 16,1-4-16,3 0 15,20 3-15,16 1 16,-13-1-16,4-1 16,-4 0-16,0 0 15,14 1-15,12 0 16,-7-2-16,0 1 16,-1-5-16,-1 2 15,14-6-15,16-1 16,-14 1-16,-4 3 15,-2-2 1,-1-1-16,-8 2 16,-5-2-16,-3 1 15,-4 2-15,-7-1 16,-1 1-16,-11-3 16,-7 3-16,-6-3 15,-1 3 1,-10-1-16,-7 1 15,-9-3-15,-5 3 16,-9-1-16,-6 2 16,-7-1-16,-5 0 15,-23 0-15,28-1 16,-28 1-16,0 0 16,20-2-16,-20 2 15,0 0-15,0 0 16,0 0-16,23-2 15,-23 2-15,0 0 16,0 0 0,0 0-16,0 0 15,0 0-15,0 0 16,0 0-16,0 0 16,0 0-1,11-13-15,-11 13 16,0 0-16,0 0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03:11.7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17384 7482 0,'0'0'0,"0"0"0,0 0 0,0 0 0,0 0 0,0 0 16,0 0-16,0 0 15,0 0 1,0 0-16,0 0 15,0 0-15,0 0 16,0 0-16,0 0 16,0 0-16,0 0 15,0 0-15,0 0 16,0 0-16,0 0 16,0 0-16,0 0 15,0 0-15,0 0 16,0 0-16,0 0 15,0 0-15,0 0 16,0 0 0,0 0-16,0 0 15,0 0-15,0 0 16,0 0-16,26 25 16,2 0-16,66-1 15,3-3-15,-4-45 16,1-28-1,13-14-15,10-17 16,-18 24-16,-4 12 16,2-6-16,3-1 15,-4 19-15,-2 12 16,-28 3-16,-16 10 16,-11-1-16,-10 9 15,-7-2-15,-22 4 16,27 0-16,-27 0 15,0 0-15,23 0 16,-23 0-16,0 0 16,0 0-1,0 0-15,0 0 16,0 0-16,0 0 16,0 0-16,22 4 15,-22-4-15,0 0 16,0 0-16,0 0 15,0 0 1,0 0-16,0 0 16,0 0-16,0 0 15,0 0-15,8 13 16,-8-13-16,0 0 16,0 0-16,0 0 15,0 0-15,0 0 16,0 0-16,0 0 15,0 0-15,0 0 16,0 0-16,0 0 16,0 0-1,0 0-15,0 0 16,0 0-16,0 0 16,0 0-16,0 0 15,0 0-15,0 0 16,0 0-1,0 0-15,0 0 16,0 0-16,0 0 16,0 0-16,0 0 15,0 0-15,0 0 16,0 0-16,0 0 16,0 0-16,0 0 15,0 0-15,0 0 16,0 0-16,0 0 15,0 0-15,0 0 16,0 0-16,0 0 16,0 0-16,0 0 15,0 0 1,0 0-16,0 0 16,0 0-16,0 0 15,0 0-15,0 0 16,0 0-16,0 0 15,0 0 1,0 0-16,0 0 16,0 0-16,0 0 15,0 0-15,0 0 16,0 0-16,0 0 16,0 0-16,0 0 15,0 0-15,0 0 16,0 0-16,0 0 15,0 0-15,0 0 16,0 0-16,0 0 16,0 0-16,0 0 15,0 0 1,0 0-16,0 0 16,0 0-16,0 0 15,0 0-15,0 0 16,0 0-16,0 0 15,0 0-15,0 0 16,0 0 0,0 0-16,0 0 15,0 0-15,0 0 16,0 0-16,22 10 16,-22-10-16,0 0 15,0 0-15,0 0 16,0 0-16,0 0 15,0 0-15,0 0 16,0 0-16,0 0 16,0 0-16,0 0 15,0 0 1,0 0-16,0 0 16,0 0-16,0 0 15,0 0-15,0 0 16,0 0-16,0 0 15,0 0-15,0 0 16,0 0 0,0 0-16,0 0 15,0 0-15,0 0 16,0 0-16,0 0 16,0 0-16,0 0 15,0 0-15,0 0 16,0 0-16,0 0 15,0 0-15,0 0 16,0 0-16,0 0 16,0 0-16,0 0 15,0 0 1,0 0-16,0 0 16,0 0-16,0 0 15,0 0-15,0 0 16,0 0-16,0 0 15,0 0 1,0 0-16,0 0 16,0 0-16,0 0 15,0 0-15,0 0 16,0 0-16,0 0 16,0 0-16,0 0 15,0 0-15,0 0 16,0 0-16,0 0 15,0 0-15,0 0 16,0 0-16,0 0 16,0 0-16,0 0 15,0 0 1,0 0-16,0 0 16,0 0-16,0 0 15,0 0-15,0 0 16,0 0-16,0 0 15,0 0-15</inkml:trace>
  <inkml:trace contextRef="#ctx0" brushRef="#br0" timeOffset="6914.92">9448 4799 0,'0'0'16,"0"0"-16,0 0 15,0 0-15,0 0 16,0 0-16,0 0 0,0 0 16,0 0-16,0 0 15,0 0-15,0 0 16,0 0-16,0 0 15,0 0-15,-32 6 16,-2 3 0,-72 27-16,3 1 15,19-4-15,17 2 16,-34-4-16,-16 3 16,-1 3-16,-1 8 15,-17-1-15,-8 3 16,17-4-16,11 3 15,-21 11-15,-10 6 16,16-10-16,10-3 16,-21 9-16,-4 3 15,8-7-15,6-1 16,8-3 0,8 2-16,-3-2 15,3 1-15,15-8 16,12-6-16,8-7 15,9-3-15,3-9 16,8-3 0,11-8-16,12-1 15,8-6-15,30-1 16,-37 2-16,37-2 16,-27 0-16,27 0 15,0 0-15,-23-6 16,23 6-16,-10-14 15,7 1-15,1 1 16,10-29-16,0 0 16,3-19-16,0-9 15,-5 38 1,2 0-16,-7 16 16,3 3-16,-3-2 15,4 2-15,-2-6 16,4 2-16,-4 3 15,-3 13-15,7-12 16,-7 12 0,0 0-16,0 0 15,0 0-15,0 0 16,0 46-16,0-7 16,-10 15-16,-5 12 15,-7-9-15,-4 3 16,-7 17-16,-3 12 15,-11 10-15,-5 14 16,10-46-16,7-22 16,5-11-16,9-14 15,8-7 1,1-1-16,12-12 16,0 0-16,0 0 15,0 0-15,25 7 16,8-7-16,40-2 15,-1 0 1,11-5-16,10 2 16,-29-2-16,-12 1 15</inkml:trace>
  <inkml:trace contextRef="#ctx0" brushRef="#br0" timeOffset="8102.14">1457 6609 0,'0'0'16,"0"0"-16,0 0 16,0 0-16,0 0 15,0 0-15,0 0 16,0 0-16,0 0 16,0 0-16,0 0 15,0 0-15,0 0 16,0 0-16,0 0 15,28-41-15,1 0 16,63-73-16,1 3 16,-45 65-16,1 3 15,0 5 1,2 8-16,-16 5 16,-9 8-16,1 3 15,-1 6-15</inkml:trace>
  <inkml:trace contextRef="#ctx0" brushRef="#br0" timeOffset="8492.68">1663 6300 0,'0'0'16,"0"0"-16,0 0 16,0 0-16,0 0 15,18 22 1,1 1-16,31 50 16,2 5-16,-21-21 15,-11-8-15,8 39 16,3 28-16,-6-33 15,0-9 1,-9-19-16,-4-10 16,0 2-16,0 2 15,-4-5-15,0 4 16,-3-25-16,-1 2 16,-4-25-16,0 0 15,0 0-15,0 0 16</inkml:trace>
  <inkml:trace contextRef="#ctx0" brushRef="#br0" timeOffset="9492.44">2078 6262 0,'0'0'0,"0"0"15,0 0 1,0 0-16,0 0 16,0 0-16,0 0 15,8 34-15,0-2 16,24 58-16,-1-1 16,-8-30-16,-2-17 15,4 25-15,5 19 16,-3-14-16,1 1 15,-6-16-15,-2-7 16,-6-17-16,-1-11 16,-4-9-16,-1-1 15,-8-12 1,10 13-16,-10-13 16,0 0-16,9-50 15,-5 5-15,0-23 16,2-11-1,-6 31-15,-3 22 16,1-1-16,2 10 16,-1 2-16,1 15 15,-2-18-15,2 18 16,2-19-16,-2 19 16,19-20-16,-19 20 15,64-21-15,-20 11 16,0 16-16,4 13 15,-5 28-15,1 28 16,-11-24-16,-7-1 16,-5-9-1,-4-1-15,-6-13 16,0-5-16,-11-22 16,5 20-16,-5-20 15,0 0-15,0 0 16,-8-13-16,-22-58 15,2 0 1,14 3-16,12 4 16,4 10-16,6 11 15,1 4-15,2 6 16,0 8-16,5 9 16,4 3-16,4 9 15,6 2-15,8 8 16,-1 1-16,0 5 15,0 10-15,-1 12 16,-1 16-16,0 15 16,-11-19-16,-5-7 15,-11-17 1,2 2-16,-10-24 16,7 18-16,-7-18 15,0 0-15,-10-24 16,1-1-16,-7-25 15,-1 0 1,6-8-16,3-3 16,4-16-16,9-7 15,3 9-15,5 9 16,1 16-16,4 15 16,-3 1-16,3 12 15</inkml:trace>
  <inkml:trace contextRef="#ctx0" brushRef="#br0" timeOffset="10476.62">3483 6550 0,'0'0'16,"0"0"-16,0 0 15,0 0-15,0 0 16,0 0-16,0 0 16,16-39-16,0 1 15,18-71-15,3-1 16,-30 67-16,1 0 15,-3-1-15,-1 1 16,-4-2-16,0 5 16,-4 21-1,0 3-15,4 16 16,0 0-16,-33 12 16,15 7-16,-9 49 15,0 2-15,7 28 16,5 19-16,15-73 15,0 1 1,4-26-16,0 1 16,3-5-16,1-1 15,6-1-15,3-1 16,13-4-16,10-2 16,16-20-16,17-15 15,-10-25-15,1-16 16,-19 11-16,-12 4 15,0 12-15,1 12 16,-5-6-16,-1 2 16,3-2-16,6 1 15,-4-3 1,3-2-16,-6 3 16,-2 5-16,-15 13 15,1 0-15,-14 20 16,11-19-16,-11 19 15,0 0 1,3-13-16,-3 13 16,0 0-16,-26 23 15,-18 12-15,-2 0 16,7 3-16,6 1 16,0 9-16,3 13 15,7-8-15,7 3 16,7-33-16,2 2 15,7-25-15,0 13 16,0-13-16,14-15 16,27-19-16,0 2 15,8-26 1,7-12-16,-21 8 16,-9 6-16,-15 32 15,1-2-15,-7 14 16,0-1-1,-5 13-15,7-15 16,-7 15-16,0 0 16,-4 21-16,3 2 15,1 21-15,0-1 16,0-3-16,3 1 16,5 2-16,6 7 15,-1-21-15,2-10 16</inkml:trace>
  <inkml:trace contextRef="#ctx0" brushRef="#br0" timeOffset="11117.16">4974 5415 0,'0'0'16,"0"0"-16,0 0 15,0 0-15,0 0 16,0 0-16,0 0 15,-24 8-15,1 0 16,-45 34-16,2 1 16,8 40-16,10 30 15,15 7 1,17 16-16,11-95 16,-1 0-16,11-14 15,6-5-15,-11-22 16,49 15-16,4-59 15,2 1 1,-2-67-16,1-41 16,-26 11-16,-13-2 15,0 17-15,-3 18 16,-7 26-16,-4 27 16,-1 8-16,2 20 15,-4 1-15,2 10 16,0 15-16,-1-16 15,1 16-15,0 0 16,0 16-16,1 1 16,4 103-16,0-1 15,0 4 1,1 3-16,-2-2 16,4 0-16,0-8 15,6-2-15,-6-14 16,2-8-1</inkml:trace>
  <inkml:trace contextRef="#ctx0" brushRef="#br0" timeOffset="11617.27">3606 7097 0,'0'0'0,"0"0"15,0 0-15,0 0 16,0 0-16,0 0 15,0 0 1,0 0-16,0 0 16,-12 15-16,0 0 15,-95 136-15,-1-1 16,16-27-16,10-16 16,-25 34-16,-8 18 15,14-23-15,6-8 16,0 4-16,0 6 15,20-33-15,14-14 16,3-7-16,9-5 16,3 2-16,4 1 15,13-28 1,9-15-16,8-18 16,3 0-16,9-21 15,-8 14-15,8-14 16,0 0-16</inkml:trace>
  <inkml:trace contextRef="#ctx0" brushRef="#br0" timeOffset="12054.67">3119 8165 0,'0'0'15,"0"0"-15,0 0 16,0 0-16,0 0 16,0 0-16,0 0 15,2 48-15,2-2 16,10 127-16,2-2 16,-7-86-16,3-1 15,0 28-15,2 21 16,-6-81-16,3 4 15,-6-32-15,1-1 16,-3-7-16,2-4 16,-5-12-1,7 15-15</inkml:trace>
  <inkml:trace contextRef="#ctx0" brushRef="#br0" timeOffset="12414.1">2954 8228 0,'0'0'16,"0"0"-16,0 0 16,0 0-16,0 0 15,0 0-15,0 0 16,19-6-16,-19 6 16,113-20-16,-19 3 15,-15 4-15,-12 8 16,2 3-16,2 6 15,-29-6-15,-14 0 16,-1 2-16,-5 2 16,-22-2-16,25 15 15,-25 46 1,0 3-16,-22 35 16,-14 27-16,11-54 15,3-23-15,-3-2 16,0-5-16,9-14 15,5-9 1,11-19-16,0 0 16,0 0-16,16-17 15</inkml:trace>
  <inkml:trace contextRef="#ctx0" brushRef="#br0" timeOffset="12804.76">3715 8169 0,'0'0'16,"0"0"-16,0 0 16,0 0-16,0 0 15,0 0 1,0 0-16,0 0 16,0 0-16,33 2 15,2-1-15,34 17 16,0 0-1,-27 7-15,-15 6 16,1 12-16,-1 15 16,-13-20-16,-8-8 15,-2-13-15,-1 2 16,-3-19-16,3 20 16,-3-20-16,0 0 15,0 0-15,0 0 16,-27-60-16,7 12 15,1-5-15,5 0 16,7-3-16,7 2 16,11-8-1,11-5-15</inkml:trace>
  <inkml:trace contextRef="#ctx0" brushRef="#br0" timeOffset="13257.82">4376 7847 0,'0'0'15,"0"0"-15,0 0 16,0 0-16,0 0 16,0 0-16,0 0 15,0 0-15,0 0 16,0 0-16,0 0 15,24-11-15,1 3 16,53 10-16,4 1 16,-34 11-16,-18 6 15,-4-3 1,-8 2-16,-8-3 16,-5 0-16,-10 8 15,-5 7-15,-13 3 16,-7 7-16,3-16 15,3-6 1,3-9-16,21-10 16,-38 5-16,16-10 15,-3-11-15,0-9 16,4-7-16,4-5 16,9 5-16,10 2 15,4-5-15,10 0 16,9-6-16,14 0 15</inkml:trace>
  <inkml:trace contextRef="#ctx0" brushRef="#br0" timeOffset="13852.06">5144 7263 0,'0'0'16,"0"0"-16,0 0 16,0 0-16,0 0 15,0 0-15,0 0 16,0 0-16,0 0 16,-12 16-16,0 4 15,-34 64-15,0 3 16,22-45-16,-1 2 15,4-6-15,9 3 16,-1 1-16,9 1 16,0-6-1,8-1-15,-3-4 16,4-1-16,14-6 16,12-2-16,13-21 15,16-15-15,-9-11 16,1-13-16,-11-11 15,-3-6 1,-2-18-16,3-15 16,-9 13-16,-2 8 15,-17 28-15,2 3 16,-10 21-16,1-1 16,-4 15-16,-9-12 15,-25 22-15,1 2 16,-12 21-16,-3 16 15,18-11-15,14 4 16,7-7-16,11 0 16,16 13-16,15 7 15,21 1 1,20 7-16,-4-20 16,10-10-16,-14-31 15,-3-21-15</inkml:trace>
  <inkml:trace contextRef="#ctx0" brushRef="#br0" timeOffset="14774.04">6106 6463 0,'0'0'0,"0"0"16,0 0-16,0 0 15,0 0-15,0 0 16,0 0-16,0 0 15,0 0 1,-32 21-16,3-1 16,-22 14-16,-10 6 15,41-12-15,2-1 16,4 10-16,6 10 16,5 7-16,8 8 15,6-10-15,9-2 16,2-15-16,6-6 15,1-7-15,7-2 16,-12 0-16,-3 0 16,-5-8-16,-16-12 15,17 13 1,-17-13-16,0 0 16,0 0-16,-14 29 15,-9-5-15,-29 31 16,1-2-16,14-21 15,15-14 1,22-18-16,-28 14 16,28-14-16,0 0 15,-2-41-15,10 12 16,55-85-16,0 1 16,6-18-16,7-5 15,-8 55-15,-4 38 16,-2-5-16,-1 11 15,-23 8-15,-13 11 16,-25 18-16,25-18 16,-25 18-16,0 0 15,0 0 1,0 0-16,-17 16 16,-7 2-16,-15 7 15,-7 4-15,19-4 16,15 0-16,-1 4 15,10 4 1,5-1-16,6 6 16,6-4-16,6 2 15,-3-7-15,2-2 16,-8-2-16,-1-1 16,-9 3-16,-4 4 15,-11-2-15,-10 2 16,-26 29-16,3 1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01:20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12953 12951 0,'0'0'0,"0"0"0,0 0 0,0 0 0,0 0 0,0 0 16,0 0-16,0 0 15,0 0 1,0 0-16,0 0 15,0 0-15,0 0 16,0 0-16,0 0 16,0 0-16,0 0 15,0 0-15,0 0 16,0 0-16,0 0 16,0 0-16,0 0 15,34-4-15,2 2 16,52-7-16,2 3 15,-34 0 1,-17 4-16,27-8 16,14-2-16,0-1 15,10 5-15,-12-3 16,-3 1-16,18-2 16,13-1-16,-11 1 15,-5 1 1,2-1-16,5 1 15,-4-1-15,1 2 16,2-2-16,1 1 16,1-1-16,8 4 15,-4-3-15,3 1 16,2-1-16,7 5 16,-7 0-16,-1 4 15,-3 0-15,4 4 16,-10 0-16,-4 2 15,4-2-15,0 4 16,0-2 0,4 0-16,-2-1 15,1 1-15,-4-2 16,0 2-16,-1-3 16,3 4-1,-1-3-15,5 2 16,-2-4-16,4 3 15,-14-3-15,-6 0 16,2-3-16,0 3 16,-2-1-16,1 1 15,-8-3-15,0 3 16,7-2-16,7 2 16,-14-2-16,-6 2 15,-1-3-15,0 3 16,-1-1-16,0 1 15,-16-2 1,-9 4-16,-11-2 16,-9 0-16,-2 0 15,-22 0-15,29 0 16,-29 0-16,0 0 16,27 0-16,-27 0 15,0 0-15,0 0 16,0 0-1,0 0-15,0 0 16,0 0-16,0 0 16</inkml:trace>
  <inkml:trace contextRef="#ctx0" brushRef="#br0" timeOffset="2220.06">13240 6877 0,'0'0'0,"0"0"16,0 0-16,0 0 15,0 0-15,0 0 16,0 0-16,-15-19 16,-1 0-16,-24-23 15,-2 4-15,7 10 16,9 14-1,-8-3-15,2 5 16,-17-2-16,-5 3 16,-12 5-16,-10 6 15,7-1-15,6 1 16,-8 14-16,-4 13 16,-4 6-16,-5 8 15,11 2-15,3 7 16,1 0-16,2 3 15,8-11-15,8-2 16,2-5-16,3-1 16,-3 10-1,-1 5-15,8 10 16,7 6-16,9-7 16,8 2-16,5-14 15,8-5 1,-1 5-16,8 3 15,4 13-15,6 13 16,8-9-16,8 0 16,7-2-16,14 0 15,-3-10-15,3-5 16,9-15-16,9-9 16,1-3-16,3-3 15,1-3-15,7-2 16,-3-4-16,4-4 15,-1-6-15,3 0 16,0-5-16,-1 1 16,-7-3-1,-5 1-15,2-3 16,0-2-16,0-6 16,3-1-16,-13-9 15,-5-6-15,-11-12 16,-6-11-16,1-5 15,4 0 1,-7 5-16,-2 6 16,-6 5-16,-2 5 15,-1-24-15,0-14 16,-16-9-16,-9-6 16,-4 24-16,-5 20 15,-8-5-15,-8 4 16,-7-14-16,-7-7 15,-1 0-15,-3 1 16,5 14-16,5 12 16,-13-3-1,-5 1-15,-8 13 16,-6 12-16,9 7 16,8 12-16,-3 0 15,2 7-15,-2 13 16,2 11-1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03:46.0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3047 11450 0,'0'0'16,"0"0"-16,0 0 15,0 0 1,0 0-16,0 0 16,0 0-16,0 0 15,0 0-15,0 0 16,0 0-16,0 0 15,0 0 1,0 0-16,0 0 16,22 0-16,1 0 15,71 4-15,0 3 16,-16-6-16,-11 1 16,21 1-16,13 0 15,5 0-15,12 0 16,1-3-16,8 0 15,0-1-15,5-1 16,12-7-16,10 1 16,-22-2-16,-9 0 15,-1-1 1,0 0-16,-2 2 16,-3 0-16,-19 1 15,-14 2-15,-11 0 16,-11 1-16,-8 1 15,-12 2-15,-7 1 16,-5 1 0,-4-3-16,-2 3 15,-3-2-15,0 2 16,-21 0-16,42-2 16,-42 2-16,33-3 15,-33 3-15,24 0 16,-24 0-16,39-22 15,-4-61-15,1 3 16,0 3-16,3 8 16,-10 8-16,-8 11 15,3-16-15,-1-4 16,-10-21 0,-3-12-16,-7 32 15,-3 23-15,-7 5 16,-4 13-16,-9-14 15,-5-8-15,-2-6 16,-1-2-16,1 10 16,2 7-1,5 6-15,5 10 16,0 0-16,4 9 16,-11-9-16,-3 2 15,-21 3-15,-12 1 16,-13 2-16,-10 2 15,-23 3-15,-18 2 16,-11 7-16,-10 12 16,-11 3-16,-6 11 15,-21-3-15,-13 4 16,24 0-16,12 1 16,5-3-1,11 5-15,11-6 16,12 1-16,3-3 15,11 2-15,12-7 16,13-1 0,14-8-16,17-1 15,7-4-15,13-1 16,5-2-16,24 5 16,-27-8-16,27 8 15,0 0-15,-22-9 16,22 9-16,0 0 15,0 0-15,0 0 16,0 0-16,0 0 16,0 0-16,-6 23 15,22 19-15,2 0 16,0 6 0,2 4-16,2 18 15,5 17-15,-10 4 16,-1 8-16,-8-22 15,-5-9-15,2 17 16,-1 12 0,0-5-16,1 2 15,-3-30-15,-2-14 16,-2-1-16,2-1 16,-1 6-16,-1 8 15,0-10-15,0-3 16,0-14-16,2-7 15,-1-9-15,1 0 16,-2-4-16,4-2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04:26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6052 3893 0,'0'0'0,"11"23"0,2 2 0,-13-25 0,0 0 0,0 0 15,0 0-15,0 0 16,0 0-16,0 0 15,0 0-15,0 0 16,0 0-16,0 0 16,39-15-1,28-1-15,1 1 16,-13 9-16,-8 10 16,6-1-16,5 7 15,0-6-15,4 2 16,7 0-16,11 2 15,-8-1-15,2 1 16,1-1-16,1 0 16,5-2-16,5 2 15,4-2-15,5 1 16,8-4-16,9 2 16,-17-4-1,-9 1-15,8-1 16,7 3-16,-1-3 15,5 3-15,-1-3 16,1 0-16,6 0 16,6 0-16,-12-3 15,1 3 1,-3-3-16,0 3 16,8-1-16,5 1 15,-15-2-15,-7 2 16,-4-2-16,-6 2 15,12-2-15,6 4 16,-7-2-16,0 2 16,-2-2-16,1 0 15,-4 0-15,0 0 16,0 0-16,2 2 16,-12-2-16,-7 1 15,-1-1 1,1 6-16,6-5 15,6 3-15,-10-1 16,-4 2-16,-1 0 16,5-1-16,4 0 15,11 5 1,-14-5-16,-7 0 16,-4 0-16,-1 0 15,4 0-15,7 1 16,-5-1-16,-3 0 15,-2-3-15,-2 3 16,3-1-16,4 1 16,-9-2-16,-4 2 15,-1-1-15,1 0 16,-1-3-16,2 2 16,0-4-16,3 0 15,-14-2 1,-2 2-16,-6-2 15,-4 2-15,5-3 16,2 1-16,-13 1 16,-3-2-1,-5 1-15,-21 4 16,41-10-16,-21 6 16,4-4-16,2 1 15,-1-2-15,0 3 16,1-2-16,1 3 15,0-4-15,-1 3 16,-26 6-16,36-9 16,-36 9-16,27-7 15,-27 7-15,0 0 16,22-5-16,-22 5 16,0 0-16,0 0 15,0 0 1,0 0-16,0 0 15,23 0-15,-23 0 16,0 0-16,14-18 16,-6 6-16,2-18 15,0 1 1,-4-10-16,-1-4 16,-2-9-16,2-4 15,-3 8-15,-2 7 16,0 2-16,0 7 15,-2-14-15,2-10 16,-3-21-16,1-13 16,-1 12-16,0 4 15,-4 14-15,2 15 16,-6-16-16,0 1 16,-8-15-16,-1-10 15,1 12 1,6 11-16,-1 12 15,4 16-15,0 0 16,2 12-16,-3-8 16,3 3-16,-5-3 15,2-1 1,-2-1-16,3 6 16,0 3-16,6 9 15,-4-3-15,3 3 16,-1 0-16,1 0 15,-2 0-15,7 14 16,-11-27-16,3 8 16,-11-1-16,-6-3 15,-31 1-15,0 1 16,-14-1-16,-7 0 16,-14 8-16,-8 9 15,-23-4-15,-12 5 16,-6-1-1,-6 4-15,-7-4 16,-7 5-16,-1-2 16,-5 2-16,4-1 15,6 1-15,-10-3 16,-2 3 0,1-2-16,1 0 15,-8-2-15,-1 1 16,2-1-16,1 0 15,6 0-15,10 0 16,-6 0-16,4 2 16,-2-3-16,5 1 15,6-1-15,7 0 16,13-1-16,15 2 16,-20-2-16,-4 0 15,14-1-15,7 2 16,1-2-1,8 3-15,-4-3 16,4 3-16,14-2 16,11 3-16,0 0 15,7 1-15,-4-2 16,1 2 0,-13-3-16,-8 3 15,12-2-15,9 2 16,3-2-16,5 4 15,-2-2-15,4 2 16,13-2-16,9 2 16,6-2-16,6 4 15,-3-2-15,1 0 16,8 0-16,8 2 16,21-2-16,-32 2 15,32-2-15,-25 4 16,25-4-1,0 0-15,-29 8 16,29-8-16,-21 11 16,21-11-16,-23 25 15,9-9-15,-3 15 16,2 11-16,7 9 16,5 15-1,-6-8-15,3 2 16,1-12-16,3-5 15,-1-1-15,1-3 16,-1 13-16,2 11 16,-4 10-16,5 11 15,0-22-15,5-2 16,-4-10-16,4-4 16,-2 10-16,2 10 15,-2 9-15,4 8 16,-4-16-16,3-5 15,-5-18 1,2-12-16,-1 1 16,0-5-16,-1 6 15,1 7-15,-2 4 16,0 8-16,-3 1 16,1 3-1,-3-8-15,0-5 16,0-10-16,0-9 15,0-2-15,2-5 16,-2-2-16,3-1 16,-1-1-16,3-14 15,-7 17-15,7-17 16,-5 17-16,5-17 16,0 0-16,-3 16 15,3-16-15,0 0 16,-3 12-16,3-12 15,0 0 1,0 16-16,0-16 16,9 18-16,8-3 15,-1-2-15,25 0 16,-2 2 0,11-9-16,5 0 15,-5-6-15,2-2 16,9-2-16,10 2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07:49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7587 7711 0,'0'0'0,"0"0"0,0 0 0,0 0 0,0 0 0,0 0 16,0 0-16,0 0 15,0 0-15,0 0 16,0 0-16,-20 13 15,-1-1 1,-88 70-16,-3-3 16,15-8-16,10-5 15,-15 4-15,-6 5 16,-17-1-16,-12 4 16,-19 6-16,-13 8 15,4-11-15,-1-2 16,28-30-16,20-15 15,-15 8-15,-2 3 16,6-7-16,5 4 16,27-11-16,19-4 15,16-7 1,20-2-16,2-5 16,9 0-16,8-5 15,23-8-15,-21 9 16,21-9-16,0 0 15,0 0-15,-9-17 16,10 3 0,-1-21-16,2 2 15,1-3-15,4 5 16,-3 15-16,-1 2 16,-1 1-16,-2 13 15,4-15-15,-4 15 16,0 0-16,7-13 15,-7 13-15,0 0 16,-10 34-16,0-3 16,-14 39-16,-1 2 15,-8-5-15,-5-3 16,-6-11 0,-2-2-16,9-11 15,10-2-15,2-11 16,6-4-16,19-23 15,-17 22-15,17-22 16,9 11 0,78-1-16,-2-2 15,56-14-15,36-9 16,-100-5-16,1 2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08:59.8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19850 8109 0,'0'0'0,"0"0"0,0 0 0,0 0 0,0 0 0,0 0 16,0 0-16,0 0 15,0 0-15,0 0 16,0 0-16,-25-29 16,0 2-16,-48-14 15,2 1 1,34 40-16,1 3 16,2 7-16,4 8 15,0 3-15,5 4 16,7-3-16,8 1 15,5-4-15,8-3 16,21 22-16,1 1 16,31 27-16,1 2 15,-10-2-15,-5 3 16,-10-13-16,-6-5 16,-15-23-1,-1-2-15,-10 3 16,-5 3-16,-27 24 15,1 1-15,-27-2 16,-17 2-16,14-19 16,3-13-16,12-13 15,10-7 1,8-12-16,9-5 16,8-14-16,8-12 15</inkml:trace>
  <inkml:trace contextRef="#ctx0" brushRef="#br0" timeOffset="375.18">20223 7819 0,'0'0'0,"0"0"15,0 0-15,0 0 16,0 0-16,0 0 16,0 0-16,0 0 15,0 0 1,0 0-16,0 0 16,0 35-16,2 1 15,-2 52-15,2 2 16,-4-16-16,0-7 15,1 40-15,2 23 16,-1-56-16,0-28 16,4-8-16,2-8 15,5 6-15,6 1 16,0-13-16,4-4 16</inkml:trace>
  <inkml:trace contextRef="#ctx0" brushRef="#br0" timeOffset="1673.85">20089 8582 0,'0'0'16,"0"0"-16,0 0 16,0 0-16,0 0 15,0 0-15,0 0 16,0 0-16,0 0 15,10-12-15,2-1 16,124-79-16,-1-1 16,-30 39-16,-15 29 15,-2-15-15,-7 1 16,-20 19-16,-12 16 16,-7-4-1,-7 5-15,-12 1 16,-23 2-16,27 2 15,-27-2-15,0 0 16,25 6-16,-25-6 16,0 0-16,0 0 15,0 0-15,19 15 16,-19-15 0,11 21-16,-2-9 15,1 8-15,4 11 16,8 29-16,1 0 15,-8-1-15,-1-2 16,-11-15-16,-3-11 16,-5-2-16,-2-4 15,-8-1-15,-5 2 16,2-7-16,0-4 16,18-15-16,-32 13 15,32-13-15,-31 0 16,15-13-1,1-8-15,7-42 16,0-2-16,3 8 16,10 3-16,12 0 15,16 2-15,11 7 16,10 7 0,2-1-16,5 5 15,-8 10-15,1 11 16,-7 8-16,0 10 15,-11-5-15,-6 5 16,-30-5-16,30 2 16,-30-2-16,0 0 15,26 11-15,-15 1 16,8 17-16,0 2 16,0 6-16,0 7 15,-4-6-15,0 2 16,-5-11-1,-2-4-15,-4-11 16,0 0-16,-4-14 16,4 19-16,-4-19 15,1 13-15,-1-13 16,0 0 0,-5-15-16,4 1 15,11-42-15,2 0 16,-3 0-16,5 5 15,5-1-15,8 7 16,7-3-16,10 3 16,-13 11-16,-2 14 15,-9 8-15,-20 12 16,39 9-16,-16 12 16,-2-2-16,1 4 15,-1 1-15,2 7 16,1 1-16,2 0 15,-5-3 1,3-2-16,9-2 16,9-3-16,22-25 15,21-20-15,-19 11 16,-4 1 0,-8-8-16,-5 0 15,-26 6-15,0 2 16,-23 11-16,23-12 15,-23 12-15,0 0 16,0 0-16,0 0 16,-35 2-16,9 8 15,1 4-15,5 8 16,2-7-16,3 7 16,14 22-16,12 15 15,32 7-15,27 15 16,32-23-1,32-6-15</inkml:trace>
  <inkml:trace contextRef="#ctx0" brushRef="#br0" timeOffset="2908.55">21757 8792 0,'0'0'0,"0"0"16,0 0-16,0 0 16,0 0-16,0 0 15,0 0-15,0 0 16,0 0-16,0 0 16,0 0-1,9 40-15,2 3 16,31 179-16,-1 1 15,-37-138-15,0 0 16,3-13-16,5-6 16,-10-41-16,-1 0 15,1-10-15,-1-3 16,-1-12-16,2 12 16,-2-12-16,0 0 15,0 0-15,-3-23 16,-7-59-16,0 1 15,14 17 1,12 12-16,22 9 16,20 10-16,6 11 15,16 12-15,-25 9 16,-10 12-16,-7 4 16,-6 13-1,-12-7-15,-7-1 16,-10 1-16,-5 10 15,-12 0-15,-8 7 16,1-9-16,1 1 16,-7-11-16,-1-3 15,3-8-15,25-8 16,-34 7-16,34-7 16,0 0-16,0 0 15,0 0-15,26-15 16</inkml:trace>
  <inkml:trace contextRef="#ctx0" brushRef="#br0" timeOffset="4191.2">22742 9229 0,'0'0'15,"0"0"-15,0 0 16,0 0-16,0 0 15,0 0-15,0 0 16,0 0-16,0 0 16,0 0-16,0 0 15,0 0-15,0 0 16,0 0-16,0 0 16,-6 23-16,3 0 15,3 76-15,2 1 16,4-76-1,-2 3-15,-4-27 16,13 14-16,-13-14 16,28-20-16,-1-34 15,0 2-15,-8-17 16,-2-8-16,-8 10 16,-2 9-1,-6 32-15,4-2 16,-5 28-16,0 0 15,0 0-15,0 0 16,22 54-16,-5-6 16,6 20-16,7 17 15,-9-25-15,1-10 16,-2-19-16,1-12 16,9-9-16,8-6 15,11-23-15,13-16 16,-6-6-16,4-9 15,-10-33 1,-5-20-16,-10 11 16,-8 6-16,-16 47 15,1-1-15,-9 24 16,2 0-16,-3 3 16,-2 13-1,0 0-15,1-12 16,-1 12-16,0 0 15,-26 57-15,8-4 16,-10 29-16,-4 21 16,15 2-16,13 13 15,-4-16-15,4-4 16,1-33-16,6-22 16,-3 12-16,0 0 15,0 12-15,0 7 16,0-10-16,0-4 15,-7-16-15,-1-14 16,-5-9 0,-1-8-16,14-13 15,-22 5-15,5-29 16,3 1-16,8-51 16,1-1-16,8-8 15,8-3 1,10-30-16,13-19 15,-6 44-15,1 23 16,-2 13-16,0 19 16,20-17-16,13-4 15,15-18-15,20-13 16,-17 20-16,-3 10 16,-23 17-16,-14 18 15,-16 9-15,-2 2 16,-20 12-16,0 0 15,0 0-15,0 0 16,0 0 0,-21 6-16,-8 4 15,-4 3-15,5-1 16,1 2-16,2 21 16,5 15-1,12 4-15,9 8 16,6-7-16,7 1 15,5 15-15,9 14 16,-3-7-16,3 3 16,-11-22-16,-1-7 15,-9-27-15,2 2 16,-8-14-16,2 1 16,-3-14-16,2 21 15,-2-21-15,0 12 16,0-12-16,0 0 15,0 0 1,0 0-16</inkml:trace>
  <inkml:trace contextRef="#ctx0" brushRef="#br0" timeOffset="5207.35">23874 9301 0,'0'0'0,"0"0"15,0 0 1,0 0-16,0 0 15,0 0-15,0 0 16,0 0-16,0 0 16,32-3-16,1-2 15,59-9-15,1 2 16,-35 1-16,-20 7 16,18-12-16,13-7 15,-4 2-15,2 1 16,-22 1-16,-9 5 15,-36 14-15,36-19 16,-36 19 0,0 0-16,0 0 15,0 0-15,0 0 16,0 0-16,0 0 16,0 0-16,-22 15 15,22-15 1,0 0-16,-8 12 15,8-12-15,0 0 16,0 0-16,0 0 16,0 0-16,-9 13 15,9-13-15,0 0 16,0 0-16,0 0 16,0 0-16,0 0 15,0 0-15,0 0 16,31 3-16,-31-3 15,33-10-15,-12-1 16,-21 11 0,28-17-16,-28 17 15,22-9-15,-22 9 16,0 0-16,0 0 16,0 0-16,-14 16 15,1 1 1,-7 1-16,1 5 15,5-3-15,5-3 16,4 4-16,5 2 16,6-1-16,9 5 15,8-8-15,10-4 16,-3-3-16,3-2 16,9-14-16,5-6 15,-2-5-15,4-3 16,-8-1-16,-2 2 15,-8 0 1,-5 5-16,-9 0 16,-17 12-16,23-12 15,-23 12-15,0 0 16,0 0-16,16-13 16,-16 13-16,0 0 15,0 0 1,0 0-16,32 2 15,0 27-15,1 2 16,2 9-16,4 9 16,-15-14-16,-8-4 15,-3-10-15,-8-4 16,-5-17-16,8 21 16,-8-21-16,0 0 15,0 0-15,0 0 16,-3-24-16,3 0 15,5-30-15,1 0 16,15-4 0,11 1-16</inkml:trace>
  <inkml:trace contextRef="#ctx0" brushRef="#br0" timeOffset="6238.63">20807 9165 0,'0'0'0,"0"0"16,0 0-16,0 0 15,0 0-15,0 0 16,0 0-1,0 0-15,0 0 16,0 0-16,0 0 16,-6 38-16,0-1 15,-45 134-15,0 0 16,8-106-16,0 1 16,-38 33-16,-25 24 15,-13-2-15,-15 9 16,0-63-16,-5-39 15,-38 10-15,-23-3 16,0 7 0,-6 2-16,-1-29 15,1-15-15,2-15 16,2-13-16,-9 12 16,0 3-16,38-1 15,25 2-15,4-1 16,12 4-1,13-1-15,15 4 16,15 2-16,18 4 16,-7 4-16,5 6 15,-7 11-15,2 10 16,-3 14-16,5 15 16,10-11-16,10-2 15,13-12-15,12-8 16,7-7-16,12-1 15,-4-6-15,8-2 16,8-11-16,-16 19 16,16-19-1,0 0-15,0 0 16,0 0-16</inkml:trace>
  <inkml:trace contextRef="#ctx0" brushRef="#br0" timeOffset="6597.96">16874 10158 0,'0'0'0,"0"0"16,0 0-16,0 0 15,0 0-15,-18 18 16,2 3-16,-22 29 16,-1-1-16,17-16 15,8-10-15,3-2 16,8-5-1,1 1-15,5 2 16,10-4-16,12 5 16,69-1-16,2-1 15,47-12-15,34-6 16</inkml:trace>
  <inkml:trace contextRef="#ctx0" brushRef="#br0" timeOffset="97112.06">21854 6809 0,'0'0'16,"0"0"-16,0 0 15,0 0-15,0 0 16,0 0-16,0 0 16,0 0-16,0 0 15,0 0-15,0 0 16,0 0-1,0 0-15,0 0 16,0 0-16,0 0 16,0 0-16,3 30 15,0 3-15,7 39 16,1 2 0,-8-54-16,2-2 15,-4-6-15,-1-12 16,3 13-16,-3-13 15,0 0-15,7 12 16,-7-12-16,22-12 16,48-85-16,4 2 15,22-15-15,19-8 16,2 28-16,12 17 16,-4-18-16,1-1 15,-32 39-15,-20 29 16,-10-1-1,-11 11-15,-7-1 16,-7 9-16,-13 0 16,-26 6-16,35-6 15,-35 6-15,0 0 16,24-3 0,-24 3-16,0 0 15,0 0-15,0 0 16,0 0-16,0 0 15,0 0-15,24 0 16,-24 0-16,0 0 16,0 0-16,0 0 15,0 0-15,0 0 16,0 0-16,0 0 16,0 0-16,0 0 15,0 0-15,0 0 16,0 0-16,0 0 15,0 0 1,0 0-16,0 0 16,20 12-16,-20-12 15,0 0-15,0 0 16,0 0-16,0 0 16,0 0-1,0 0-15,0 0 16,0 0-16,0 0 15,0 0-15,0 0 16,0 0-16,0 0 16,0 0-16,0 0 15,0 0-15,0 0 16,0 0-16,0 0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7:00.6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15343 16019 0,'0'0'16,"0"0"-16,0 0 15,0 0-15,0 0 16,0 0-16,0 0 16,17-2-16,-17 2 15,121-2 1,-19 4-16,-5 10 15,-1 9-15,32 2 16,20 4-16,3-2 16,9 1-16,-5-3 15,2 0 1,22 5-16,19 2 16,4-1-16,13 4 15,2 0-15,7 7 16,4-5-16,9 2 15,-5-15-15,3-5 16,10-11-16,10-8 16,-12 2-16,-3 0 15,-8-4-15,0 0 16,-15-3-16,-8 4 16,-52-6-16,-33 1 15,16-6 1,2-5-16,-13-4 15,-7-3-15,-23 3 16,-14 2-16,-25 2 16,-21 7-16,-3-1 15,-11 3 1,-25 10-16,28-13 16,-28 13-16,0 0 15,22-12-15,-22 12 16,0 0-16,0 0 15,0 0-15,0 0 16,0 0-16,0 0 16,22-13-16,-22 13 15,0 0-15,0 0 16,0 0-16,0 0 16,0 0-16,11-12 15,-11 12 1,0 0-16,0 0 15,0 0-15,0 0 16,0 0-16,3-12 16,-3 12-16,0 0 15,0 0 1,0 0-16,0 0 16,-8-13-16,8 13 15</inkml:trace>
  <inkml:trace contextRef="#ctx0" brushRef="#br0" timeOffset="2829.48">15887 11365 0,'0'0'0,"0"0"16,0 0-16,0 0 16,0 0-16,0 0 15,0 0-15,0 0 16,0 0 0,0 0-16,0 0 15,0 0-15,0 0 16,0 0-16,0 0 15,44-14-15,3 2 16,123-41-16,1 4 16,-115 26-16,2 1 15,30-10-15,22-2 16,-33 9-16,-16 3 16,-4 3-16,-2 1 15,-27 9 1,0 0-16,-28 9 15,28-10-15,-28 10 16,21-7-16,-21 7 16,0 0-16,0 0 15,0 0-15,22-8 16,-22 8 0,0 0-16,0 0 15,0 0-15,0 0 16,0 0-16,0 0 15,0 0-15,0 0 16,0 0-16,0 0 16,0 0-16,0 0 15,0 0-15,22-7 16,-22 7-16,0 0 16,0 0-16,0 0 15,0 0-15,0 0 16,0 0-1,0 0-15,0 0 16,0 0-16,0 0 16,0 0-16,0 0 15,0 0-15,0 0 16,0 0 0,0 0-16,0 0 15,0 0-15,0 0 16,0 0-16,0 0 15,0 0-15,0 0 16,0 0-16,0 0 16,0 0-16,0 0 15,0 0-15,0 0 16,0 0-16,0 0 16,0 0-16,0 0 15,0 0-15,0 0 16,0 0-1,0 0-15,0 0 16,0 0-16,0 0 16,0 0-16,0 0 15,0 0-15,0 0 16,0 0 0,0 0-16,0 0 15,0 0-15,0 0 16,0 0-16,0 0 15,0 0-15,0 0 16,0 0-16,0 0 16,0 0-16,0 0 15,0 0-15,0 0 16,0 0-16,0 0 16,0 0-16,0 0 15,0 0-15,0 0 16,0 0-1,0 0-15,0 0 16,0 0-16,0 0 16,0 0-16,0 0 15,0 0-15,0 0 16,0 0 0,0 0-16,0 0 15,0 0-15,0 0 16,0 0-16,0 0 15,0 0-15,0 0 16,0 0-16,0 0 16,0 0-16,0 0 15,0 0-15,0 0 16,0 0-16,0 0 16,0 0-16,0 0 15,0 0-15,0 0 16,0 0-1,0 0-15,0 0 16,0 0-16,0 0 16,0 0-16,0 0 15,0 0-15,0 0 16,0 0-16,0 0 16,0 0-1,0 0-15,0 0 16,0 0-16,0 0 15,0 0-15,0 0 16,0 0-16,0 0 16,0 0-16,0 0 15</inkml:trace>
  <inkml:trace contextRef="#ctx0" brushRef="#br0" timeOffset="10239.7">7088 6736 0,'0'0'0,"0"0"16,0 0-1,0 0-15,0 0 16,0 0-16,0 0 0,0 0 16,0 0-16,-33-5 15,2 4-15,-87 7 16,2 2-16,61 7 15,2 1-15,-12 11 16,-4 12 0,-17-1-16,-12 5 15,19-4-15,11 1 16,4-7-16,6-4 16,-12 5-16,-1 5 15,-2-1-15,1-1 16,7 3-16,9 3 15,3-2-15,5 1 16,5-3-16,8 1 16,4-8-16,4 0 15,5-3 1,8-3-16,1 45 16,1-1-16,17 25 15,12 16-15,6-38 16,10-17-16,13-8 15,15-7 1,5 9-16,12 5 16,10 1-16,13 4 15,-2-21-15,6-12 16,0-19-16,5-14 16,3-10-16,6-11 15,-11-5-15,-4-4 16,-15 5-16,-9 1 15,-1-13-15,-2-8 16,-8-41-16,-2-26 16,-21 53-16,-13 25 15,1-27 1,1-12-16,-21-46 16,-12-30-16,-4 91 15,2 2-15,-10-8 16,-10 0-16,-8-32 15,-13-17-15,3 36 16,1 19 0,-1 16-16,4 21 15,-6-2-15,1 6 16,-16 3-16,-9 6 16,-2 5-16,-3 11 15,20 0-15,13 4 16,8-1-16,28-5 15,-36 8-15,36-8 16,-27 9-16,27-9 16,0 0-16,-22 11 15,22-11 1,-11 14-16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0:15.2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15594 11251 0,'0'0'0,"0"0"0,0 0 0,23-9 16,2 0-1,116-51-15,-1 1 16,-24 10-16,-15 13 0,45-23 15,24-7 1,-50 26-16,-20 14 16,1 5-16,-4 11 15,-26 3-15,-16 7 16,-55 0-16,31 0 16</inkml:trace>
  <inkml:trace contextRef="#ctx0" brushRef="#br0" timeOffset="296.97">15510 11499 0,'0'0'0,"0"0"15,0 0-15,0 0 16,0 0-16,32-5 15,-1 3-15,157-28 16,3 1 0,-104 19-16,1 1 15,44-9-15,32-2 16,-55 5-16,-23 8 16,-4-1-16,-8 4 15,-19 1-15,-16 3 16,-39 0-16,36-3 15</inkml:trace>
  <inkml:trace contextRef="#ctx0" brushRef="#br0" timeOffset="1281.49">5454 8400 0,'0'0'0,"0"0"0,0 0 15,0 0-15,0 0 16,14-4 0,-14 4-16,137-46 15,-15 5-15,-4 2 16,0 4-16,23-14 15,20 1 1,-27 4-16,-8 6 16,-4-4-16,-4 5 15,-29 6-15,-20 7 16,-12 5-16,-16 4 16,-41 15-16,34-13 15</inkml:trace>
  <inkml:trace contextRef="#ctx0" brushRef="#br0" timeOffset="1593.95">5739 8742 0,'0'0'0,"0"0"16,0 0 0,0 0-16,0 0 15,51-4-15,2 1 16,158-19-16,0-1 16,-149 12-16,-1 2 15,63-37-15,1 3 16,-34 2-16,-21 7 15,-12 3-15,-16 8 16,-18 8-16,-1 3 16,-23 12-16,0 0 15</inkml:trace>
  <inkml:trace contextRef="#ctx0" brushRef="#br0" timeOffset="3953.17">5498 9469 0,'0'0'16,"0"0"-16,0 0 15,0 0-15,0 0 16,0 0-16,0 0 16,0 0-16,0 0 15,0 0-15,0 0 16,0 0-16,0 0 15,16 17-15,3 2 16,45 51-16,2 2 16,-19-29-16,-13-18 15,17 9 1,10 0-16,-3 11 16,5 3-16,-13-8 15,-6-1-15,0 9 16,-3 10-16,-11-17 15,-9-4 1,-6-13-16,-7-5 16,-1-4-16,0-2 15</inkml:trace>
  <inkml:trace contextRef="#ctx0" brushRef="#br0" timeOffset="4328.22">6116 9397 0,'0'0'0,"23"-7"16,2 2-16,-25 5 15,-23 28-15,-33 57 16,1-1 0,14-31-16,10-21 15,-5 4-15,6-5 16,-6 14-16,0 11 16,-8 9-16,-5 11 15,8-4-15,7 5 16,6-28-16,7-13 15,5-8-15,6-5 16,5-10-16,0-1 16</inkml:trace>
  <inkml:trace contextRef="#ctx0" brushRef="#br0" timeOffset="9890.23">7009 6653 0,'0'0'16,"0"0"-16,0 0 15,0 0-15,0 0 16,-33-10-16,0 2 16,-87-19-16,0 0 15,42 12 1,31 12-16,-43 3 16,-16 5-16,5-5 15,1 3-15,-11 16 16,-3 19-1,14 33-15,12 27 16,13-29-16,12-11 16,-3 10-16,3 6 15,7 38-15,6 28 16,6-5-16,7 6 16,11 0-16,12 3 15,9-34-15,10-21 16,10 4-16,10-5 15,15 25-15,16 15 16,4-50-16,11-22 16,28-13-1,23-13-15,-4-4 16,7-3-16,21-15 16,17-8-16,-18-17 15,-7-11-15,1-43 16,1-28-16,-17 15 15,-10 3 1,-13-15-16,-9-6 16,-23-19-16,-15-13 15,-17 31-15,-12 20 16,-15-22-16,-12-10 16,-3 18-16,-4 10 15,-4 20-15,0 19 16,-22-22-16,-13-9 15,-17-6-15,-14-1 16,3 23-16,-4 17 16,-18 17-16,-12 20 15,18-4 1,9 7-16,13 6 16,11 6-16,21 19 15,19 14-15</inkml:trace>
  <inkml:trace contextRef="#ctx0" brushRef="#br0" timeOffset="12187.54">22388 6663 0,'0'0'0,"0"0"16,0 0-16,0 0 15,0 0-15,0 0 16,0 0-1,0 0-15,0 0 16,-10-16-16,0 0 16,-46-52-16,0-2 15,-19 9-15,-9 7 16,-14 9-16,-8 8 16,-1-5-16,-4 1 15,-8 14-15,-7 9 16,7 9-16,3 9 15,-24 8-15,-12 13 16,8-3-16,5 7 16,-16 6-1,-9 9-15,13-1 16,11 6-16,4-1 16,7 4-16,-3-5 15,2 2-15,12-5 16,12-3-16,5 6 15,10 7 1,17 18-16,14 19 16,9-31-16,11-15 15,-6 17-15,1 8 16,-5 36-16,1 28 16,3-35-16,3-10 15,5-7-15,7-3 16,3 11-16,4 11 15,31-8-15,22 0 16,4-14-16,14-9 16,14 31-16,15 23 15,5-19 1,12 1-16,14-41 16,17-25-16,14 12 15,14 1-15,13 1 16,17 4-16,-31-17 15,-16-8 1,20-7-16,13-2 16,-5-17-16,2-6 15,-5-17-15,-2-11 16,-26-2-16,-14-2 16,6 2-16,2 2 15,-24 2-15,-13 3 16,1-22-16,-4-11 15,8-41-15,5-33 16,-19 49-16,-9 22 16,21-47-16,16-17 15,-29 16 1,-13 10-16,-11-8 16,-13 1-16,0-17 15,-2-6-15,-15 22 16,-9 17-16,-6-23 15,-5-5 1,-5 25-16,-1 18 16,-6 4-16,-3 12 15,-6-17-15,-3-6 16,-6 9-16,-5 3 16,-8 10-16,-3 9 15,2 10-15,-1 12 16,-1 3-16,1 10 15,3-1-15,6 5 16,1 3-16,7 5 16,0 2-16,23 3 15,-33-4 1,33 4-16,0 0 16,-23 0-16,23 0 15,0 0-15,0 0 16,0 0-16,-22 0 15,22 0-15,0 0 16,0 0 0,0 0-16,0 0 15,0 0-15,0 0 16,0 0-16,0 0 16,0 0-16,0 0 15,0 0-15,-21 14 16,21-14-16,0 0 15,0 0-15,0 0 16,0 0-16,0 0 16,0 0-16,0 0 15,0 0 1,0 0-16,0 0 16,0 0-16,0 0 15,0 0-15,0 0 16,0 0-16,-9 12 15,9-12-15,6 17 16,-1-4 0</inkml:trace>
  <inkml:trace contextRef="#ctx0" brushRef="#br0" timeOffset="16511.54">18685 5682 0,'0'0'15,"0"0"-15,0 0 16,0 0 0,0 0-16,0 0 15,0 0-15,0 0 0,0 0 16,0 0-1,0 0-15,29 39 16,-1-2-16,68 95 16,1 2-16,-34-32 15,-22-19-15,25 30 16,12 21 0,-20-19-16,-9 0 15,3 15-15,-2 13 16,-16 0-16,-6 6 15,-21-17-15,-15-8 16,-17 10-16,-13 7 16,-23 8-16,-17 10 15,-33-27-15,-25-14 16,9 13-16,0 8 16,16-57-16,13-32 15,-24 18-15,-10 2 16,0 4-16,-1 4 15,31-18 1,20-12-16,0-2 16,9-3-16,7-3 15,9-3-15,-2 25 16,2 18-16,8-11 16,12-1-1,4-14-15,9-9 16,2 5-16,10 3 15,-1-7-15,7-4 16,0-16-16,4-5 16,0-7-16,2-14 15,-1 19-15,1-19 16,1 13-16,-1-13 16,0 0-16,2 16 15</inkml:trace>
  <inkml:trace contextRef="#ctx0" brushRef="#br0" timeOffset="16699.23">17072 9600 0,'0'0'0,"0"0"16,0 0 0,0 0-16,0 0 15,0 0-15,0 0 16,0 0-16,0 0 15,0 0-15,0 0 16,3 51-16,-1 1 16,31 124-16,1 0 15</inkml:trace>
  <inkml:trace contextRef="#ctx0" brushRef="#br0" timeOffset="29745.65">18247 14750 0,'0'0'0,"0"0"0,0 0 16,0 0-1,0 0-15,0 0 16,0 0-16,0 0 16,0 0-16,46-21 15,3 2-15,175-51 16,1 1 0,-111 48-16,2-2 15,69 5-15,48 9 16,-87 3-16,-41 7 15,28-1-15,4 7 16,-74-6-16,0 4 16,-35-4-16,2 3 15,-30-4-15,0 0 16,-25 8-16,-7 2 16</inkml:trace>
  <inkml:trace contextRef="#ctx0" brushRef="#br0" timeOffset="30011.62">18536 14987 0,'0'0'0,"0"0"16,0 0-16,0 0 15,0 0-15,0 0 16,0 0 0,0 0-16,0 0 15,7 2-15,-7-2 16,174 26-16,-9-7 15,-10-19-15,-3-12 16,32 10-16,20 7 16,-50-18-16,-27-8 15,-10-7-15,-14-5 16,-27 10-16,-22 6 16,-10 1-16,-16 5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7:16.9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15840 10970 0,'0'0'15,"0"0"-15,0 0 16,0 0-16,0 0 16,0 0-16,0 0 15,49-16-15,0 1 16,102-16 0,1 2-16,-77 19 15,-1 2-15,27-9 16,20 1-16,-39 5 15,-16 9-15,0-5 16,-2 6 0,-22-1-16,-10 2 15,-9 0-15,-23 0 16,0 0-16,21 3 16</inkml:trace>
  <inkml:trace contextRef="#ctx0" brushRef="#br0" timeOffset="1203.01">15722 11361 0,'0'0'0,"15"15"16,2 3-16,-17-18 15,0 0-15,0 0 16,0 0 0,0 0-16,0 0 15,0 0-15,0 0 16,49-12-16,1-1 16,140-28-16,1-1 15,-123 28-15,0-1 16,31-7-16,24-3 15,-51 11-15,-22 7 16,-1-1-16,-4 3 16,-13 2-16,-9 3 15,-23 0 1,27 0-16,-27 0 16,0 0-16,0 0 15,24 0-15,-24 0 16,0 0-16,0 0 15,0 0-15,0 0 16,0 0 0,0 0-16,0 0 15,0 0-15,22 3 16,-22-3-16,0 0 16,0 0-16,0 0 15,0 0-15,0 0 16,0 0-16,0 0 15,0 0-15,0 0 16,0 0-16,0 0 16,0 0-16,0 0 15,0 0 1,0 0-16,0 0 16,0 0-16,0 0 15,0 0-15,0 0 16,0 0-16,0 0 15,0 0 1,0 0-16,0 0 16,0 0-16,0 0 15,0 0-15,21 11 16,-21-11-16,0 0 16,0 0-16,0 0 15,0 0-15,0 0 16,0 0-16,0 0 15,0 0-15,0 0 16,0 0-16,0 0 16,0 0-16,0 0 15,0 0 1,0 0-16,0 0 16,0 0-16,0 0 15,0 0-15,0 0 16,0 0-16,0 0 15,0 0 1,0 0-16,0 0 16,0 0-16,0 0 15,0 0-15,0 0 16,0 0-16,0 0 16,0 0-16,0 0 15,0 0-15,0 0 16,0 0-16,0 0 15,0 0-15,0 0 16,0 0-16,0 0 16,0 0-16,0 0 15,0 0 1,0 0-16,0 0 16,0 0-16,0 0 15,0 0-15,0 0 16,0 0-16,0 0 15,0 0 1,0 0-16,0 0 16</inkml:trace>
  <inkml:trace contextRef="#ctx0" brushRef="#br0" timeOffset="3093.3">20534 9244 0,'0'0'0,"0"0"16,0 0-16,0 0 15,0 0 1,0 0-16,0 0 16,0 0-16,0 0 15,0 0-15,0 0 16,0 0-16,0 0 16,0 0-16,0 0 15,0 0-15,0 0 16,5 32-16,1 4 15,15 100-15,0 1 16,-14-98-16,1 2 16,-2-8-16,2-1 15,-2 5 1,2 8-16,-2-7 16,1-3-16,-3-10 15,1-7-15,-4-3 16,3-3-1,-4-12-15,3 19 16,-3-19-16,0 0 16,-2-16-16,1 5 15,-4-23-15,0 2 16,-2-10-16,2-3 16,-3-15-16,0-9 15,-1 5-15,4 2 16,2 7-16,3 5 15,5 6-15,5 10 16,8-10-16,8-1 16,7-12-1,8-11-15,-9 25 16,-4 16-16,-8 6 16,-20 21-16,30-19 15,-30 19-15,28 6 16,-12 7-16,0 11 15,1 7 1,-3 2-16,-1 4 16,-13 25-16,-8 20 15,-16 15-15,-10 17 16,-2-33-16,-2-15 16,6-25-16,7-20 15,4 0-15,6-7 16,15-14-16,-25 20 15,25-20-15,0 0 16,0 0-16,0 0 16</inkml:trace>
  <inkml:trace contextRef="#ctx0" brushRef="#br0" timeOffset="3593.43">21095 9225 0,'0'0'15,"0"0"-15,0 0 16,0 0-16,0 0 16,0 0-16,0 0 15,0 0-15,0 0 16,28 7-16,2-1 15,39 20-15,3 3 16,-35 4-16,-17 5 16,0 9-16,-5 9 15,-7-18 1,-5-8-16,-1-9 16,-2-7-16,0-14 15,-5 20-15,5-20 16,-10 18-1,10-18-15,0 0 16,-21-15-16,10 0 16,-2-46-16,1 1 15,7 13-15,10 9 16,3-9-16,8-3 16,2-6-16,7-3 15,-6 12-15,2 10 16,-4 8-16,-3 8 15,-3 9-15,-11 12 16,22-1-16,-22 1 16</inkml:trace>
  <inkml:trace contextRef="#ctx0" brushRef="#br0" timeOffset="4312.1">22121 9256 0,'0'0'15,"0"0"-15,0 0 16,0 0-16,0 0 16,0 0-16,0 0 15,0 0-15,0 0 16,-11-39-16,1 1 15,-52-56-15,0 1 16,29 70-16,2 0 16,-17 15-1,-9 12-15,-12 19 16,-12 20-16,28-12 16,18-1-16,9 7 15,11 4-15,2 2 16,8 5-16,7 6 15,7 10 1,10-10-16,7-4 16,-5-12-16,4-7 15,-4-10-15,-4-9 16,5-7-16,1-5 16,18-29-16,2 2 15,-1-9-15,2-3 16,-12 6-16,-7 6 15,-14 13-15,1-1 16,-4 3-16,-8 12 16,13-17-16,-13 17 15,14-25 1,-5 8-16,-2 2 16,2 0-16,-5 2 15,-4 13-15,5-12 16,-5 12-16,0 0 15,0 0 1,0 0-16,0 0 16,0 0-16,15 17 15,-2 12-15,0 2 16,9 8-16,6 9 16,-6-16-16,0-2 15,2-10-15,1-1 16</inkml:trace>
  <inkml:trace contextRef="#ctx0" brushRef="#br0" timeOffset="5702.82">21900 9054 0,'0'0'16,"0"0"-16,0 0 16,0 0-16,0 0 15,0 0 1,0 0-16,0 0 16,0 0-16,0 0 15,0 0-15,0 0 16,0 0-16,0 0 15,0 0 1,0 0-16,0 0 16,17 12-16,0 1 15,24 21-15,-2 2 16,-24-22-16,2 2 16,-8-3-16,2 2 15,-3-3-15,0 2 16,-3 3-16,2 4 15,-4 1-15,0 7 16,-4 0-16,-4 2 16,-6-2-16,0 4 15,-4-2 1,0 2-16,-2-8 16,3 0-16,0-8 15,3-5-15,11-12 16,-20 19-1,20-19-15,-23 2 16,23-2-16,-42-23 16</inkml:trace>
  <inkml:trace contextRef="#ctx0" brushRef="#br0" timeOffset="6983.95">22609 9256 0,'0'0'16,"0"0"-16,0 0 16,0 0-16,0 0 15,0 0-15,0 0 16,0 0-16,0 0 16,0 0-16,0 0 15,-17-29-15,-2 2 16,-36-34-16,3-2 15,22 41-15,0 0 16,2 10-16,2 9 16,-1 5-16,4 8 15,-6 8 1,1 14-16,3-5 16,3 6-16,5-12 15,6-4-15,11-17 16,-13 21-16,13-21 15,0 0 1,1 15-16,-1-15 16,38 14-16,-3-5 15,13-9-15,13-3 16,-20-1-16,-8-1 16,-6-2-16,-6 5 15,-21 2-15,28-5 16,-28 5-16,0 0 15,25 0-15,-25 0 16,14 17-16,-8-2 16,4 38-16,2 3 15,-4 27 1,2 21-16,-4-36 16,0-17-16,-1 11 15,1 6-15,-3 26 16,2 21-1,-2-36-15,2-14 16,-7-15-16,1-11 16,-6-8-16,1-5 15,-2-5-15,1-3 16,-1-6-16,8-12 16,-21 15-16,21-15 15,-49-35-15,15 2 16,2-46-16,6-24 15,9 29-15,9 14 16,9-25-16,12-11 16,6-26-1,12-15-15,-3 41 16,2 28-16,8-8 16,7 7-16,-1-3 15,5 0-15,-8 16 16,-3 14-16,-4 11 15,0 12 1,-2 11-16,-4 15 16,2 11-16,4 17 15,-4-4-15,1 4 16,-11-8-16,-7 0 16,-5-4-16,-4-3 15,-6 7-15,-1 4 16,-2-4-16,-2 2 15,2-10-15,2-5 16,3-14-16,-7 17 16,7-17-16,0 0 15,0 0 1,-9-18-16,-10-30 16,3 2-16,5-24 15,8-15-15,6 18 16,10 10-16,3 7 15,7 9 1,4 4-16,7 8 16,-2 6-16,1 10 15,-8 1-15,-3 6 16</inkml:trace>
  <inkml:trace contextRef="#ctx0" brushRef="#br0" timeOffset="8202.79">23600 8911 0,'0'0'0,"0"0"0,0 0 15,0 0 1,0 0-16,0 0 16,0 0-16,0 0 15,0 0-15,0 0 16,0 0-16,0 0 15,0 0 1,-28-25-16,3 2 16,-64-21-16,3 4 15,42 43-15,-2 2 16,9 15-16,7 16 16,8 1-16,11 9 15,8-3-15,9 2 16,4-9-16,7-4 15,0-4-15,5-1 16,2-13-16,4-8 16,6-19-1,10-9-15,3-24 16,8-17-16,-17 7 16,-7 3-16,-7 17 15,-6 11-15,-5 4 16,-2 9-16,-11 12 15,11-15 1,-11 15-16,0 0 16,0 0-16,0 0 15,30 47-15,-16 0 16,-3 29-16,5 21 16,-7-60-16,2 3 15,2-16-15,-1-5 16,4-3-16,3-1 15,-19-15-15,42 6 16,-14-29-16,7-12 16,6-66-16,0 1 15,-16 34 1,-8 23-16,-6 18 16,0 0-16,-2 6 15,-9 19-15,18-18 16,-18 18-16,0 0 15,25-4 1,-12 20-16,0 1 16,9 25-16,3-2 15,-4 4-15,2 2 16,-8-14-16,-1-4 16,-10-14-16,3 3 15,-7-17-15,6 19 16,-6-19-16,0 0 15,0 0-15,0 0 16,45-62-16,-13 9 16,-6 3-16,1 0 15,-11 16 1,-3 15-16,-3-1 16,-2 3-16,5 0 15,3 6-15,8 2 16,8 5-1,-6 13-15,-5 13 16,0 18-16,-1 17 16,-6-24-16,2-10 15,-8-4-15,-2-5 16,-6-14-16,7 14 16,-7-14-16,0 0 15,11-33-15,-1 3 16,0-11-16,7-8 15,-7 12-15,1 9 16,-3 1-16,2 6 16,-10 21-1,9-22-15,-9 22 16,0 0-16,26 7 16,-26-7-16,39 21 15,-11-2-15,-4 12 16,1 14-16,-7 4 15,-2 10 1,-2-12-16,-3 0 16</inkml:trace>
  <inkml:trace contextRef="#ctx0" brushRef="#br0" timeOffset="8890.2">20625 10542 0,'0'0'16,"0"0"-16,0 0 15,0 0-15,0 0 16,8-6-16,-8 6 15,96-47-15,-8 5 16,14 7-16,12 6 16,26 0-16,20 3 15,-9-8 1,1 1-16,18 1 16,16 0-16,-10 1 15,0 2-15,6-2 16,4 0-1,-9 0-15,-2 4 16,-4-2-16,-4 2 16,-4-2-16,0 0 15,-20 1-15,-10 3 16,-26 4-16,-18 5 16,-6 1-16,-7 3 15,-2-3-15,-2 5 16,-19-1-16,-10 5 15,-22 2-15,0 0 16,-21 4-16,25-6 16,-25 6-1,0 0-15,0 0 16,0 0-16,0 0 16,-34-4-16</inkml:trace>
  <inkml:trace contextRef="#ctx0" brushRef="#br0" timeOffset="9718.35">20878 10303 0,'0'0'16,"0"0"-16,0 0 15,0 0-15,0 0 16,0 0-16,0 0 16,0 0-1,0 0-15,5 16 16,1 0-16,26 96 16,-1-1-16,-8-31 15,-2-20-15,2 16 16,3 7-1,8 27-15,7 21 16,-8-21-16,0-4 16,6 28-16,8 23 15,-14-25-15,-3-5 16,-4 5-16,1 6 16,-10-6-16,0-2 15,-5-5-15,-4-6 16,1-19-16,-1-11 15,-4-18-15,1-16 16,2 25-16,2 18 16,-3-23-1,0-7-15,-1-21 16,0-14-16,-1-9 16,-1-6-16,-1-4 15,-2-14-15,5 18 16,-5-18-16,1 13 15,-1-13 1,0 0-16,0 0 16,4 12-16,-4-12 15</inkml:trace>
  <inkml:trace contextRef="#ctx0" brushRef="#br0" timeOffset="10905.89">24353 9992 0,'0'0'16,"0"0"-16,0 0 16,0 0-1,0 0-15,0 0 16,0 0-16,0 0 16,0 0-16,0 0 15,0 0-15,0 0 16,0 0-1,0 0-15,0 0 16,0 21-16,0 0 16,0 62-16,1-1 15,-1 22-15,0 13 16,0 7-16,3 13 16,-3-7-16,2 1 15,-2 5-15,3 4 16,-3-12-16,3-4 15,5 7-15,1 5 16,4-9-16,7-5 16,-2-9-1,6-3-15,-5-28 16,-1-13-16,7 22 16,8 12-16,-4-6 15,5 3-15,-9-35 16,-5-19-16,-4-4 15,0-7 1,-2 3-16,5 0 16,-7-5-16,4-1 15,-5-6-15,2-2 16,-6-3-16,4-2 16,-6-7-16,-5-12 15,9 18-15,-9-18 16,0 0-16,10 15 15,-10-15-15,0 0 16,0 0-16,0 0 16,0 0-16,-3 13 15,-47-7 1,2 3-16,-68 9 16,2 3-16,-28 1 15,-15 4-15,-1 0 16,-2-2-1,5-3-15,4 2 16,-8-6-16,1 0 16,-18-11-16,-9-2 15,17-1-15,9 0 16,10-3-16,10 2 16,-4-2-16,-2 4 15,15-4-15,9 3 16,22-3-16,18 1 15,13-1-15,18 2 16,8-2-16,10 0 16,7 0-1,25 0-15,-26 0 16,26 0-16,0 0 16,0 0-16,0 0 15,0 0-15</inkml:trace>
  <inkml:trace contextRef="#ctx0" brushRef="#br0" timeOffset="12897.87">21445 10638 0,'0'0'16,"0"0"-16,0 0 15,0 0-15,0 0 16,0 0-16,0 0 0,0 0 16,0 0-16,0 0 15,0 0-15,0 0 16,0 0-1,0 0-15,0 0 16,0 0-16,0 0 16,0 0-16,0 0 15,0 0-15,0 0 16,6 26-16,-2 1 16,12 39-16,1 3 15,-4-16-15,-1-7 16,-4-4-16,0-5 15,-3-11-15,1-3 16,-4-6-16,-1-5 16,-1-12-1,3 14-15,-3-14 16,0 0-16,0 0 16,5-14-16,-10-13 15,1 2-15,-15-9 16,-6-7-16,2 15 15,0 7 1,6 3-16,17 16 16,-17-27-16,8 8 15,-1-3-15,2-4 16,-3-5-16,3 1 16,4-8-16,2 1 15,4 1-15,4-2 16,4 5-16,5 4 15,4-2-15,5 2 16,4 4-16,6 5 16,-2 5-16,-1 7 15,-4 4 1,-2 8-16,-3 4 16,-2 9-16,1 9 15,-1 16-15,-9 6 16,-5 9-1,-9-8-15,-8 0 16,-6-15-16,-2-7 16,-3-4-16,2-3 15,5-3-15,6-2 16,9-15-16,-14 16 16,14-16-16,0 0 15,0 0-15,-3 16 16,3-16-16,25 11 15,-3-7-15,5 2 16,-1-2-16,3 1 16,-4-1-1,-2 0-15,-23-4 16,39 10-16,-39-10 16,35 13-16,-35-13 15,31 12-15,-31-12 16,27 17-1,-27-17-15,28 20 16,-28-20-16,25 19 16,-25-19-16,16 12 15,-16-12-15,12 13 16</inkml:trace>
  <inkml:trace contextRef="#ctx0" brushRef="#br0" timeOffset="14507.14">21768 11402 0,'0'0'0,"0"0"16,0 0-16,0 0 16,0 0-16,0 0 15,0 0-15,0 0 16,0 0-1,0 0-15,0 0 16,0 0-16,0 0 16,0 0-16,0 0 15,0 0-15,0 0 16,0 0-16,0 0 16,0 0-16,0 0 15,0 0-15,0 0 16,0 0-16,0 0 15,0 0-15,0 0 16,0 0-16,0 0 16,0 0-1,0 0-15,0 0 16,0 0-16,0 0 16,0 0-16,-3 24 15,1 1-15,0 45 16,1-2-1,1-24-15,3-8 16,-1-3-16,-1-2 16,1-5-16,1-2 15,-1-6-15,1-3 16,-3-15-16,1 19 16,-1-19-16,2 20 15,-2-20-15,3 16 16,-3-16-16,2 15 15,-2-15-15,0 0 16,2 12-16,-2-12 16,0 0-1,0 0-15,0 0 16,0 0-16</inkml:trace>
  <inkml:trace contextRef="#ctx0" brushRef="#br0" timeOffset="15178.99">21685 11450 0,'0'0'16,"0"0"-16,0 0 15,0 0-15,0 0 16,0 0-16,0 0 16,0 0-16,0 0 15,0 0-15,0 0 16,10-36-16,0-2 15,29-47-15,1 0 16,-15 52-16,1 0 16,4 8-1,5 11-15,-1 5 16,7 11-16,-11 7 16,-2 9-16,-6 5 15,2 6-15,-12-4 16,-1 0-1,-13-5-15,-7-2 16,-25 19-16,-1 4 16,-6 8-16,-2 11 15,11-9-15,11-1 16,1-10-16,7-8 16,3-9-16,5-3 15,0-8-15,5-12 16,-6 24-16,6-12 15,0 1-15,3-1 16,0 0-16,4 3 16,6 1-1,7 8-15,5-6 16,6 2-16,-3-7 16,4-3-16,-7-1 15,-4-3-15,-21-6 16,32 9-1,-32-9-15,21 5 16,-21-5-16,0 0 16,28 13-16,-28-13 15,0 0-15,22 14 16,-22-14-16,17 23 16,-5-8-16,1 4 15</inkml:trace>
  <inkml:trace contextRef="#ctx0" brushRef="#br0" timeOffset="16163.68">21592 12432 0,'0'0'16,"0"0"-16,0 0 16,0 0-16,0 0 15,0 0-15,0 0 16,0 0-16,0 0 15,9-39-15,1 0 16,7-19-16,12-9 16,-17 45-1,1 1-15,-13 21 16,15-15-16,-15 15 16,0 0-16,26 19 15,-11-2-15,-1 9 16,3 12-1,-7-7-15,1 2 16,-2 9-16,1 9 16,4 13-16,2 17 15,-4-27-15,-3-9 16,-1-12-16,3-6 16,-5-8-16,1-5 15,-7-14-15,9 17 16,-9-17-16,0 0 15,0 0-15,21-4 16,-10-32 0,3 3-16,-3-15 15,3-5-15,-6 18 16,0 10-16,-2 2 16,3 7-16,-3-8 15,1 1-15,-2-1 16,1 1-16,-3 4 15,0 7 1,-3 12-16,3-16 16,-3 16-16,0 0 15,0 0-15,0 0 16,0 0-16,14 16 16,0 17-16,1 3 15,14 34-15,3 3 16,-9-16-16,-4-7 15,-8-23-15,0 0 16,-4-9-16,0-3 16,-7-15-1,6 18-15,-6-18 16,0 0-16,0 0 16,4-14-16,10-52 15,1 2-15,-5 12 16,-2 13-1,-1-1-15,0 10 16,-4-12-16,2-2 16,-5-5-16,0-3 15,-3 4-15,1 5 16,-3 12-16,2 10 16</inkml:trace>
  <inkml:trace contextRef="#ctx0" brushRef="#br0" timeOffset="17523.03">21912 12939 0,'0'0'16,"0"0"-16,0 0 15,0 0-15,0 0 16,0 0-16,0 0 16,0 0-16,0 0 15,5 41-15,1 0 16,7 88-16,2-1 15,-7-87-15,0 1 16,1-12-16,-1-1 16,-1-3-16,-1-4 15,0-6 1,-1-2-16,-5-14 16,5 17-16,-5-17 15,0 0-15,0 0 16,0 0-1,6-18-15,-3-5 16,-4-48-16,-1 4 16,-4 4-16,-4 10 15,-1 7-15,3 13 16,-1 4-16,-2 11 16,3-1-16,8 19 15,-9-23-15,9 23 16,-4-19-16,4 19 15,13-24-15,0 7 16,24-10-16,1 2 16,-8 9-1,-4 6-15,-5 1 16,-21 9-16,33 0 16,-33 0-16,24 9 15,-24-9-15,13 18 16,-9 0-1,-9 28-15,2 4 16,-10 15-16,1 13 16,-2-19-16,1-4 15,5-18-15,2-9 16,5-13-16,-1 2 16,2-5-16,5 0 15,5 1-15,5 2 16,19-1-16,4 3 15,3 1-15,4 7 16,-6-11 0,-3-4-16,-9-3 15,-27-7-15,35 8 16,-35-8-16,23 6 16,-23-6-16,0 0 15,0 0-15,22 4 16,-22-4-16,0 0 15,0 0 1,0 0-16,0 0 16,0 0-16,0 0 15,0 0-15,21-4 16,-21 4-16,0 0 16,0 0-16,0 0 15,0 0-15,0 0 16,0 0-16,0 0 15,0 0-15,0 0 16,0 0-16,0 0 16,0 0-16,0 0 15,0 0 1,0 0-16,0 0 16,0 0-16</inkml:trace>
  <inkml:trace contextRef="#ctx0" brushRef="#br0" timeOffset="19226.05">20393 10344 0,'0'0'0,"0"0"16,0 0-16,0 0 15,0 0-15,0 10 16,2 3-16,15 110 15,-1 1 1,-4-35-16,-1-19 16,5 40-16,3 26 15,-2-17-15,-1-2 16,1 7-16,3 9 16,-2-2-16,0 0 15,0-9-15,0-6 16,3 4-16,1 4 15,-5-33-15,-1-21 16,6 40-16,6 22 16,-9-45-16,-3-18 15,-3-7 1,-1-11-16,0 16 16,5 4-16,-5-10 15,-2-8-15,-3-6 16,-1-6-1,-3-9-15,-1-5 16,-1-4-16,1-5 16,-2-3-16,2-2 15,-2-13-15,1 20 16,-1-20-16,2 17 16,-2-17-16,2 13 15,-2-13-15,0 0 16,0 0-16,2 12 15,-2-12-15,0 0 16,0 0-16,0 0 16</inkml:trace>
  <inkml:trace contextRef="#ctx0" brushRef="#br0" timeOffset="19788.68">21076 12978 0,'0'0'16,"0"0"-16,0 0 15,0 0-15,0 0 16,0 0-16,0 0 15,0 0-15,0 0 16,-13 33-16,0 2 16,-21 52-1,-2 0-15,23-56 16,1 0-16,-2-6 16,4-5-16,-2-5 15,12-15-15,-31 13 16,10-16-16,-21-16 15,2 1 1,11 1-16,8 3 16,21 14-16,-20-16 15,20 16-15,0 0 16,-19-17-16,19 17 16,-8-12-16,8 12 15,0 0-15,2-12 16,-2 12-16,26-5 15,2 16-15,1 1 16,4 14-16,4 11 16,-4-5-16,-1 3 15,-4-9 1,0 0-16,-3-6 16,-1 1-16,6 1 15,3 8-15</inkml:trace>
  <inkml:trace contextRef="#ctx0" brushRef="#br0" timeOffset="26430.43">22305 13476 0,'0'0'0,"0"0"16,0 0 0,0 0-1,0 0-15,0 0 16,0 0-16,0 0 15,0 0-15,0 0 16,0 0-16,0 0 16,0 0-1,0 0-15,0 0 16,0 0-16,0 0 16,0 0-16,0 0 15,0 0-15,0 0 16,0 0-16,0 0 15,0 0-15,0 0 16,0 0-16,0 0 16,0 0-16,0 0 15,0 0-15,0 0 16,0 0-16,0 0 16,0 0-1,0 0-15,35 0 16,0 0-16,41-4 15,0 0-15,-44 0 16,1 1-16,-2-3 16,4 1-1,6-8-15,7 0 16,1-6-16,7 1 16,2-7-16,4 0 15,-1-17-15,3-14 16,-1 1-16,4 4 15,-15 5-15,-3 9 16,-12 4-16,-7 8 16,-2-2-16,-8 7 15,-3-3-15,-2 2 16,-4-3-16,0 1 16,-3-12-1,1-6-15,-5-9 16,-4-6-16,-5 8 15,-4 9-15,-7 2 16,-6 6 0,-11 2-16,-6 3 15,0 2-15,1 5 16,-4 3-16,-4 3 16,-6 1-16,-6 4 15,-10 2-15,-4 4 16,2 0-16,2 6 15,13-4-15,14 4 16,-5-2-16,5 5 16,1-4-16,3 4 15,2-4-15,4 7 16,4-5 0,27-5-16,-31 9 15,31-9-15,0 0 16,-24 7-16,24-7 15,0 0-15,0 0 16,0 0-16,-22 9 16,22-9-1,0 0-15,0 0 16,0 0-16,0 0 16,0 0-16,0 0 15,38-9-15,-13 2 16</inkml:trace>
  <inkml:trace contextRef="#ctx0" brushRef="#br0" timeOffset="26868">22732 12149 0,'0'0'0,"0"0"16,0 0-16,0 0 15,0 0-15,0 0 16,0 0-16,0 0 16,0 0-1,0 0-15,0 0 16,-15 24-16,1 1 16,-3 13-16,-3 11 15,12-30-15,1 2 16,-2-5-16,1-2 15,-3 1-15,-1 2 16,-3-1-16,0 5 16,-1-5-16,1 1 15,15-17-15,-21 21 16,21-21-16,-17 12 16,17-12-1,0 0-15,0 0 16,-15 14-16,15-14 15,0 0-15,0 0 16,7 17 0,-7-17-16,39 23 15,-4-13-15,12 4 16,19-7-16,20-3 16</inkml:trace>
  <inkml:trace contextRef="#ctx0" brushRef="#br0" timeOffset="63006.83">22356 10420 0,'0'0'0,"0"0"0,0 0 0,0 0 16,0 0-1,0 0-15,0 0 16,0 0-16,0 0 0,0 0 16,0 0-16,4 37 15,0 3-15,9 59 16,-1 1-1,-8-73-15,0-1 16,4 6-16,0 8 16,5 33-16,0 1 15,-3-1-15,1 0 16,-2-20-16,-1-8 16,-3-6-16,1-4 15,0-1-15,1-1 16,-3 2-16,4 6 15,-3-6-15,3-1 16,-4-3 0,1-2-16,-2-5 15,2 1-15,-2-2 16,1-1-16,-3-5 16,2-3-16,-3-14 15,3 15 1,-3-15-16,0 0 15,2 13-15,-2-13 16,0 0-16,0 0 16,3 12-16,-3-12 15,0 0-15,0 0 16,3 13-16,-3-13 16,0 0-16,0 0 15,0 0-15,0 0 16,0 0-16,0 0 15,0 0-15,0 0 16,0 0 0,3 12-16,-3-12 15,0 0-15,0 0 16,0 0-16,0 0 16,0 0-16,0 0 15,0 0-15,0 0 16,0 0-1,0 0-15,0 0 16,0 0-16,0 0 16,0 0-16,0 0 15,0 0-15,0 0 16,0 0-16,0 0 16,0 0-16,0 0 15,0 0-15,0 0 16,0 0-16,0 0 15,0 0-15,0 0 16,0 0-16,0 0 16,0 0-1,0 0-15,19-12 16,-8-5-16</inkml:trace>
  <inkml:trace contextRef="#ctx0" brushRef="#br0" timeOffset="63553.77">22899 11426 0,'0'0'16,"0"0"-16,0 0 15,0 0-15,0 0 16,0 0-16,0 0 16,-18 5-16,18-5 15,-76 30-15,18-4 16,18-3-16,16 0 15,-8 4-15,4 4 16,1-1-16,6 6 16,0-10-1,7 2-15,0-6 16,1-1-16,2-2 16,3-3-16,-1-4 15,4 1-15,5-13 16,-8 16-1,8-16-15,0 0 16,0 0-16,-4 12 16,4-12-16,0 0 15,-9-13-15,9 13 16,-8-24-16,3 11 16,0 0-16,5 13 15,-6-15-15,6 15 16,0 0-16,0 0 15,-6-15-15,6 15 16,0 0-16,0 0 16,0 0-1,0 0-15,31 25 16,-14-10-16,-2 0 16,2 1-16,-5-3 15,4-2-15,-16-11 16,25 20-1</inkml:trace>
  <inkml:trace contextRef="#ctx0" brushRef="#br0" timeOffset="83659.88">4795 16098 0,'0'0'0,"0"0"16,0 0-16,0 0 16,0 0-16,0 0 15,0 0-15,0 0 16,0 0 0,0 0-16,0 0 15,0 0-15,0 0 16,49 0-16,3 0 15,113 4-15,1 0 16,-96-10-16,4 2 16,44 2-16,36 4 15,-20-7-15,0 4 16,45-5-16,29 6 16,-22-5-16,-4-1 15,30-2 1,23-1-16,-4 0 15,4 0-15,2-2 16,5 1-16,-5-5 16,3 1-16,2-6 15,4-1-15,4-4 16,7 2 0,-9-1-16,-2 1 15,-10 0-15,-6 2 16,-8 7-16,-6 6 15,-26 8-15,-17 12 16,-8-4-16,-9 5 16,-11-3-16,-8 2 15,-26-3-15,-19-1 16,-1-1-16,-7-2 16,-13-3-16,-8 3 15,-31-5-15,2 0 16,-34 0-1,32-2-15,-32 2 16,0 0-16,21 0 16,-21 0-16,0 0 15,0 0-15,0 0 16,22 0 0,-22 0-16,0 0 15,0 0-15,0 0 16,0 0-16,20-7 15,-20 7-15,0 0 16,0 0-16,0 0 16,0 0-16,0 0 15,0 0-15,0 0 16,0 0-16,0 0 16,0 0-16,0 0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0:56.4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22090 13050 0,'0'0'15,"0"0"-15,0 0 16,0 0-16,0 0 16,0 0-16,0 0 15,0 0 1,0 0-16,0 0 15,0 0-15,0 0 16,0 0-16,0 0 16,0 0-16,0 0 15,0 0-15,0 0 16,0 0 0,0 0-16,0 0 15,23 30-15,1 1 16,34 58-16,1-1 15,-32-53-15,0 3 16,-7-14-16,-1-6 16,-6-3-16,-13-15 15,21 21-15,-21-21 16,27 20-16,-27-20 16,35 19-16,-35-19 15,39 15-15,-14-10 16,11 5-1,13 0-15,58-48 16,2 4-16,56-82 16,39-50-16,-45 54 15,-14 24 1,17-33-16,10-7 16,-41 31-16,-22 20 15,-21 16-15,-21 17 16,-12 13-16,-14 16 15,-9 2-15,-8 8 16,-24 5-16,25-4 16,-25 4-16,0 0 15,24 0-15,-24 0 16,0 0-16,0 0 16</inkml:trace>
  <inkml:trace contextRef="#ctx0" brushRef="#br0" timeOffset="3046.64">16785 9786 0,'0'0'16,"0"0"-16,0 0 15,0 0-15,0 0 16,0 0-16,0 0 16,0 0-16,0 0 15,0 0 1,0 0-16,0 0 15,0 0-15,-25-15 16,3 2-16,-57-21 16,2 0-16,18 18 15,12 12-15,-5 1 16,0 8 0,-11 2-16,-7 11 15,-9-8-15,-7 0 16,15 1-16,12 1 15,-9-2-15,-2 3 16,-9 3-16,-4 10 16,14 8-16,7 16 15,11 4-15,12 10 16,2-9-16,6 0 16,1-10-16,7-2 15,-7 21-15,2 15 16,12 34-1,8 33-15,7-91 16,-1 1-16,11-5 16,9 4-16,7 21 15,9 21 1,-2-18-16,2-5 16,12-12-16,6-8 15,20-15-15,14-12 16,-3 0-16,4-3 15,15-2-15,14-4 16,-17-8-16,-7-1 16,-1-7-16,-3-4 15,-2-4-15,1-5 16,-7-16-16,1-7 16,6-29-16,2-15 15,-7-3 1,-2-4-16,-17 17 15,-10 12-15,5-19 16,3-7-16,-12-15 16,-2-13-16,-33 58 15,3 3 1,-10-1-16,-6 3 16,-19-28-16,-12-16 15,-5 11-15,-3 1 16,-12 11-16,-7 10 15,-34 11-15,-21 11 16,19 5-16,8 11 16,-17 3-16,-7 9 15,21 2-15,15 4 16,12 2-16,14 5 16,-8 0-16,2 3 15,4-1 1,8 2-16,2 2 15,3 3-15</inkml:trace>
  <inkml:trace contextRef="#ctx0" brushRef="#br0" timeOffset="4124.57">13761 9769 0,'0'0'0,"0"0"15,0 0 1,0-62-16,1 0 16,2-180-16,2 0 15</inkml:trace>
  <inkml:trace contextRef="#ctx0" brushRef="#br0" timeOffset="5749.44">13939 8097 0,'0'0'16,"0"0"-16,0 0 15,0 0-15,0 0 16,-4 41-16,-2 0 16,-12 141-16,1 2 15,12-126 1,2 2-16,-2 22 15,1 22-15,-1-3 16,5 6-16,0-36 16,8-20-16,-3 10 15,1-1 1,-2 14-16,6 12 16,-5-21-16,-1-3 15,-4-21-15,-1-9 16,-4-8-16,0-3 15,-1 0-15,1-1 16,-1-3-16,1-1 16,5-16-16,-9 21 15,9-21-15,0 0 16,0 0-16,-6 12 16</inkml:trace>
  <inkml:trace contextRef="#ctx0" brushRef="#br0" timeOffset="6468.02">14067 8003 0,'0'0'0,"0"0"16,0 0-16,0 0 15,0 0 1,0 0-16,0 0 16,0 0-16,0 0 15,0 0-15,0 0 16,0 0-16,0 0 15,-22 35-15,4 1 16,-52 72-16,0 0 16,43-58-16,-2 2 15,9-19-15,6-8 16,7-12-16,-1 1 16,8-14-16,-7 12 15,7-12 1,0 0-16,-4-12 15,4 0-15,16-40 16,-1 0-16,2 15 16,4 10-16,-8 6 15,-13 21 1,19-19-16,-19 19 16,10-14-16,-10 14 15,0 0-15,0 0 16,26-4-16,-16 16 15,7 53-15,0 0 16,7 20-16,5 15 16,-2-49-16,0-26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8:49.4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6004 8359 0,'0'0'0,"0"0"16,0 0-16,0 0 15,0 0-15,0 0 16,0 0-16,0 0 16,0 0-16,-24-22 15,3-2 1,-17-2-16,-8-4 16,24 18-16,0 0 15,22 12-15,-24-14 16,24 14-16,-22-10 15,22 10-15,0 0 16,-25-12-16,25 12 16,0 0-16,0 0 15,0 0-15,0 0 16,0 0-16,0 0 16,0 0-16,0 0 15,0 0 1,-21-7-16,21 7 15,0 0-15,0 0 16,0 0-16,58-7 16,-8 3-16,50-4 15,2 2 1,11-5-16,13 3 16,-1-17-16,7-6 15,-20 9-15,-9 7 16,-15-6-16,-8 3 15,-17 1-15,-12 6 16,-8 0-16,-8 2 16,-9 1-16,-26 8 15,33-6-15,-33 6 16,0 0-16,24-5 16,-24 5-16,0 0 15,0 0 1,0 0-16,0 0 15,0 0-15,0 0 16,21-4-16,-21 4 16,0 0-16,0 0 15,0 0 1,0 0-16,0 0 16</inkml:trace>
  <inkml:trace contextRef="#ctx0" brushRef="#br0" timeOffset="859.23">12087 7765 0,'0'0'16,"0"0"-16,0 0 15,0 0-15,0 0 16,0 0-16,0 0 16,0 0-16,0 0 15,42-14 1,3-1-16,100-7 15,1-1-15,-39 9 16,-24 9-16,48-11 16,25-5-16,-47 7 15,-25 6 1,-3-3-16,-9 5 16,-42 4-16,1-1 15,-31 3-15,29 0 16,-29 0-16,0 0 15,25 0-15,-25 0 16,0 0-16,25 3 16</inkml:trace>
  <inkml:trace contextRef="#ctx0" brushRef="#br0" timeOffset="1906.22">20534 8045 0,'0'0'0,"0"0"15,0 0-15,0 0 16,0 0-16,0 0 16,0 0-16,0 0 15,0 0 1,0 0-16,0 0 16,0 0-16,0 0 15,0 0-15,0 0 16,0 0-16,0 0 15,0 0-15,0 0 16,0 0-16,0 0 16,0 0-16,0 0 15,28-9-15,1 0 16,142-9-16,3-1 16,-58 11-16,-37 11 15,78-16 1,40-3-16,-58 6 15,-23 4-15,19-7 16,9 2-16,-36 3 16,-23 3-16,-10-2 15,-15 3 1,-29 2-16,2 0 16,-33 2-16,25-3 15,-25 3-15,0 0 16,24-4-16,-24 4 15,0 0-15,0 0 16,0 0-16,22 0 16,-22 0-16,0 0 15,0 0-15,0 0 16,0 0-16,0 0 16,0 0-1,0 0-15,0 0 16,0 0-16,0 0 15,0 0-15,0 0 16,0 0-16,0 0 16,0 0-16,0 0 15,0 0 1,12-12-16,-12 12 16,0 0-16,0 0 15,0 0-15,0 0 16,0 0-16,0 0 15,0 0-15,0 0 16,0 0-16,0 0 16,0 0-16,0 0 15,8 15-15,-8-15 16,-1 22-16,-1-6 16,-12 21-16,1 4 15</inkml:trace>
  <inkml:trace contextRef="#ctx0" brushRef="#br0" timeOffset="9610.85">15348 11314 0,'0'0'16,"0"0"-16,0 0 31,0 0-31,0 0 16,0 0-16,0 0 0,0 0 15,0 0-15,32-28 16,1 2-16,167-103 16,5 3-16,-103 72 15,0 1-15,72 7 16,49 11-16,-94 4 16,-46 8-1,44-5-15,16-2 16,-54 10-16,-27 5 15,-1 2-15,-6 2 16,-11 0-16,-6 5 16,-38 6-16,33-6 15</inkml:trace>
  <inkml:trace contextRef="#ctx0" brushRef="#br0" timeOffset="10048.28">15808 11322 0,'0'0'0,"0"0"16,0 0-1,0 0-15,0 0 16,0 0-16,0 0 15,0 0-15,0 0 16,12-2-16,-12 2 16,147-27-16,-10 2 15,26-25-15,16-16 16,-25 12-16,-7 7 16,-23 0-16,-15 5 15,-8 5-15,-10 6 16,-9 2-1,-5 8-15,-22 6 16,-17 12-16,-38 3 16,41-7-16,-41 7 15,25-2-15,-25 2 16,0 0 0,0 0-16,25 0 15,-25 0-15,0 0 16,0 0-16,0 0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1:40.5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19800 7765 0,'0'0'0,"0"0"0,0 0 0,0 0 16,0 0-16,0 0 15,0 0-15,6 16 16,3-1-16,26 79 15,1 1 1,-18-9-16,-8-1 16,-8 40-16,-7 26 15,-1-57-15,3-25 16,-19 18-16,-14 3 16,-7 30-16,-8 20 15,-18-42-15,-14-21 16,-16 4-16,-15-5 15,-7 20-15,-7 11 16,12-31-16,4-16 16,-5-14-16,-1-12 15,5-5-15,2-6 16,20 0 0,15 0-16,-13 6 15,-4 4-15,18 6 16,12 8-16,4-7 15,8 1 1,6-7-16,9-4 16,6-7-16,11-7 15,-2 0-15,6-5 16,15-11-16,-26 21 16,26-21-16,-25 18 15,25-18-15,-18 15 16,18-15-16,-16 13 15,16-13-15,0 0 16,-22 12-16,22-12 16,0 0-16,0 0 15,0 0 1,0 0-16,-5-56 16,10 4-16,0-15 15,3-8-15,-5 28 16,3 19-16,-5 10 15,3-1 1,-3 6-16,-1 13 16,3-16-16,-3 16 15,0 0-15,0 0 16,0 0-16,0 0 16,-3 30-16,-3 6 15,-5 16-15,0 16 16,0-20-16,2-5 15,-6 7-15,-2 3 16,-8 10-16,-4 9 16,3-16-16,3-5 15,4-18 1,9-9-16,4-12 16,0 0-16,6-12 15,0 0-15,0 0 16,24-12-16,42-21 15,1 1-15,-5 0 16,3 3 0,-10 1-16,-5 9 15</inkml:trace>
  <inkml:trace contextRef="#ctx0" brushRef="#br0" timeOffset="4405.96">21412 7097 0,'0'0'16,"0"0"-16,0 0 15,0 0-15,0 0 16,0 0-16,0 0 15,0 0-15,0 0 16,0 0-16,0 0 16,0 0-16,0 0 15,0 36-15,1 2 16,1 116 0,1 3-16,-6-114 15,3 3-15,0-8 16,3-1-16,-3-4 15,3 2 1,-3-19-16,0 1 16,0-17-16,0 16 15,0-16-15,0 0 16,0 0-16,0 0 16,-28-33-16,14 12 15,-7-17-15,-2-12 16,18-35-16,14-23 15,-2 32-15,5 17 16,2 4-16,7 12 16,-5 1-16,2 7 15,-7 8 1,2 11-16,-1 0 16,-12 16-16,50-7 15,-13 11-15,2 5 16,6 4-16,-9 36 15,-3 23-15,-9 23 16,-8 25 0,-10-66-16,3 2 15,-19-6-15,-10 0 16,-18 9-16,-13 9 16,4-8-16,1-2 15,-13-19-15,-7-12 16,-3-16-16,-2-11 15,22 0-15,14 0 16,8-6-16,27 6 16,-22-21-16,25 5 15,41-35-15,3 2 16</inkml:trace>
  <inkml:trace contextRef="#ctx0" brushRef="#br0" timeOffset="4937.14">22123 7482 0,'0'0'16,"0"0"-16,0 0 16,0 0-16,0 0 15,0 0-15,0 0 16,42-14 0,-1-1-16,111-26 15,0 0-15,-117 33 16,-1 1-16,-4-1 15,-2 1 1,-28 7-16,0 0 16,21 7-16,-21 12 15,-24 38-15,2 1 16,-11-8-16,-6-3 16,11-17-16,8-10 15,20-20-15,-21 18 16,21-18-16,0 0 15,-20 15-15,20-15 16,0 0-16,0 0 16,0 0-16,0 0 15,62-10 1,-2-1-16,39-2 16,27-1-16,-45 4 15,-20 4-15</inkml:trace>
  <inkml:trace contextRef="#ctx0" brushRef="#br0" timeOffset="5233.99">23319 6916 0,'0'0'16,"0"0"-16,0 0 16,0 0-16,0 0 15,0 0-15,0 0 16,0 0 0,0 0-16,7 43 15,-1 1-15,4 131 16,0 1-16,-7-108 15,1 3-15,1 11 16,4 14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9:20.6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21278 8545 0,'0'0'0,"0"0"15,0 0-15,0 0 16,0 0 0,0 0-16,0 0 15,0 0-15,0 0 16,25-23-16,0 2 16,192-96-16,-1 2 15,-43 46-15,-24 34 16,68-9-16,37 9 15,-31-11-15,-10-1 16,-21 10-16,-15 6 16,-15-1-16,-15 4 15,-30 10-15,-25 7 16,-21 8 0,-26 10-16,-23 0 15,1-2-15,-21 10 16,-7 10-16</inkml:trace>
  <inkml:trace contextRef="#ctx0" brushRef="#br0" timeOffset="390.95">21666 8758 0,'0'0'16,"0"0"-16,0 0 16,0 0-16,0 0 15,34-5-15,2 3 16,187-18 0,2-1-16,-64 3 15,-42 5-15,87-26 16,50-13-16,-49-4 15,-9-4-15,-25 10 16,-18 12-16,-32 3 16,-28 10-1,-45 10-15,2 3 16,-52 12-16,31-9 16,-31 9-16,0 0 15,0 0-15,0 0 16,-70-1-16,-4 4 15,-43 0-15,-23 1 16</inkml:trace>
  <inkml:trace contextRef="#ctx0" brushRef="#br0" timeOffset="5546.76">15459 11317 0,'0'0'16,"0"0"-16,0 0 16,0 0-16,0 0 15,0 0-15,0 0 16,25 3-16,4 0 15,112-3-15,0 3 16,-34-12-16,-18-3 16,27 4-16,14 7 15,-34-6-15,-16 1 16,-8-1-16,-6 3 16,-35 3-1,1-2-15,-32 3 16,24-2-16,-24 2 15,0 0-15,-29 2 16,4 2-16,-74 10 16,4 3-1</inkml:trace>
  <inkml:trace contextRef="#ctx0" brushRef="#br0" timeOffset="5906.02">15603 11555 0,'0'0'15,"0"0"-15,0 0 16,0 0-16,0 0 16,38-14-16,0-1 15,165-47-15,0 0 16,-137 46-16,-2-1 16,73-11-1,4 1-15,-36 10 16,-19 9-16,1-2 15,-9 5-15,-15 2 16,-11 3 0,-24 0-16,0 1 15,-28-1-15,24 2 16,-24-2-16,0 0 16,0 0-16,25 5 15,-25-5-15,0 0 16,0 0-16,0 0 15,0 0-15,0 0 16</inkml:trace>
  <inkml:trace contextRef="#ctx0" brushRef="#br0" timeOffset="12859">23551 6496 0,'0'0'0,"0"0"16,0 0-16,0 0 16,0 0-1,0 0-15,0 0 16,0 0-16,0 0 16,-11-18-16,3 1 15,-74-70-15,-1 1 16,-5 27-16,-1 22 15,-32 2-15,-21 8 16,8-1-16,0 0 16,17 20-16,13 14 15,4 3-15,10 5 16,-21 21 0,-9 21-16,0 14 15,-4 19-15,4-16 16,7 1-16,-26 15 15,-14 12-15,11 13 16,5 16 0,19-20-16,19-5 15,10-4-15,13 1 16,33-7-16,28 0 16,14 17-16,18 12 15,5-4-15,11 5 16,30-19-16,26-11 15,-1 20-15,11 10 16,14-21-16,16-8 16,42-33-16,39-26 15,-23 21-15,0 10 16,12-24 0,11-12-16,-50-18 15,-28-14-15,34-14 16,15-10-16,-10-12 15,-3-9-15,2-15 16,-2-12-16,-27-54 16,-16-40-1,-13 43-15,-15 14 16,-12-20-16,-13-8 16,-29-26-16,-22-19 15,1 55-15,-3 32 16,-10-54-16,-6-22 15,-13 43-15,-6 25 16,-14-4-16,-11 7 16,-12-22-16,-8-10 15,-2 36-15,-3 24 16,-11 18 0,-5 23-16,24 0 15,18 10-15,7 7 16,33 14-16,-33-9 15,33 9-15,-27-3 16,27 3-16,0 0 16,-24-3-1,24 3-15,0 0 16,0 0-16,0 0 16,0 0-16,0 0 15</inkml:trace>
  <inkml:trace contextRef="#ctx0" brushRef="#br0" timeOffset="13563.86">19687 8228 0,'0'0'0,"0"0"16,0 0-1,0 0-15,0 0 16,0 0-16,0 0 0,0 0 16,0 0-16,0 0 15,0 0 1,-24-6-16,1 0 16,-14-4-16,-6 1 15,43 9-15,-30-11 16,30 11-16,-21-3 15,21 3-15,0 0 16,0 0-16,0 0 16,3-20-16,15 5 15,93-59-15,2 1 16,13 7-16,9 8 16,-5 14-16,2 14 15,-27-5 1,-16 6-16,-2 8 15,-7 11-15,-17 4 16,-10 7-16,-30-1 16,2 3-16,-25-3 15,0 0 1</inkml:trace>
  <inkml:trace contextRef="#ctx0" brushRef="#br0" timeOffset="14485.89">19233 8437 0,'0'0'16,"0"0"-16,0 0 15,0 0 1,0 0-16,0 0 15,0 0-15,18-15 16,2 2-16,120-58 16,2 3-16,-27 36 15,-18 27-15,26-26 16,10-6 0,-22 14-16,-8 10 15,-14-1-15,-8 3 16,-21 1-16,-16 6 15,-19 0-15,0 1 16,-25 3-16,0 0 16,28-3-16,-28 3 15,0 0-15,21 0 16,-21 0-16,0 0 16,0 0-16,0 0 15,0 0-15,0 0 16,0 0-1,0 0-15,0 0 16,0 0-16,22 0 16,-22 0-16,0 0 15,0 0 1,0 0-16,0 0 16,0 0-16,0 0 15,0 0-15,0 0 16,0 0-16,0 0 15,0 0-15,0 0 16,0 0-16,0 0 16,0 0-16,0 0 15,0 0-15,22 3 16,-22-3-16,0 0 16,0 0-16,0 0 15,0 0 1,0 0-16,0 0 15,0 0-15,0 0 16,0 0-16,0 0 16,0 0-16,0 0 15,0 0 1,0 0-16,0 0 16,0 0-16,0 0 15,0 0-15,0 0 16,0 0-16,0 0 15,0 0-15,0 0 16,0 0-16,0 0 16,0 0-16,0 0 15,0 0-15,0 0 16,0 0-16,0 0 16,0 0-16,0 0 15</inkml:trace>
  <inkml:trace contextRef="#ctx0" brushRef="#br0" timeOffset="15564.02">15669 10936 0,'0'0'0,"0"0"16,0 0 0,0 0-16,0 0 15,0 0-15,0 0 16,0 0-16,0 0 15,21 1-15,2 1 16,131 1-16,0 1 16,-20-8-16,-11-5 15,7 5-15,4 6 16,-26-4-16,-17-1 16,0 2-16,-3 1 15,-30 1 1,-14 6-16,-19-3 15,-1 2-15,-24-6 16,23 6-16,-23-6 16,0 0-16,-66 65 15,2-9 1</inkml:trace>
  <inkml:trace contextRef="#ctx0" brushRef="#br0" timeOffset="15954.95">15859 11317 0,'0'0'16,"0"0"-16,0 0 16,0 0-16,0 0 15,0 0-15,0 0 16,0 0-16,0 0 16,0 0-16,0 0 15,17-6 1,-17 6-16,152-39 15,-17 6-15,-31 14 16,-19 16-16,19-16 16,10 0-16,-25 9 15,-10 5 1,-12 1-16,-6 8 16,-29-1-16,1 1 15,-33-4-15,33 10 16,-33-10-16,22 8 15,-22-8-15,0 0 16,0 0-16,22 10 16,-22-10-16,0 0 15,0 0-15,0 0 16</inkml:trace>
  <inkml:trace contextRef="#ctx0" brushRef="#br0" timeOffset="16814.12">5677 8172 0,'0'0'15,"0"0"-15,0 0 16,0 0-16,0 0 15,0 0-15,0 0 16,0 0-16,0 0 16,0 0-16,0 0 15,57-26-15,1-1 16,163-72-16,3 0 16,-148 66-16,2-1 15,54-13 1,38-7-16,-69 37 15,-30 26-15,6-11 16,-8 6-16,-9 0 16,-8 4-16,-5 19 15,-8 15 1</inkml:trace>
  <inkml:trace contextRef="#ctx0" brushRef="#br0" timeOffset="17173.66">6063 8386 0,'0'0'0,"0"0"16,0 0-16,0 0 15,0 0-15,19-2 16,-19 2-16,188-27 16,-18 2-16,-32-4 15,-23 1 1,26 0-16,13 3 16,-45 3-16,-22 5 15,-15 1-15,-15 5 16,-31 3-16,3 0 15,-29 8-15,26-6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2:03.3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5479 8269 0,'0'0'15,"0"0"-15,0 0 16,0 0-16,0 0 16,0 0-16,0 0 15,0 0-15,0 0 16,0 0-16,0 0 15,21-5-15,-21 5 16,108-14 0,-18 3-16,-3 3 15,3 5-15,6 0 16,4 3-16,-12-4 16,-3 2-16,-2-3 15,-3 5 1,-17-1-16,-10-3 15,0 3-15,-2 1 16,-6-2-16,-2 2 16,-15-2-16,-28 2 15,26 2-15,-26-2 16</inkml:trace>
  <inkml:trace contextRef="#ctx0" brushRef="#br0" timeOffset="390.77">5888 8607 0,'0'0'16,"0"0"-16,0 0 16,0 0-16,0 0 15,21 0-15,3 0 16,67-8-16,0 2 16,-8-6-16,0-3 15,5-6-15,3-4 16,-12 6-16,-4 6 15,1-6-15,2 0 16,-20 4-16,-11 5 16,-8 0-1,-8 4-15,-5 0 16,-3 1-16</inkml:trace>
  <inkml:trace contextRef="#ctx0" brushRef="#br0" timeOffset="1999.93">19605 8228 0,'0'0'15,"0"0"-15,0 0 16,0 0-16,0 0 16,0 0-16,0 0 15,0 0-15,0 0 16,0 0-16,0 0 16,0 0-16,0 0 15,0 0-15,0 0 16,0 0-16,0 0 15,0 0-15,0 0 16,16-12-16,-16 12 16,116-47-1,-17 9-15,-13 16 16,-8 12-16,18-9 16,10 2-16,-11-1 15,1 0 1,-18 5-16,-10 5 15,-15-1-15,-13 7 16,-11-3-16,-8 5 16,-21 0-16,0 0 15,0 0-15,0 0 16</inkml:trace>
  <inkml:trace contextRef="#ctx0" brushRef="#br0" timeOffset="2375.1">19739 8361 0,'0'0'0,"0"0"16,0 0-16,0 0 15,0 0 1,0 0-16,0 0 15,20-2-15,1 0 16,74-11-16,2 4 16,-12-6-16,-5 2 15,14-4-15,10 3 16,-18 0-16,-7 2 16,-18 1-16,-12 5 15,-6-2-15,-6 4 16,-9-3-16,-5 6 15,-23 1-15,24-5 16,-24 5 0,0 0-16,0 0 15,25-4-15</inkml:trace>
  <inkml:trace contextRef="#ctx0" brushRef="#br0" timeOffset="4344.2">3108 7765 0,'0'0'0,"0"0"0,0 0 16,0 0 0,0 0-16,0 0 15,0 0-15,0 0 16,0 0-16,0 0 16,0 0-16,0 0 15,0 0 1,20 36-16,-1-1 15,41 51-15,1 1 16,-16-37-16,-7-21 16,8 4-16,7-4 15,-1 0-15,4 0 16,-7 1-16,1-3 16,-9-2-16,-3 3 15,-7-3-15,-1 1 16,-8-5-16,-3-2 15,-3-3-15,-1-1 16</inkml:trace>
  <inkml:trace contextRef="#ctx0" brushRef="#br0" timeOffset="4734.87">3726 7660 0,'0'0'16,"0"0"-16,0 0 16,0 0-16,0 0 15,0 0-15,0 0 16,0 0-16,0 0 15,0 0-15,0 0 16,-16 19 0,1 1-16,-40 76 15,1 1-15,12-21 16,13-12-16,-9-4 16,-2-2-16,9-6 15,4-3 1,1-5-16,1-2 15,3-10-15,6-1 16,1-9-16,3 0 16,3-3-16,2-3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9:43.8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6285 6740 0,'0'0'0,"0"0"16,0 0-16,0 0 15,0 0 1,-32 2-16,1 0 16,-84 31-16,4 3 15,20 15-15,14 17 16,-17-12-16,-7 2 15,13 17-15,11 15 16,16 37-16,14 32 16,5-62-16,9-29 15,1 54-15,9 27 16,18-46-16,18-18 16,5 0-16,12-4 15,31 20 1,26 17-16,-17-42 15,1-20-15,31-17 16,23-16-16,-8 2 16,5-3-16,19-34 15,15-20 1,-32-27-16,-16-17 16,4-9-16,-3-8 15,-11 4-15,-6 2 16,-26-23-16,-17-12 15,-13 25-15,-10 13 16,-5-31-16,-2-10 16,-14-9-16,-10-7 15,-11 26-15,-4 15 16,-13-22-16,-8-9 16,8 53-16,3 35 15,-31-4 1,-18 13-16,1-11 15,-1-3-15,-12 18 16,-4 16-16,-9 21 16,-3 20-16,15-15 15,7-2 1,-4 7-16,-1 3 16,18-2-16,12 6 15,4 7-15,8 10 16,5-2-16,7 4 15,9-9-15,13-3 16,3-2-16,10-2 16,4-5-16,9 2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2:18.4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16936 9786 0,'0'0'15,"0"0"-15,0 0 16,0 0-16,0 0 16,0 0-16,0 0 15,0 0-15,0 0 16,0 0-16,0 0 16,-24-19-16,3 2 15,-46-36-15,1-1 16,5 19-16,5 14 15,-15 2 1,-8 11-16,4-4 16,4 2-16,-22 14 15,-13 10-15,-5 11 16,-10 14-16,15-8 16,10 2-1,1-2-15,8 0 16,-1 12-16,6 10 15,-1 22-15,2 23 16,10-28-16,8-8 16,3 6-16,8 3 15,8 1-15,11 5 16,8-5-16,13 0 16,5-13-16,12-10 15,8 7-15,9 1 16,6 28-16,5 22 15,14-7 1,14 7-16,11-35 16,11-26-16,2 10 15,7 0-15,20 2 16,14 2-16,-15-31 16,-4-16-16,4-10 15,1-4 1,-7-8-16,-5-3 15,-4-9-15,-2-2 16,-6-1-16,-5-2 16,-1-2-16,0-1 15,-1-17-15,-1-7 16,-17-24-16,-8-14 16,-14 28-16,-11 12 15,-2-14-15,-3-8 16,-6-35-16,-3-20 15,-7 35-15,-1 19 16,-8 17 0,-2 21-16,-9-26 15,-3-6-15,-16-21 16,-11-15-16,-1 23 16,0 16-16,-4 13 15,1 19 1,4 6-16,5 12 15,-2-1-15,4 6 16,-7-5-16,-3 5 16,-5-1-16,-3 3 15,2 2-15,3 2 16,8 4-16,7 4 16,2 0-16,7 4 15,-2 11-15,5 10 16</inkml:trace>
  <inkml:trace contextRef="#ctx0" brushRef="#br0" timeOffset="11155.34">21236 7143 0,'0'0'15,"0"0"-15,0 0 16,0 0-16,0 0 16,0 0-16,0 0 15,6 28-15,2-2 16,15 98-16,2 0 16,-15-63-16,1 0 15,-3 18-15,-2 14 16,2 4-1,6 13-15,-11-63 16,2 3-16,-4-28 16,1 1-16,-2-8 15,0-3-15,0-12 16,0 12-16,0-12 16,0 0-1,-10-30-15,5 3 16,-15-53-16,2 5 15,2 7-15,2 9 16</inkml:trace>
  <inkml:trace contextRef="#ctx0" brushRef="#br0" timeOffset="11577.35">21058 7335 0,'0'0'16,"0"0"-16,0 0 16,0 0-16,0 0 15,0 0-15,0 0 16,0 0-16,0 0 15,0 0 1,0 0-16,22-28 16,1 0-16,71-27 15,3-1-15,-33 29 16,-20 21 0,13-2-16,4 6 15,-8-2-15,-4 4 16,-1 24-16,1 24 15,-7 24-15,-4 26 16,-6-37-16,-6-9 16,-10-8-16,-7-6 15,-7 4-15,-5-1 16,-14 15-16,-8 10 16,-40 9-16,-27 9 15,-7-16-15,-13-5 16,5-24-16,-2-12 15,33-6 1,21-8-16,24-10 16,1 1-16,30-4 15,-31 0-15,31 0 16,0 0-16</inkml:trace>
  <inkml:trace contextRef="#ctx0" brushRef="#br0" timeOffset="12158.28">22472 7581 0,'0'0'0,"0"0"16,0 0 0,0 0-16,0 0 15,0 0-15,0 0 16,0 0 0,0 0-16,0 0 15,0 0-15,0 0 16,0 0-16,37-14 15,-1 0-15,52-18 16,1 1 0,-59 23-16,1 2 15,-31 6-15,25 10 16,-25-10-16,0 26 16,-17-6-16,3 4 15,-13-5-15,-6 6 16,0-4-16,-1-1 15,0-3-15,5 2 16,5-7-16,24-12 16,-21 14-16,21-14 15,0 0-15,0 0 16,41 15 0,1-11-16,55-6 15,2 0-15,-31-5 16,-18 2-16,-9 1 15,-10 4 1,2-5-16,3 4 16,-11-4-16,-3 3 15</inkml:trace>
  <inkml:trace contextRef="#ctx0" brushRef="#br0" timeOffset="12454.99">23775 6868 0,'0'0'0,"0"0"15,0 0-15,0 0 16,0 0-16,0 0 15,0 0-15,2 39 16,-1 3 0,1 87-16,1 4 15,0-20-15,3-13 16,1 0-16,1-5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9:53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16162 10929 0,'0'0'16,"0"0"-16,0 0 15,0 0-15,0 0 16,0 0-16,0 0 16,0 0-16,0 0 15,0 0-15,0 0 16,0 0-16,0 0 16,0 0-16,0 0 15,0 0 1,0 0-16,0 0 15,0 0-15,0 0 16,0 0-16</inkml:trace>
  <inkml:trace contextRef="#ctx0" brushRef="#br0" timeOffset="968.75">6452 8171 0,'0'0'16,"0"0"-16,0 0 16,0 0-16,0 0 15,0 0 1,0 0-16,0 0 15,0 0-15,0 0 16,0 0-16,0 0 16,0 0-16,10 25 15,-1 0-15,16 47 16,2 2 0,-17-57-16,0 2 15,-10-19-15,44 6 16,44-48-16,0 3 15,30-44-15,20-24 16,-17 12-16,-4-1 16,-22 14-16,-16 7 15,-20 21-15,-15 21 16,-3-4-16,-4 6 16,-10 9-16,-5 11 15,-22 11-15,0 0 16</inkml:trace>
  <inkml:trace contextRef="#ctx0" brushRef="#br0" timeOffset="1703.38">16700 9862 0,'0'0'16,"-4"-6"-16,4 6 15,0 12-15,6 5 16,39 86-16,1 1 16,-13-38-16,-6-25 15,1 0 1,2-3-16,3 5 15,7 5-15,-4-3 16,4 2-16,-3-14 16,5-8-16,20-33 15,13-23-15,19-10 16,21-11 0,14-20-16,20-13 15,-13-37-15,4-28 16,-27 56-16,-14 25 15,11-19-15,4-3 16,-31 29-16,-17 19 16,-36 22-16,1 2 15,-13 8-15,-18 11 16,0 0-16,28-16 16,-28 16-16,0 0 15</inkml:trace>
  <inkml:trace contextRef="#ctx0" brushRef="#br0" timeOffset="2344.6">20078 6418 0,'0'0'0,"0"0"0,0 0 16,0 0-1,0 0-15,0 0 16,0 0-16,0 0 16,0 0-16,0 0 15,0 0-15,0 0 16,0 0 0,31 26-16,2 1 15,89 2-15,2 0 16,-12-47-16,-7-30 15,57-34-15,38-34 16,-41 37-16,-13 14 16,37-34-16,22-14 15,-46 16-15,-22 6 16,-30 26-16,-27 23 16,-17 5-16,-16 13 15,-25 12-15,1 1 16,-23 11-1,24-8-15,-24 8 16,0 0-16,0 0 16,0 0-16,0 0 15,0 0-15,0 0 16,0 0 0,0 0-16,0 0 15,0 0-15,0 0 16,0 0-16,0 0 15</inkml:trace>
  <inkml:trace contextRef="#ctx0" brushRef="#br0" timeOffset="9578.15">20395 6604 0,'0'0'0,"0"0"15,0 0-15,0 0 16,0 0 0,-13-9-16,13 9 15,-80-39-15,13 8 16,10 8-16,11 11 15,-37-3-15,-19 5 16,14 6-16,4 10 16,15-6-16,11 4 15,-13 9-15,-4 7 16,10-3-16,9 3 16,-7 11-16,2 13 15,-11 34-15,-8 32 16,17-31-1,12-6-15,8 23 16,10 20-16,5 12 16,8 19-16,3-39 15,8-18 1,10 26-16,11 12 16,13-28-16,14-15 15,11 5-15,13 3 16,0 15-16,7 10 15,1-34-15,-1-13 16,10-26-16,5-17 16,-10-4-16,-5-5 15,25-5-15,21-2 16,-15-13-16,-4-10 16,2-11-16,0-10 15,-3-27 1,1-20-16,-8-5 15,-4-10-15,-3 1 16,1-2-16,-12-28 16,-5-14-16,-18 2 15,-13 3 1,-13 9-16,-11 6 16,-13 17-16,-7 18 15,-5-11-15,-2 3 16,-9-23-16,-5-7 15,-5 46-15,-4 30 16,3 1-16,2 12 16,-4-4-16,2 6 15,1 2-15,2 8 16,7 3-16,26 16 16,-38-21-16,38 21 15,-30-14 1,30 14-16,0 0 15,0 0-15,0 0 16,-22-4-16,22 4 16,0 0-16,0 0 15,0 0-15,0 0 16,0 0 0,0 0-16,0 0 15,0 0-15,0 0 16</inkml:trace>
  <inkml:trace contextRef="#ctx0" brushRef="#br0" timeOffset="11155.88">14755 5292 0,'0'0'0,"0"0"16,0 0-16,0 0 15,0 0 1,0 0-16,0 0 16,-2 32-16,-2 1 15,3 41-15,1 3 16,6-14-16,8-4 15,-3-10-15,5-5 16,-4-12-16,1-6 16,-6-14-16,2 3 15,-9-15-15,0 0 16,41-19-16,-12-5 16,45-62-16,3 2 15,16-30 1,15-17-16,-20 24 15,-5 13-15,-8 9 16,-6 16-16,21-14 16,10-3-16,-26 18 15,-11 14-15,-18 14 16,-15 19 0,-16 9-16,-14 12 15,27-18-15,-27 18 16,0 0-16,0 0 15,22-13-15,-22 13 16,0 0-16,0 0 16</inkml:trace>
  <inkml:trace contextRef="#ctx0" brushRef="#br0" timeOffset="11990.41">10065 5078 0,'0'0'15,"0"0"-15,0 0 16,0 0-1,0 0-15,0 0 16,0 0-16,0 0 16,0 0-16,0 0 15,0 0 1,8 35-16,-3 2 16,22 83-16,2 0 15,-13-87-15,0 3 16,5-11-16,1-4 15,1-2-15,5 0 16,1-4-16,3 1 16,2-1-16,6-1 15,37-28-15,2-1 16,31-61-16,24-42 16,-1-4-1,8-16-15,17-25 16,15-14-16,-22 24 15,-8 12-15,-4 3 16,1 8-16,-10 20 16,-3 21-1,-62 59-15,-1 4 16,-35 16-16,0 0 16,-29 10-16,29-6 15,-29 6-15,0 0 16,24-5-16,-24 5 15</inkml:trace>
  <inkml:trace contextRef="#ctx0" brushRef="#br0" timeOffset="14537.03">18698 8125 0,'0'0'16,"0"0"-16,0 0 16,0 0-16,0 0 15,0 0-15,0 0 16,0 0-16,0 0 16,39-14-1,-1 0-15,128-38 16,2 0-16,-63 25 15,-39 19-15,58-23 16,27-6-16,-19 10 16,1 8-1,-11 3-15,-5 3 16,-4 1-16,-2 4 16,-20 1-16,-12 5 15,-9-2-15,-10 4 16,-5-1-16,-7 2 15,-16-1-15,-10 4 16,-22-4-16,25 2 16,-25-2-16,0 0 15,0 0-15,0 0 16</inkml:trace>
  <inkml:trace contextRef="#ctx0" brushRef="#br0" timeOffset="15787.11">18819 8572 0,'0'0'16,"0"0"-16,0 0 15,0 0-15,0 0 16,25-12-16,2-1 16,167-65-16,4-1 15,-73 27 1,-43 20-16,96-31 15,49-8-15,-81 45 16,-38 26-16,23-12 16,4 3-1,-32 3-15,-18 6 16,-10-2-16,-12 2 16,-35 0-16,2 0 15,-30 0-15,23 0 16,-23 0-16,0 0 15,0 0-15,20 0 16,-20 0-16,0 0 16,0 0-16,0 0 15,0 0-15,0 0 16,0 0-16,0 0 16,21 4-1,-21-4-15,0 0 16,0 0-16,0 0 15,0 0-15,0 0 16,0 0-16,0 0 16,0 0-1,0 0-15,0 0 16,0 0-16,0 0 16,0 0-16,0 0 15,0 0-15,0 0 16,0 0-16,0 0 15,0 0-15,0 0 16,0 0-16,0 0 16,0 0-16,21 10 15,-21-10-15,0 0 16,0 0-16,0 0 16,0 0-1,0 0-15,0 0 16,0 0-16,0 0 15,0 0-15,0 0 16,0 0-16,0 0 16,0 0-16,0 0 15,0 0 1,0 0-16,0 0 16,0 0-16,0 0 15,0 0-15,0 0 16,0 0-16,0 0 15,0 0-15,0 0 16,0 0-16,0 0 16,0 0-16,0 0 15,0 0-15,0 0 16,0 0-16,0 0 16,0 0-16,0 0 15,0 0 1,0 0-16,0 0 15,0 0-15,0 0 16,0 0-16,0 0 16,0 0-1,0 0-15,0 0 16,0 0-16,0 0 16,0 0-16,0 0 15,0 0-15,0 0 16,0 0-16,0 0 15,0 0-15,0 0 16,0 0-16,0 0 16,0 0-16,0 0 15,0 0-15,0 0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10T06:12:44.9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11821 7271 0,'0'0'16,"0"0"-16,0 0 15,0 0-15,0 0 16,0 0-16,0 0 15,0 0-15,0 0 16,0 0 0,0 0-16,0 0 15,0 0-15,0 0 16,0 0-16,39 12 16,-2 1-16,95 24 15,0 2-15,-34-18 16,-16-10-1,49 13-15,28 12 16,-11-26-16,5-8 16,23-8-16,17-7 15,8-5-15,15-7 16,-13-3-16,-4 2 16,10-1-16,4 2 15,0-1-15,6 0 16,5 3-16,4 4 15,7 4-15,6 5 16,-1 6-16,1 8 16,-16 2-1,-7 5-15,-33-3 16,-20 4-16,-22-2 16,-18 3-16,-18-5 15,-16 0 1,-11-2-16,-11 1 15,-16-6-15,-14 3 16,-6-4-16,-8 3 16,-2-3-16,-23 0 15,35 2-15,-35-2 16,21 2-16,-21-2 16,0 0-16,0 0 15,24 0-15,-24 0 16,0 0-16,0 0 15,0 0-15,0 0 16,0 0 0,0 0-16,0 0 15,0 0-15,21-8 16,-21 8-16,0 0 16,0 0-16,0 0 15,0 0 1,0 0-16,0 0 15,0 0-15,0 0 16,0 0-16,0 0 16,0 0-16,0 0 15,0 0-15,0 0 16,10-12-16,-10 12 16,0 0-16,0 0 15,0 0-15,0 0 16,0 0-16,0 0 15,0 0-15,0 0 16,0 0 0,0 0-16,0 0 15,0 0-15,0 0 16,0 0-16,0 0 16,0 0-16,0 0 15,0 0-15,0 0 16,0 0-1,0 0-15,0 0 16,0 0-16,0 0 16,0 0-16,0 0 15,0 0-15,0 0 16,0 0-16,0 0 16,0 0-16,0 0 15,0 0-15,0 0 16,0 0-16,0 0 15,0 0-15,0 0 16,0 0-16,0 0 16,0 0-1,0 0-15,0 0 16,0 0-16,0 0 16,0 0-16,0 0 15,0 0 1,0 0-16,0 0 15,0 0-15,0 0 16,0 0-16,0 0 16,0 0-16,0 0 15,0 0-15,0 0 16,0 0-16,0 0 16,0 0-16,0 0 15,0 0-15,0 0 31,0 0-31,0 0 0,0 0 0,0 0 16,0 0 0,0 0-16,0 0 15,0 0-15,0 0 16,0 0-16,0 0 16,0 0-16,0 0 15,0 0-15,0 0 16,0 0-1,0 0-15,0 0 16,0 0-16,0 0 16,0 0-16,0 0 15,0 0-15,0 0 16,0 0-16,0 0 16,0 0-16,0 0 15,0 0-15,0 0 16,0 0-16,0 0 15,0 0-15,0 0 16,0 0 0,0 0-16,0 0 15,0 0-15,0 0 16,0 0-16,0 0 16,0 0-16,0 0 15,0 0-15,0 0 16,0 0-1,0 0-15,0 0 16,0 0-16,0 0 16,0 0-16,0 0 15,0 0-15,0 0 32,0 0-32,0 0 15,0 0-15,0 0 16,0 0-16,0 0 15,0 0-15,0 0 0,0 0 0,0 0 32,0 0-32,0 0 0,0 0 15,0 0-15,0 0 16,0 0-16,0 0 16,0 0-16,0 0 15,0 0 1,0 0-16,0 0 15,0 0-15,0 0 16,0 0-16,0 0 16,0 0-16,0 0 15,0 0-15,0 0 16,0 0-16,0 0 16,0 0-16,0 0 15,0 0-15,0 0 16,0 0-16,0 0 15,0 0-15,0 0 16,10-14 0,-10 14-16</inkml:trace>
  <inkml:trace contextRef="#ctx0" brushRef="#br0" timeOffset="3343.16">19193 7490 0,'0'0'16,"0"0"-16,0 0 15,0 0-15,0 0 16,0 0-16,0 0 16,62-6-16,1 2 15,184-19-15,1 1 16,-73 5-16,-46 7 15,93-3-15,46 3 16,-22 27-16,2 20 16,-14-15-1,-10 3-15,-50 1 16,-37 0-16,-23-7 16,-26-2-16,-20-8 15,-21 2 1,-22-7-16,2 2 15,-27-6-15,0 0 16</inkml:trace>
  <inkml:trace contextRef="#ctx0" brushRef="#br0" timeOffset="4952.62">3544 8675 0,'0'0'16,"0"0"-16,0 0 15,0 0-15,0 0 16,0 0-16,0 0 15,0 0-15,0 0 16,32 2-16,1 0 16,121 9-1,-1 2-15,-41-6 16,-28 4-16,58-1 16,32 4-16,-25-6 15,-4 2 1,47-6-16,30-2 15,-29-2-15,-5 1 16,22-2-16,17 1 16,-3-5-16,5 4 15,6-4-15,8 5 16,-4-2-16,3-1 16,8 3-16,7 5 15,-5 0-15,3 1 16,-7-3-16,-2 4 15,9-4-15,3 4 16,10-3 0,13 3-16,-3-3 15,9 2-15,-10-2 16,2 1-16,1-2 16,6 1-16,-4 1 15,3-1 1,-20 5-16,-7 7 15,3-1-15,0 8 16,9-4-16,1 2 16,-15-5-16,-10 2 15,-17-8-15,-12-7 16,-16-6-16,-14-7 16,-2 3-16,-8 0 15,-14-3-15,-7 2 16,-9 0-16,-5 2 15,-11-3-15,-8 5 16,-24-2 0,-19 3-16,-14 0 15,-19 0-15,-9-1 16,-8 4-16,-4-2 16,-4 2-16,-22 0 15,25 0-15,-25 0 16,0 0-1,21 0-15,-21 0 16,0 0-16,0 0 16,23 0-16,-23 0 15,0 0-15,0 0 16,0 0-16,0 0 16,0 0-16,0 0 15,0 0-15,0 0 16,0 0-16,0 0 15,0 0-15,0 0 16,20-12-16,-20 12 16,0 0-1,0 0-15,0 0 16,0 0-16,0 0 16,0 0-16,0 0 15,0 0 1,0 0-16,0 0 15,0 0-15,0 0 16,0 0-16,0 0 16,0 0-16,0 0 15,0 0-15,0 0 16,0 0-16,27 2 16,-27-2-16,27 4 15,-27-4-15,36 3 16</inkml:trace>
  <inkml:trace contextRef="#ctx0" brushRef="#br0" timeOffset="38233.21">19357 14008 0,'0'0'0,"0"0"0,0 0 0,0 0 16,0 0-16,3 17 16,2-2-1,18 106-15,1-2 16,-10-9-16,-6-3 15,-1 24-15,-2 13 16,0-26-16,3-12 16,-3 10-16,1 4 15,0-7-15,1-1 16,-4-30-16,-2-15 16,1 3-16,0 3 15,-4-26-15,2-14 16,0-19-16,0 3 15,0-17 1,0 0-16</inkml:trace>
  <inkml:trace contextRef="#ctx0" brushRef="#br0" timeOffset="39295.53">19203 13993 0,'0'0'15,"0"0"-15,0 0 16,0 0-16,0 0 15,0 0 1,0 0-16,0 0 16,0 0-16,43 3 15,1-2-15,211 0 16,0 2-16,-55-1 16,-35 1-1,50-1-15,24-1 16,-13-1-16,2 2 15,4-2-15,3 3 16,-7-3-16,-4 0 16,-9 0-16,-6 0 15,-35 0-15,-26 1 16,-9-1-16,-15 0 16,-31 0-16,-24 0 15,-11 0-15,-13 3 16,-10-3-16,-8 3 15,-3 1 1,-1 1-16,-1 5 16,-3 5-16,1 18 15,2 15-15,-3 13 16,3 18-16,-10-12 16,-4-4-1,-6 18-15,-2 13 16,-2 23-16,2 22 15,-1-42-15,-1-21 16,0 23-16,2 11 16,4-13-16,5 0 15,1-14-15,4-9 16,2 13-16,4 6 16,-2-14-16,2-7 15,-8-23-15,-4-19 16,-5-11-16,2-1 15,-5-18 1,3 19-16,-21-7 16,1 2-16,-81 5 15,-2 0-15,-28 3 16,-18 1-16,-13-17 16,-12-6-1,-27-1-15,-21-4 16,18 0-16,9-1 15,-15 1-15,-4 3 16,21-3-16,16 1 16,-3 1-16,5 0 15,5 0-15,5-2 16,-2 1-16,2 0 16,5-1-16,7 4 15,15-5-15,15 6 16,19-3-16,20 1 15,11-4 1,16 2-16,23-3 16,1 1-16,8 0 15,22 6-15,-33-11 16,33 11-16,-34-16 16,34 16-1</inkml:trace>
  <inkml:trace contextRef="#ctx0" brushRef="#br0" timeOffset="40884">13164 13268 0,'0'0'16,"0"0"-16,0 0 31,0 0-31,0 0 15,0 0-15,0 0 16,0 0-16,0 0 16,0 0-16,0 0 15,8 59-15,2 1 16,16 136-16,1 3 16,-22-154-16,3 3 15,-5-5-15,5 3 16,-3-2-16,2 3 15,-4-14-15,0-3 16,-3-30-16,2 22 16,-2-22-16,0 0 15,-2-15 1,0 1-16,-2-22 16,-1 1-16,-10-78 15,-1-1-15,0 9 16,1 5-16,6 51 15,-1 1-15,0-11 16,1-6 0,-4-1-16,3 0 15,9 11-15,7 6 16,7 9-16,8 6 16,6 3-16,7 8 15,7-2-15,8 4 16,8 3-16,9 9 15,-20 9-15,-7 9 16,-17 16-16,-10 17 16,-16 24-16,-13 22 15,-7-13-15,-7-3 16,-2-14 0,-3-9-16,4-5 15,4-4-15,4-12 16,8-5-16,6-10 15,1-1 1,9-12-16,0 0 16,12 24-16,3-13 15,33 22-15,-1 2 16,6-2-16,2 1 16,-18-9-16,-5-3 15,-8-6-15,-4-3 16,-1-1-16,-2 4 15,-3-4-15,3 0 16,-1 0-16,2 5 16,0-2-16,4 2 15</inkml:trace>
  <inkml:trace contextRef="#ctx0" brushRef="#br0" timeOffset="41802.75">14319 14020 0,'0'0'16,"0"0"-16,0 0 31,0 0-31,0 0 16,0 0-16,0 0 0,0 0 16,0 0-1,0 0-15,0 0 16,0 0-16,0 0 15,0 0-15,0 0 16,-20 19-16,3-1 16,-13 18-16,-3 11 15,19-31-15,0 3 16,14-19-16,-14 18 16,14-18-16,-8 22 15</inkml:trace>
  <inkml:trace contextRef="#ctx0" brushRef="#br0" timeOffset="42849.64">14483 13330 0,'0'0'0,"0"0"16,0 0-1,0 0-15,0 0 16,0 0-16,0 0 15,0 0-15,0 0 16,0 0-16,0 0 16,0 0-16,0 0 15,9 22-15,4 3 16,20 72-16,1 0 16,-14-16-16,-7-11 15,-2-12-15,-1-11 16,-5-19-16,2-3 15,-3-11 1,-1-2-16,-3-12 16,5 15-16,-5-15 15,0 0-15,4-15 16,-1 3-16,2-50 16,-1 0-16,2 1 15,1 8 1,1 18-16,0 14 15,-4 7-15,4 1 16,-8 13-16,6-16 16,-6 16-16,0 0 15,7-15-15,-7 15 16,0 0-16,0 0 16,23 21-16,-12-2 15,9 28-15,2 1 16,-3-3-16,5 1 15,-10-13 1,0-4-16,-4-9 16,-2-5-16,-8-15 15,17 18-15,-17-18 16,17 13-16,-17-13 16,20 8-16,-20-8 15,30-10 1,-13-32-16,0 1 15,1-6-15,-1-5 16,-6 11-16,-3 5 16,-6 3-16,-2 8 15,0-2-15,0 4 16,0 7-16,0 16 16,0-21-16,0 21 15,-2-12-15,2 12 16,0 0-16,-2-12 15,2 12-15,0 0 16</inkml:trace>
  <inkml:trace contextRef="#ctx0" brushRef="#br0" timeOffset="43786.21">15508 13796 0,'0'0'0,"0"0"0,0 0 15,0 0 1,0 0 0,0 0-16,0 0 0,0 0 15,0 0-15,0 0 16,0 0-16,0 0 16,0 0-1,-14 36-15,2 1 16,-8 21-16,-2 16 15,9-32-15,4-14 16,0 1-16,1-2 16,1-6-16,4-4 15,3-17-15,0 18 16,0-18-16,0 0 16</inkml:trace>
  <inkml:trace contextRef="#ctx0" brushRef="#br0" timeOffset="44098.77">16063 13427 0,'0'0'15,"0"0"-15,0 0 16,0 0-16,0 0 16,0 0-16,0 0 15,0 0-15,0 0 16,0 0-1,0 0-15,0 0 16,0 0-16</inkml:trace>
  <inkml:trace contextRef="#ctx0" brushRef="#br0" timeOffset="45114.58">15932 13358 0,'0'0'15,"0"0"-15,0 0 16,0 0-16,0 0 15,0 0-15,0 0 16,0 0-16,0 0 16,0 0-16,0 0 15,0 0-15,0 0 16,0 0-16,0 0 16,0 0-16,0 0 15,0 0-15,0 0 16,0 0-16,0 0 15,0 0 1,0 0-16,6 22 16,1 1-16,15 69 15,-1-1-15,-7-6 16,-3-1 0,-5-21-16,-3-12 15,-3-26-15,2-1 16,-4-9-16,2-2 15,-1-1-15,-1 1 16,2-13-16,-1 18 16,1-18-16,0 0 15,0 0-15,0 0 16,0 0-16,0 0 16,31 0-16,-31 0 15,28-39-15,-16-3 16,-7-22-1,-3-19-15,-1 25 16,1 15-16,-4 8 16,2 10-16,-3-10 15,2-3-15,-7-17 16,0-12 0,-3 4-16,-1-3 15,2 18-15,2 16 16,2 2-16,0 9 15,1-1-15,4 5 16,32-9-16,0 3 16,43 4-16,-2 2 15,-1-1-15,1 1 16,-5 21-16,3 15 16,-20 7-16,-13 16 15,-12-5-15,-12 7 16,-10-5-1,-6 3-15,-11 1 16,-8 2-16,-6-4 16,-4 1-16,-1-9 15,-1-2-15,-10 0 16,-2 4 0,-4 0-16,-2 8 15,7-11-15,6-2 16,12-8-16,13-8 15,8-2-15,3 3 16,21 14-16,0 1 16,10 6-16,11 3 15,5-1-15,11 0 16,-5-8-16,4-4 16,-12-7-16,-6-7 15,-10-4-15,-6 1 16,-20-9-16,28 12 15,-28-12 1,22 8-16,-22-8 16,0 0-16</inkml:trace>
  <inkml:trace contextRef="#ctx0" brushRef="#br0" timeOffset="45442.66">17138 13923 0,'0'0'16,"0"0"-16,0 0 15,0 0-15,0 0 16,0 0-16,0 0 16,0 0-16,0 0 15,-22 17-15,0-2 16,-52 51-16,1 1 15,32-19 1,21-11-16,-1-2 16,7-4-16,1-11 15,7-3-15,6-17 16,-3 14 0,3-14-16,0 0 15,36-14-15,-5-4 16,10-28-16,11-16 15</inkml:trace>
  <inkml:trace contextRef="#ctx0" brushRef="#br0" timeOffset="46161.5">17284 13468 0,'0'0'16,"0"0"-16,0 0 15,0 0-15,0 0 16,0 0-16,0 0 15,0 0 1,0 0-16,0 0 16,0 0-16,0 0 15,0 0-15,6 50 16,0 0-16,17 104 16,2 1-1,-15-126-15,2 1 16,0-4-16,5 1 15,-2-8-15,0-2 16,-15-17-16,28 12 16,-28-12-16,32-4 15,-7-21-15,-1 0 16,6-31-16,7-21 16,-13 11-16,-4 0 15,-9 20-15,-5 20 16,-3 7-16,2 3 15,-3 1 1,-2 15-16,4-21 16,-4 21-16,0 0 15,4-12-15,-4 12 16,0 0-16,4 14 16,2 1-1,4 22-15,1 2 16,6 11-16,4 9 15,-4-11-15,1-4 16,-2-11-16,3-8 16,-5-6-16,3-3 15,-17-16-15,23 16 16,-23-16-16,0 0 16,26-6-16,-17-7 15,-2-33-15,-1-2 16,-4-22-1,-1-11-15,-7 25 16,-2 16-16,1 2 16,3 10-16,0-6 15,-1 0-15,0 2 16,3 0-16,1 12 16,4 7-1</inkml:trace>
  <inkml:trace contextRef="#ctx0" brushRef="#br0" timeOffset="47223.75">13525 14915 0,'0'0'16,"0"0"-16,0 0 15,0 0-15,0 0 16,0 0-16,0 0 16,0 0-16,0 0 15,0 0-15,0 0 16,0 29-16,2 2 16,7 99-16,1 3 15,-7-37-15,2-21 16,-2-7-1,3-9-15,-2 6 16,0 4-16,0-5 16,1 2-16,-4-20 15,3-12-15,-4-19 16,1 2 0,-1-17-16,0 0 15,0 0-15,0 0 16,-3-25-16,1-8 15,-1-13-15,0-3 16</inkml:trace>
  <inkml:trace contextRef="#ctx0" brushRef="#br0" timeOffset="48020.94">13401 15104 0,'0'0'16,"0"0"-16,0 0 16,0 0-16,0 0 15,0 0-15,0 0 16,0 0-16,0 0 15,11-50 1,-1 0-16,78-83 16,2 1-16,-19 70 15,-11 51-15,9-15 16,5 10 0,-10 11-16,-6 18 15,-9 18-15,-6 21 16,-15-1-16,-11 12 15,-10-17-15,-5-2 16,-9-2-16,-3-3 16,-12 11-16,-9 9 15,1 5-15,-6 10 16,7-17-16,2-6 16,1-7-16,5-5 15,-2-5-15,3-6 16,3-5-16,3-5 15,14-18 1,-13 17-16,13-17 16,0 0-16,0 0 15,0 0-15,50 26 16,-6-2-16,4-7 16,10-4-1,-11-4-15,-6-2 16,-5-4-16,-1-1 15,-9-2-15,-3 3 16,-23-3-16,30 1 16,-30-1-16,24 0 15,-24 0-15,0 0 16,24 0-16,-24 0 16,0 0-16,0 0 15,0 0-15,21 0 16,-21 0-16,0 0 15,0 0 1,0 0-16,0 0 16,0 0-16,0 0 15,0 0-15,0 0 16,21 7-16,-21-7 16,0 0-1,0 0-15,0 0 16,0 0-16,0 0 15,0 0-15,0 0 16,0 0-16,0 0 16,0 0-16,0 0 15</inkml:trace>
  <inkml:trace contextRef="#ctx0" brushRef="#br0" timeOffset="49067.47">13836 13379 0,'0'0'0,"0"0"15,0 0-15,0 0 16,0 0 0,0 0-16,0 0 15,0 0-15,0 0 16,0 0-16,0 0 15,0 0-15,0 0 16,0 0-16,0 0 16,6 29-16,-1 0 15,3 84-15,0 3 16,-3-39-16,-5-25 16,4-7-16,1-10 15,-1-10-15,1-7 16</inkml:trace>
  <inkml:trace contextRef="#ctx0" brushRef="#br0" timeOffset="49864.39">15285 13497 0,'0'0'15,"0"0"-15,0 0 16,0 0-16,0 0 15,0 0-15,0 0 16,0 0-16,0 0 16,0 0-16,0 0 15,0 0-15,0 0 16,0 0-16,0 0 16,1 26-16,4 3 15,-2 99-15,0 1 16,-6-88-1,0 3-15,-5-8 16,3 0-16,2 18 16,3 14-16</inkml:trace>
  <inkml:trace contextRef="#ctx0" brushRef="#br0" timeOffset="50879.95">16521 13611 0,'0'0'15,"0"0"-15,0 0 16,0 0-16,0 0 15,0 0-15,0 0 16,0 0-16,0 0 16,0 0-16,0 0 15,0 0-15,0 0 16,0 0-16,0 0 16,0 0-16,0 0 15,0 0-15,0 0 16,0 0-1,0 0-15,0 0 16,0 0-16,6 26 16,1 2-16,6 43 15,0 2 1,-11-42-16,1 2 16,-3-12-16,-1-4 15,-3-5-15,1 1 16,3-13-16,-6 16 15,6-16-15,0 0 16,-9 14-16,9-14 16,0 0-16,0 0 15,-3 12-15,3-12 16,0 0-16,0 0 16,29 13-16,-29-13 15,41 2 1,-9-4-16,-4-5 15,3 1-15,-1 0 16,0 0-16,3-5 16,6 3-16,2-2 15,6 3-15</inkml:trace>
  <inkml:trace contextRef="#ctx0" brushRef="#br0" timeOffset="51704.53">18163 13714 0,'0'0'0,"0"0"0,0 0 16,0 0-1,0 0 1,0 0-16,0 0 16,0 0-16,0 0 15,0 0-15,0 0 16,0 0-16,0 0 16,0 0-16,0 0 15,0 0-15,0 0 16,31-14-16,1 1 15,21 3-15,14 5 16,-47 13-16,1 2 16,-7 8-16,-6 8 15,-8 10 1,-5 9-16,-8-5 16,-3 1-16,2-16 15,3-6-15,1-7 16,10-12-16,-15 14 15,15-14-15,0 0 16,-8 14 0,8-14-16,0 0 15,37 16-15,-7-9 16,39-7-16,3 0 16,-6-6-16,0-2 15,-22 3-15,-11 5 16,-6-1-16,-27 1 15</inkml:trace>
  <inkml:trace contextRef="#ctx0" brushRef="#br0" timeOffset="53079.43">14531 15202 0,'0'0'15,"0"0"1,0 0-16,0 0 16,0 0-16,0 0 15,0 0-15,0 0 16,0 0-16,0 0 15,0 0-15,0 0 16,0 0 0,0 0-16,0 0 15,0 0-15,0 0 16,0 0-16,0 0 16,0 0-16,0 0 15,0 0-15,0 0 16,0 0-16,0 0 15,0 0-15,0 0 16,0 0-16,0 0 16,0 0-16,0 0 15,0 0-15,0 0 16,0 0 0,0 0-16,0 0 15,0 0-15,0 0 16,0 0-16,0 0 15,0 0-15,0 0 16,0 0 0,0 0-16,0 0 15,0 0-15,0 0 16,0 0-16,0 0 16,0 0-16,0 0 15,24 3-15,4 1 16,10 8-16,7 8 15,-32-3-15,3 2 16,-12 4-16,-4 6 16,-7 1-16,-2 10 15,-4-9-15,-3-2 16,0-6 0,4-3-16,2-6 15,1 2-15,9-16 16,-8 13-16,8-13 15,0 0 1,8 15-16,-8-15 16,38 19-16,-11-9 15,14-2-15,14 1 16,-8-1-16,2 3 16,-10-5-16,-4 0 15,-9 0-15,-4 2 16,-22-8-16,30 25 15,-20-4-15,-4 8 16,-9 10-16,-7 15 16,-16-1-16,-7 9 15,-24-9 1,-14-2-16,10-14 16,3-8-16,13-8 15,10-9-15,35-12 16,-33 13-16,33-13 15,0 0-15</inkml:trace>
  <inkml:trace contextRef="#ctx0" brushRef="#br0" timeOffset="55516.78">15095 14713 0,'0'0'16,"0"0"-16,0 0 15,0 0-15,0 0 16,0 0-16,0 0 15,-18-15-15,0 3 16,-85-34-16,0 0 16,23 22-16,15 18 15,-22-5-15,-11 8 16,-13-10 0,-10-3-16,2 8 15,0 1-15,6 3 16,4 5-16,-3 5 15,0 10-15,-6 9 16,-4 13 0,6 12-16,3 16 15,11 0-15,10 11 16,11-19-16,13-9 16,3-3-16,8-3 15,7 2-15,11 3 16,7 31-16,7 24 15,2-33-15,5-11 16,2 13-16,6 9 16,10 24-16,9 21 15,10-39-15,10-17 16,24 3 0,19-3-16,1 24 15,7 15-15,9-21 16,12-5-16,11-21 15,12-14-15,-7-9 16,4-8 0,20-7-16,17-2 15,5-4-15,12-1 16,-17-14-16,-5-4 16,-10-10-16,-10-5 15,-10-1-15,-10 2 16,8-9-16,9-3 15,-8-27-15,2-16 16,-9-12-16,-2-10 16,-32 31-16,-18 14 15,-14 4 1,-13 8-16,-2-17 16,-4-8-16,-9 3 15,-6 2-15,-10-6 16,-8 1-16,-9-3 15,-7 2-15,-14-36 16,-13-23 0,-6 0-16,-7-4 15,12 53-15,9 39 16,-20-22-16,-8 0 16,-9-10-16,-7-1 15,-4 8-15,-4 10 16,-22 3-16,-16 7 15,0 5-15,-4 8 16,-17 16-16,-8 16 16,-8 6-16,-2 11 15,41 10-15,28 15 16</inkml:trace>
  <inkml:trace contextRef="#ctx0" brushRef="#br0" timeOffset="57032.38">13786 12846 0,'0'0'0,"0"0"15,0 0-15,0 0 16,0 0 0,0 0-16,0 0 15,0 0-15,0 0 16,0 0-16,0 0 16,0 0-16,0 0 15,4 25-15,3-1 16,7 31-16,-2-2 15,-9-33-15,0 3 16,-3-23-16,2 20 16,-2-20-16,0 0 15,2 14-15,-2-14 16,0 0 0,39-15-16,10-10 15,1 0-15,6-10 16,8-6-16,-1-15 15,3-8-15,-6 6 16,0 4 0,-9 4-16,-1 7 15,-15 12-15,-10 10 16,-12 9-16,-13 12 16,20-17-16,-20 17 15,0 0-15,0 0 16,16-15-16,-16 15 15,0 0-15,0 0 16,0 0-16,0 0 16,0 0-16,21-6 15,-21 6-15,0 0 16,0 0 0,0 0-16</inkml:trace>
  <inkml:trace contextRef="#ctx0" brushRef="#br0" timeOffset="62406.4">17494 15343 0,'0'0'16,"0"0"-16,0 0 15,0 0-15,0 0 16,0 0-16,0 0 16,0 0-16,0 0 15,0 0-15,0 0 16,40-25-16,0 2 15,117-25-15,0 2 16,-42 29-16,-26 21 16,45-24-1,23-10-15,-33 16 16,-12 8-16,-6 0 16,-6 3-16,-15 1 15,-10 4 1,-18 1-16,-10 1 15,-13-2-15,-9 4 16,2-2-16,-2 2 16,-25-6-16,38 9 15,-38-9-15,28 7 16,-28-7-16,0 0 16,27 9-16,-27-9 15,0 0-15,0 0 16,0 0-16,0 0 15,0 0-15,0-15 16,0 15 0,-34-20-16,-4-5 15,0 2-15,-10 1 16,-3 1-16,12 3 16,5 3-16,4 1 15,6 3 1,0 1-16,24 10 15,-33-17-15,33 17 16,-23-10-16,23 10 16,0 0-16,0 0 15,-25-12-15,25 12 16,0 0-16,0 0 16,0 0-16,0 0 15,0 0-15,0 0 16,40 31-16,-3-9 15,7 7-15,7 4 16,-8-8 0,-3-4-16,1 1 15,4 1-15,-11-5 16,0 1-16,-13-6 16,-21-13-16,25 20 15,-20-6-15,-20 39 16,0 0-1,-31 9-15,-20 9 16,-2-18-16,-6-3 16,17-12-16,13-8 15</inkml:trace>
  <inkml:trace contextRef="#ctx0" brushRef="#br0" timeOffset="64796.65">12689 14205 0,'0'0'16,"0"0"-16,-3-3 16,3 3-16,0 0 15,0 0-15,0 0 16,0 0-16,0 0 16,0 0-16,26-2 15,50-7-15,2 1 16,14-4-16,11 0 15,-6-3-15,-2 1 16,-5-1 0,-3 5-16,0-2 15,3-1-15,-24 2 16,-16 7-16,-6-2 16,-9 2-16,-9 0 15,-26 4-15,28-4 16,-28 4-1,21-2-15,-21 2 16,0 0-16,0 0 16,22-5-16,-22 5 15,0 0-15,0 0 16,0 0-16,0 0 16,0 0-16,0 0 15,0 0-15,22 0 16,-22 0-16,0 0 15,0 0-15,0 0 16,0 0-16,0 0 16,0 0-1,0 0-15,0 0 16,0 0-16,0 0 16,0 0-16</inkml:trace>
  <inkml:trace contextRef="#ctx0" brushRef="#br0" timeOffset="66765.31">12436 13164 0,'0'0'16,"0"0"-16,0 0 15,0 0-15,0 0 16,0 0-16,0 0 16,0 0-16,0 0 15,0 0-15,0 0 16,-6 33-16,4 3 15,-4 16-15,3 19 16,1-42 0,2 2-16,-1-1 15,-1-2-15,2 7 16,3 8-16,2 10 16,3 7-16,0-3 15,2 8-15,-3-16 16,-2-5-1,-1-11-15,1-9 16,-2 5-16,2 2 16,-2 0-16,5 3 15,-5-10-15,2 1 16,0 0-16,1 2 16,-4-7-16,1-1 15,-1-5-15,2 0 16,-2-1-16,0 0 15,-2-13-15,1 14 16,-1-14-16,0 0 16,0 0-1,4 13-15</inkml:trace>
  <inkml:trace contextRef="#ctx0" brushRef="#br0" timeOffset="68421.9">12549 13300 0,'0'0'0,"0"0"16,0 0-16,0 0 15,0 0-15,0 0 16,0 0-16,0 0 16,0 0-16,0 0 15,0 0 1,-42 8-16,4 3 15,-107 14-15,3-1 16,39-9-16,34-5 16,-36 7-16,-13 3 15,22-7-15,14-3 16,-12-2-16,3 2 16,-1-7-16,7 3 15,4-3-15,7 0 16,11-3-16,11 3 15,3-6-15,13 3 16,-1-2 0,8 2-16,7-1 15,22 1-15,0 0 16,-28-3-16,28 3 16,0 0-16,0 0 15,-22-4-15,22 4 16,0 0-1,0 0-15,0 0 16,0 0-16,0 0 16,0 32-16,5-8 15,7 42-15,2 2 16,-2 2-16,0 7 16,-4-25-16,1-13 15,-4 7-15,2 1 16,1 15-16,3 15 15,-6-13-15,1 0 16,-4-19-16,1-10 16,-3-8-1,2-6-15,-2-7 16,0-1-16,0-13 16,-2 17-16,2-17 15,-3 12 1,3-12-16,0 0 15,-2 12-15,2-12 16,0 0-16,0 0 16,0 0-16,0 12 15,0-12-15,0 0 16,48 7-16,-14-7 16,20 0-16,19 4 15,2-6-15,7-2 16,6-2-16,12 1 15,-10-1-15,-3 2 16,3-2 0,7 2-16,-9-2 15,-5 3-15,-6 0 16,-5 3-16,-5-3 16,-6 6-16,-15-3 15,-12 2 1,-7-2-16,-27 0 15,36 1-15,-36-1 16,24 3-16,-24-3 16,0 0-16,24 3 15,-24-3-15,0 0 16,0 0-16,0 0 16,0 0-16,21 7 15,-21-7-15,0 0 16,0 0-16,0 0 15,0 0-15,0 0 16,0 0 0,0 0-16,0 0 15,11 12-15,-11-12 16,0 0-16,0 0 16,0 0-16,0 0 15,0 0-15,0 0 16,0 0-1,0 0-15,0 0 16,0 0-16,0 0 16,0 0-16,0 0 15,0 0-15,0 0 16,0 0-16,0 0 16,0 0-16,0 0 15,0 0-15,0 0 16,0 0-16,0 0 15,0 0-15,0 0 16,0 0-16,0 0 16,0 0-1,13-14-15,-13 2 16,0-1-16,0 13 16,0-14-16,0 14 15,0 0 1,0-15-16,0 15 15,0 0-15,0 0 16,0 0-16,0 0 16,0-12-16,0 12 15,0 0-15,0 0 16,0 0-16,0 0 16</inkml:trace>
  <inkml:trace contextRef="#ctx0" brushRef="#br0" timeOffset="70359.08">14596 14233 0,'0'0'0,"0"0"16,0 0-16,0 0 16,0 0-16,0 0 15,0 0 1,0 0-16,0 0 15,0 0-15,0 0 16,0 0-16,0 0 16,0 0-16,0 0 15,0 0-15,0 0 16,37 1-16,2 4 16,42-3-16,0 2 15,-46-6-15,1 2 16,4-2-16,8 2 15,3-2-15,3 4 16,-9-2 0,-5 0-16,-14 0 15,-26 0-15,27 0 16,-27 0-16,0 0 16,0 0-16,22 0 15,-22 0-15,0 0 16,0 0-1,0 0-15,0 0 16,0 0-16,0 0 16</inkml:trace>
  <inkml:trace contextRef="#ctx0" brushRef="#br0" timeOffset="70921.59">14315 14400 0,'0'0'0,"0"0"15,0 0-15,0 0 16,0 0-16,0 0 16,0 0-16,0 0 15,0 0 1,12-3-16,-12 3 15,90-17-15,-10 2 16,-14 5-16,-3 5 16,16-1-16,11 5 15,-23-4-15,-7 1 16,-11 2-16,-9 4 16,-2-2-16,-3 4 15,-2 1-15,0 0 16,-8 0-16,1 3 15,-5-1-15,-21-7 16,37 14 0,-37-14-16,24 10 15,-24-10-15,0 0 16,24 10-16,-24-10 16,0 0-16,0 0 15,0 0 1,0 0-16,21 13 15,-21-13-15,0 0 16,0 0-16,0 0 16,22 6-16,-22-6 15,0 0-15,32 2 16,-32-2-16,0 0 16,0 0-16,0 0 15</inkml:trace>
  <inkml:trace contextRef="#ctx0" brushRef="#br0" timeOffset="83373.05">12601 10788 0,'0'0'16,"0"0"-16,0 0 15,0 0-15,0 0 16,0 0-16,0 0 16,0 0-16,0 0 15,0 0-15,0 0 16,0 0-16,0 0 16,0 0-16,0 0 15,0 0-15,0 0 16,5 17-1,1-1-15,28 123 16,1-1-16,-17-72 16,1 3-16,-3-5 15,-1 3-15,1 2 16,0 8-16,-8-26 16,-2-9-1,-4-24-15,1 4 16,-3-22-16,0 14 15,0-14-15,-11-13 16,-15-53-16,2 0 16,-17-32-16,-6-23 15,9 15-15,4 5 16,17 51-16,2 0 16,3 15-16,4 10 15,1-9-15,5-1 16,41-36-16,3 2 15,18-4 1,15 0-16,-18 28 16,-2 20-16,-14 13 15,-9 17-15,-7 12 16,-3 16-16,-9 17 16,-10 18-1,-17 6-15,-10 11 16,-2 17-16,-8 17 15,-6-23-15,-2-10 16,15-44-16,1 0 16,26-42-16,-12 22 15</inkml:trace>
  <inkml:trace contextRef="#ctx0" brushRef="#br0" timeOffset="83623.14">13240 10724 0,'0'0'0,"0"0"16,0 0-16,0 0 15,0 0-15,0 0 16,0 0-16,0 39 16,0 3-1,0 179-15,-2 2 16,7-171-16,0 1 15,4 26-15,1 18 16,11-22-16,9-5 16</inkml:trace>
  <inkml:trace contextRef="#ctx0" brushRef="#br0" timeOffset="85598.82">14550 10670 0,'0'0'16,"0"0"-16,0 0 15,0 0 1,0 0 0,0 0-16,0 0 0,0 0 15,0 0-15,0 0 16,0 0 0,0 0-16,0 0 15,13 50-15,1 3 16,22 122-16,0 3 15,-28-128-15,1 3 16,-1 3-16,1 5 16,-1 4-16,2 4 15,-4-25-15,-1-13 16,-4-13-16,2 1 16,-3-19-16,0 0 15,0 0-15,-6-12 16,-13-47-1,2-1-15,-8-32 16,-8-16-16,6 7 16,1 1-16,13 29 15,9 25-15,5-39 16,10-16 0,-4 4-16,5 0 15,3 33-15,6 22 16,2 1-16,6 12 15,-3 5-15,3 7 16,0 6-16,4 11 16,0 29-16,4 25 15,-22 31-15,-13 31 16,-32 19-16,-25 21 16,24-43-16,9-25 15,4-41-15,1 3 16,4-19-1,4-9-15,5-9 16,-1-1-16</inkml:trace>
  <inkml:trace contextRef="#ctx0" brushRef="#br0" timeOffset="86051.78">14900 10854 0,'0'0'16,"0"0"-16,0 0 15,0 0-15,0 0 16,0 0-16,0 0 16,0 0-16,0 0 15,0 0-15,0 0 16,50-18-1,1-1-15,123-30 16,3 1-16,-149 51 16,-1 0-16,-2 0 15,0 0-15,-9 19 16,-7 15 0,-29 101-16,2 0 15,-13-22-15,-9-10 16,2-34-16,2-22 15,9-5-15,10-9 16,17-36-16,-11 20 16,11-20-16,0 0 15,196-70-15,-14 7 16,17-23-16,15-15 16,-62-5-16,-34-4 15</inkml:trace>
  <inkml:trace contextRef="#ctx0" brushRef="#br0" timeOffset="88114.56">16760 10531 0,'0'0'0,"0"0"16,0 0-16,0 0 15,0 0-15,0 0 16,0 0 0,6 42-16,-1 2 15,9 115-15,1 2 16,-3-38-16,-3-26 15,2 12-15,-2 1 16,1-1-16,1 0 16,-5-32-16,-1-22 15,-4-33-15,1 1 16,-2-23-16,2 14 16,1-37-16,0 3 15,22-121-15,2 2 16,-43 0-1,-26 5-15,24 29 16,9 25-16,-5 2 16,0 17-16,-1-19 15,4-6-15,-1 22 16,6 12 0,2 11-16,6 12 15,4 1-15,8 4 16,12-4-16,16-1 15,7 6-15,12 5 16,-1 28-16,6 23 16,-18 8-16,-10 17 15,-12-2-15,-9 8 16,-18-13-16,-15-1 16,-21 4-16,-21 6 15,4 0-15,1 4 16,6-14-1,3-4-15,8-12 16,14-7-16,1-6 16,10-6-16</inkml:trace>
  <inkml:trace contextRef="#ctx0" brushRef="#br0" timeOffset="88395.66">17518 10470 0,'0'0'16,"0"0"-16,0 0 15,0 0-15,0 0 16,-3 56-16,1 0 15,-1 156 1,1 1-16,9-131 16,1 0-16,-2 23 15,3 17-15,-1-6 16,2 3 0</inkml:trace>
  <inkml:trace contextRef="#ctx0" brushRef="#br0" timeOffset="89848.68">16606 13508 0,'0'0'16,"0"0"-16,0 0 15,0 0-15,0 0 16,0 0-16,0 0 16,0 0-16,0 0 15,6-13-15,0 1 16,39-109-16,0 2 16,-1 11-16,3 8 15,17-31-15,13-20 16,-19 28-1,-6 16-15,-6 8 16,-3 14-16,0-17 16,1-1-16,-27 58 15,2-1-15,-11 24 16,0 0 0,-2 5-16,2 2 15,-2-4-15,0 3 16,-1-1-16,2 3 15,-7 14-15,5-17 16,-5 17-16,0 0 16,5-17-16,-5 17 15,0 0-15,0 0 16,3-12-16,-3 12 16,0 0-16,0 0 15,0 0-15,0-13 16,0 13-1,0 0-15,0 0 16,0 0-16,0 0 16,0 0-16,0 0 15,0 0-15,0 0 16,0 0-16,4-12 16,-4 12-1,0 0-15,0 0 16,0 0-16,-32 17 15,7-9-15,-5 2 16,7-4-16,23-6 16,-30 9-16,30-9 15,0 0-15,0 0 16,-21 6-16,21-6 16,0 0-16,0 0 15,0 0-15,33-19 16,-6 9-16,9 0 15,-36 10 1,28 8-16</inkml:trace>
  <inkml:trace contextRef="#ctx0" brushRef="#br0" timeOffset="91161.15">15938 10744 0,'0'0'16,"0"0"-16,0 0 15,0 0-15,0 0 16,-1-37-16,0 3 15,-15-64 1,3 2-16,0 57 16,1 3-16,-14-4 15,-9 1-15,-26-7 16,-19 1 0,1 1-16,-4 4 15,-17 25-15,-11 20 16,7 1-16,1 6 15,-9 11-15,-4 9 16,15-1-16,12 3 16,4 23-16,9 22 15,4 20-15,10 23 16,15-34-16,14-17 16,3 49-16,10 27 15,-2-21-15,7-3 16,1 17-1,7 13-15,7-54 16,7-27-16,12-17 16,10-20-16,24 15 15,22 3-15,3-8 16,12-3 0,28-38-16,28-23 15,-38 9-15,-14-1 16,12-21-16,8-12 15,-2-41-15,-1-26 16,-19 11-16,-7 5 16,-11-8-16,-6 1 15,-12-15-15,-6-5 16,-15 38-16,-12 21 16,-5-8-16,-3 3 15,-12-21-15,-8-10 16,-10 20-1,-7 14-15,-19 6 16,-9 16-16,3-2 16,1 6-16,-1 2 15,5 5-15,7 13 16,7 15-16,4 0 16,24 4-1</inkml:trace>
  <inkml:trace contextRef="#ctx0" brushRef="#br0" timeOffset="92349.03">15462 10602 0,'0'0'15,"0"0"-15,0 0 16,0 0-16,0 0 15,0 0-15,0 0 16,-3-24-16,0-1 16,-4-54-16,0 2 15,5-22-15,6-13 16,9-3-16,9-5 16,-7 35-16,6 27 15,34-39-15,24-13 16,-12 7-1,5 0-15,7 33 16,7 26-16,13 7 16,16 17-16,-4-16 15,2-1-15,2 10 16,1 9 0,-19 6-16,-9 15 15,-14 1-15,-10 8 16,-12-1-16,-10 2 15,0 1-15,-4 2 16,-6 9-16,-3 10 16,4 36-16,2 26 15,-7-17-15,-1 1 16,-13 12-16,-6 13 16,0 3-16,1 9 15,-6-38-15,-1-17 16,-2-18-1,0-12-15,0-6 16,0-6-16,0-5 16,0-2-16,0-14 15,0 19-15,0-19 16,0 15 0,0-15-16,0 0 15,0 13-15,0-13 16,0 0-16,0 0 15,-2 12-15,2-12 16,0 0-16,0 0 16,0 0-16,0 0 15,0 0-15,-4 12 16,4-12-16,0 0 16,0 0-16,0 0 15,0 0-15,0 0 16,0 0-1,0 0-15,0 0 16,0 0-16</inkml:trace>
  <inkml:trace contextRef="#ctx0" brushRef="#br0" timeOffset="92802.21">17592 10286 0,'0'0'16,"0"0"-16,0 0 16,0 0-16,0 0 15,0 0-15,0 0 16,0 0-16,0 0 16,0 0-16,0 0 15,-24 6-15,0 0 16,-13 4-1,-9 7-15,20-7 16,26-10-16,-33 17 16,33-17-16,-27 11 15,27-11-15,-24 6 16,24-6 0,-22 0-16,22 0 15,0 0-15,-26-11 16,26 11-16,0 0 15,0 0-15,-22-12 16,22 12-16,0 0 16,0 0-16,0 0 15,6 25-15,8 4 16,30 74-16,3 2 16,-12-34-16,-5-24 15</inkml:trace>
  <inkml:trace contextRef="#ctx0" brushRef="#br0" timeOffset="101488.74">17511 14558 0,'0'0'16,"0"0"-16,0 0 15,0 0-15,0 0 16,0 0-16,0 0 15,0 0-15,0 0 16,0 0-16,0 0 16,0 0-16,0 0 15,0 0-15,0 0 16,0 0-16,0 0 16,0 0-16,0 0 15,0 0-15,0 0 16,41-37-1,0 3-15,110-59 16,1 2-16,-89 66 16,0 0-16,21-12 15,17-6-15,-26 18 16,-9 14 0,-16 1-16,-12 6 15,-38 4-15,39-4 16,-39 4-16,0 0 15,0 0-15,0 0 16</inkml:trace>
  <inkml:trace contextRef="#ctx0" brushRef="#br0" timeOffset="101848.04">17604 14521 0,'0'0'0,"0"0"16,0 0-16,0 0 16,0 0-16,0 0 15,0 0-15,0 0 16,0 0 0,31-1-16,2-1 15,121-29-15,0 2 16,-58 2-16,-38 7 15,28-4-15,10 5 16,-30-1-16,-13 8 16,-6 0-16,-3 6 15,-44 6-15,39-6 16,-39 6-16,0 0 16,25-5-16,-25 5 15,0 0-15,0 0 16,0 0-1,-7 19-15,-7-1 16,-2 3-16</inkml:trace>
  <inkml:trace contextRef="#ctx0" brushRef="#br0" timeOffset="103660.67">15406 15066 0,'0'0'16,"0"0"-16,0 0 15,0 0-15,0 0 16,-22-6-16,22 6 16,-99-41-16,20 5 15,8-5 1,5-1-16,-20-7 15,-14-5-15,9 4 16,4 3-16,-18 6 16,-6 7-16,-13 20 15,-8 18 1,15-6-16,11 4 16,-12 11-16,1 9 15,10-1-15,10 2 16,9-1-16,14 3 15,-3 3-15,4 3 16,4-2-16,12-1 16,8-3-16,13 0 15,2-2-15,10-1 16,-1 5-16,2 6 16,2 59-16,2-2 15,-4 14-15,4 7 16,11-9-1,14-3-15,2 17 16,7 12-16,7-44 16,9-20-16,22 9 15,18 2-15,4 19 16,10 21 0,6-33-16,10-11 15,19-22-15,18-16 16,10 2-16,18-2 15,-8-31-15,4-20 16,-10-4-16,-2-4 16,-4-20-16,4-9 15,-31-5-15,-18-5 16,-17 12-16,-16 11 16,-13 8-16,-14 11 15,-2-4-15,0 3 16,-1-23-1,3-6-15,-10-11 16,-3-7-16,-14 14 16,-11 9-16,-3 2 15,-1 9-15,-8-5 16,-1-3 0,-5-4-16,-1-3 15,-3-2-15,1 2 16,2 9-16,3 6 15,-3 2-15,5 6 16,-7-4-16,0 4 16,-2 2-16,2 7 15,0 1-15,6 4 16,12 15-16,-17-15 16,17 15-16,0 0 15,-14-12 1,14 12-16,0 0 15,0 0-15,0 0 16,0 0-16,0 0 16,0 0-16,0 0 15,0 0-15,0 0 16,0 0 0,-23-12-16,23 12 15,0 0-15,0 0 16,0 0-16,0 0 15,0 0-15,0 0 16,0 0-16,0 0 16,0 0-16,0 0 15,0 0-15,0 0 16,0 0-16,0 0 16,0 0-16,0 0 15,0 0-15,0 0 16,0 0-1,0 0-15,0 0 16,0 0-16,0 0 16,0 0-16,0 0 15,0 0-15,0 0 16,0 0 0,0 0-16,0 0 15</inkml:trace>
  <inkml:trace contextRef="#ctx0" brushRef="#br0" timeOffset="105645.52">14244 16225 0,'0'0'16,"0"0"-16,0 0 15,0 0-15,0 0 16,0 0-16,0 0 16,0 0-16,0 0 15,0 0-15,0 0 16,0 0-16,0 0 16,0 0-16,0 0 15,0 0-15,0 0 16,0 0-1,0 0-15,0 0 16,0 0-16,0 0 16,0 0-16,0 0 15,0 0-15,0 0 16,0 0 0,0 0-16,0 0 15,0 0-15,0 0 16,0 0-16,0 0 15,0 36-15,2 3 16,10 61-16,-1-1 16,-2-67-16,-1 4 15,-1-3-15,5 1 16,-2 11-16,4 11 16,1-5-16,0 5 15,-1-8-15,-2-3 16,-1-6-1,0 0-15,-3-9 16,-1-6-16,-3-11 16,-1-1-16,-3-12 15,2 16 1,-2-16-16,0 0 16,4 11-16,-4-11 15,0 0-15,0 0 16,0 0-16,4 13 15,-4-13-15,0 0 16,0 0-16,0 0 16,0 0-16,0 0 15,0 0-15,0 0 16,0 0-16,9 12 16,-9-12-16,0 0 15,0 0 1,0 0-16,0 0 15,0 0-15,0 0 16,0 0-16,0 0 16,0 0-16,0 0 15,0 0-15,0 0 16,0 0 0,58-3-16,-14-9 15,56-16-15,-1-1 16,11-21-16,7-13 15,3-8-15,6-8 16,2 2-16,4 5 16,2-10-16,6-3 15,2-11-15,6-4 16,-29 10-16,-17 12 16,6-32-16,-1-12 15,-24 33-15,-17 24 16,-1-6-1,-4 7-15,17-22 16,10-10-16,-17 13 16,-7 9-16,-16 18 15,-13 16-15,4-7 16,1 2 0,-4 1-16,3 3 15,-22 20-15,2 0 16,-8 7-16,-11 14 15,19-21-15,-19 21 16,13-15-16,-13 15 16,0 0-16,0 0 15,13-14-15,-13 14 16,0 0-16,0 0 16,0 0-16,0 0 15,0 0-15,0 0 16,0 0-1,0 0-15,0 0 16,0 0-16,0 0 16,0 0-16,0 0 15,0 0 1,15-12-16,-15 12 16,0 0-16,0 0 15,0 0-15,0 0 16,0 0-16,0 0 15,0 0-15,0 0 16,0 0-16,0 0 16,0 0-16,0 0 15,-5 19-15,-1-5 16,-10 6-16,0 6 16,-6 3-16,-1 4 15,-1-7 1,-3 4-16,4-8 15,1-1-15,5-7 16,4 1-16,13-15 16,-23 22-16,23-22 15,-19 19-15,19-19 16,-20 23-16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5613C-2773-45C3-8592-3EEEF7F40D31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CCC4E-C6C6-4D64-A4B1-F7C59215C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29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CCC4E-C6C6-4D64-A4B1-F7C59215CA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47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10767" y="1066546"/>
            <a:ext cx="10160" cy="4495800"/>
          </a:xfrm>
          <a:custGeom>
            <a:avLst/>
            <a:gdLst/>
            <a:ahLst/>
            <a:cxnLst/>
            <a:rect l="l" t="t" r="r" b="b"/>
            <a:pathLst>
              <a:path w="10159" h="4495800">
                <a:moveTo>
                  <a:pt x="9905" y="4495800"/>
                </a:moveTo>
                <a:lnTo>
                  <a:pt x="9905" y="0"/>
                </a:lnTo>
                <a:lnTo>
                  <a:pt x="0" y="0"/>
                </a:lnTo>
                <a:lnTo>
                  <a:pt x="0" y="4495800"/>
                </a:lnTo>
                <a:lnTo>
                  <a:pt x="9905" y="449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648" y="2992882"/>
            <a:ext cx="201168" cy="20116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2099" y="2992882"/>
            <a:ext cx="201168" cy="2011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7874" y="2992882"/>
            <a:ext cx="201168" cy="20116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276346"/>
            <a:ext cx="201168" cy="20193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276346"/>
            <a:ext cx="201168" cy="2019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62099" y="3276346"/>
            <a:ext cx="201168" cy="20193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276346"/>
            <a:ext cx="201168" cy="2019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560571"/>
            <a:ext cx="201168" cy="20193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560571"/>
            <a:ext cx="201168" cy="20193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62099" y="3560571"/>
            <a:ext cx="201168" cy="20193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560571"/>
            <a:ext cx="201168" cy="20193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29777" y="3560571"/>
            <a:ext cx="201929" cy="20193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77874" y="3843273"/>
            <a:ext cx="201168" cy="20345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93648" y="3843273"/>
            <a:ext cx="201168" cy="203453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62099" y="3843273"/>
            <a:ext cx="201168" cy="203453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46325" y="3843273"/>
            <a:ext cx="201168" cy="20345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93648" y="4127500"/>
            <a:ext cx="201168" cy="20345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77874" y="4127500"/>
            <a:ext cx="201168" cy="20345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62099" y="4127500"/>
            <a:ext cx="201168" cy="20345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46325" y="4127500"/>
            <a:ext cx="201168" cy="20345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29777" y="4127500"/>
            <a:ext cx="201929" cy="203453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93648" y="4411726"/>
            <a:ext cx="201168" cy="201929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77874" y="4411726"/>
            <a:ext cx="201168" cy="20192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62099" y="4411726"/>
            <a:ext cx="201168" cy="201929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46325" y="4411726"/>
            <a:ext cx="201168" cy="201929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93648" y="4695951"/>
            <a:ext cx="201168" cy="201929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7874" y="4695951"/>
            <a:ext cx="201168" cy="201929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62099" y="4695951"/>
            <a:ext cx="201168" cy="201929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46325" y="4695951"/>
            <a:ext cx="201168" cy="201929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777874" y="4980177"/>
            <a:ext cx="201168" cy="201167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46325" y="4980177"/>
            <a:ext cx="201168" cy="201167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304939" y="2816098"/>
            <a:ext cx="8229600" cy="6985"/>
          </a:xfrm>
          <a:custGeom>
            <a:avLst/>
            <a:gdLst/>
            <a:ahLst/>
            <a:cxnLst/>
            <a:rect l="l" t="t" r="r" b="b"/>
            <a:pathLst>
              <a:path w="8229600" h="6985">
                <a:moveTo>
                  <a:pt x="8229600" y="6857"/>
                </a:moveTo>
                <a:lnTo>
                  <a:pt x="8229600" y="0"/>
                </a:lnTo>
                <a:lnTo>
                  <a:pt x="0" y="0"/>
                </a:lnTo>
                <a:lnTo>
                  <a:pt x="0" y="6858"/>
                </a:lnTo>
                <a:lnTo>
                  <a:pt x="8229600" y="6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80900" y="812291"/>
            <a:ext cx="473837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983578D1-7AC7-4902-AD64-7AA4DC8CEA91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B4F1FF6D-971E-4E4B-B65F-FFE90300590D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B8B166C0-3948-4B58-951C-9488D7BF791E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10767" y="1066546"/>
            <a:ext cx="10160" cy="4495800"/>
          </a:xfrm>
          <a:custGeom>
            <a:avLst/>
            <a:gdLst/>
            <a:ahLst/>
            <a:cxnLst/>
            <a:rect l="l" t="t" r="r" b="b"/>
            <a:pathLst>
              <a:path w="10159" h="4495800">
                <a:moveTo>
                  <a:pt x="9905" y="4495800"/>
                </a:moveTo>
                <a:lnTo>
                  <a:pt x="9905" y="0"/>
                </a:lnTo>
                <a:lnTo>
                  <a:pt x="0" y="0"/>
                </a:lnTo>
                <a:lnTo>
                  <a:pt x="0" y="4495800"/>
                </a:lnTo>
                <a:lnTo>
                  <a:pt x="9905" y="449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648" y="2992882"/>
            <a:ext cx="201168" cy="20116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2099" y="2992882"/>
            <a:ext cx="201168" cy="2011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7874" y="2992882"/>
            <a:ext cx="201168" cy="20116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276346"/>
            <a:ext cx="201168" cy="20193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276346"/>
            <a:ext cx="201168" cy="2019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62099" y="3276346"/>
            <a:ext cx="201168" cy="20193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276346"/>
            <a:ext cx="201168" cy="2019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560571"/>
            <a:ext cx="201168" cy="20193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560571"/>
            <a:ext cx="201168" cy="20193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62099" y="3560571"/>
            <a:ext cx="201168" cy="20193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560571"/>
            <a:ext cx="201168" cy="20193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29777" y="3560571"/>
            <a:ext cx="201929" cy="20193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77874" y="3843273"/>
            <a:ext cx="201168" cy="20345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93648" y="3843273"/>
            <a:ext cx="201168" cy="203453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62099" y="3843273"/>
            <a:ext cx="201168" cy="203453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46325" y="3843273"/>
            <a:ext cx="201168" cy="20345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93648" y="4127500"/>
            <a:ext cx="201168" cy="20345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77874" y="4127500"/>
            <a:ext cx="201168" cy="20345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62099" y="4127500"/>
            <a:ext cx="201168" cy="20345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46325" y="4127500"/>
            <a:ext cx="201168" cy="20345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29777" y="4127500"/>
            <a:ext cx="201929" cy="203453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93648" y="4411726"/>
            <a:ext cx="201168" cy="201929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77874" y="4411726"/>
            <a:ext cx="201168" cy="20192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62099" y="4411726"/>
            <a:ext cx="201168" cy="201929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46325" y="4411726"/>
            <a:ext cx="201168" cy="201929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93648" y="4695951"/>
            <a:ext cx="201168" cy="201929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7874" y="4695951"/>
            <a:ext cx="201168" cy="201929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62099" y="4695951"/>
            <a:ext cx="201168" cy="201929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46325" y="4695951"/>
            <a:ext cx="201168" cy="201929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777874" y="4980177"/>
            <a:ext cx="201168" cy="201167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46325" y="4980177"/>
            <a:ext cx="201168" cy="201167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304939" y="2816098"/>
            <a:ext cx="8229600" cy="6985"/>
          </a:xfrm>
          <a:custGeom>
            <a:avLst/>
            <a:gdLst/>
            <a:ahLst/>
            <a:cxnLst/>
            <a:rect l="l" t="t" r="r" b="b"/>
            <a:pathLst>
              <a:path w="8229600" h="6985">
                <a:moveTo>
                  <a:pt x="8229600" y="6857"/>
                </a:moveTo>
                <a:lnTo>
                  <a:pt x="8229600" y="0"/>
                </a:lnTo>
                <a:lnTo>
                  <a:pt x="0" y="0"/>
                </a:lnTo>
                <a:lnTo>
                  <a:pt x="0" y="6858"/>
                </a:lnTo>
                <a:lnTo>
                  <a:pt x="8229600" y="6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04F2E42A-7F7A-4A1B-BD58-3A8D98566099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0D47C617-3B7D-41C3-BA32-823F4D58B60F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21" Type="http://schemas.openxmlformats.org/officeDocument/2006/relationships/image" Target="../media/image15.png"/><Relationship Id="rId34" Type="http://schemas.openxmlformats.org/officeDocument/2006/relationships/image" Target="../media/image28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3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32" Type="http://schemas.openxmlformats.org/officeDocument/2006/relationships/image" Target="../media/image26.png"/><Relationship Id="rId37" Type="http://schemas.openxmlformats.org/officeDocument/2006/relationships/image" Target="../media/image3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36" Type="http://schemas.openxmlformats.org/officeDocument/2006/relationships/image" Target="../media/image30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31" Type="http://schemas.openxmlformats.org/officeDocument/2006/relationships/image" Target="../media/image2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Relationship Id="rId30" Type="http://schemas.openxmlformats.org/officeDocument/2006/relationships/image" Target="../media/image24.png"/><Relationship Id="rId35" Type="http://schemas.openxmlformats.org/officeDocument/2006/relationships/image" Target="../media/image29.png"/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58467" y="152145"/>
            <a:ext cx="10160" cy="1524000"/>
          </a:xfrm>
          <a:custGeom>
            <a:avLst/>
            <a:gdLst/>
            <a:ahLst/>
            <a:cxnLst/>
            <a:rect l="l" t="t" r="r" b="b"/>
            <a:pathLst>
              <a:path w="10159" h="1524000">
                <a:moveTo>
                  <a:pt x="9905" y="1524000"/>
                </a:moveTo>
                <a:lnTo>
                  <a:pt x="9905" y="0"/>
                </a:lnTo>
                <a:lnTo>
                  <a:pt x="0" y="0"/>
                </a:lnTo>
                <a:lnTo>
                  <a:pt x="0" y="1524000"/>
                </a:lnTo>
                <a:lnTo>
                  <a:pt x="9905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53527" y="152146"/>
            <a:ext cx="120396" cy="1203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21941" y="152146"/>
            <a:ext cx="118872" cy="1203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90343" y="152146"/>
            <a:ext cx="113538" cy="12039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53527" y="320548"/>
            <a:ext cx="120396" cy="11506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21941" y="320548"/>
            <a:ext cx="118872" cy="11506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90343" y="320548"/>
            <a:ext cx="113538" cy="11506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657970" y="320548"/>
            <a:ext cx="109727" cy="11506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53527" y="488187"/>
            <a:ext cx="120396" cy="10972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21941" y="488187"/>
            <a:ext cx="118872" cy="109727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490343" y="488187"/>
            <a:ext cx="113538" cy="109727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657970" y="488187"/>
            <a:ext cx="109727" cy="1097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153527" y="656590"/>
            <a:ext cx="120396" cy="11963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826372" y="488187"/>
            <a:ext cx="119633" cy="109727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21941" y="656590"/>
            <a:ext cx="118872" cy="11963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490343" y="656590"/>
            <a:ext cx="113538" cy="11963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57970" y="656590"/>
            <a:ext cx="109727" cy="11963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53527" y="824230"/>
            <a:ext cx="120396" cy="11963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321941" y="824230"/>
            <a:ext cx="118872" cy="119634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490343" y="824230"/>
            <a:ext cx="113538" cy="119634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657970" y="824230"/>
            <a:ext cx="109727" cy="119634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826372" y="824230"/>
            <a:ext cx="119633" cy="11963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153527" y="991869"/>
            <a:ext cx="120396" cy="118872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490343" y="991869"/>
            <a:ext cx="113538" cy="118872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321941" y="991869"/>
            <a:ext cx="118872" cy="118872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657970" y="991869"/>
            <a:ext cx="109727" cy="118872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153527" y="1160272"/>
            <a:ext cx="120396" cy="112013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490343" y="1160272"/>
            <a:ext cx="113538" cy="112013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321941" y="1160272"/>
            <a:ext cx="118872" cy="112013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321941" y="1327912"/>
            <a:ext cx="118872" cy="119634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657970" y="1160272"/>
            <a:ext cx="109727" cy="112013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657970" y="1327912"/>
            <a:ext cx="109727" cy="1196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073" y="156209"/>
            <a:ext cx="6333490" cy="1214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073" y="1653287"/>
            <a:ext cx="7934959" cy="3719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6073" y="6289409"/>
            <a:ext cx="100139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80097" y="6289409"/>
            <a:ext cx="98425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B6EF8B48-B1DA-4438-8B78-396B5EAB65FA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14037" y="6289409"/>
            <a:ext cx="23114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" Type="http://schemas.openxmlformats.org/officeDocument/2006/relationships/image" Target="../media/image58.png"/><Relationship Id="rId21" Type="http://schemas.openxmlformats.org/officeDocument/2006/relationships/image" Target="../media/image76.png"/><Relationship Id="rId34" Type="http://schemas.openxmlformats.org/officeDocument/2006/relationships/image" Target="../media/image89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33" Type="http://schemas.openxmlformats.org/officeDocument/2006/relationships/image" Target="../media/image88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29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32" Type="http://schemas.openxmlformats.org/officeDocument/2006/relationships/image" Target="../media/image87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36" Type="http://schemas.openxmlformats.org/officeDocument/2006/relationships/image" Target="../media/image90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31" Type="http://schemas.openxmlformats.org/officeDocument/2006/relationships/image" Target="../media/image86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Relationship Id="rId30" Type="http://schemas.openxmlformats.org/officeDocument/2006/relationships/image" Target="../media/image85.png"/><Relationship Id="rId35" Type="http://schemas.openxmlformats.org/officeDocument/2006/relationships/customXml" Target="../ink/ink6.xml"/><Relationship Id="rId8" Type="http://schemas.openxmlformats.org/officeDocument/2006/relationships/image" Target="../media/image6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hyperlink" Target="https://www.pcmag.com/encyclopedia/term/tile-gx" TargetMode="Externa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9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9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customXml" Target="../ink/ink7.xml"/><Relationship Id="rId8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customXml" Target="../ink/ink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customXml" Target="../ink/ink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customXml" Target="../ink/ink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0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customXml" Target="../ink/ink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0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customXml" Target="../ink/ink2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customXml" Target="../ink/ink2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0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652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Shared</a:t>
            </a:r>
            <a:r>
              <a:rPr sz="4800" spc="-155" dirty="0"/>
              <a:t> </a:t>
            </a:r>
            <a:r>
              <a:rPr sz="4800" spc="-10" dirty="0"/>
              <a:t>Memory Multiprocessors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219200" y="3581400"/>
            <a:ext cx="5876270" cy="8688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Arial MT"/>
                <a:cs typeface="Arial MT"/>
              </a:rPr>
              <a:t>A.</a:t>
            </a:r>
            <a:r>
              <a:rPr lang="en-US" spc="-2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Jantsch, professor, KTH, Sweden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 MT"/>
                <a:cs typeface="Arial MT"/>
              </a:rPr>
              <a:t>Z.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Lu</a:t>
            </a:r>
            <a:r>
              <a:rPr lang="en-US" dirty="0">
                <a:latin typeface="Arial MT"/>
                <a:cs typeface="Arial MT"/>
              </a:rPr>
              <a:t>, professor, KTH, Sweden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 MT"/>
                <a:cs typeface="Arial MT"/>
              </a:rPr>
              <a:t>I.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Sander</a:t>
            </a:r>
            <a:r>
              <a:rPr lang="en-US" dirty="0">
                <a:latin typeface="Arial MT"/>
                <a:cs typeface="Arial MT"/>
              </a:rPr>
              <a:t>, professor, KTH, Sweden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E8AA3-F297-D983-DF63-3FC0CA774CC2}"/>
              </a:ext>
            </a:extLst>
          </p:cNvPr>
          <p:cNvSpPr txBox="1"/>
          <p:nvPr/>
        </p:nvSpPr>
        <p:spPr>
          <a:xfrm>
            <a:off x="1066800" y="32120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Courtesy: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10317" y="6289409"/>
            <a:ext cx="9652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073" y="1647899"/>
            <a:ext cx="7974244" cy="3028393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Shared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memory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architectures</a:t>
            </a:r>
            <a:endParaRPr sz="3000" dirty="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Centralized</a:t>
            </a:r>
            <a:r>
              <a:rPr sz="2600" spc="-12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 dirty="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Distributed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lang="en-US" sz="2600" spc="-1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spc="-10" dirty="0">
                <a:latin typeface="Arial MT"/>
                <a:cs typeface="Arial MT"/>
              </a:rPr>
              <a:t>Caches</a:t>
            </a:r>
            <a:endParaRPr sz="3000" dirty="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3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Write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through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/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write-</a:t>
            </a:r>
            <a:r>
              <a:rPr sz="2600" dirty="0">
                <a:latin typeface="Arial MT"/>
                <a:cs typeface="Arial MT"/>
              </a:rPr>
              <a:t>back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caches</a:t>
            </a:r>
            <a:endParaRPr sz="2600" dirty="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coherency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problem</a:t>
            </a:r>
            <a:endParaRPr sz="26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7451" y="812291"/>
            <a:ext cx="46018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7225" marR="5080" indent="-64516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Shared</a:t>
            </a:r>
            <a:r>
              <a:rPr sz="4800" spc="-155" dirty="0"/>
              <a:t> </a:t>
            </a:r>
            <a:r>
              <a:rPr sz="4800" spc="-10" dirty="0"/>
              <a:t>Memory Architectures</a:t>
            </a:r>
            <a:endParaRPr sz="48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D43C2A-5BBE-F165-C631-CD66EA0B0324}"/>
                  </a:ext>
                </a:extLst>
              </p14:cNvPr>
              <p14:cNvContentPartPr/>
              <p14:nvPr/>
            </p14:nvContentPartPr>
            <p14:xfrm>
              <a:off x="93960" y="27360"/>
              <a:ext cx="8930880" cy="6832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D43C2A-5BBE-F165-C631-CD66EA0B03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600" y="18000"/>
                <a:ext cx="8949600" cy="68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AF7370-35C6-FDE1-469D-D1E2FEEE40A2}"/>
                  </a:ext>
                </a:extLst>
              </p14:cNvPr>
              <p14:cNvContentPartPr/>
              <p14:nvPr/>
            </p14:nvContentPartPr>
            <p14:xfrm>
              <a:off x="798120" y="3165480"/>
              <a:ext cx="781560" cy="640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AF7370-35C6-FDE1-469D-D1E2FEEE40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8760" y="3156120"/>
                <a:ext cx="800280" cy="65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70751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35" dirty="0"/>
              <a:t> </a:t>
            </a:r>
            <a:r>
              <a:rPr dirty="0"/>
              <a:t>Memory</a:t>
            </a:r>
            <a:r>
              <a:rPr spc="-135" dirty="0"/>
              <a:t> </a:t>
            </a:r>
            <a:r>
              <a:rPr spc="-10" dirty="0"/>
              <a:t>Architectures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45"/>
              </a:spcBef>
              <a:buClr>
                <a:srgbClr val="330065"/>
              </a:buClr>
              <a:buSzPct val="68965"/>
              <a:buFont typeface="Wingdings"/>
              <a:buChar char=""/>
              <a:tabLst>
                <a:tab pos="354965" algn="l"/>
              </a:tabLst>
            </a:pPr>
            <a:r>
              <a:rPr sz="2900" dirty="0"/>
              <a:t>Shared</a:t>
            </a:r>
            <a:r>
              <a:rPr sz="2900" spc="-45" dirty="0"/>
              <a:t> </a:t>
            </a:r>
            <a:r>
              <a:rPr sz="2900" dirty="0"/>
              <a:t>Memory</a:t>
            </a:r>
            <a:r>
              <a:rPr sz="2900" spc="-45" dirty="0"/>
              <a:t> </a:t>
            </a:r>
            <a:r>
              <a:rPr sz="2900" spc="-10" dirty="0"/>
              <a:t>Multiprocessor</a:t>
            </a:r>
            <a:r>
              <a:rPr sz="2900" spc="-45" dirty="0"/>
              <a:t> </a:t>
            </a:r>
            <a:r>
              <a:rPr sz="2900" dirty="0"/>
              <a:t>are</a:t>
            </a:r>
            <a:r>
              <a:rPr sz="2900" spc="-40" dirty="0"/>
              <a:t> </a:t>
            </a:r>
            <a:r>
              <a:rPr sz="2900" dirty="0"/>
              <a:t>often</a:t>
            </a:r>
            <a:r>
              <a:rPr sz="2900" spc="-45" dirty="0"/>
              <a:t> </a:t>
            </a:r>
            <a:r>
              <a:rPr sz="2900" spc="-20" dirty="0"/>
              <a:t>used</a:t>
            </a:r>
            <a:endParaRPr sz="2900"/>
          </a:p>
          <a:p>
            <a:pPr marL="754380" lvl="1" indent="-285115">
              <a:lnSpc>
                <a:spcPct val="100000"/>
              </a:lnSpc>
              <a:spcBef>
                <a:spcPts val="34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Symmetric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Multiprocessors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(SMP)</a:t>
            </a:r>
            <a:endParaRPr sz="2800">
              <a:latin typeface="Arial MT"/>
              <a:cs typeface="Arial MT"/>
            </a:endParaRPr>
          </a:p>
          <a:p>
            <a:pPr marL="1155700" marR="31115" lvl="2" indent="-228600">
              <a:lnSpc>
                <a:spcPts val="2590"/>
              </a:lnSpc>
              <a:spcBef>
                <a:spcPts val="625"/>
              </a:spcBef>
              <a:buClr>
                <a:srgbClr val="CCCC00"/>
              </a:buClr>
              <a:buSzPct val="68750"/>
              <a:buFont typeface="Wingdings"/>
              <a:buChar char=""/>
              <a:tabLst>
                <a:tab pos="1155700" algn="l"/>
              </a:tabLst>
            </a:pPr>
            <a:r>
              <a:rPr sz="2400" dirty="0">
                <a:latin typeface="Arial MT"/>
                <a:cs typeface="Arial MT"/>
              </a:rPr>
              <a:t>Symmetric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any </a:t>
            </a:r>
            <a:r>
              <a:rPr sz="2400" spc="-10" dirty="0">
                <a:latin typeface="Arial MT"/>
                <a:cs typeface="Arial MT"/>
              </a:rPr>
              <a:t>processor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254"/>
              </a:spcBef>
              <a:buClr>
                <a:srgbClr val="CCCC00"/>
              </a:buClr>
              <a:buSzPct val="68750"/>
              <a:buFont typeface="Wingdings"/>
              <a:buChar char="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UMA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(uniform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access)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325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Distributed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Shared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Memory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(DSM)</a:t>
            </a:r>
            <a:endParaRPr sz="2800">
              <a:latin typeface="Arial MT"/>
              <a:cs typeface="Arial MT"/>
            </a:endParaRPr>
          </a:p>
          <a:p>
            <a:pPr marL="1155700" marR="44450" lvl="2" indent="-228600">
              <a:lnSpc>
                <a:spcPts val="2590"/>
              </a:lnSpc>
              <a:spcBef>
                <a:spcPts val="625"/>
              </a:spcBef>
              <a:buClr>
                <a:srgbClr val="CCCC00"/>
              </a:buClr>
              <a:buSzPct val="68750"/>
              <a:buFont typeface="Wingdings"/>
              <a:buChar char=""/>
              <a:tabLst>
                <a:tab pos="1155700" algn="l"/>
              </a:tabLst>
            </a:pP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depends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word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254"/>
              </a:spcBef>
              <a:buClr>
                <a:srgbClr val="CCCC00"/>
              </a:buClr>
              <a:buSzPct val="68750"/>
              <a:buFont typeface="Wingdings"/>
              <a:buChar char="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(non-</a:t>
            </a:r>
            <a:r>
              <a:rPr sz="2400" dirty="0">
                <a:latin typeface="Arial MT"/>
                <a:cs typeface="Arial MT"/>
              </a:rPr>
              <a:t>uniform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access)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0A205F-83BC-08CF-AB97-C24A7C5DD39F}"/>
                  </a:ext>
                </a:extLst>
              </p14:cNvPr>
              <p14:cNvContentPartPr/>
              <p14:nvPr/>
            </p14:nvContentPartPr>
            <p14:xfrm>
              <a:off x="7051680" y="1788120"/>
              <a:ext cx="1779120" cy="148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0A205F-83BC-08CF-AB97-C24A7C5DD3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42320" y="1778760"/>
                <a:ext cx="1797840" cy="150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70751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35" dirty="0"/>
              <a:t> </a:t>
            </a:r>
            <a:r>
              <a:rPr dirty="0"/>
              <a:t>Memory</a:t>
            </a:r>
            <a:r>
              <a:rPr spc="-135" dirty="0"/>
              <a:t> </a:t>
            </a:r>
            <a:r>
              <a:rPr spc="-10" dirty="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1697736"/>
            <a:ext cx="7647305" cy="267462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4965" marR="5080" indent="-342900">
              <a:lnSpc>
                <a:spcPts val="3130"/>
              </a:lnSpc>
              <a:spcBef>
                <a:spcPts val="490"/>
              </a:spcBef>
              <a:buClr>
                <a:srgbClr val="330065"/>
              </a:buClr>
              <a:buSzPct val="68965"/>
              <a:buFont typeface="Wingdings"/>
              <a:buChar char=""/>
              <a:tabLst>
                <a:tab pos="354965" algn="l"/>
              </a:tabLst>
            </a:pPr>
            <a:r>
              <a:rPr sz="2900" dirty="0">
                <a:latin typeface="Arial MT"/>
                <a:cs typeface="Arial MT"/>
              </a:rPr>
              <a:t>A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shared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memory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programming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model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has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a </a:t>
            </a:r>
            <a:r>
              <a:rPr sz="2900" dirty="0">
                <a:latin typeface="Arial MT"/>
                <a:cs typeface="Arial MT"/>
              </a:rPr>
              <a:t>direct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representation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hardware</a:t>
            </a:r>
            <a:endParaRPr sz="29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05"/>
              </a:spcBef>
              <a:buClr>
                <a:srgbClr val="330065"/>
              </a:buClr>
              <a:buSzPct val="68965"/>
              <a:buFont typeface="Wingdings"/>
              <a:buChar char=""/>
              <a:tabLst>
                <a:tab pos="354965" algn="l"/>
              </a:tabLst>
            </a:pPr>
            <a:r>
              <a:rPr sz="2900" spc="-10" dirty="0">
                <a:latin typeface="Arial MT"/>
                <a:cs typeface="Arial MT"/>
              </a:rPr>
              <a:t>Caches</a:t>
            </a:r>
            <a:endParaRPr sz="29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34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Increase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performance</a:t>
            </a:r>
            <a:endParaRPr sz="2800" dirty="0">
              <a:latin typeface="Arial MT"/>
              <a:cs typeface="Arial MT"/>
            </a:endParaRPr>
          </a:p>
          <a:p>
            <a:pPr marL="755650" marR="645795" lvl="1" indent="-285750">
              <a:lnSpc>
                <a:spcPts val="3020"/>
              </a:lnSpc>
              <a:spcBef>
                <a:spcPts val="72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Demand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cache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coherence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memory </a:t>
            </a:r>
            <a:r>
              <a:rPr sz="2800" dirty="0">
                <a:latin typeface="Arial MT"/>
                <a:cs typeface="Arial MT"/>
              </a:rPr>
              <a:t>consistency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protocols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073" y="156209"/>
            <a:ext cx="6333490" cy="600164"/>
          </a:xfrm>
        </p:spPr>
        <p:txBody>
          <a:bodyPr/>
          <a:lstStyle/>
          <a:p>
            <a:r>
              <a:rPr lang="en-US" dirty="0"/>
              <a:t>Memory Bandwidth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536073" y="990600"/>
            <a:ext cx="7647305" cy="2848216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4965" indent="-342265">
              <a:spcBef>
                <a:spcPts val="305"/>
              </a:spcBef>
              <a:buClr>
                <a:srgbClr val="330065"/>
              </a:buClr>
              <a:buSzPct val="68965"/>
              <a:buFont typeface="Wingdings"/>
              <a:buChar char=""/>
              <a:tabLst>
                <a:tab pos="354965" algn="l"/>
              </a:tabLst>
            </a:pPr>
            <a:r>
              <a:rPr lang="en-US" sz="2900" dirty="0"/>
              <a:t>Rate of data transfer to or from memory often measured in </a:t>
            </a:r>
            <a:r>
              <a:rPr lang="en-US" sz="2900" dirty="0" err="1"/>
              <a:t>Gbytes</a:t>
            </a:r>
            <a:r>
              <a:rPr lang="en-US" sz="2900" dirty="0"/>
              <a:t>/sec</a:t>
            </a:r>
            <a:endParaRPr lang="en-US" sz="2900" spc="-1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05"/>
              </a:spcBef>
              <a:buClr>
                <a:srgbClr val="330065"/>
              </a:buClr>
              <a:buSzPct val="68965"/>
              <a:buFont typeface="Wingdings"/>
              <a:buChar char=""/>
              <a:tabLst>
                <a:tab pos="354965" algn="l"/>
              </a:tabLst>
            </a:pPr>
            <a:r>
              <a:rPr lang="en-US" sz="2800" dirty="0">
                <a:latin typeface="Arial MT"/>
                <a:cs typeface="Arial MT"/>
              </a:rPr>
              <a:t>Depends upon</a:t>
            </a:r>
            <a:endParaRPr sz="2800" dirty="0">
              <a:latin typeface="Arial MT"/>
              <a:cs typeface="Arial MT"/>
            </a:endParaRPr>
          </a:p>
          <a:p>
            <a:pPr marL="755650" marR="645795" lvl="1" indent="-285750">
              <a:lnSpc>
                <a:spcPts val="3020"/>
              </a:lnSpc>
              <a:spcBef>
                <a:spcPts val="72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650" algn="l"/>
              </a:tabLst>
            </a:pPr>
            <a:r>
              <a:rPr lang="en-US" sz="2800" dirty="0">
                <a:latin typeface="Arial MT"/>
                <a:cs typeface="Arial MT"/>
              </a:rPr>
              <a:t>Clock speed of memory</a:t>
            </a:r>
          </a:p>
          <a:p>
            <a:pPr marL="755650" marR="645795" lvl="1" indent="-285750">
              <a:lnSpc>
                <a:spcPts val="3020"/>
              </a:lnSpc>
              <a:spcBef>
                <a:spcPts val="72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650" algn="l"/>
              </a:tabLst>
            </a:pPr>
            <a:r>
              <a:rPr lang="en-US" sz="2800" dirty="0">
                <a:latin typeface="Arial MT"/>
                <a:cs typeface="Arial MT"/>
              </a:rPr>
              <a:t>Number of data channels available</a:t>
            </a:r>
          </a:p>
          <a:p>
            <a:pPr marL="755650" marR="645795" lvl="1" indent="-285750">
              <a:lnSpc>
                <a:spcPts val="3020"/>
              </a:lnSpc>
              <a:spcBef>
                <a:spcPts val="72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650" algn="l"/>
              </a:tabLst>
            </a:pPr>
            <a:r>
              <a:rPr lang="en-US" sz="2800" dirty="0">
                <a:latin typeface="Arial MT"/>
                <a:cs typeface="Arial MT"/>
              </a:rPr>
              <a:t>Width of each data channel</a:t>
            </a:r>
            <a:endParaRPr sz="2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01392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639064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14" dirty="0"/>
              <a:t> </a:t>
            </a:r>
            <a:r>
              <a:rPr dirty="0"/>
              <a:t>Cache</a:t>
            </a:r>
            <a:r>
              <a:rPr spc="-11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6429" y="1972818"/>
            <a:ext cx="4426585" cy="3789679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marR="57150" indent="-342900">
              <a:lnSpc>
                <a:spcPts val="2810"/>
              </a:lnSpc>
              <a:spcBef>
                <a:spcPts val="45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Several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processors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are </a:t>
            </a:r>
            <a:r>
              <a:rPr sz="2600" dirty="0">
                <a:latin typeface="Arial MT"/>
                <a:cs typeface="Arial MT"/>
              </a:rPr>
              <a:t>connected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via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switch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with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shared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355600" marR="5080" indent="-342900">
              <a:lnSpc>
                <a:spcPts val="2810"/>
              </a:lnSpc>
              <a:spcBef>
                <a:spcPts val="61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Has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been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very </a:t>
            </a:r>
            <a:r>
              <a:rPr sz="2600" dirty="0">
                <a:latin typeface="Arial MT"/>
                <a:cs typeface="Arial MT"/>
              </a:rPr>
              <a:t>small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number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processors</a:t>
            </a:r>
            <a:endParaRPr sz="2600">
              <a:latin typeface="Arial MT"/>
              <a:cs typeface="Arial MT"/>
            </a:endParaRPr>
          </a:p>
          <a:p>
            <a:pPr marL="355600" marR="111760" indent="-342900">
              <a:lnSpc>
                <a:spcPts val="2810"/>
              </a:lnSpc>
              <a:spcBef>
                <a:spcPts val="62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Is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difficult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large </a:t>
            </a:r>
            <a:r>
              <a:rPr sz="2600" dirty="0">
                <a:latin typeface="Arial MT"/>
                <a:cs typeface="Arial MT"/>
              </a:rPr>
              <a:t>number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processors, </a:t>
            </a:r>
            <a:r>
              <a:rPr sz="2600" dirty="0">
                <a:latin typeface="Arial MT"/>
                <a:cs typeface="Arial MT"/>
              </a:rPr>
              <a:t>since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shared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 </a:t>
            </a:r>
            <a:r>
              <a:rPr sz="2600" dirty="0">
                <a:latin typeface="Arial MT"/>
                <a:cs typeface="Arial MT"/>
              </a:rPr>
              <a:t>must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deliver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extremely </a:t>
            </a:r>
            <a:r>
              <a:rPr sz="2600" dirty="0">
                <a:latin typeface="Arial MT"/>
                <a:cs typeface="Arial MT"/>
              </a:rPr>
              <a:t>large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bandwidth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7869" y="2176779"/>
            <a:ext cx="787400" cy="786765"/>
            <a:chOff x="887869" y="2176779"/>
            <a:chExt cx="787400" cy="786765"/>
          </a:xfrm>
        </p:grpSpPr>
        <p:sp>
          <p:nvSpPr>
            <p:cNvPr id="5" name="object 5"/>
            <p:cNvSpPr/>
            <p:nvPr/>
          </p:nvSpPr>
          <p:spPr>
            <a:xfrm>
              <a:off x="900823" y="218897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7869" y="2176779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72617"/>
                  </a:lnTo>
                  <a:lnTo>
                    <a:pt x="785622" y="352805"/>
                  </a:lnTo>
                  <a:lnTo>
                    <a:pt x="771921" y="283911"/>
                  </a:lnTo>
                  <a:lnTo>
                    <a:pt x="755383" y="237482"/>
                  </a:lnTo>
                  <a:lnTo>
                    <a:pt x="733396" y="194075"/>
                  </a:lnTo>
                  <a:lnTo>
                    <a:pt x="706397" y="154060"/>
                  </a:lnTo>
                  <a:lnTo>
                    <a:pt x="674824" y="117808"/>
                  </a:lnTo>
                  <a:lnTo>
                    <a:pt x="639112" y="85686"/>
                  </a:lnTo>
                  <a:lnTo>
                    <a:pt x="599699" y="58067"/>
                  </a:lnTo>
                  <a:lnTo>
                    <a:pt x="557021" y="35319"/>
                  </a:lnTo>
                  <a:lnTo>
                    <a:pt x="511515" y="17811"/>
                  </a:lnTo>
                  <a:lnTo>
                    <a:pt x="463617" y="5915"/>
                  </a:lnTo>
                  <a:lnTo>
                    <a:pt x="414528" y="90"/>
                  </a:lnTo>
                  <a:lnTo>
                    <a:pt x="373379" y="0"/>
                  </a:lnTo>
                  <a:lnTo>
                    <a:pt x="323295" y="5962"/>
                  </a:lnTo>
                  <a:lnTo>
                    <a:pt x="275298" y="17896"/>
                  </a:lnTo>
                  <a:lnTo>
                    <a:pt x="229796" y="35437"/>
                  </a:lnTo>
                  <a:lnTo>
                    <a:pt x="187197" y="58220"/>
                  </a:lnTo>
                  <a:lnTo>
                    <a:pt x="147909" y="85878"/>
                  </a:lnTo>
                  <a:lnTo>
                    <a:pt x="112341" y="118047"/>
                  </a:lnTo>
                  <a:lnTo>
                    <a:pt x="80900" y="154361"/>
                  </a:lnTo>
                  <a:lnTo>
                    <a:pt x="53994" y="194454"/>
                  </a:lnTo>
                  <a:lnTo>
                    <a:pt x="32032" y="237961"/>
                  </a:lnTo>
                  <a:lnTo>
                    <a:pt x="15422" y="284517"/>
                  </a:lnTo>
                  <a:lnTo>
                    <a:pt x="4571" y="333755"/>
                  </a:lnTo>
                  <a:lnTo>
                    <a:pt x="761" y="373379"/>
                  </a:lnTo>
                  <a:lnTo>
                    <a:pt x="0" y="393953"/>
                  </a:lnTo>
                  <a:lnTo>
                    <a:pt x="762" y="413765"/>
                  </a:lnTo>
                  <a:lnTo>
                    <a:pt x="4572" y="453389"/>
                  </a:lnTo>
                  <a:lnTo>
                    <a:pt x="20578" y="519220"/>
                  </a:lnTo>
                  <a:lnTo>
                    <a:pt x="25146" y="530547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507" y="289077"/>
                  </a:lnTo>
                  <a:lnTo>
                    <a:pt x="57075" y="244095"/>
                  </a:lnTo>
                  <a:lnTo>
                    <a:pt x="78983" y="202235"/>
                  </a:lnTo>
                  <a:lnTo>
                    <a:pt x="105793" y="163876"/>
                  </a:lnTo>
                  <a:lnTo>
                    <a:pt x="137068" y="129396"/>
                  </a:lnTo>
                  <a:lnTo>
                    <a:pt x="172369" y="99172"/>
                  </a:lnTo>
                  <a:lnTo>
                    <a:pt x="211259" y="73584"/>
                  </a:lnTo>
                  <a:lnTo>
                    <a:pt x="253301" y="53009"/>
                  </a:lnTo>
                  <a:lnTo>
                    <a:pt x="298055" y="37825"/>
                  </a:lnTo>
                  <a:lnTo>
                    <a:pt x="345086" y="28411"/>
                  </a:lnTo>
                  <a:lnTo>
                    <a:pt x="393191" y="25196"/>
                  </a:lnTo>
                  <a:lnTo>
                    <a:pt x="393953" y="25145"/>
                  </a:lnTo>
                  <a:lnTo>
                    <a:pt x="412242" y="25877"/>
                  </a:lnTo>
                  <a:lnTo>
                    <a:pt x="413766" y="25968"/>
                  </a:lnTo>
                  <a:lnTo>
                    <a:pt x="431292" y="27371"/>
                  </a:lnTo>
                  <a:lnTo>
                    <a:pt x="432054" y="27431"/>
                  </a:lnTo>
                  <a:lnTo>
                    <a:pt x="477556" y="34938"/>
                  </a:lnTo>
                  <a:lnTo>
                    <a:pt x="522384" y="48317"/>
                  </a:lnTo>
                  <a:lnTo>
                    <a:pt x="563942" y="66809"/>
                  </a:lnTo>
                  <a:lnTo>
                    <a:pt x="602598" y="90140"/>
                  </a:lnTo>
                  <a:lnTo>
                    <a:pt x="637976" y="117917"/>
                  </a:lnTo>
                  <a:lnTo>
                    <a:pt x="669703" y="149745"/>
                  </a:lnTo>
                  <a:lnTo>
                    <a:pt x="697405" y="185231"/>
                  </a:lnTo>
                  <a:lnTo>
                    <a:pt x="720592" y="223787"/>
                  </a:lnTo>
                  <a:lnTo>
                    <a:pt x="739188" y="265489"/>
                  </a:lnTo>
                  <a:lnTo>
                    <a:pt x="752610" y="309664"/>
                  </a:lnTo>
                  <a:lnTo>
                    <a:pt x="760476" y="355853"/>
                  </a:lnTo>
                  <a:lnTo>
                    <a:pt x="762000" y="393953"/>
                  </a:lnTo>
                  <a:lnTo>
                    <a:pt x="762000" y="530900"/>
                  </a:lnTo>
                  <a:lnTo>
                    <a:pt x="769509" y="511397"/>
                  </a:lnTo>
                  <a:lnTo>
                    <a:pt x="781351" y="463551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900"/>
                  </a:moveTo>
                  <a:lnTo>
                    <a:pt x="762000" y="393953"/>
                  </a:lnTo>
                  <a:lnTo>
                    <a:pt x="760476" y="431291"/>
                  </a:lnTo>
                  <a:lnTo>
                    <a:pt x="752610" y="477468"/>
                  </a:lnTo>
                  <a:lnTo>
                    <a:pt x="739188" y="521593"/>
                  </a:lnTo>
                  <a:lnTo>
                    <a:pt x="720592" y="563262"/>
                  </a:lnTo>
                  <a:lnTo>
                    <a:pt x="697201" y="602071"/>
                  </a:lnTo>
                  <a:lnTo>
                    <a:pt x="669344" y="637670"/>
                  </a:lnTo>
                  <a:lnTo>
                    <a:pt x="637566" y="669493"/>
                  </a:lnTo>
                  <a:lnTo>
                    <a:pt x="602083" y="697298"/>
                  </a:lnTo>
                  <a:lnTo>
                    <a:pt x="563333" y="720627"/>
                  </a:lnTo>
                  <a:lnTo>
                    <a:pt x="521697" y="739075"/>
                  </a:lnTo>
                  <a:lnTo>
                    <a:pt x="477556" y="752239"/>
                  </a:lnTo>
                  <a:lnTo>
                    <a:pt x="432054" y="759590"/>
                  </a:lnTo>
                  <a:lnTo>
                    <a:pt x="413766" y="761116"/>
                  </a:lnTo>
                  <a:lnTo>
                    <a:pt x="412242" y="761237"/>
                  </a:lnTo>
                  <a:lnTo>
                    <a:pt x="393954" y="761969"/>
                  </a:lnTo>
                  <a:lnTo>
                    <a:pt x="393192" y="761999"/>
                  </a:lnTo>
                  <a:lnTo>
                    <a:pt x="345938" y="758750"/>
                  </a:lnTo>
                  <a:lnTo>
                    <a:pt x="300438" y="749837"/>
                  </a:lnTo>
                  <a:lnTo>
                    <a:pt x="257073" y="735578"/>
                  </a:lnTo>
                  <a:lnTo>
                    <a:pt x="216223" y="716290"/>
                  </a:lnTo>
                  <a:lnTo>
                    <a:pt x="178271" y="692290"/>
                  </a:lnTo>
                  <a:lnTo>
                    <a:pt x="143598" y="663896"/>
                  </a:lnTo>
                  <a:lnTo>
                    <a:pt x="112585" y="631424"/>
                  </a:lnTo>
                  <a:lnTo>
                    <a:pt x="85613" y="595191"/>
                  </a:lnTo>
                  <a:lnTo>
                    <a:pt x="63066" y="555516"/>
                  </a:lnTo>
                  <a:lnTo>
                    <a:pt x="45322" y="512715"/>
                  </a:lnTo>
                  <a:lnTo>
                    <a:pt x="32766" y="467105"/>
                  </a:lnTo>
                  <a:lnTo>
                    <a:pt x="25908" y="412241"/>
                  </a:lnTo>
                  <a:lnTo>
                    <a:pt x="25146" y="393191"/>
                  </a:lnTo>
                  <a:lnTo>
                    <a:pt x="25146" y="530547"/>
                  </a:lnTo>
                  <a:lnTo>
                    <a:pt x="60605" y="603428"/>
                  </a:lnTo>
                  <a:lnTo>
                    <a:pt x="87584" y="640943"/>
                  </a:lnTo>
                  <a:lnTo>
                    <a:pt x="118642" y="674948"/>
                  </a:lnTo>
                  <a:lnTo>
                    <a:pt x="153352" y="705107"/>
                  </a:lnTo>
                  <a:lnTo>
                    <a:pt x="191290" y="731081"/>
                  </a:lnTo>
                  <a:lnTo>
                    <a:pt x="232031" y="752534"/>
                  </a:lnTo>
                  <a:lnTo>
                    <a:pt x="275151" y="769128"/>
                  </a:lnTo>
                  <a:lnTo>
                    <a:pt x="320223" y="780526"/>
                  </a:lnTo>
                  <a:lnTo>
                    <a:pt x="366824" y="786390"/>
                  </a:lnTo>
                  <a:lnTo>
                    <a:pt x="414528" y="786383"/>
                  </a:lnTo>
                  <a:lnTo>
                    <a:pt x="454152" y="782573"/>
                  </a:lnTo>
                  <a:lnTo>
                    <a:pt x="503141" y="771857"/>
                  </a:lnTo>
                  <a:lnTo>
                    <a:pt x="549539" y="755268"/>
                  </a:lnTo>
                  <a:lnTo>
                    <a:pt x="592961" y="733243"/>
                  </a:lnTo>
                  <a:lnTo>
                    <a:pt x="633025" y="706218"/>
                  </a:lnTo>
                  <a:lnTo>
                    <a:pt x="669344" y="674631"/>
                  </a:lnTo>
                  <a:lnTo>
                    <a:pt x="701537" y="638918"/>
                  </a:lnTo>
                  <a:lnTo>
                    <a:pt x="729218" y="599517"/>
                  </a:lnTo>
                  <a:lnTo>
                    <a:pt x="752003" y="556864"/>
                  </a:lnTo>
                  <a:lnTo>
                    <a:pt x="762000" y="530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25607" y="2418588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64269" y="2176779"/>
            <a:ext cx="787400" cy="786765"/>
            <a:chOff x="2564269" y="2176779"/>
            <a:chExt cx="787400" cy="786765"/>
          </a:xfrm>
        </p:grpSpPr>
        <p:sp>
          <p:nvSpPr>
            <p:cNvPr id="9" name="object 9"/>
            <p:cNvSpPr/>
            <p:nvPr/>
          </p:nvSpPr>
          <p:spPr>
            <a:xfrm>
              <a:off x="2577223" y="218897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64269" y="2176779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72617"/>
                  </a:lnTo>
                  <a:lnTo>
                    <a:pt x="785622" y="352805"/>
                  </a:lnTo>
                  <a:lnTo>
                    <a:pt x="771921" y="283911"/>
                  </a:lnTo>
                  <a:lnTo>
                    <a:pt x="755383" y="237482"/>
                  </a:lnTo>
                  <a:lnTo>
                    <a:pt x="733396" y="194075"/>
                  </a:lnTo>
                  <a:lnTo>
                    <a:pt x="706397" y="154060"/>
                  </a:lnTo>
                  <a:lnTo>
                    <a:pt x="674824" y="117808"/>
                  </a:lnTo>
                  <a:lnTo>
                    <a:pt x="639112" y="85686"/>
                  </a:lnTo>
                  <a:lnTo>
                    <a:pt x="599699" y="58067"/>
                  </a:lnTo>
                  <a:lnTo>
                    <a:pt x="557021" y="35319"/>
                  </a:lnTo>
                  <a:lnTo>
                    <a:pt x="511515" y="17811"/>
                  </a:lnTo>
                  <a:lnTo>
                    <a:pt x="463617" y="5915"/>
                  </a:lnTo>
                  <a:lnTo>
                    <a:pt x="414528" y="90"/>
                  </a:lnTo>
                  <a:lnTo>
                    <a:pt x="373379" y="0"/>
                  </a:lnTo>
                  <a:lnTo>
                    <a:pt x="323295" y="5962"/>
                  </a:lnTo>
                  <a:lnTo>
                    <a:pt x="275298" y="17896"/>
                  </a:lnTo>
                  <a:lnTo>
                    <a:pt x="229796" y="35437"/>
                  </a:lnTo>
                  <a:lnTo>
                    <a:pt x="187197" y="58220"/>
                  </a:lnTo>
                  <a:lnTo>
                    <a:pt x="147909" y="85878"/>
                  </a:lnTo>
                  <a:lnTo>
                    <a:pt x="112472" y="117928"/>
                  </a:lnTo>
                  <a:lnTo>
                    <a:pt x="112341" y="118047"/>
                  </a:lnTo>
                  <a:lnTo>
                    <a:pt x="80900" y="154361"/>
                  </a:lnTo>
                  <a:lnTo>
                    <a:pt x="53994" y="194454"/>
                  </a:lnTo>
                  <a:lnTo>
                    <a:pt x="32032" y="237961"/>
                  </a:lnTo>
                  <a:lnTo>
                    <a:pt x="15422" y="284517"/>
                  </a:lnTo>
                  <a:lnTo>
                    <a:pt x="4571" y="333755"/>
                  </a:lnTo>
                  <a:lnTo>
                    <a:pt x="761" y="373379"/>
                  </a:lnTo>
                  <a:lnTo>
                    <a:pt x="0" y="393953"/>
                  </a:lnTo>
                  <a:lnTo>
                    <a:pt x="762" y="413765"/>
                  </a:lnTo>
                  <a:lnTo>
                    <a:pt x="4572" y="453389"/>
                  </a:lnTo>
                  <a:lnTo>
                    <a:pt x="20578" y="519220"/>
                  </a:lnTo>
                  <a:lnTo>
                    <a:pt x="25146" y="530547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507" y="289077"/>
                  </a:lnTo>
                  <a:lnTo>
                    <a:pt x="57075" y="244095"/>
                  </a:lnTo>
                  <a:lnTo>
                    <a:pt x="78983" y="202235"/>
                  </a:lnTo>
                  <a:lnTo>
                    <a:pt x="105793" y="163876"/>
                  </a:lnTo>
                  <a:lnTo>
                    <a:pt x="137068" y="129396"/>
                  </a:lnTo>
                  <a:lnTo>
                    <a:pt x="172369" y="99172"/>
                  </a:lnTo>
                  <a:lnTo>
                    <a:pt x="211259" y="73584"/>
                  </a:lnTo>
                  <a:lnTo>
                    <a:pt x="253301" y="53009"/>
                  </a:lnTo>
                  <a:lnTo>
                    <a:pt x="298055" y="37825"/>
                  </a:lnTo>
                  <a:lnTo>
                    <a:pt x="345086" y="28411"/>
                  </a:lnTo>
                  <a:lnTo>
                    <a:pt x="393191" y="25196"/>
                  </a:lnTo>
                  <a:lnTo>
                    <a:pt x="393953" y="25145"/>
                  </a:lnTo>
                  <a:lnTo>
                    <a:pt x="412242" y="25877"/>
                  </a:lnTo>
                  <a:lnTo>
                    <a:pt x="413766" y="25968"/>
                  </a:lnTo>
                  <a:lnTo>
                    <a:pt x="431292" y="27371"/>
                  </a:lnTo>
                  <a:lnTo>
                    <a:pt x="432054" y="27431"/>
                  </a:lnTo>
                  <a:lnTo>
                    <a:pt x="477556" y="34938"/>
                  </a:lnTo>
                  <a:lnTo>
                    <a:pt x="522384" y="48317"/>
                  </a:lnTo>
                  <a:lnTo>
                    <a:pt x="563942" y="66809"/>
                  </a:lnTo>
                  <a:lnTo>
                    <a:pt x="602598" y="90140"/>
                  </a:lnTo>
                  <a:lnTo>
                    <a:pt x="637976" y="117917"/>
                  </a:lnTo>
                  <a:lnTo>
                    <a:pt x="669703" y="149745"/>
                  </a:lnTo>
                  <a:lnTo>
                    <a:pt x="697405" y="185231"/>
                  </a:lnTo>
                  <a:lnTo>
                    <a:pt x="720592" y="223787"/>
                  </a:lnTo>
                  <a:lnTo>
                    <a:pt x="739188" y="265489"/>
                  </a:lnTo>
                  <a:lnTo>
                    <a:pt x="752610" y="309664"/>
                  </a:lnTo>
                  <a:lnTo>
                    <a:pt x="760476" y="355853"/>
                  </a:lnTo>
                  <a:lnTo>
                    <a:pt x="762000" y="393953"/>
                  </a:lnTo>
                  <a:lnTo>
                    <a:pt x="762000" y="530900"/>
                  </a:lnTo>
                  <a:lnTo>
                    <a:pt x="769509" y="511397"/>
                  </a:lnTo>
                  <a:lnTo>
                    <a:pt x="781351" y="463551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900"/>
                  </a:moveTo>
                  <a:lnTo>
                    <a:pt x="762000" y="393953"/>
                  </a:lnTo>
                  <a:lnTo>
                    <a:pt x="760476" y="431291"/>
                  </a:lnTo>
                  <a:lnTo>
                    <a:pt x="752610" y="477468"/>
                  </a:lnTo>
                  <a:lnTo>
                    <a:pt x="739188" y="521593"/>
                  </a:lnTo>
                  <a:lnTo>
                    <a:pt x="720592" y="563262"/>
                  </a:lnTo>
                  <a:lnTo>
                    <a:pt x="697201" y="602071"/>
                  </a:lnTo>
                  <a:lnTo>
                    <a:pt x="669344" y="637670"/>
                  </a:lnTo>
                  <a:lnTo>
                    <a:pt x="637566" y="669493"/>
                  </a:lnTo>
                  <a:lnTo>
                    <a:pt x="602083" y="697298"/>
                  </a:lnTo>
                  <a:lnTo>
                    <a:pt x="563333" y="720627"/>
                  </a:lnTo>
                  <a:lnTo>
                    <a:pt x="521697" y="739075"/>
                  </a:lnTo>
                  <a:lnTo>
                    <a:pt x="477556" y="752239"/>
                  </a:lnTo>
                  <a:lnTo>
                    <a:pt x="432054" y="759590"/>
                  </a:lnTo>
                  <a:lnTo>
                    <a:pt x="413766" y="761116"/>
                  </a:lnTo>
                  <a:lnTo>
                    <a:pt x="412242" y="761237"/>
                  </a:lnTo>
                  <a:lnTo>
                    <a:pt x="393954" y="761969"/>
                  </a:lnTo>
                  <a:lnTo>
                    <a:pt x="393192" y="761999"/>
                  </a:lnTo>
                  <a:lnTo>
                    <a:pt x="346084" y="758837"/>
                  </a:lnTo>
                  <a:lnTo>
                    <a:pt x="300644" y="749950"/>
                  </a:lnTo>
                  <a:lnTo>
                    <a:pt x="257273" y="735672"/>
                  </a:lnTo>
                  <a:lnTo>
                    <a:pt x="216371" y="716333"/>
                  </a:lnTo>
                  <a:lnTo>
                    <a:pt x="178336" y="692264"/>
                  </a:lnTo>
                  <a:lnTo>
                    <a:pt x="143570" y="663799"/>
                  </a:lnTo>
                  <a:lnTo>
                    <a:pt x="112472" y="631266"/>
                  </a:lnTo>
                  <a:lnTo>
                    <a:pt x="85443" y="595000"/>
                  </a:lnTo>
                  <a:lnTo>
                    <a:pt x="62882" y="555329"/>
                  </a:lnTo>
                  <a:lnTo>
                    <a:pt x="45190" y="512588"/>
                  </a:lnTo>
                  <a:lnTo>
                    <a:pt x="32766" y="467105"/>
                  </a:lnTo>
                  <a:lnTo>
                    <a:pt x="25908" y="412241"/>
                  </a:lnTo>
                  <a:lnTo>
                    <a:pt x="25146" y="393191"/>
                  </a:lnTo>
                  <a:lnTo>
                    <a:pt x="25146" y="530547"/>
                  </a:lnTo>
                  <a:lnTo>
                    <a:pt x="60605" y="603428"/>
                  </a:lnTo>
                  <a:lnTo>
                    <a:pt x="87584" y="640943"/>
                  </a:lnTo>
                  <a:lnTo>
                    <a:pt x="118642" y="674948"/>
                  </a:lnTo>
                  <a:lnTo>
                    <a:pt x="153352" y="705107"/>
                  </a:lnTo>
                  <a:lnTo>
                    <a:pt x="191290" y="731081"/>
                  </a:lnTo>
                  <a:lnTo>
                    <a:pt x="232031" y="752534"/>
                  </a:lnTo>
                  <a:lnTo>
                    <a:pt x="275151" y="769128"/>
                  </a:lnTo>
                  <a:lnTo>
                    <a:pt x="320223" y="780526"/>
                  </a:lnTo>
                  <a:lnTo>
                    <a:pt x="366824" y="786390"/>
                  </a:lnTo>
                  <a:lnTo>
                    <a:pt x="414528" y="786383"/>
                  </a:lnTo>
                  <a:lnTo>
                    <a:pt x="454152" y="782573"/>
                  </a:lnTo>
                  <a:lnTo>
                    <a:pt x="503141" y="771857"/>
                  </a:lnTo>
                  <a:lnTo>
                    <a:pt x="549539" y="755268"/>
                  </a:lnTo>
                  <a:lnTo>
                    <a:pt x="592961" y="733243"/>
                  </a:lnTo>
                  <a:lnTo>
                    <a:pt x="633025" y="706218"/>
                  </a:lnTo>
                  <a:lnTo>
                    <a:pt x="669344" y="674631"/>
                  </a:lnTo>
                  <a:lnTo>
                    <a:pt x="701537" y="638918"/>
                  </a:lnTo>
                  <a:lnTo>
                    <a:pt x="729218" y="599517"/>
                  </a:lnTo>
                  <a:lnTo>
                    <a:pt x="752003" y="556864"/>
                  </a:lnTo>
                  <a:lnTo>
                    <a:pt x="762000" y="530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76099" y="2418588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m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64069" y="3319779"/>
            <a:ext cx="2387600" cy="406400"/>
            <a:chOff x="964069" y="3319779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977023" y="3331971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4069" y="3319779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2362199" y="25146"/>
                  </a:lnTo>
                  <a:lnTo>
                    <a:pt x="2362199" y="12192"/>
                  </a:lnTo>
                  <a:lnTo>
                    <a:pt x="2375153" y="25146"/>
                  </a:lnTo>
                  <a:lnTo>
                    <a:pt x="2375153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2387600" h="406400">
                  <a:moveTo>
                    <a:pt x="25145" y="3810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5" y="381000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12954" y="381000"/>
                  </a:lnTo>
                  <a:lnTo>
                    <a:pt x="25145" y="393192"/>
                  </a:lnTo>
                  <a:lnTo>
                    <a:pt x="25145" y="406146"/>
                  </a:lnTo>
                  <a:lnTo>
                    <a:pt x="2362199" y="406146"/>
                  </a:lnTo>
                  <a:lnTo>
                    <a:pt x="2362199" y="393192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5145" y="406146"/>
                  </a:moveTo>
                  <a:lnTo>
                    <a:pt x="25145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5" y="406146"/>
                  </a:lnTo>
                  <a:close/>
                </a:path>
                <a:path w="2387600" h="406400">
                  <a:moveTo>
                    <a:pt x="2375153" y="25146"/>
                  </a:moveTo>
                  <a:lnTo>
                    <a:pt x="2362199" y="12192"/>
                  </a:lnTo>
                  <a:lnTo>
                    <a:pt x="2362199" y="25146"/>
                  </a:lnTo>
                  <a:lnTo>
                    <a:pt x="2375153" y="25146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2375153" y="25146"/>
                  </a:lnTo>
                  <a:lnTo>
                    <a:pt x="2362199" y="25146"/>
                  </a:lnTo>
                  <a:lnTo>
                    <a:pt x="2362199" y="381000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375153" y="406146"/>
                  </a:moveTo>
                  <a:lnTo>
                    <a:pt x="2375153" y="381000"/>
                  </a:lnTo>
                  <a:lnTo>
                    <a:pt x="2362199" y="393192"/>
                  </a:lnTo>
                  <a:lnTo>
                    <a:pt x="2362199" y="406146"/>
                  </a:lnTo>
                  <a:lnTo>
                    <a:pt x="23751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65941" y="3371088"/>
            <a:ext cx="782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Switch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4069" y="4005579"/>
            <a:ext cx="2387600" cy="406400"/>
            <a:chOff x="964069" y="4005579"/>
            <a:chExt cx="2387600" cy="406400"/>
          </a:xfrm>
        </p:grpSpPr>
        <p:sp>
          <p:nvSpPr>
            <p:cNvPr id="17" name="object 17"/>
            <p:cNvSpPr/>
            <p:nvPr/>
          </p:nvSpPr>
          <p:spPr>
            <a:xfrm>
              <a:off x="977023" y="4017771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4069" y="4005579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2362199" y="25146"/>
                  </a:lnTo>
                  <a:lnTo>
                    <a:pt x="2362199" y="12192"/>
                  </a:lnTo>
                  <a:lnTo>
                    <a:pt x="2375153" y="25146"/>
                  </a:lnTo>
                  <a:lnTo>
                    <a:pt x="2375153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2387600" h="406400">
                  <a:moveTo>
                    <a:pt x="25145" y="3810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5" y="381000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12954" y="381000"/>
                  </a:lnTo>
                  <a:lnTo>
                    <a:pt x="25145" y="393192"/>
                  </a:lnTo>
                  <a:lnTo>
                    <a:pt x="25145" y="406146"/>
                  </a:lnTo>
                  <a:lnTo>
                    <a:pt x="2362199" y="406146"/>
                  </a:lnTo>
                  <a:lnTo>
                    <a:pt x="2362199" y="393192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5145" y="406146"/>
                  </a:moveTo>
                  <a:lnTo>
                    <a:pt x="25145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5" y="406146"/>
                  </a:lnTo>
                  <a:close/>
                </a:path>
                <a:path w="2387600" h="406400">
                  <a:moveTo>
                    <a:pt x="2375153" y="25146"/>
                  </a:moveTo>
                  <a:lnTo>
                    <a:pt x="2362199" y="12192"/>
                  </a:lnTo>
                  <a:lnTo>
                    <a:pt x="2362199" y="25146"/>
                  </a:lnTo>
                  <a:lnTo>
                    <a:pt x="2375153" y="25146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2375153" y="25146"/>
                  </a:lnTo>
                  <a:lnTo>
                    <a:pt x="2362199" y="25146"/>
                  </a:lnTo>
                  <a:lnTo>
                    <a:pt x="2362199" y="381000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375153" y="406146"/>
                  </a:moveTo>
                  <a:lnTo>
                    <a:pt x="2375153" y="381000"/>
                  </a:lnTo>
                  <a:lnTo>
                    <a:pt x="2362199" y="393192"/>
                  </a:lnTo>
                  <a:lnTo>
                    <a:pt x="2362199" y="406146"/>
                  </a:lnTo>
                  <a:lnTo>
                    <a:pt x="23751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96421" y="4056888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64069" y="4691379"/>
            <a:ext cx="2387600" cy="406400"/>
            <a:chOff x="964069" y="4691379"/>
            <a:chExt cx="2387600" cy="406400"/>
          </a:xfrm>
        </p:grpSpPr>
        <p:sp>
          <p:nvSpPr>
            <p:cNvPr id="21" name="object 21"/>
            <p:cNvSpPr/>
            <p:nvPr/>
          </p:nvSpPr>
          <p:spPr>
            <a:xfrm>
              <a:off x="977023" y="4703571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4069" y="4691379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2362199" y="25146"/>
                  </a:lnTo>
                  <a:lnTo>
                    <a:pt x="2362199" y="12192"/>
                  </a:lnTo>
                  <a:lnTo>
                    <a:pt x="2375153" y="25146"/>
                  </a:lnTo>
                  <a:lnTo>
                    <a:pt x="2375153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2387600" h="406400">
                  <a:moveTo>
                    <a:pt x="25145" y="3810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5" y="381000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12954" y="381000"/>
                  </a:lnTo>
                  <a:lnTo>
                    <a:pt x="25145" y="393192"/>
                  </a:lnTo>
                  <a:lnTo>
                    <a:pt x="25145" y="406146"/>
                  </a:lnTo>
                  <a:lnTo>
                    <a:pt x="2362199" y="406146"/>
                  </a:lnTo>
                  <a:lnTo>
                    <a:pt x="2362199" y="393192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5145" y="406146"/>
                  </a:moveTo>
                  <a:lnTo>
                    <a:pt x="25145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5" y="406146"/>
                  </a:lnTo>
                  <a:close/>
                </a:path>
                <a:path w="2387600" h="406400">
                  <a:moveTo>
                    <a:pt x="2375153" y="25146"/>
                  </a:moveTo>
                  <a:lnTo>
                    <a:pt x="2362199" y="12192"/>
                  </a:lnTo>
                  <a:lnTo>
                    <a:pt x="2362199" y="25146"/>
                  </a:lnTo>
                  <a:lnTo>
                    <a:pt x="2375153" y="25146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2375153" y="25146"/>
                  </a:lnTo>
                  <a:lnTo>
                    <a:pt x="2362199" y="25146"/>
                  </a:lnTo>
                  <a:lnTo>
                    <a:pt x="2362199" y="381000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375153" y="406146"/>
                  </a:moveTo>
                  <a:lnTo>
                    <a:pt x="2375153" y="381000"/>
                  </a:lnTo>
                  <a:lnTo>
                    <a:pt x="2362199" y="393192"/>
                  </a:lnTo>
                  <a:lnTo>
                    <a:pt x="2362199" y="406146"/>
                  </a:lnTo>
                  <a:lnTo>
                    <a:pt x="23751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75035" y="4742688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68869" y="2557779"/>
            <a:ext cx="1701800" cy="2146300"/>
            <a:chOff x="1268869" y="2557779"/>
            <a:chExt cx="1701800" cy="2146300"/>
          </a:xfrm>
        </p:grpSpPr>
        <p:sp>
          <p:nvSpPr>
            <p:cNvPr id="25" name="object 25"/>
            <p:cNvSpPr/>
            <p:nvPr/>
          </p:nvSpPr>
          <p:spPr>
            <a:xfrm>
              <a:off x="1268869" y="2950971"/>
              <a:ext cx="1701800" cy="1752600"/>
            </a:xfrm>
            <a:custGeom>
              <a:avLst/>
              <a:gdLst/>
              <a:ahLst/>
              <a:cxnLst/>
              <a:rect l="l" t="t" r="r" b="b"/>
              <a:pathLst>
                <a:path w="1701800" h="1752600">
                  <a:moveTo>
                    <a:pt x="25146" y="1447800"/>
                  </a:moveTo>
                  <a:lnTo>
                    <a:pt x="0" y="1447800"/>
                  </a:lnTo>
                  <a:lnTo>
                    <a:pt x="0" y="1752600"/>
                  </a:lnTo>
                  <a:lnTo>
                    <a:pt x="25146" y="1752600"/>
                  </a:lnTo>
                  <a:lnTo>
                    <a:pt x="25146" y="1447800"/>
                  </a:lnTo>
                  <a:close/>
                </a:path>
                <a:path w="1701800" h="1752600">
                  <a:moveTo>
                    <a:pt x="25146" y="762000"/>
                  </a:moveTo>
                  <a:lnTo>
                    <a:pt x="0" y="762000"/>
                  </a:lnTo>
                  <a:lnTo>
                    <a:pt x="0" y="1066800"/>
                  </a:lnTo>
                  <a:lnTo>
                    <a:pt x="25146" y="1066800"/>
                  </a:lnTo>
                  <a:lnTo>
                    <a:pt x="25146" y="762000"/>
                  </a:lnTo>
                  <a:close/>
                </a:path>
                <a:path w="1701800" h="1752600">
                  <a:moveTo>
                    <a:pt x="25146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5146" y="381000"/>
                  </a:lnTo>
                  <a:lnTo>
                    <a:pt x="25146" y="0"/>
                  </a:lnTo>
                  <a:close/>
                </a:path>
                <a:path w="1701800" h="1752600">
                  <a:moveTo>
                    <a:pt x="1701546" y="1447800"/>
                  </a:moveTo>
                  <a:lnTo>
                    <a:pt x="1676400" y="1447800"/>
                  </a:lnTo>
                  <a:lnTo>
                    <a:pt x="1676400" y="1752600"/>
                  </a:lnTo>
                  <a:lnTo>
                    <a:pt x="1701546" y="1752600"/>
                  </a:lnTo>
                  <a:lnTo>
                    <a:pt x="1701546" y="1447800"/>
                  </a:lnTo>
                  <a:close/>
                </a:path>
                <a:path w="1701800" h="1752600">
                  <a:moveTo>
                    <a:pt x="1701546" y="762000"/>
                  </a:moveTo>
                  <a:lnTo>
                    <a:pt x="1676400" y="762000"/>
                  </a:lnTo>
                  <a:lnTo>
                    <a:pt x="1676400" y="1066800"/>
                  </a:lnTo>
                  <a:lnTo>
                    <a:pt x="1701546" y="1066800"/>
                  </a:lnTo>
                  <a:lnTo>
                    <a:pt x="1701546" y="762000"/>
                  </a:lnTo>
                  <a:close/>
                </a:path>
                <a:path w="1701800" h="1752600">
                  <a:moveTo>
                    <a:pt x="1701546" y="0"/>
                  </a:moveTo>
                  <a:lnTo>
                    <a:pt x="1676400" y="0"/>
                  </a:lnTo>
                  <a:lnTo>
                    <a:pt x="1676400" y="381000"/>
                  </a:lnTo>
                  <a:lnTo>
                    <a:pt x="1701546" y="3810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62823" y="2570352"/>
              <a:ext cx="889000" cy="0"/>
            </a:xfrm>
            <a:custGeom>
              <a:avLst/>
              <a:gdLst/>
              <a:ahLst/>
              <a:cxnLst/>
              <a:rect l="l" t="t" r="r" b="b"/>
              <a:pathLst>
                <a:path w="889000">
                  <a:moveTo>
                    <a:pt x="0" y="0"/>
                  </a:moveTo>
                  <a:lnTo>
                    <a:pt x="888492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661035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Bus-</a:t>
            </a:r>
            <a:r>
              <a:rPr dirty="0"/>
              <a:t>shared</a:t>
            </a:r>
            <a:r>
              <a:rPr spc="-90" dirty="0"/>
              <a:t> </a:t>
            </a: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4801" y="1742694"/>
            <a:ext cx="4392295" cy="3750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98475" indent="-342900">
              <a:lnSpc>
                <a:spcPct val="100000"/>
              </a:lnSpc>
              <a:spcBef>
                <a:spcPts val="9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interconnect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a </a:t>
            </a:r>
            <a:r>
              <a:rPr sz="2600" dirty="0">
                <a:latin typeface="Arial MT"/>
                <a:cs typeface="Arial MT"/>
              </a:rPr>
              <a:t>shared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bus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between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processors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local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caches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355600" marR="146685" indent="-342900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Has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been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20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30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processors</a:t>
            </a:r>
            <a:endParaRPr sz="26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Scaling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limited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due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bandwidth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limitations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shared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bus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5489" y="2274201"/>
            <a:ext cx="788035" cy="786130"/>
            <a:chOff x="895489" y="2274201"/>
            <a:chExt cx="788035" cy="786130"/>
          </a:xfrm>
        </p:grpSpPr>
        <p:sp>
          <p:nvSpPr>
            <p:cNvPr id="5" name="object 5"/>
            <p:cNvSpPr/>
            <p:nvPr/>
          </p:nvSpPr>
          <p:spPr>
            <a:xfrm>
              <a:off x="908443" y="2285746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5489" y="2274201"/>
              <a:ext cx="788035" cy="786130"/>
            </a:xfrm>
            <a:custGeom>
              <a:avLst/>
              <a:gdLst/>
              <a:ahLst/>
              <a:cxnLst/>
              <a:rect l="l" t="t" r="r" b="b"/>
              <a:pathLst>
                <a:path w="788035" h="786130">
                  <a:moveTo>
                    <a:pt x="787908" y="392544"/>
                  </a:moveTo>
                  <a:lnTo>
                    <a:pt x="785622" y="352158"/>
                  </a:lnTo>
                  <a:lnTo>
                    <a:pt x="777746" y="309482"/>
                  </a:lnTo>
                  <a:lnTo>
                    <a:pt x="766654" y="269561"/>
                  </a:lnTo>
                  <a:lnTo>
                    <a:pt x="752841" y="233140"/>
                  </a:lnTo>
                  <a:lnTo>
                    <a:pt x="735676" y="197989"/>
                  </a:lnTo>
                  <a:lnTo>
                    <a:pt x="694404" y="137439"/>
                  </a:lnTo>
                  <a:lnTo>
                    <a:pt x="644555" y="87912"/>
                  </a:lnTo>
                  <a:lnTo>
                    <a:pt x="587846" y="49405"/>
                  </a:lnTo>
                  <a:lnTo>
                    <a:pt x="525993" y="21918"/>
                  </a:lnTo>
                  <a:lnTo>
                    <a:pt x="460714" y="5450"/>
                  </a:lnTo>
                  <a:lnTo>
                    <a:pt x="395113" y="55"/>
                  </a:lnTo>
                  <a:lnTo>
                    <a:pt x="393725" y="0"/>
                  </a:lnTo>
                  <a:lnTo>
                    <a:pt x="360378" y="1395"/>
                  </a:lnTo>
                  <a:lnTo>
                    <a:pt x="360126" y="1406"/>
                  </a:lnTo>
                  <a:lnTo>
                    <a:pt x="326743" y="5566"/>
                  </a:lnTo>
                  <a:lnTo>
                    <a:pt x="261485" y="22149"/>
                  </a:lnTo>
                  <a:lnTo>
                    <a:pt x="199668" y="49746"/>
                  </a:lnTo>
                  <a:lnTo>
                    <a:pt x="143009" y="88357"/>
                  </a:lnTo>
                  <a:lnTo>
                    <a:pt x="93224" y="137981"/>
                  </a:lnTo>
                  <a:lnTo>
                    <a:pt x="52031" y="198617"/>
                  </a:lnTo>
                  <a:lnTo>
                    <a:pt x="35192" y="233064"/>
                  </a:lnTo>
                  <a:lnTo>
                    <a:pt x="21146" y="270263"/>
                  </a:lnTo>
                  <a:lnTo>
                    <a:pt x="10105" y="310215"/>
                  </a:lnTo>
                  <a:lnTo>
                    <a:pt x="2285" y="352920"/>
                  </a:lnTo>
                  <a:lnTo>
                    <a:pt x="0" y="393306"/>
                  </a:lnTo>
                  <a:lnTo>
                    <a:pt x="762" y="413118"/>
                  </a:lnTo>
                  <a:lnTo>
                    <a:pt x="2286" y="433692"/>
                  </a:lnTo>
                  <a:lnTo>
                    <a:pt x="8382" y="472554"/>
                  </a:lnTo>
                  <a:lnTo>
                    <a:pt x="20792" y="518606"/>
                  </a:lnTo>
                  <a:lnTo>
                    <a:pt x="25908" y="531210"/>
                  </a:lnTo>
                  <a:lnTo>
                    <a:pt x="25908" y="373494"/>
                  </a:lnTo>
                  <a:lnTo>
                    <a:pt x="27432" y="355206"/>
                  </a:lnTo>
                  <a:lnTo>
                    <a:pt x="40947" y="288147"/>
                  </a:lnTo>
                  <a:lnTo>
                    <a:pt x="57732" y="243019"/>
                  </a:lnTo>
                  <a:lnTo>
                    <a:pt x="79684" y="201123"/>
                  </a:lnTo>
                  <a:lnTo>
                    <a:pt x="106413" y="162812"/>
                  </a:lnTo>
                  <a:lnTo>
                    <a:pt x="137534" y="128435"/>
                  </a:lnTo>
                  <a:lnTo>
                    <a:pt x="172656" y="98346"/>
                  </a:lnTo>
                  <a:lnTo>
                    <a:pt x="211392" y="72894"/>
                  </a:lnTo>
                  <a:lnTo>
                    <a:pt x="253355" y="52432"/>
                  </a:lnTo>
                  <a:lnTo>
                    <a:pt x="298155" y="37311"/>
                  </a:lnTo>
                  <a:lnTo>
                    <a:pt x="345404" y="27883"/>
                  </a:lnTo>
                  <a:lnTo>
                    <a:pt x="393725" y="24566"/>
                  </a:lnTo>
                  <a:lnTo>
                    <a:pt x="395113" y="24514"/>
                  </a:lnTo>
                  <a:lnTo>
                    <a:pt x="413766" y="25260"/>
                  </a:lnTo>
                  <a:lnTo>
                    <a:pt x="478219" y="34280"/>
                  </a:lnTo>
                  <a:lnTo>
                    <a:pt x="522306" y="47471"/>
                  </a:lnTo>
                  <a:lnTo>
                    <a:pt x="563919" y="65949"/>
                  </a:lnTo>
                  <a:lnTo>
                    <a:pt x="602664" y="89307"/>
                  </a:lnTo>
                  <a:lnTo>
                    <a:pt x="638148" y="117137"/>
                  </a:lnTo>
                  <a:lnTo>
                    <a:pt x="669975" y="149032"/>
                  </a:lnTo>
                  <a:lnTo>
                    <a:pt x="697752" y="184583"/>
                  </a:lnTo>
                  <a:lnTo>
                    <a:pt x="721085" y="223383"/>
                  </a:lnTo>
                  <a:lnTo>
                    <a:pt x="739579" y="265026"/>
                  </a:lnTo>
                  <a:lnTo>
                    <a:pt x="752841" y="309103"/>
                  </a:lnTo>
                  <a:lnTo>
                    <a:pt x="760476" y="355206"/>
                  </a:lnTo>
                  <a:lnTo>
                    <a:pt x="762000" y="374256"/>
                  </a:lnTo>
                  <a:lnTo>
                    <a:pt x="762000" y="531321"/>
                  </a:lnTo>
                  <a:lnTo>
                    <a:pt x="769932" y="510650"/>
                  </a:lnTo>
                  <a:lnTo>
                    <a:pt x="781629" y="462815"/>
                  </a:lnTo>
                  <a:lnTo>
                    <a:pt x="787146" y="413118"/>
                  </a:lnTo>
                  <a:lnTo>
                    <a:pt x="787908" y="392544"/>
                  </a:lnTo>
                  <a:close/>
                </a:path>
                <a:path w="788035" h="786130">
                  <a:moveTo>
                    <a:pt x="762000" y="531321"/>
                  </a:moveTo>
                  <a:lnTo>
                    <a:pt x="762000" y="412356"/>
                  </a:lnTo>
                  <a:lnTo>
                    <a:pt x="755993" y="456605"/>
                  </a:lnTo>
                  <a:lnTo>
                    <a:pt x="746180" y="497903"/>
                  </a:lnTo>
                  <a:lnTo>
                    <a:pt x="732829" y="536238"/>
                  </a:lnTo>
                  <a:lnTo>
                    <a:pt x="716211" y="571595"/>
                  </a:lnTo>
                  <a:lnTo>
                    <a:pt x="674256" y="633324"/>
                  </a:lnTo>
                  <a:lnTo>
                    <a:pt x="622478" y="682983"/>
                  </a:lnTo>
                  <a:lnTo>
                    <a:pt x="563038" y="720467"/>
                  </a:lnTo>
                  <a:lnTo>
                    <a:pt x="498100" y="745669"/>
                  </a:lnTo>
                  <a:lnTo>
                    <a:pt x="429826" y="758482"/>
                  </a:lnTo>
                  <a:lnTo>
                    <a:pt x="395113" y="760210"/>
                  </a:lnTo>
                  <a:lnTo>
                    <a:pt x="360378" y="758800"/>
                  </a:lnTo>
                  <a:lnTo>
                    <a:pt x="291919" y="746516"/>
                  </a:lnTo>
                  <a:lnTo>
                    <a:pt x="226613" y="721523"/>
                  </a:lnTo>
                  <a:lnTo>
                    <a:pt x="166620" y="683715"/>
                  </a:lnTo>
                  <a:lnTo>
                    <a:pt x="114104" y="632986"/>
                  </a:lnTo>
                  <a:lnTo>
                    <a:pt x="71228" y="569229"/>
                  </a:lnTo>
                  <a:lnTo>
                    <a:pt x="54080" y="532431"/>
                  </a:lnTo>
                  <a:lnTo>
                    <a:pt x="40153" y="492337"/>
                  </a:lnTo>
                  <a:lnTo>
                    <a:pt x="29718" y="448932"/>
                  </a:lnTo>
                  <a:lnTo>
                    <a:pt x="25908" y="411594"/>
                  </a:lnTo>
                  <a:lnTo>
                    <a:pt x="25908" y="531210"/>
                  </a:lnTo>
                  <a:lnTo>
                    <a:pt x="60989" y="602840"/>
                  </a:lnTo>
                  <a:lnTo>
                    <a:pt x="87957" y="640352"/>
                  </a:lnTo>
                  <a:lnTo>
                    <a:pt x="118959" y="674348"/>
                  </a:lnTo>
                  <a:lnTo>
                    <a:pt x="153585" y="704492"/>
                  </a:lnTo>
                  <a:lnTo>
                    <a:pt x="191427" y="730451"/>
                  </a:lnTo>
                  <a:lnTo>
                    <a:pt x="232074" y="751889"/>
                  </a:lnTo>
                  <a:lnTo>
                    <a:pt x="275117" y="768471"/>
                  </a:lnTo>
                  <a:lnTo>
                    <a:pt x="320146" y="779863"/>
                  </a:lnTo>
                  <a:lnTo>
                    <a:pt x="366753" y="785729"/>
                  </a:lnTo>
                  <a:lnTo>
                    <a:pt x="414528" y="785736"/>
                  </a:lnTo>
                  <a:lnTo>
                    <a:pt x="434340" y="784212"/>
                  </a:lnTo>
                  <a:lnTo>
                    <a:pt x="503033" y="771428"/>
                  </a:lnTo>
                  <a:lnTo>
                    <a:pt x="549421" y="754951"/>
                  </a:lnTo>
                  <a:lnTo>
                    <a:pt x="592908" y="732954"/>
                  </a:lnTo>
                  <a:lnTo>
                    <a:pt x="633082" y="705894"/>
                  </a:lnTo>
                  <a:lnTo>
                    <a:pt x="669535" y="674228"/>
                  </a:lnTo>
                  <a:lnTo>
                    <a:pt x="701856" y="638413"/>
                  </a:lnTo>
                  <a:lnTo>
                    <a:pt x="729636" y="598907"/>
                  </a:lnTo>
                  <a:lnTo>
                    <a:pt x="752465" y="556167"/>
                  </a:lnTo>
                  <a:lnTo>
                    <a:pt x="762000" y="531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33227" y="2515361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71889" y="2274201"/>
            <a:ext cx="788035" cy="786130"/>
            <a:chOff x="2571889" y="2274201"/>
            <a:chExt cx="788035" cy="786130"/>
          </a:xfrm>
        </p:grpSpPr>
        <p:sp>
          <p:nvSpPr>
            <p:cNvPr id="9" name="object 9"/>
            <p:cNvSpPr/>
            <p:nvPr/>
          </p:nvSpPr>
          <p:spPr>
            <a:xfrm>
              <a:off x="2584843" y="2285746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71889" y="2274201"/>
              <a:ext cx="788035" cy="786130"/>
            </a:xfrm>
            <a:custGeom>
              <a:avLst/>
              <a:gdLst/>
              <a:ahLst/>
              <a:cxnLst/>
              <a:rect l="l" t="t" r="r" b="b"/>
              <a:pathLst>
                <a:path w="788035" h="786130">
                  <a:moveTo>
                    <a:pt x="787908" y="392544"/>
                  </a:moveTo>
                  <a:lnTo>
                    <a:pt x="785622" y="352158"/>
                  </a:lnTo>
                  <a:lnTo>
                    <a:pt x="777746" y="309482"/>
                  </a:lnTo>
                  <a:lnTo>
                    <a:pt x="766654" y="269561"/>
                  </a:lnTo>
                  <a:lnTo>
                    <a:pt x="752841" y="233140"/>
                  </a:lnTo>
                  <a:lnTo>
                    <a:pt x="735676" y="197989"/>
                  </a:lnTo>
                  <a:lnTo>
                    <a:pt x="694404" y="137439"/>
                  </a:lnTo>
                  <a:lnTo>
                    <a:pt x="644555" y="87912"/>
                  </a:lnTo>
                  <a:lnTo>
                    <a:pt x="587846" y="49405"/>
                  </a:lnTo>
                  <a:lnTo>
                    <a:pt x="525993" y="21918"/>
                  </a:lnTo>
                  <a:lnTo>
                    <a:pt x="460714" y="5450"/>
                  </a:lnTo>
                  <a:lnTo>
                    <a:pt x="395109" y="55"/>
                  </a:lnTo>
                  <a:lnTo>
                    <a:pt x="393725" y="0"/>
                  </a:lnTo>
                  <a:lnTo>
                    <a:pt x="360374" y="1395"/>
                  </a:lnTo>
                  <a:lnTo>
                    <a:pt x="360126" y="1406"/>
                  </a:lnTo>
                  <a:lnTo>
                    <a:pt x="293791" y="12480"/>
                  </a:lnTo>
                  <a:lnTo>
                    <a:pt x="230039" y="34570"/>
                  </a:lnTo>
                  <a:lnTo>
                    <a:pt x="170587" y="67675"/>
                  </a:lnTo>
                  <a:lnTo>
                    <a:pt x="117150" y="111792"/>
                  </a:lnTo>
                  <a:lnTo>
                    <a:pt x="71446" y="166922"/>
                  </a:lnTo>
                  <a:lnTo>
                    <a:pt x="35192" y="233064"/>
                  </a:lnTo>
                  <a:lnTo>
                    <a:pt x="21146" y="270263"/>
                  </a:lnTo>
                  <a:lnTo>
                    <a:pt x="10105" y="310215"/>
                  </a:lnTo>
                  <a:lnTo>
                    <a:pt x="2285" y="352920"/>
                  </a:lnTo>
                  <a:lnTo>
                    <a:pt x="0" y="393306"/>
                  </a:lnTo>
                  <a:lnTo>
                    <a:pt x="762" y="413118"/>
                  </a:lnTo>
                  <a:lnTo>
                    <a:pt x="2286" y="433692"/>
                  </a:lnTo>
                  <a:lnTo>
                    <a:pt x="8382" y="472554"/>
                  </a:lnTo>
                  <a:lnTo>
                    <a:pt x="20792" y="518606"/>
                  </a:lnTo>
                  <a:lnTo>
                    <a:pt x="25908" y="531210"/>
                  </a:lnTo>
                  <a:lnTo>
                    <a:pt x="25908" y="373494"/>
                  </a:lnTo>
                  <a:lnTo>
                    <a:pt x="27432" y="355206"/>
                  </a:lnTo>
                  <a:lnTo>
                    <a:pt x="40947" y="288147"/>
                  </a:lnTo>
                  <a:lnTo>
                    <a:pt x="57732" y="243019"/>
                  </a:lnTo>
                  <a:lnTo>
                    <a:pt x="79684" y="201123"/>
                  </a:lnTo>
                  <a:lnTo>
                    <a:pt x="106413" y="162812"/>
                  </a:lnTo>
                  <a:lnTo>
                    <a:pt x="137534" y="128435"/>
                  </a:lnTo>
                  <a:lnTo>
                    <a:pt x="172656" y="98346"/>
                  </a:lnTo>
                  <a:lnTo>
                    <a:pt x="211392" y="72894"/>
                  </a:lnTo>
                  <a:lnTo>
                    <a:pt x="253355" y="52432"/>
                  </a:lnTo>
                  <a:lnTo>
                    <a:pt x="298155" y="37311"/>
                  </a:lnTo>
                  <a:lnTo>
                    <a:pt x="345404" y="27883"/>
                  </a:lnTo>
                  <a:lnTo>
                    <a:pt x="393725" y="24566"/>
                  </a:lnTo>
                  <a:lnTo>
                    <a:pt x="395109" y="24514"/>
                  </a:lnTo>
                  <a:lnTo>
                    <a:pt x="413766" y="25260"/>
                  </a:lnTo>
                  <a:lnTo>
                    <a:pt x="478219" y="34280"/>
                  </a:lnTo>
                  <a:lnTo>
                    <a:pt x="522306" y="47471"/>
                  </a:lnTo>
                  <a:lnTo>
                    <a:pt x="563919" y="65949"/>
                  </a:lnTo>
                  <a:lnTo>
                    <a:pt x="602664" y="89307"/>
                  </a:lnTo>
                  <a:lnTo>
                    <a:pt x="638148" y="117137"/>
                  </a:lnTo>
                  <a:lnTo>
                    <a:pt x="669975" y="149032"/>
                  </a:lnTo>
                  <a:lnTo>
                    <a:pt x="697752" y="184583"/>
                  </a:lnTo>
                  <a:lnTo>
                    <a:pt x="721085" y="223383"/>
                  </a:lnTo>
                  <a:lnTo>
                    <a:pt x="739579" y="265026"/>
                  </a:lnTo>
                  <a:lnTo>
                    <a:pt x="752841" y="309103"/>
                  </a:lnTo>
                  <a:lnTo>
                    <a:pt x="760476" y="355206"/>
                  </a:lnTo>
                  <a:lnTo>
                    <a:pt x="762000" y="374256"/>
                  </a:lnTo>
                  <a:lnTo>
                    <a:pt x="762000" y="531321"/>
                  </a:lnTo>
                  <a:lnTo>
                    <a:pt x="769932" y="510650"/>
                  </a:lnTo>
                  <a:lnTo>
                    <a:pt x="781629" y="462815"/>
                  </a:lnTo>
                  <a:lnTo>
                    <a:pt x="787146" y="413118"/>
                  </a:lnTo>
                  <a:lnTo>
                    <a:pt x="787908" y="392544"/>
                  </a:lnTo>
                  <a:close/>
                </a:path>
                <a:path w="788035" h="786130">
                  <a:moveTo>
                    <a:pt x="762000" y="531321"/>
                  </a:moveTo>
                  <a:lnTo>
                    <a:pt x="762000" y="412356"/>
                  </a:lnTo>
                  <a:lnTo>
                    <a:pt x="755992" y="456605"/>
                  </a:lnTo>
                  <a:lnTo>
                    <a:pt x="746177" y="497903"/>
                  </a:lnTo>
                  <a:lnTo>
                    <a:pt x="732826" y="536238"/>
                  </a:lnTo>
                  <a:lnTo>
                    <a:pt x="716207" y="571595"/>
                  </a:lnTo>
                  <a:lnTo>
                    <a:pt x="674251" y="633324"/>
                  </a:lnTo>
                  <a:lnTo>
                    <a:pt x="622472" y="682983"/>
                  </a:lnTo>
                  <a:lnTo>
                    <a:pt x="563032" y="720467"/>
                  </a:lnTo>
                  <a:lnTo>
                    <a:pt x="498094" y="745669"/>
                  </a:lnTo>
                  <a:lnTo>
                    <a:pt x="429821" y="758482"/>
                  </a:lnTo>
                  <a:lnTo>
                    <a:pt x="395109" y="760210"/>
                  </a:lnTo>
                  <a:lnTo>
                    <a:pt x="360374" y="758800"/>
                  </a:lnTo>
                  <a:lnTo>
                    <a:pt x="291916" y="746516"/>
                  </a:lnTo>
                  <a:lnTo>
                    <a:pt x="226610" y="721523"/>
                  </a:lnTo>
                  <a:lnTo>
                    <a:pt x="166618" y="683715"/>
                  </a:lnTo>
                  <a:lnTo>
                    <a:pt x="114103" y="632986"/>
                  </a:lnTo>
                  <a:lnTo>
                    <a:pt x="71227" y="569229"/>
                  </a:lnTo>
                  <a:lnTo>
                    <a:pt x="54080" y="532431"/>
                  </a:lnTo>
                  <a:lnTo>
                    <a:pt x="40153" y="492337"/>
                  </a:lnTo>
                  <a:lnTo>
                    <a:pt x="29718" y="448932"/>
                  </a:lnTo>
                  <a:lnTo>
                    <a:pt x="25908" y="411594"/>
                  </a:lnTo>
                  <a:lnTo>
                    <a:pt x="25908" y="531210"/>
                  </a:lnTo>
                  <a:lnTo>
                    <a:pt x="60989" y="602840"/>
                  </a:lnTo>
                  <a:lnTo>
                    <a:pt x="87957" y="640352"/>
                  </a:lnTo>
                  <a:lnTo>
                    <a:pt x="118959" y="674348"/>
                  </a:lnTo>
                  <a:lnTo>
                    <a:pt x="153585" y="704492"/>
                  </a:lnTo>
                  <a:lnTo>
                    <a:pt x="191427" y="730451"/>
                  </a:lnTo>
                  <a:lnTo>
                    <a:pt x="232074" y="751889"/>
                  </a:lnTo>
                  <a:lnTo>
                    <a:pt x="275117" y="768471"/>
                  </a:lnTo>
                  <a:lnTo>
                    <a:pt x="320146" y="779863"/>
                  </a:lnTo>
                  <a:lnTo>
                    <a:pt x="366753" y="785729"/>
                  </a:lnTo>
                  <a:lnTo>
                    <a:pt x="414528" y="785736"/>
                  </a:lnTo>
                  <a:lnTo>
                    <a:pt x="434340" y="784212"/>
                  </a:lnTo>
                  <a:lnTo>
                    <a:pt x="503033" y="771428"/>
                  </a:lnTo>
                  <a:lnTo>
                    <a:pt x="549421" y="754951"/>
                  </a:lnTo>
                  <a:lnTo>
                    <a:pt x="592908" y="732954"/>
                  </a:lnTo>
                  <a:lnTo>
                    <a:pt x="633082" y="705894"/>
                  </a:lnTo>
                  <a:lnTo>
                    <a:pt x="669535" y="674228"/>
                  </a:lnTo>
                  <a:lnTo>
                    <a:pt x="701856" y="638413"/>
                  </a:lnTo>
                  <a:lnTo>
                    <a:pt x="729636" y="598907"/>
                  </a:lnTo>
                  <a:lnTo>
                    <a:pt x="752465" y="556167"/>
                  </a:lnTo>
                  <a:lnTo>
                    <a:pt x="762000" y="531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83719" y="2515361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m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3089" y="3264153"/>
            <a:ext cx="1016635" cy="406400"/>
            <a:chOff x="743089" y="3264153"/>
            <a:chExt cx="1016635" cy="406400"/>
          </a:xfrm>
        </p:grpSpPr>
        <p:sp>
          <p:nvSpPr>
            <p:cNvPr id="13" name="object 13"/>
            <p:cNvSpPr/>
            <p:nvPr/>
          </p:nvSpPr>
          <p:spPr>
            <a:xfrm>
              <a:off x="756043" y="3276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3089" y="3264153"/>
              <a:ext cx="1016635" cy="406400"/>
            </a:xfrm>
            <a:custGeom>
              <a:avLst/>
              <a:gdLst/>
              <a:ahLst/>
              <a:cxnLst/>
              <a:rect l="l" t="t" r="r" b="b"/>
              <a:pathLst>
                <a:path w="1016635" h="406400">
                  <a:moveTo>
                    <a:pt x="1016508" y="406146"/>
                  </a:moveTo>
                  <a:lnTo>
                    <a:pt x="1016508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908" y="12192"/>
                  </a:lnTo>
                  <a:lnTo>
                    <a:pt x="25908" y="25146"/>
                  </a:lnTo>
                  <a:lnTo>
                    <a:pt x="990600" y="25146"/>
                  </a:lnTo>
                  <a:lnTo>
                    <a:pt x="990600" y="12192"/>
                  </a:lnTo>
                  <a:lnTo>
                    <a:pt x="1003554" y="25146"/>
                  </a:lnTo>
                  <a:lnTo>
                    <a:pt x="1003554" y="406146"/>
                  </a:lnTo>
                  <a:lnTo>
                    <a:pt x="1016508" y="406146"/>
                  </a:lnTo>
                  <a:close/>
                </a:path>
                <a:path w="1016635" h="406400">
                  <a:moveTo>
                    <a:pt x="25908" y="25146"/>
                  </a:moveTo>
                  <a:lnTo>
                    <a:pt x="25908" y="12192"/>
                  </a:lnTo>
                  <a:lnTo>
                    <a:pt x="12954" y="25146"/>
                  </a:lnTo>
                  <a:lnTo>
                    <a:pt x="25908" y="25146"/>
                  </a:lnTo>
                  <a:close/>
                </a:path>
                <a:path w="1016635" h="406400">
                  <a:moveTo>
                    <a:pt x="25908" y="381000"/>
                  </a:moveTo>
                  <a:lnTo>
                    <a:pt x="25908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908" y="381000"/>
                  </a:lnTo>
                  <a:close/>
                </a:path>
                <a:path w="1016635" h="406400">
                  <a:moveTo>
                    <a:pt x="1003554" y="381000"/>
                  </a:moveTo>
                  <a:lnTo>
                    <a:pt x="12954" y="381000"/>
                  </a:lnTo>
                  <a:lnTo>
                    <a:pt x="25908" y="393192"/>
                  </a:lnTo>
                  <a:lnTo>
                    <a:pt x="25908" y="406146"/>
                  </a:lnTo>
                  <a:lnTo>
                    <a:pt x="990600" y="406146"/>
                  </a:lnTo>
                  <a:lnTo>
                    <a:pt x="990600" y="393192"/>
                  </a:lnTo>
                  <a:lnTo>
                    <a:pt x="1003554" y="381000"/>
                  </a:lnTo>
                  <a:close/>
                </a:path>
                <a:path w="1016635" h="406400">
                  <a:moveTo>
                    <a:pt x="25908" y="406146"/>
                  </a:moveTo>
                  <a:lnTo>
                    <a:pt x="25908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908" y="406146"/>
                  </a:lnTo>
                  <a:close/>
                </a:path>
                <a:path w="1016635" h="406400">
                  <a:moveTo>
                    <a:pt x="1003554" y="25146"/>
                  </a:moveTo>
                  <a:lnTo>
                    <a:pt x="990600" y="12192"/>
                  </a:lnTo>
                  <a:lnTo>
                    <a:pt x="990600" y="25146"/>
                  </a:lnTo>
                  <a:lnTo>
                    <a:pt x="1003554" y="25146"/>
                  </a:lnTo>
                  <a:close/>
                </a:path>
                <a:path w="1016635" h="406400">
                  <a:moveTo>
                    <a:pt x="1003554" y="381000"/>
                  </a:moveTo>
                  <a:lnTo>
                    <a:pt x="1003554" y="25146"/>
                  </a:lnTo>
                  <a:lnTo>
                    <a:pt x="990600" y="25146"/>
                  </a:lnTo>
                  <a:lnTo>
                    <a:pt x="990600" y="381000"/>
                  </a:lnTo>
                  <a:lnTo>
                    <a:pt x="1003554" y="381000"/>
                  </a:lnTo>
                  <a:close/>
                </a:path>
                <a:path w="1016635" h="406400">
                  <a:moveTo>
                    <a:pt x="1003554" y="406146"/>
                  </a:moveTo>
                  <a:lnTo>
                    <a:pt x="1003554" y="381000"/>
                  </a:lnTo>
                  <a:lnTo>
                    <a:pt x="990600" y="393192"/>
                  </a:lnTo>
                  <a:lnTo>
                    <a:pt x="990600" y="406146"/>
                  </a:lnTo>
                  <a:lnTo>
                    <a:pt x="1003554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89641" y="3315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47889" y="4330953"/>
            <a:ext cx="2388235" cy="406400"/>
            <a:chOff x="1047889" y="4330953"/>
            <a:chExt cx="2388235" cy="406400"/>
          </a:xfrm>
        </p:grpSpPr>
        <p:sp>
          <p:nvSpPr>
            <p:cNvPr id="17" name="object 17"/>
            <p:cNvSpPr/>
            <p:nvPr/>
          </p:nvSpPr>
          <p:spPr>
            <a:xfrm>
              <a:off x="1060843" y="4343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199" y="381000"/>
                  </a:moveTo>
                  <a:lnTo>
                    <a:pt x="23621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1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47889" y="4330953"/>
              <a:ext cx="2388235" cy="406400"/>
            </a:xfrm>
            <a:custGeom>
              <a:avLst/>
              <a:gdLst/>
              <a:ahLst/>
              <a:cxnLst/>
              <a:rect l="l" t="t" r="r" b="b"/>
              <a:pathLst>
                <a:path w="2388235" h="406400">
                  <a:moveTo>
                    <a:pt x="2388107" y="406146"/>
                  </a:moveTo>
                  <a:lnTo>
                    <a:pt x="2388107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907" y="12192"/>
                  </a:lnTo>
                  <a:lnTo>
                    <a:pt x="25907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5154" y="25146"/>
                  </a:lnTo>
                  <a:lnTo>
                    <a:pt x="2375154" y="406146"/>
                  </a:lnTo>
                  <a:lnTo>
                    <a:pt x="2388107" y="406146"/>
                  </a:lnTo>
                  <a:close/>
                </a:path>
                <a:path w="2388235" h="406400">
                  <a:moveTo>
                    <a:pt x="25907" y="25146"/>
                  </a:moveTo>
                  <a:lnTo>
                    <a:pt x="25907" y="12192"/>
                  </a:lnTo>
                  <a:lnTo>
                    <a:pt x="12954" y="25146"/>
                  </a:lnTo>
                  <a:lnTo>
                    <a:pt x="25907" y="25146"/>
                  </a:lnTo>
                  <a:close/>
                </a:path>
                <a:path w="2388235" h="406400">
                  <a:moveTo>
                    <a:pt x="25907" y="381000"/>
                  </a:moveTo>
                  <a:lnTo>
                    <a:pt x="25907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907" y="381000"/>
                  </a:lnTo>
                  <a:close/>
                </a:path>
                <a:path w="2388235" h="406400">
                  <a:moveTo>
                    <a:pt x="2375154" y="381000"/>
                  </a:moveTo>
                  <a:lnTo>
                    <a:pt x="12954" y="381000"/>
                  </a:lnTo>
                  <a:lnTo>
                    <a:pt x="25907" y="393192"/>
                  </a:lnTo>
                  <a:lnTo>
                    <a:pt x="25907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5154" y="381000"/>
                  </a:lnTo>
                  <a:close/>
                </a:path>
                <a:path w="2388235" h="406400">
                  <a:moveTo>
                    <a:pt x="25907" y="406146"/>
                  </a:moveTo>
                  <a:lnTo>
                    <a:pt x="25907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907" y="406146"/>
                  </a:lnTo>
                  <a:close/>
                </a:path>
                <a:path w="2388235" h="406400">
                  <a:moveTo>
                    <a:pt x="2375154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5154" y="25146"/>
                  </a:lnTo>
                  <a:close/>
                </a:path>
                <a:path w="2388235" h="406400">
                  <a:moveTo>
                    <a:pt x="2375154" y="381000"/>
                  </a:moveTo>
                  <a:lnTo>
                    <a:pt x="2375154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5154" y="381000"/>
                  </a:lnTo>
                  <a:close/>
                </a:path>
                <a:path w="2388235" h="406400">
                  <a:moveTo>
                    <a:pt x="2375154" y="406146"/>
                  </a:moveTo>
                  <a:lnTo>
                    <a:pt x="2375154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5154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58855" y="4382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76489" y="2654426"/>
            <a:ext cx="2235835" cy="1308100"/>
            <a:chOff x="1276489" y="2654426"/>
            <a:chExt cx="2235835" cy="1308100"/>
          </a:xfrm>
        </p:grpSpPr>
        <p:sp>
          <p:nvSpPr>
            <p:cNvPr id="21" name="object 21"/>
            <p:cNvSpPr/>
            <p:nvPr/>
          </p:nvSpPr>
          <p:spPr>
            <a:xfrm>
              <a:off x="1276489" y="3047745"/>
              <a:ext cx="1702435" cy="914400"/>
            </a:xfrm>
            <a:custGeom>
              <a:avLst/>
              <a:gdLst/>
              <a:ahLst/>
              <a:cxnLst/>
              <a:rect l="l" t="t" r="r" b="b"/>
              <a:pathLst>
                <a:path w="1702435" h="914400">
                  <a:moveTo>
                    <a:pt x="25908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908" y="914400"/>
                  </a:lnTo>
                  <a:lnTo>
                    <a:pt x="25908" y="609600"/>
                  </a:lnTo>
                  <a:close/>
                </a:path>
                <a:path w="1702435" h="914400">
                  <a:moveTo>
                    <a:pt x="2590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908" y="228600"/>
                  </a:lnTo>
                  <a:lnTo>
                    <a:pt x="25908" y="0"/>
                  </a:lnTo>
                  <a:close/>
                </a:path>
                <a:path w="1702435" h="914400">
                  <a:moveTo>
                    <a:pt x="1702308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2308" y="914400"/>
                  </a:lnTo>
                  <a:lnTo>
                    <a:pt x="1702308" y="609600"/>
                  </a:lnTo>
                  <a:close/>
                </a:path>
                <a:path w="1702435" h="914400">
                  <a:moveTo>
                    <a:pt x="1702308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2308" y="228600"/>
                  </a:lnTo>
                  <a:lnTo>
                    <a:pt x="17023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70443" y="2667126"/>
              <a:ext cx="889635" cy="0"/>
            </a:xfrm>
            <a:custGeom>
              <a:avLst/>
              <a:gdLst/>
              <a:ahLst/>
              <a:cxnLst/>
              <a:rect l="l" t="t" r="r" b="b"/>
              <a:pathLst>
                <a:path w="889635">
                  <a:moveTo>
                    <a:pt x="0" y="0"/>
                  </a:moveTo>
                  <a:lnTo>
                    <a:pt x="889254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08643" y="3276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95677" y="3264153"/>
              <a:ext cx="1016635" cy="406400"/>
            </a:xfrm>
            <a:custGeom>
              <a:avLst/>
              <a:gdLst/>
              <a:ahLst/>
              <a:cxnLst/>
              <a:rect l="l" t="t" r="r" b="b"/>
              <a:pathLst>
                <a:path w="1016635" h="406400">
                  <a:moveTo>
                    <a:pt x="1016508" y="406146"/>
                  </a:moveTo>
                  <a:lnTo>
                    <a:pt x="1016508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66" y="406146"/>
                  </a:lnTo>
                  <a:lnTo>
                    <a:pt x="12966" y="25146"/>
                  </a:lnTo>
                  <a:lnTo>
                    <a:pt x="25920" y="12192"/>
                  </a:lnTo>
                  <a:lnTo>
                    <a:pt x="25920" y="25146"/>
                  </a:lnTo>
                  <a:lnTo>
                    <a:pt x="990612" y="25146"/>
                  </a:lnTo>
                  <a:lnTo>
                    <a:pt x="990612" y="12192"/>
                  </a:lnTo>
                  <a:lnTo>
                    <a:pt x="1003566" y="25146"/>
                  </a:lnTo>
                  <a:lnTo>
                    <a:pt x="1003566" y="406146"/>
                  </a:lnTo>
                  <a:lnTo>
                    <a:pt x="1016508" y="406146"/>
                  </a:lnTo>
                  <a:close/>
                </a:path>
                <a:path w="1016635" h="406400">
                  <a:moveTo>
                    <a:pt x="25920" y="25146"/>
                  </a:moveTo>
                  <a:lnTo>
                    <a:pt x="25920" y="12192"/>
                  </a:lnTo>
                  <a:lnTo>
                    <a:pt x="12966" y="25146"/>
                  </a:lnTo>
                  <a:lnTo>
                    <a:pt x="25920" y="25146"/>
                  </a:lnTo>
                  <a:close/>
                </a:path>
                <a:path w="1016635" h="406400">
                  <a:moveTo>
                    <a:pt x="25920" y="381000"/>
                  </a:moveTo>
                  <a:lnTo>
                    <a:pt x="25920" y="25146"/>
                  </a:lnTo>
                  <a:lnTo>
                    <a:pt x="12966" y="25146"/>
                  </a:lnTo>
                  <a:lnTo>
                    <a:pt x="12966" y="381000"/>
                  </a:lnTo>
                  <a:lnTo>
                    <a:pt x="25920" y="381000"/>
                  </a:lnTo>
                  <a:close/>
                </a:path>
                <a:path w="1016635" h="406400">
                  <a:moveTo>
                    <a:pt x="1003566" y="381000"/>
                  </a:moveTo>
                  <a:lnTo>
                    <a:pt x="12966" y="381000"/>
                  </a:lnTo>
                  <a:lnTo>
                    <a:pt x="25920" y="393192"/>
                  </a:lnTo>
                  <a:lnTo>
                    <a:pt x="25920" y="406146"/>
                  </a:lnTo>
                  <a:lnTo>
                    <a:pt x="990612" y="406146"/>
                  </a:lnTo>
                  <a:lnTo>
                    <a:pt x="990612" y="393192"/>
                  </a:lnTo>
                  <a:lnTo>
                    <a:pt x="1003566" y="381000"/>
                  </a:lnTo>
                  <a:close/>
                </a:path>
                <a:path w="1016635" h="406400">
                  <a:moveTo>
                    <a:pt x="25920" y="406146"/>
                  </a:moveTo>
                  <a:lnTo>
                    <a:pt x="25920" y="393192"/>
                  </a:lnTo>
                  <a:lnTo>
                    <a:pt x="12966" y="381000"/>
                  </a:lnTo>
                  <a:lnTo>
                    <a:pt x="12966" y="406146"/>
                  </a:lnTo>
                  <a:lnTo>
                    <a:pt x="25920" y="406146"/>
                  </a:lnTo>
                  <a:close/>
                </a:path>
                <a:path w="1016635" h="406400">
                  <a:moveTo>
                    <a:pt x="1003566" y="25146"/>
                  </a:moveTo>
                  <a:lnTo>
                    <a:pt x="990612" y="12192"/>
                  </a:lnTo>
                  <a:lnTo>
                    <a:pt x="990612" y="25146"/>
                  </a:lnTo>
                  <a:lnTo>
                    <a:pt x="1003566" y="25146"/>
                  </a:lnTo>
                  <a:close/>
                </a:path>
                <a:path w="1016635" h="406400">
                  <a:moveTo>
                    <a:pt x="1003566" y="381000"/>
                  </a:moveTo>
                  <a:lnTo>
                    <a:pt x="1003566" y="25146"/>
                  </a:lnTo>
                  <a:lnTo>
                    <a:pt x="990612" y="25146"/>
                  </a:lnTo>
                  <a:lnTo>
                    <a:pt x="990612" y="381000"/>
                  </a:lnTo>
                  <a:lnTo>
                    <a:pt x="1003566" y="381000"/>
                  </a:lnTo>
                  <a:close/>
                </a:path>
                <a:path w="1016635" h="406400">
                  <a:moveTo>
                    <a:pt x="1003566" y="406146"/>
                  </a:moveTo>
                  <a:lnTo>
                    <a:pt x="1003566" y="381000"/>
                  </a:lnTo>
                  <a:lnTo>
                    <a:pt x="990612" y="393192"/>
                  </a:lnTo>
                  <a:lnTo>
                    <a:pt x="990612" y="406146"/>
                  </a:lnTo>
                  <a:lnTo>
                    <a:pt x="1003566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42241" y="3315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08443" y="3473703"/>
            <a:ext cx="2667000" cy="869950"/>
            <a:chOff x="908443" y="3473703"/>
            <a:chExt cx="2667000" cy="869950"/>
          </a:xfrm>
        </p:grpSpPr>
        <p:sp>
          <p:nvSpPr>
            <p:cNvPr id="27" name="object 27"/>
            <p:cNvSpPr/>
            <p:nvPr/>
          </p:nvSpPr>
          <p:spPr>
            <a:xfrm>
              <a:off x="1746643" y="3486276"/>
              <a:ext cx="737235" cy="0"/>
            </a:xfrm>
            <a:custGeom>
              <a:avLst/>
              <a:gdLst/>
              <a:ahLst/>
              <a:cxnLst/>
              <a:rect l="l" t="t" r="r" b="b"/>
              <a:pathLst>
                <a:path w="737235">
                  <a:moveTo>
                    <a:pt x="0" y="0"/>
                  </a:moveTo>
                  <a:lnTo>
                    <a:pt x="736853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08443" y="3924045"/>
              <a:ext cx="2667000" cy="419100"/>
            </a:xfrm>
            <a:custGeom>
              <a:avLst/>
              <a:gdLst/>
              <a:ahLst/>
              <a:cxnLst/>
              <a:rect l="l" t="t" r="r" b="b"/>
              <a:pathLst>
                <a:path w="2667000" h="419100">
                  <a:moveTo>
                    <a:pt x="2667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2446" y="76200"/>
                  </a:lnTo>
                  <a:lnTo>
                    <a:pt x="1282446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2667000" y="76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76253" y="3613403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0A6E452-3830-5412-3BB4-F4BCFB1E406E}"/>
                  </a:ext>
                </a:extLst>
              </p14:cNvPr>
              <p14:cNvContentPartPr/>
              <p14:nvPr/>
            </p14:nvContentPartPr>
            <p14:xfrm>
              <a:off x="255600" y="113040"/>
              <a:ext cx="7713360" cy="4224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0A6E452-3830-5412-3BB4-F4BCFB1E40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240" y="103680"/>
                <a:ext cx="7732080" cy="424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Dancehall</a:t>
            </a:r>
            <a:r>
              <a:rPr spc="-1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3173" y="1742694"/>
            <a:ext cx="4590415" cy="36901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74320" indent="-342900">
              <a:lnSpc>
                <a:spcPct val="100000"/>
              </a:lnSpc>
              <a:spcBef>
                <a:spcPts val="9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Scalable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Point-to-Point </a:t>
            </a:r>
            <a:r>
              <a:rPr sz="2600" dirty="0">
                <a:latin typeface="Arial MT"/>
                <a:cs typeface="Arial MT"/>
              </a:rPr>
              <a:t>Network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placed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between </a:t>
            </a:r>
            <a:r>
              <a:rPr sz="2600" dirty="0">
                <a:latin typeface="Arial MT"/>
                <a:cs typeface="Arial MT"/>
              </a:rPr>
              <a:t>caches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 </a:t>
            </a:r>
            <a:r>
              <a:rPr sz="2600" dirty="0">
                <a:latin typeface="Arial MT"/>
                <a:cs typeface="Arial MT"/>
              </a:rPr>
              <a:t>modules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together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form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Due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size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25" dirty="0">
                <a:latin typeface="Arial MT"/>
                <a:cs typeface="Arial MT"/>
              </a:rPr>
              <a:t> the </a:t>
            </a:r>
            <a:r>
              <a:rPr sz="2600" dirty="0">
                <a:latin typeface="Arial MT"/>
                <a:cs typeface="Arial MT"/>
              </a:rPr>
              <a:t>interconnection</a:t>
            </a:r>
            <a:r>
              <a:rPr sz="2600" spc="-1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network,</a:t>
            </a:r>
            <a:r>
              <a:rPr sz="2600" spc="-114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very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far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from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processors</a:t>
            </a:r>
            <a:endParaRPr lang="en-US" sz="2600" spc="-1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5489" y="2169502"/>
            <a:ext cx="788035" cy="786130"/>
            <a:chOff x="895489" y="2169502"/>
            <a:chExt cx="788035" cy="786130"/>
          </a:xfrm>
        </p:grpSpPr>
        <p:sp>
          <p:nvSpPr>
            <p:cNvPr id="5" name="object 5"/>
            <p:cNvSpPr/>
            <p:nvPr/>
          </p:nvSpPr>
          <p:spPr>
            <a:xfrm>
              <a:off x="908443" y="218135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770"/>
                  </a:lnTo>
                  <a:lnTo>
                    <a:pt x="11642" y="474776"/>
                  </a:lnTo>
                  <a:lnTo>
                    <a:pt x="25658" y="518659"/>
                  </a:lnTo>
                  <a:lnTo>
                    <a:pt x="44661" y="560062"/>
                  </a:lnTo>
                  <a:lnTo>
                    <a:pt x="68292" y="598626"/>
                  </a:lnTo>
                  <a:lnTo>
                    <a:pt x="96193" y="633993"/>
                  </a:lnTo>
                  <a:lnTo>
                    <a:pt x="128006" y="665806"/>
                  </a:lnTo>
                  <a:lnTo>
                    <a:pt x="163373" y="693707"/>
                  </a:lnTo>
                  <a:lnTo>
                    <a:pt x="201937" y="717338"/>
                  </a:lnTo>
                  <a:lnTo>
                    <a:pt x="243340" y="736341"/>
                  </a:lnTo>
                  <a:lnTo>
                    <a:pt x="287223" y="750357"/>
                  </a:lnTo>
                  <a:lnTo>
                    <a:pt x="333229" y="759029"/>
                  </a:lnTo>
                  <a:lnTo>
                    <a:pt x="381000" y="762000"/>
                  </a:lnTo>
                  <a:lnTo>
                    <a:pt x="428770" y="759029"/>
                  </a:lnTo>
                  <a:lnTo>
                    <a:pt x="474776" y="750357"/>
                  </a:lnTo>
                  <a:lnTo>
                    <a:pt x="518659" y="736341"/>
                  </a:lnTo>
                  <a:lnTo>
                    <a:pt x="560062" y="717338"/>
                  </a:lnTo>
                  <a:lnTo>
                    <a:pt x="598626" y="693707"/>
                  </a:lnTo>
                  <a:lnTo>
                    <a:pt x="633993" y="665806"/>
                  </a:lnTo>
                  <a:lnTo>
                    <a:pt x="665806" y="633993"/>
                  </a:lnTo>
                  <a:lnTo>
                    <a:pt x="693707" y="598626"/>
                  </a:lnTo>
                  <a:lnTo>
                    <a:pt x="717338" y="560062"/>
                  </a:lnTo>
                  <a:lnTo>
                    <a:pt x="736341" y="518659"/>
                  </a:lnTo>
                  <a:lnTo>
                    <a:pt x="750357" y="474776"/>
                  </a:lnTo>
                  <a:lnTo>
                    <a:pt x="759029" y="42877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5489" y="2169502"/>
              <a:ext cx="788035" cy="786130"/>
            </a:xfrm>
            <a:custGeom>
              <a:avLst/>
              <a:gdLst/>
              <a:ahLst/>
              <a:cxnLst/>
              <a:rect l="l" t="t" r="r" b="b"/>
              <a:pathLst>
                <a:path w="788035" h="786130">
                  <a:moveTo>
                    <a:pt x="787908" y="392849"/>
                  </a:moveTo>
                  <a:lnTo>
                    <a:pt x="785622" y="352463"/>
                  </a:lnTo>
                  <a:lnTo>
                    <a:pt x="777793" y="309721"/>
                  </a:lnTo>
                  <a:lnTo>
                    <a:pt x="766737" y="269744"/>
                  </a:lnTo>
                  <a:lnTo>
                    <a:pt x="752669" y="232530"/>
                  </a:lnTo>
                  <a:lnTo>
                    <a:pt x="735805" y="198079"/>
                  </a:lnTo>
                  <a:lnTo>
                    <a:pt x="694548" y="137464"/>
                  </a:lnTo>
                  <a:lnTo>
                    <a:pt x="644689" y="87895"/>
                  </a:lnTo>
                  <a:lnTo>
                    <a:pt x="587950" y="49368"/>
                  </a:lnTo>
                  <a:lnTo>
                    <a:pt x="526052" y="21879"/>
                  </a:lnTo>
                  <a:lnTo>
                    <a:pt x="460719" y="5424"/>
                  </a:lnTo>
                  <a:lnTo>
                    <a:pt x="393673" y="0"/>
                  </a:lnTo>
                  <a:lnTo>
                    <a:pt x="360045" y="1422"/>
                  </a:lnTo>
                  <a:lnTo>
                    <a:pt x="293657" y="12536"/>
                  </a:lnTo>
                  <a:lnTo>
                    <a:pt x="229862" y="34670"/>
                  </a:lnTo>
                  <a:lnTo>
                    <a:pt x="170381" y="67821"/>
                  </a:lnTo>
                  <a:lnTo>
                    <a:pt x="116937" y="111984"/>
                  </a:lnTo>
                  <a:lnTo>
                    <a:pt x="71251" y="167156"/>
                  </a:lnTo>
                  <a:lnTo>
                    <a:pt x="35047" y="233333"/>
                  </a:lnTo>
                  <a:lnTo>
                    <a:pt x="21039" y="270548"/>
                  </a:lnTo>
                  <a:lnTo>
                    <a:pt x="10046" y="310511"/>
                  </a:lnTo>
                  <a:lnTo>
                    <a:pt x="2285" y="353225"/>
                  </a:lnTo>
                  <a:lnTo>
                    <a:pt x="0" y="392849"/>
                  </a:lnTo>
                  <a:lnTo>
                    <a:pt x="762" y="413423"/>
                  </a:lnTo>
                  <a:lnTo>
                    <a:pt x="2286" y="433235"/>
                  </a:lnTo>
                  <a:lnTo>
                    <a:pt x="8382" y="472097"/>
                  </a:lnTo>
                  <a:lnTo>
                    <a:pt x="21039" y="518548"/>
                  </a:lnTo>
                  <a:lnTo>
                    <a:pt x="25908" y="530594"/>
                  </a:lnTo>
                  <a:lnTo>
                    <a:pt x="25908" y="373799"/>
                  </a:lnTo>
                  <a:lnTo>
                    <a:pt x="27432" y="354749"/>
                  </a:lnTo>
                  <a:lnTo>
                    <a:pt x="35732" y="311290"/>
                  </a:lnTo>
                  <a:lnTo>
                    <a:pt x="47539" y="270933"/>
                  </a:lnTo>
                  <a:lnTo>
                    <a:pt x="62597" y="233672"/>
                  </a:lnTo>
                  <a:lnTo>
                    <a:pt x="80649" y="199499"/>
                  </a:lnTo>
                  <a:lnTo>
                    <a:pt x="124713" y="140393"/>
                  </a:lnTo>
                  <a:lnTo>
                    <a:pt x="177680" y="93563"/>
                  </a:lnTo>
                  <a:lnTo>
                    <a:pt x="237504" y="58957"/>
                  </a:lnTo>
                  <a:lnTo>
                    <a:pt x="302133" y="36524"/>
                  </a:lnTo>
                  <a:lnTo>
                    <a:pt x="369520" y="26211"/>
                  </a:lnTo>
                  <a:lnTo>
                    <a:pt x="403607" y="25584"/>
                  </a:lnTo>
                  <a:lnTo>
                    <a:pt x="437615" y="27967"/>
                  </a:lnTo>
                  <a:lnTo>
                    <a:pt x="504370" y="41739"/>
                  </a:lnTo>
                  <a:lnTo>
                    <a:pt x="567735" y="67475"/>
                  </a:lnTo>
                  <a:lnTo>
                    <a:pt x="625661" y="105123"/>
                  </a:lnTo>
                  <a:lnTo>
                    <a:pt x="676100" y="154632"/>
                  </a:lnTo>
                  <a:lnTo>
                    <a:pt x="717002" y="215948"/>
                  </a:lnTo>
                  <a:lnTo>
                    <a:pt x="733236" y="251019"/>
                  </a:lnTo>
                  <a:lnTo>
                    <a:pt x="746318" y="289021"/>
                  </a:lnTo>
                  <a:lnTo>
                    <a:pt x="755991" y="329950"/>
                  </a:lnTo>
                  <a:lnTo>
                    <a:pt x="762000" y="373799"/>
                  </a:lnTo>
                  <a:lnTo>
                    <a:pt x="762000" y="531331"/>
                  </a:lnTo>
                  <a:lnTo>
                    <a:pt x="769873" y="510746"/>
                  </a:lnTo>
                  <a:lnTo>
                    <a:pt x="781564" y="462744"/>
                  </a:lnTo>
                  <a:lnTo>
                    <a:pt x="787146" y="412661"/>
                  </a:lnTo>
                  <a:lnTo>
                    <a:pt x="787908" y="392849"/>
                  </a:lnTo>
                  <a:close/>
                </a:path>
                <a:path w="788035" h="786130">
                  <a:moveTo>
                    <a:pt x="762000" y="531331"/>
                  </a:moveTo>
                  <a:lnTo>
                    <a:pt x="762000" y="411899"/>
                  </a:lnTo>
                  <a:lnTo>
                    <a:pt x="756290" y="454765"/>
                  </a:lnTo>
                  <a:lnTo>
                    <a:pt x="747008" y="494873"/>
                  </a:lnTo>
                  <a:lnTo>
                    <a:pt x="734399" y="532211"/>
                  </a:lnTo>
                  <a:lnTo>
                    <a:pt x="700174" y="598526"/>
                  </a:lnTo>
                  <a:lnTo>
                    <a:pt x="655574" y="653612"/>
                  </a:lnTo>
                  <a:lnTo>
                    <a:pt x="602554" y="697372"/>
                  </a:lnTo>
                  <a:lnTo>
                    <a:pt x="543070" y="729708"/>
                  </a:lnTo>
                  <a:lnTo>
                    <a:pt x="479081" y="750523"/>
                  </a:lnTo>
                  <a:lnTo>
                    <a:pt x="412542" y="759718"/>
                  </a:lnTo>
                  <a:lnTo>
                    <a:pt x="393673" y="759836"/>
                  </a:lnTo>
                  <a:lnTo>
                    <a:pt x="378927" y="759928"/>
                  </a:lnTo>
                  <a:lnTo>
                    <a:pt x="312232" y="751512"/>
                  </a:lnTo>
                  <a:lnTo>
                    <a:pt x="247878" y="731233"/>
                  </a:lnTo>
                  <a:lnTo>
                    <a:pt x="187823" y="698993"/>
                  </a:lnTo>
                  <a:lnTo>
                    <a:pt x="134022" y="654695"/>
                  </a:lnTo>
                  <a:lnTo>
                    <a:pt x="88434" y="598241"/>
                  </a:lnTo>
                  <a:lnTo>
                    <a:pt x="53013" y="529533"/>
                  </a:lnTo>
                  <a:lnTo>
                    <a:pt x="39727" y="490554"/>
                  </a:lnTo>
                  <a:lnTo>
                    <a:pt x="29718" y="448475"/>
                  </a:lnTo>
                  <a:lnTo>
                    <a:pt x="25908" y="411137"/>
                  </a:lnTo>
                  <a:lnTo>
                    <a:pt x="25908" y="530594"/>
                  </a:lnTo>
                  <a:lnTo>
                    <a:pt x="61303" y="603232"/>
                  </a:lnTo>
                  <a:lnTo>
                    <a:pt x="88109" y="640659"/>
                  </a:lnTo>
                  <a:lnTo>
                    <a:pt x="118885" y="674471"/>
                  </a:lnTo>
                  <a:lnTo>
                    <a:pt x="153262" y="704383"/>
                  </a:lnTo>
                  <a:lnTo>
                    <a:pt x="190871" y="730110"/>
                  </a:lnTo>
                  <a:lnTo>
                    <a:pt x="231346" y="751370"/>
                  </a:lnTo>
                  <a:lnTo>
                    <a:pt x="274317" y="767876"/>
                  </a:lnTo>
                  <a:lnTo>
                    <a:pt x="319416" y="779347"/>
                  </a:lnTo>
                  <a:lnTo>
                    <a:pt x="366276" y="785496"/>
                  </a:lnTo>
                  <a:lnTo>
                    <a:pt x="393673" y="785805"/>
                  </a:lnTo>
                  <a:lnTo>
                    <a:pt x="403607" y="785917"/>
                  </a:lnTo>
                  <a:lnTo>
                    <a:pt x="454152" y="782231"/>
                  </a:lnTo>
                  <a:lnTo>
                    <a:pt x="503258" y="771202"/>
                  </a:lnTo>
                  <a:lnTo>
                    <a:pt x="549770" y="754443"/>
                  </a:lnTo>
                  <a:lnTo>
                    <a:pt x="593295" y="732359"/>
                  </a:lnTo>
                  <a:lnTo>
                    <a:pt x="633443" y="705356"/>
                  </a:lnTo>
                  <a:lnTo>
                    <a:pt x="669824" y="673839"/>
                  </a:lnTo>
                  <a:lnTo>
                    <a:pt x="702049" y="638214"/>
                  </a:lnTo>
                  <a:lnTo>
                    <a:pt x="729725" y="598887"/>
                  </a:lnTo>
                  <a:lnTo>
                    <a:pt x="752463" y="556262"/>
                  </a:lnTo>
                  <a:lnTo>
                    <a:pt x="762000" y="531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8627" y="2410967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6549" y="2543555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1889" y="2169502"/>
            <a:ext cx="788035" cy="786130"/>
            <a:chOff x="2571889" y="2169502"/>
            <a:chExt cx="788035" cy="786130"/>
          </a:xfrm>
        </p:grpSpPr>
        <p:sp>
          <p:nvSpPr>
            <p:cNvPr id="10" name="object 10"/>
            <p:cNvSpPr/>
            <p:nvPr/>
          </p:nvSpPr>
          <p:spPr>
            <a:xfrm>
              <a:off x="2584843" y="218135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770"/>
                  </a:lnTo>
                  <a:lnTo>
                    <a:pt x="11642" y="474776"/>
                  </a:lnTo>
                  <a:lnTo>
                    <a:pt x="25658" y="518659"/>
                  </a:lnTo>
                  <a:lnTo>
                    <a:pt x="44661" y="560062"/>
                  </a:lnTo>
                  <a:lnTo>
                    <a:pt x="68292" y="598626"/>
                  </a:lnTo>
                  <a:lnTo>
                    <a:pt x="96193" y="633993"/>
                  </a:lnTo>
                  <a:lnTo>
                    <a:pt x="128006" y="665806"/>
                  </a:lnTo>
                  <a:lnTo>
                    <a:pt x="163373" y="693707"/>
                  </a:lnTo>
                  <a:lnTo>
                    <a:pt x="201937" y="717338"/>
                  </a:lnTo>
                  <a:lnTo>
                    <a:pt x="243340" y="736341"/>
                  </a:lnTo>
                  <a:lnTo>
                    <a:pt x="287223" y="750357"/>
                  </a:lnTo>
                  <a:lnTo>
                    <a:pt x="333229" y="759029"/>
                  </a:lnTo>
                  <a:lnTo>
                    <a:pt x="381000" y="762000"/>
                  </a:lnTo>
                  <a:lnTo>
                    <a:pt x="428770" y="759029"/>
                  </a:lnTo>
                  <a:lnTo>
                    <a:pt x="474776" y="750357"/>
                  </a:lnTo>
                  <a:lnTo>
                    <a:pt x="518659" y="736341"/>
                  </a:lnTo>
                  <a:lnTo>
                    <a:pt x="560062" y="717338"/>
                  </a:lnTo>
                  <a:lnTo>
                    <a:pt x="598626" y="693707"/>
                  </a:lnTo>
                  <a:lnTo>
                    <a:pt x="633993" y="665806"/>
                  </a:lnTo>
                  <a:lnTo>
                    <a:pt x="665806" y="633993"/>
                  </a:lnTo>
                  <a:lnTo>
                    <a:pt x="693707" y="598626"/>
                  </a:lnTo>
                  <a:lnTo>
                    <a:pt x="717338" y="560062"/>
                  </a:lnTo>
                  <a:lnTo>
                    <a:pt x="736341" y="518659"/>
                  </a:lnTo>
                  <a:lnTo>
                    <a:pt x="750357" y="474776"/>
                  </a:lnTo>
                  <a:lnTo>
                    <a:pt x="759029" y="42877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71889" y="2169502"/>
              <a:ext cx="788035" cy="786130"/>
            </a:xfrm>
            <a:custGeom>
              <a:avLst/>
              <a:gdLst/>
              <a:ahLst/>
              <a:cxnLst/>
              <a:rect l="l" t="t" r="r" b="b"/>
              <a:pathLst>
                <a:path w="788035" h="786130">
                  <a:moveTo>
                    <a:pt x="787908" y="392849"/>
                  </a:moveTo>
                  <a:lnTo>
                    <a:pt x="785622" y="352463"/>
                  </a:lnTo>
                  <a:lnTo>
                    <a:pt x="777793" y="309721"/>
                  </a:lnTo>
                  <a:lnTo>
                    <a:pt x="766737" y="269744"/>
                  </a:lnTo>
                  <a:lnTo>
                    <a:pt x="752669" y="232530"/>
                  </a:lnTo>
                  <a:lnTo>
                    <a:pt x="735805" y="198079"/>
                  </a:lnTo>
                  <a:lnTo>
                    <a:pt x="694548" y="137464"/>
                  </a:lnTo>
                  <a:lnTo>
                    <a:pt x="644689" y="87895"/>
                  </a:lnTo>
                  <a:lnTo>
                    <a:pt x="587950" y="49368"/>
                  </a:lnTo>
                  <a:lnTo>
                    <a:pt x="526052" y="21879"/>
                  </a:lnTo>
                  <a:lnTo>
                    <a:pt x="460719" y="5424"/>
                  </a:lnTo>
                  <a:lnTo>
                    <a:pt x="393673" y="0"/>
                  </a:lnTo>
                  <a:lnTo>
                    <a:pt x="360045" y="1422"/>
                  </a:lnTo>
                  <a:lnTo>
                    <a:pt x="293657" y="12536"/>
                  </a:lnTo>
                  <a:lnTo>
                    <a:pt x="229862" y="34670"/>
                  </a:lnTo>
                  <a:lnTo>
                    <a:pt x="170381" y="67821"/>
                  </a:lnTo>
                  <a:lnTo>
                    <a:pt x="116937" y="111984"/>
                  </a:lnTo>
                  <a:lnTo>
                    <a:pt x="71251" y="167156"/>
                  </a:lnTo>
                  <a:lnTo>
                    <a:pt x="35047" y="233333"/>
                  </a:lnTo>
                  <a:lnTo>
                    <a:pt x="21039" y="270548"/>
                  </a:lnTo>
                  <a:lnTo>
                    <a:pt x="10046" y="310511"/>
                  </a:lnTo>
                  <a:lnTo>
                    <a:pt x="2285" y="353225"/>
                  </a:lnTo>
                  <a:lnTo>
                    <a:pt x="0" y="392849"/>
                  </a:lnTo>
                  <a:lnTo>
                    <a:pt x="762" y="413423"/>
                  </a:lnTo>
                  <a:lnTo>
                    <a:pt x="2286" y="433235"/>
                  </a:lnTo>
                  <a:lnTo>
                    <a:pt x="8382" y="472097"/>
                  </a:lnTo>
                  <a:lnTo>
                    <a:pt x="21039" y="518545"/>
                  </a:lnTo>
                  <a:lnTo>
                    <a:pt x="25908" y="530591"/>
                  </a:lnTo>
                  <a:lnTo>
                    <a:pt x="25908" y="373799"/>
                  </a:lnTo>
                  <a:lnTo>
                    <a:pt x="27432" y="354749"/>
                  </a:lnTo>
                  <a:lnTo>
                    <a:pt x="35732" y="311290"/>
                  </a:lnTo>
                  <a:lnTo>
                    <a:pt x="47539" y="270933"/>
                  </a:lnTo>
                  <a:lnTo>
                    <a:pt x="62597" y="233672"/>
                  </a:lnTo>
                  <a:lnTo>
                    <a:pt x="80649" y="199499"/>
                  </a:lnTo>
                  <a:lnTo>
                    <a:pt x="124713" y="140393"/>
                  </a:lnTo>
                  <a:lnTo>
                    <a:pt x="177680" y="93563"/>
                  </a:lnTo>
                  <a:lnTo>
                    <a:pt x="237504" y="58957"/>
                  </a:lnTo>
                  <a:lnTo>
                    <a:pt x="302133" y="36524"/>
                  </a:lnTo>
                  <a:lnTo>
                    <a:pt x="369520" y="26211"/>
                  </a:lnTo>
                  <a:lnTo>
                    <a:pt x="403607" y="25584"/>
                  </a:lnTo>
                  <a:lnTo>
                    <a:pt x="437615" y="27967"/>
                  </a:lnTo>
                  <a:lnTo>
                    <a:pt x="504370" y="41739"/>
                  </a:lnTo>
                  <a:lnTo>
                    <a:pt x="567735" y="67475"/>
                  </a:lnTo>
                  <a:lnTo>
                    <a:pt x="625661" y="105123"/>
                  </a:lnTo>
                  <a:lnTo>
                    <a:pt x="676100" y="154632"/>
                  </a:lnTo>
                  <a:lnTo>
                    <a:pt x="717002" y="215948"/>
                  </a:lnTo>
                  <a:lnTo>
                    <a:pt x="733236" y="251019"/>
                  </a:lnTo>
                  <a:lnTo>
                    <a:pt x="746318" y="289021"/>
                  </a:lnTo>
                  <a:lnTo>
                    <a:pt x="755991" y="329950"/>
                  </a:lnTo>
                  <a:lnTo>
                    <a:pt x="762000" y="373799"/>
                  </a:lnTo>
                  <a:lnTo>
                    <a:pt x="762000" y="531331"/>
                  </a:lnTo>
                  <a:lnTo>
                    <a:pt x="769873" y="510746"/>
                  </a:lnTo>
                  <a:lnTo>
                    <a:pt x="781564" y="462744"/>
                  </a:lnTo>
                  <a:lnTo>
                    <a:pt x="787146" y="412661"/>
                  </a:lnTo>
                  <a:lnTo>
                    <a:pt x="787908" y="392849"/>
                  </a:lnTo>
                  <a:close/>
                </a:path>
                <a:path w="788035" h="786130">
                  <a:moveTo>
                    <a:pt x="762000" y="531331"/>
                  </a:moveTo>
                  <a:lnTo>
                    <a:pt x="762000" y="411899"/>
                  </a:lnTo>
                  <a:lnTo>
                    <a:pt x="756290" y="454765"/>
                  </a:lnTo>
                  <a:lnTo>
                    <a:pt x="747008" y="494873"/>
                  </a:lnTo>
                  <a:lnTo>
                    <a:pt x="734399" y="532211"/>
                  </a:lnTo>
                  <a:lnTo>
                    <a:pt x="700174" y="598526"/>
                  </a:lnTo>
                  <a:lnTo>
                    <a:pt x="655574" y="653612"/>
                  </a:lnTo>
                  <a:lnTo>
                    <a:pt x="602554" y="697372"/>
                  </a:lnTo>
                  <a:lnTo>
                    <a:pt x="543070" y="729708"/>
                  </a:lnTo>
                  <a:lnTo>
                    <a:pt x="479081" y="750523"/>
                  </a:lnTo>
                  <a:lnTo>
                    <a:pt x="412542" y="759718"/>
                  </a:lnTo>
                  <a:lnTo>
                    <a:pt x="393673" y="759836"/>
                  </a:lnTo>
                  <a:lnTo>
                    <a:pt x="378927" y="759928"/>
                  </a:lnTo>
                  <a:lnTo>
                    <a:pt x="312232" y="751512"/>
                  </a:lnTo>
                  <a:lnTo>
                    <a:pt x="247878" y="731233"/>
                  </a:lnTo>
                  <a:lnTo>
                    <a:pt x="187823" y="698993"/>
                  </a:lnTo>
                  <a:lnTo>
                    <a:pt x="134022" y="654695"/>
                  </a:lnTo>
                  <a:lnTo>
                    <a:pt x="88434" y="598241"/>
                  </a:lnTo>
                  <a:lnTo>
                    <a:pt x="53013" y="529533"/>
                  </a:lnTo>
                  <a:lnTo>
                    <a:pt x="39727" y="490554"/>
                  </a:lnTo>
                  <a:lnTo>
                    <a:pt x="29718" y="448475"/>
                  </a:lnTo>
                  <a:lnTo>
                    <a:pt x="25908" y="411137"/>
                  </a:lnTo>
                  <a:lnTo>
                    <a:pt x="25908" y="530591"/>
                  </a:lnTo>
                  <a:lnTo>
                    <a:pt x="61303" y="603227"/>
                  </a:lnTo>
                  <a:lnTo>
                    <a:pt x="88109" y="640654"/>
                  </a:lnTo>
                  <a:lnTo>
                    <a:pt x="118885" y="674466"/>
                  </a:lnTo>
                  <a:lnTo>
                    <a:pt x="153262" y="704378"/>
                  </a:lnTo>
                  <a:lnTo>
                    <a:pt x="190871" y="730106"/>
                  </a:lnTo>
                  <a:lnTo>
                    <a:pt x="231346" y="751367"/>
                  </a:lnTo>
                  <a:lnTo>
                    <a:pt x="274317" y="767875"/>
                  </a:lnTo>
                  <a:lnTo>
                    <a:pt x="319416" y="779346"/>
                  </a:lnTo>
                  <a:lnTo>
                    <a:pt x="366276" y="785496"/>
                  </a:lnTo>
                  <a:lnTo>
                    <a:pt x="393673" y="785805"/>
                  </a:lnTo>
                  <a:lnTo>
                    <a:pt x="403607" y="785917"/>
                  </a:lnTo>
                  <a:lnTo>
                    <a:pt x="454152" y="782231"/>
                  </a:lnTo>
                  <a:lnTo>
                    <a:pt x="503258" y="771202"/>
                  </a:lnTo>
                  <a:lnTo>
                    <a:pt x="549770" y="754443"/>
                  </a:lnTo>
                  <a:lnTo>
                    <a:pt x="593295" y="732359"/>
                  </a:lnTo>
                  <a:lnTo>
                    <a:pt x="633443" y="705356"/>
                  </a:lnTo>
                  <a:lnTo>
                    <a:pt x="669824" y="673839"/>
                  </a:lnTo>
                  <a:lnTo>
                    <a:pt x="702049" y="638214"/>
                  </a:lnTo>
                  <a:lnTo>
                    <a:pt x="729725" y="598887"/>
                  </a:lnTo>
                  <a:lnTo>
                    <a:pt x="752463" y="556262"/>
                  </a:lnTo>
                  <a:lnTo>
                    <a:pt x="762000" y="531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09119" y="2410967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47041" y="2543555"/>
            <a:ext cx="173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m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3089" y="3158998"/>
            <a:ext cx="1245235" cy="2083435"/>
            <a:chOff x="743089" y="3158998"/>
            <a:chExt cx="1245235" cy="2083435"/>
          </a:xfrm>
        </p:grpSpPr>
        <p:sp>
          <p:nvSpPr>
            <p:cNvPr id="15" name="object 15"/>
            <p:cNvSpPr/>
            <p:nvPr/>
          </p:nvSpPr>
          <p:spPr>
            <a:xfrm>
              <a:off x="756043" y="3171952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3089" y="3158998"/>
              <a:ext cx="1016635" cy="407034"/>
            </a:xfrm>
            <a:custGeom>
              <a:avLst/>
              <a:gdLst/>
              <a:ahLst/>
              <a:cxnLst/>
              <a:rect l="l" t="t" r="r" b="b"/>
              <a:pathLst>
                <a:path w="1016635" h="407035">
                  <a:moveTo>
                    <a:pt x="1016508" y="406908"/>
                  </a:moveTo>
                  <a:lnTo>
                    <a:pt x="1016508" y="0"/>
                  </a:lnTo>
                  <a:lnTo>
                    <a:pt x="0" y="0"/>
                  </a:lnTo>
                  <a:lnTo>
                    <a:pt x="0" y="406908"/>
                  </a:lnTo>
                  <a:lnTo>
                    <a:pt x="12954" y="406908"/>
                  </a:lnTo>
                  <a:lnTo>
                    <a:pt x="12954" y="25908"/>
                  </a:lnTo>
                  <a:lnTo>
                    <a:pt x="25908" y="12954"/>
                  </a:lnTo>
                  <a:lnTo>
                    <a:pt x="25908" y="25908"/>
                  </a:lnTo>
                  <a:lnTo>
                    <a:pt x="990600" y="25908"/>
                  </a:lnTo>
                  <a:lnTo>
                    <a:pt x="990600" y="12954"/>
                  </a:lnTo>
                  <a:lnTo>
                    <a:pt x="1003554" y="25908"/>
                  </a:lnTo>
                  <a:lnTo>
                    <a:pt x="1003554" y="406908"/>
                  </a:lnTo>
                  <a:lnTo>
                    <a:pt x="1016508" y="406908"/>
                  </a:lnTo>
                  <a:close/>
                </a:path>
                <a:path w="1016635" h="407035">
                  <a:moveTo>
                    <a:pt x="25908" y="25908"/>
                  </a:moveTo>
                  <a:lnTo>
                    <a:pt x="25908" y="12954"/>
                  </a:lnTo>
                  <a:lnTo>
                    <a:pt x="12954" y="25908"/>
                  </a:lnTo>
                  <a:lnTo>
                    <a:pt x="25908" y="25908"/>
                  </a:lnTo>
                  <a:close/>
                </a:path>
                <a:path w="1016635" h="407035">
                  <a:moveTo>
                    <a:pt x="25908" y="381000"/>
                  </a:moveTo>
                  <a:lnTo>
                    <a:pt x="25908" y="25908"/>
                  </a:lnTo>
                  <a:lnTo>
                    <a:pt x="12954" y="25908"/>
                  </a:lnTo>
                  <a:lnTo>
                    <a:pt x="12954" y="381000"/>
                  </a:lnTo>
                  <a:lnTo>
                    <a:pt x="25908" y="381000"/>
                  </a:lnTo>
                  <a:close/>
                </a:path>
                <a:path w="1016635" h="407035">
                  <a:moveTo>
                    <a:pt x="1003554" y="381000"/>
                  </a:moveTo>
                  <a:lnTo>
                    <a:pt x="12954" y="381000"/>
                  </a:lnTo>
                  <a:lnTo>
                    <a:pt x="25908" y="393954"/>
                  </a:lnTo>
                  <a:lnTo>
                    <a:pt x="25907" y="406908"/>
                  </a:lnTo>
                  <a:lnTo>
                    <a:pt x="990600" y="406908"/>
                  </a:lnTo>
                  <a:lnTo>
                    <a:pt x="990600" y="393954"/>
                  </a:lnTo>
                  <a:lnTo>
                    <a:pt x="1003554" y="381000"/>
                  </a:lnTo>
                  <a:close/>
                </a:path>
                <a:path w="1016635" h="407035">
                  <a:moveTo>
                    <a:pt x="25907" y="406908"/>
                  </a:moveTo>
                  <a:lnTo>
                    <a:pt x="25908" y="393954"/>
                  </a:lnTo>
                  <a:lnTo>
                    <a:pt x="12954" y="381000"/>
                  </a:lnTo>
                  <a:lnTo>
                    <a:pt x="12954" y="406908"/>
                  </a:lnTo>
                  <a:lnTo>
                    <a:pt x="25907" y="406908"/>
                  </a:lnTo>
                  <a:close/>
                </a:path>
                <a:path w="1016635" h="407035">
                  <a:moveTo>
                    <a:pt x="1003554" y="25908"/>
                  </a:moveTo>
                  <a:lnTo>
                    <a:pt x="990600" y="12954"/>
                  </a:lnTo>
                  <a:lnTo>
                    <a:pt x="990600" y="25908"/>
                  </a:lnTo>
                  <a:lnTo>
                    <a:pt x="1003554" y="25908"/>
                  </a:lnTo>
                  <a:close/>
                </a:path>
                <a:path w="1016635" h="407035">
                  <a:moveTo>
                    <a:pt x="1003554" y="381000"/>
                  </a:moveTo>
                  <a:lnTo>
                    <a:pt x="1003554" y="25908"/>
                  </a:lnTo>
                  <a:lnTo>
                    <a:pt x="990600" y="25908"/>
                  </a:lnTo>
                  <a:lnTo>
                    <a:pt x="990600" y="381000"/>
                  </a:lnTo>
                  <a:lnTo>
                    <a:pt x="1003554" y="381000"/>
                  </a:lnTo>
                  <a:close/>
                </a:path>
                <a:path w="1016635" h="407035">
                  <a:moveTo>
                    <a:pt x="1003554" y="406908"/>
                  </a:moveTo>
                  <a:lnTo>
                    <a:pt x="1003554" y="381000"/>
                  </a:lnTo>
                  <a:lnTo>
                    <a:pt x="990600" y="393954"/>
                  </a:lnTo>
                  <a:lnTo>
                    <a:pt x="990600" y="406908"/>
                  </a:lnTo>
                  <a:lnTo>
                    <a:pt x="1003554" y="406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8443" y="4848352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5489" y="4835398"/>
              <a:ext cx="1092835" cy="407034"/>
            </a:xfrm>
            <a:custGeom>
              <a:avLst/>
              <a:gdLst/>
              <a:ahLst/>
              <a:cxnLst/>
              <a:rect l="l" t="t" r="r" b="b"/>
              <a:pathLst>
                <a:path w="1092835" h="407035">
                  <a:moveTo>
                    <a:pt x="1092708" y="406908"/>
                  </a:moveTo>
                  <a:lnTo>
                    <a:pt x="1092708" y="0"/>
                  </a:lnTo>
                  <a:lnTo>
                    <a:pt x="0" y="0"/>
                  </a:lnTo>
                  <a:lnTo>
                    <a:pt x="0" y="406908"/>
                  </a:lnTo>
                  <a:lnTo>
                    <a:pt x="12954" y="406908"/>
                  </a:lnTo>
                  <a:lnTo>
                    <a:pt x="12954" y="25908"/>
                  </a:lnTo>
                  <a:lnTo>
                    <a:pt x="25907" y="12954"/>
                  </a:lnTo>
                  <a:lnTo>
                    <a:pt x="25907" y="25908"/>
                  </a:lnTo>
                  <a:lnTo>
                    <a:pt x="1066800" y="25908"/>
                  </a:lnTo>
                  <a:lnTo>
                    <a:pt x="1066800" y="12954"/>
                  </a:lnTo>
                  <a:lnTo>
                    <a:pt x="1079754" y="25908"/>
                  </a:lnTo>
                  <a:lnTo>
                    <a:pt x="1079754" y="406908"/>
                  </a:lnTo>
                  <a:lnTo>
                    <a:pt x="1092708" y="406908"/>
                  </a:lnTo>
                  <a:close/>
                </a:path>
                <a:path w="1092835" h="407035">
                  <a:moveTo>
                    <a:pt x="25907" y="25908"/>
                  </a:moveTo>
                  <a:lnTo>
                    <a:pt x="25907" y="12954"/>
                  </a:lnTo>
                  <a:lnTo>
                    <a:pt x="12954" y="25908"/>
                  </a:lnTo>
                  <a:lnTo>
                    <a:pt x="25907" y="25908"/>
                  </a:lnTo>
                  <a:close/>
                </a:path>
                <a:path w="1092835" h="407035">
                  <a:moveTo>
                    <a:pt x="25907" y="381000"/>
                  </a:moveTo>
                  <a:lnTo>
                    <a:pt x="25907" y="25908"/>
                  </a:lnTo>
                  <a:lnTo>
                    <a:pt x="12954" y="25908"/>
                  </a:lnTo>
                  <a:lnTo>
                    <a:pt x="12954" y="381000"/>
                  </a:lnTo>
                  <a:lnTo>
                    <a:pt x="25907" y="381000"/>
                  </a:lnTo>
                  <a:close/>
                </a:path>
                <a:path w="1092835" h="407035">
                  <a:moveTo>
                    <a:pt x="1079754" y="381000"/>
                  </a:moveTo>
                  <a:lnTo>
                    <a:pt x="12954" y="381000"/>
                  </a:lnTo>
                  <a:lnTo>
                    <a:pt x="25907" y="393954"/>
                  </a:lnTo>
                  <a:lnTo>
                    <a:pt x="25907" y="406908"/>
                  </a:lnTo>
                  <a:lnTo>
                    <a:pt x="1066800" y="406908"/>
                  </a:lnTo>
                  <a:lnTo>
                    <a:pt x="1066800" y="393954"/>
                  </a:lnTo>
                  <a:lnTo>
                    <a:pt x="1079754" y="381000"/>
                  </a:lnTo>
                  <a:close/>
                </a:path>
                <a:path w="1092835" h="407035">
                  <a:moveTo>
                    <a:pt x="25907" y="406908"/>
                  </a:moveTo>
                  <a:lnTo>
                    <a:pt x="25907" y="393954"/>
                  </a:lnTo>
                  <a:lnTo>
                    <a:pt x="12954" y="381000"/>
                  </a:lnTo>
                  <a:lnTo>
                    <a:pt x="12954" y="406908"/>
                  </a:lnTo>
                  <a:lnTo>
                    <a:pt x="25907" y="406908"/>
                  </a:lnTo>
                  <a:close/>
                </a:path>
                <a:path w="1092835" h="407035">
                  <a:moveTo>
                    <a:pt x="1079754" y="25908"/>
                  </a:moveTo>
                  <a:lnTo>
                    <a:pt x="1066800" y="12954"/>
                  </a:lnTo>
                  <a:lnTo>
                    <a:pt x="1066800" y="25908"/>
                  </a:lnTo>
                  <a:lnTo>
                    <a:pt x="1079754" y="25908"/>
                  </a:lnTo>
                  <a:close/>
                </a:path>
                <a:path w="1092835" h="407035">
                  <a:moveTo>
                    <a:pt x="1079754" y="381000"/>
                  </a:moveTo>
                  <a:lnTo>
                    <a:pt x="1079754" y="25908"/>
                  </a:lnTo>
                  <a:lnTo>
                    <a:pt x="1066800" y="25908"/>
                  </a:lnTo>
                  <a:lnTo>
                    <a:pt x="1066800" y="381000"/>
                  </a:lnTo>
                  <a:lnTo>
                    <a:pt x="1079754" y="381000"/>
                  </a:lnTo>
                  <a:close/>
                </a:path>
                <a:path w="1092835" h="407035">
                  <a:moveTo>
                    <a:pt x="1079754" y="406908"/>
                  </a:moveTo>
                  <a:lnTo>
                    <a:pt x="1079754" y="381000"/>
                  </a:lnTo>
                  <a:lnTo>
                    <a:pt x="1066800" y="393954"/>
                  </a:lnTo>
                  <a:lnTo>
                    <a:pt x="1066800" y="406908"/>
                  </a:lnTo>
                  <a:lnTo>
                    <a:pt x="1079754" y="406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67365" y="4887467"/>
            <a:ext cx="94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1689" y="2549334"/>
            <a:ext cx="2540635" cy="2299335"/>
            <a:chOff x="971689" y="2549334"/>
            <a:chExt cx="2540635" cy="2299335"/>
          </a:xfrm>
        </p:grpSpPr>
        <p:sp>
          <p:nvSpPr>
            <p:cNvPr id="21" name="object 21"/>
            <p:cNvSpPr/>
            <p:nvPr/>
          </p:nvSpPr>
          <p:spPr>
            <a:xfrm>
              <a:off x="1276489" y="2943351"/>
              <a:ext cx="1702435" cy="914400"/>
            </a:xfrm>
            <a:custGeom>
              <a:avLst/>
              <a:gdLst/>
              <a:ahLst/>
              <a:cxnLst/>
              <a:rect l="l" t="t" r="r" b="b"/>
              <a:pathLst>
                <a:path w="1702435" h="914400">
                  <a:moveTo>
                    <a:pt x="25908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908" y="914400"/>
                  </a:lnTo>
                  <a:lnTo>
                    <a:pt x="25908" y="609600"/>
                  </a:lnTo>
                  <a:close/>
                </a:path>
                <a:path w="1702435" h="914400">
                  <a:moveTo>
                    <a:pt x="2590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908" y="228600"/>
                  </a:lnTo>
                  <a:lnTo>
                    <a:pt x="25908" y="0"/>
                  </a:lnTo>
                  <a:close/>
                </a:path>
                <a:path w="1702435" h="914400">
                  <a:moveTo>
                    <a:pt x="1702308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2308" y="914400"/>
                  </a:lnTo>
                  <a:lnTo>
                    <a:pt x="1702308" y="609600"/>
                  </a:lnTo>
                  <a:close/>
                </a:path>
                <a:path w="1702435" h="914400">
                  <a:moveTo>
                    <a:pt x="1702308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2308" y="228600"/>
                  </a:lnTo>
                  <a:lnTo>
                    <a:pt x="17023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70443" y="2562352"/>
              <a:ext cx="889635" cy="0"/>
            </a:xfrm>
            <a:custGeom>
              <a:avLst/>
              <a:gdLst/>
              <a:ahLst/>
              <a:cxnLst/>
              <a:rect l="l" t="t" r="r" b="b"/>
              <a:pathLst>
                <a:path w="889635">
                  <a:moveTo>
                    <a:pt x="0" y="0"/>
                  </a:moveTo>
                  <a:lnTo>
                    <a:pt x="889254" y="0"/>
                  </a:lnTo>
                </a:path>
              </a:pathLst>
            </a:custGeom>
            <a:ln w="2590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08643" y="3171952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95677" y="3158998"/>
              <a:ext cx="1016635" cy="407034"/>
            </a:xfrm>
            <a:custGeom>
              <a:avLst/>
              <a:gdLst/>
              <a:ahLst/>
              <a:cxnLst/>
              <a:rect l="l" t="t" r="r" b="b"/>
              <a:pathLst>
                <a:path w="1016635" h="407035">
                  <a:moveTo>
                    <a:pt x="1016508" y="406908"/>
                  </a:moveTo>
                  <a:lnTo>
                    <a:pt x="1016508" y="0"/>
                  </a:lnTo>
                  <a:lnTo>
                    <a:pt x="0" y="0"/>
                  </a:lnTo>
                  <a:lnTo>
                    <a:pt x="0" y="406908"/>
                  </a:lnTo>
                  <a:lnTo>
                    <a:pt x="12966" y="406908"/>
                  </a:lnTo>
                  <a:lnTo>
                    <a:pt x="12966" y="25908"/>
                  </a:lnTo>
                  <a:lnTo>
                    <a:pt x="25920" y="12954"/>
                  </a:lnTo>
                  <a:lnTo>
                    <a:pt x="25920" y="25908"/>
                  </a:lnTo>
                  <a:lnTo>
                    <a:pt x="990612" y="25908"/>
                  </a:lnTo>
                  <a:lnTo>
                    <a:pt x="990612" y="12954"/>
                  </a:lnTo>
                  <a:lnTo>
                    <a:pt x="1003566" y="25908"/>
                  </a:lnTo>
                  <a:lnTo>
                    <a:pt x="1003566" y="406908"/>
                  </a:lnTo>
                  <a:lnTo>
                    <a:pt x="1016508" y="406908"/>
                  </a:lnTo>
                  <a:close/>
                </a:path>
                <a:path w="1016635" h="407035">
                  <a:moveTo>
                    <a:pt x="25920" y="25908"/>
                  </a:moveTo>
                  <a:lnTo>
                    <a:pt x="25920" y="12954"/>
                  </a:lnTo>
                  <a:lnTo>
                    <a:pt x="12966" y="25908"/>
                  </a:lnTo>
                  <a:lnTo>
                    <a:pt x="25920" y="25908"/>
                  </a:lnTo>
                  <a:close/>
                </a:path>
                <a:path w="1016635" h="407035">
                  <a:moveTo>
                    <a:pt x="25920" y="381000"/>
                  </a:moveTo>
                  <a:lnTo>
                    <a:pt x="25920" y="25908"/>
                  </a:lnTo>
                  <a:lnTo>
                    <a:pt x="12966" y="25908"/>
                  </a:lnTo>
                  <a:lnTo>
                    <a:pt x="12966" y="381000"/>
                  </a:lnTo>
                  <a:lnTo>
                    <a:pt x="25920" y="381000"/>
                  </a:lnTo>
                  <a:close/>
                </a:path>
                <a:path w="1016635" h="407035">
                  <a:moveTo>
                    <a:pt x="1003566" y="381000"/>
                  </a:moveTo>
                  <a:lnTo>
                    <a:pt x="12966" y="381000"/>
                  </a:lnTo>
                  <a:lnTo>
                    <a:pt x="25920" y="393954"/>
                  </a:lnTo>
                  <a:lnTo>
                    <a:pt x="25920" y="406908"/>
                  </a:lnTo>
                  <a:lnTo>
                    <a:pt x="990612" y="406908"/>
                  </a:lnTo>
                  <a:lnTo>
                    <a:pt x="990612" y="393954"/>
                  </a:lnTo>
                  <a:lnTo>
                    <a:pt x="1003566" y="381000"/>
                  </a:lnTo>
                  <a:close/>
                </a:path>
                <a:path w="1016635" h="407035">
                  <a:moveTo>
                    <a:pt x="25920" y="406908"/>
                  </a:moveTo>
                  <a:lnTo>
                    <a:pt x="25920" y="393954"/>
                  </a:lnTo>
                  <a:lnTo>
                    <a:pt x="12966" y="381000"/>
                  </a:lnTo>
                  <a:lnTo>
                    <a:pt x="12966" y="406908"/>
                  </a:lnTo>
                  <a:lnTo>
                    <a:pt x="25920" y="406908"/>
                  </a:lnTo>
                  <a:close/>
                </a:path>
                <a:path w="1016635" h="407035">
                  <a:moveTo>
                    <a:pt x="1003566" y="25908"/>
                  </a:moveTo>
                  <a:lnTo>
                    <a:pt x="990612" y="12954"/>
                  </a:lnTo>
                  <a:lnTo>
                    <a:pt x="990612" y="25908"/>
                  </a:lnTo>
                  <a:lnTo>
                    <a:pt x="1003566" y="25908"/>
                  </a:lnTo>
                  <a:close/>
                </a:path>
                <a:path w="1016635" h="407035">
                  <a:moveTo>
                    <a:pt x="1003566" y="381000"/>
                  </a:moveTo>
                  <a:lnTo>
                    <a:pt x="1003566" y="25908"/>
                  </a:lnTo>
                  <a:lnTo>
                    <a:pt x="990612" y="25908"/>
                  </a:lnTo>
                  <a:lnTo>
                    <a:pt x="990612" y="381000"/>
                  </a:lnTo>
                  <a:lnTo>
                    <a:pt x="1003566" y="381000"/>
                  </a:lnTo>
                  <a:close/>
                </a:path>
                <a:path w="1016635" h="407035">
                  <a:moveTo>
                    <a:pt x="1003566" y="406908"/>
                  </a:moveTo>
                  <a:lnTo>
                    <a:pt x="1003566" y="381000"/>
                  </a:lnTo>
                  <a:lnTo>
                    <a:pt x="990612" y="393954"/>
                  </a:lnTo>
                  <a:lnTo>
                    <a:pt x="990612" y="406908"/>
                  </a:lnTo>
                  <a:lnTo>
                    <a:pt x="1003566" y="406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46643" y="3381502"/>
              <a:ext cx="737235" cy="0"/>
            </a:xfrm>
            <a:custGeom>
              <a:avLst/>
              <a:gdLst/>
              <a:ahLst/>
              <a:cxnLst/>
              <a:rect l="l" t="t" r="r" b="b"/>
              <a:pathLst>
                <a:path w="737235">
                  <a:moveTo>
                    <a:pt x="0" y="0"/>
                  </a:moveTo>
                  <a:lnTo>
                    <a:pt x="736853" y="0"/>
                  </a:lnTo>
                </a:path>
              </a:pathLst>
            </a:custGeom>
            <a:ln w="2590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28889" y="4467351"/>
              <a:ext cx="26034" cy="381000"/>
            </a:xfrm>
            <a:custGeom>
              <a:avLst/>
              <a:gdLst/>
              <a:ahLst/>
              <a:cxnLst/>
              <a:rect l="l" t="t" r="r" b="b"/>
              <a:pathLst>
                <a:path w="26034" h="381000">
                  <a:moveTo>
                    <a:pt x="25907" y="381000"/>
                  </a:moveTo>
                  <a:lnTo>
                    <a:pt x="25907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5907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84643" y="3857752"/>
              <a:ext cx="2362200" cy="609600"/>
            </a:xfrm>
            <a:custGeom>
              <a:avLst/>
              <a:gdLst/>
              <a:ahLst/>
              <a:cxnLst/>
              <a:rect l="l" t="t" r="r" b="b"/>
              <a:pathLst>
                <a:path w="2362200" h="609600">
                  <a:moveTo>
                    <a:pt x="2362199" y="609600"/>
                  </a:moveTo>
                  <a:lnTo>
                    <a:pt x="2362199" y="0"/>
                  </a:lnTo>
                  <a:lnTo>
                    <a:pt x="0" y="0"/>
                  </a:lnTo>
                  <a:lnTo>
                    <a:pt x="0" y="609600"/>
                  </a:lnTo>
                  <a:lnTo>
                    <a:pt x="2362199" y="6096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71689" y="3844797"/>
              <a:ext cx="2388235" cy="635635"/>
            </a:xfrm>
            <a:custGeom>
              <a:avLst/>
              <a:gdLst/>
              <a:ahLst/>
              <a:cxnLst/>
              <a:rect l="l" t="t" r="r" b="b"/>
              <a:pathLst>
                <a:path w="2388235" h="635635">
                  <a:moveTo>
                    <a:pt x="2388107" y="635508"/>
                  </a:moveTo>
                  <a:lnTo>
                    <a:pt x="2388107" y="0"/>
                  </a:lnTo>
                  <a:lnTo>
                    <a:pt x="0" y="0"/>
                  </a:lnTo>
                  <a:lnTo>
                    <a:pt x="0" y="635508"/>
                  </a:lnTo>
                  <a:lnTo>
                    <a:pt x="12954" y="635508"/>
                  </a:lnTo>
                  <a:lnTo>
                    <a:pt x="12954" y="25908"/>
                  </a:lnTo>
                  <a:lnTo>
                    <a:pt x="25907" y="12954"/>
                  </a:lnTo>
                  <a:lnTo>
                    <a:pt x="25907" y="25908"/>
                  </a:lnTo>
                  <a:lnTo>
                    <a:pt x="2362200" y="25908"/>
                  </a:lnTo>
                  <a:lnTo>
                    <a:pt x="2362200" y="12954"/>
                  </a:lnTo>
                  <a:lnTo>
                    <a:pt x="2375154" y="25908"/>
                  </a:lnTo>
                  <a:lnTo>
                    <a:pt x="2375154" y="635508"/>
                  </a:lnTo>
                  <a:lnTo>
                    <a:pt x="2388107" y="635508"/>
                  </a:lnTo>
                  <a:close/>
                </a:path>
                <a:path w="2388235" h="635635">
                  <a:moveTo>
                    <a:pt x="25907" y="25908"/>
                  </a:moveTo>
                  <a:lnTo>
                    <a:pt x="25907" y="12954"/>
                  </a:lnTo>
                  <a:lnTo>
                    <a:pt x="12954" y="25908"/>
                  </a:lnTo>
                  <a:lnTo>
                    <a:pt x="25907" y="25908"/>
                  </a:lnTo>
                  <a:close/>
                </a:path>
                <a:path w="2388235" h="635635">
                  <a:moveTo>
                    <a:pt x="25907" y="609600"/>
                  </a:moveTo>
                  <a:lnTo>
                    <a:pt x="25907" y="25908"/>
                  </a:lnTo>
                  <a:lnTo>
                    <a:pt x="12954" y="25908"/>
                  </a:lnTo>
                  <a:lnTo>
                    <a:pt x="12954" y="609600"/>
                  </a:lnTo>
                  <a:lnTo>
                    <a:pt x="25907" y="609600"/>
                  </a:lnTo>
                  <a:close/>
                </a:path>
                <a:path w="2388235" h="635635">
                  <a:moveTo>
                    <a:pt x="2375154" y="609600"/>
                  </a:moveTo>
                  <a:lnTo>
                    <a:pt x="12954" y="609600"/>
                  </a:lnTo>
                  <a:lnTo>
                    <a:pt x="25907" y="622554"/>
                  </a:lnTo>
                  <a:lnTo>
                    <a:pt x="25907" y="635508"/>
                  </a:lnTo>
                  <a:lnTo>
                    <a:pt x="2362200" y="635508"/>
                  </a:lnTo>
                  <a:lnTo>
                    <a:pt x="2362200" y="622554"/>
                  </a:lnTo>
                  <a:lnTo>
                    <a:pt x="2375154" y="609600"/>
                  </a:lnTo>
                  <a:close/>
                </a:path>
                <a:path w="2388235" h="635635">
                  <a:moveTo>
                    <a:pt x="25907" y="635508"/>
                  </a:moveTo>
                  <a:lnTo>
                    <a:pt x="25907" y="622554"/>
                  </a:lnTo>
                  <a:lnTo>
                    <a:pt x="12954" y="609600"/>
                  </a:lnTo>
                  <a:lnTo>
                    <a:pt x="12954" y="635508"/>
                  </a:lnTo>
                  <a:lnTo>
                    <a:pt x="25907" y="635508"/>
                  </a:lnTo>
                  <a:close/>
                </a:path>
                <a:path w="2388235" h="635635">
                  <a:moveTo>
                    <a:pt x="2375154" y="25908"/>
                  </a:moveTo>
                  <a:lnTo>
                    <a:pt x="2362200" y="12954"/>
                  </a:lnTo>
                  <a:lnTo>
                    <a:pt x="2362200" y="25908"/>
                  </a:lnTo>
                  <a:lnTo>
                    <a:pt x="2375154" y="25908"/>
                  </a:lnTo>
                  <a:close/>
                </a:path>
                <a:path w="2388235" h="635635">
                  <a:moveTo>
                    <a:pt x="2375154" y="609600"/>
                  </a:moveTo>
                  <a:lnTo>
                    <a:pt x="2375154" y="25908"/>
                  </a:lnTo>
                  <a:lnTo>
                    <a:pt x="2362200" y="25908"/>
                  </a:lnTo>
                  <a:lnTo>
                    <a:pt x="2362200" y="609600"/>
                  </a:lnTo>
                  <a:lnTo>
                    <a:pt x="2375154" y="609600"/>
                  </a:lnTo>
                  <a:close/>
                </a:path>
                <a:path w="2388235" h="635635">
                  <a:moveTo>
                    <a:pt x="2375154" y="635508"/>
                  </a:moveTo>
                  <a:lnTo>
                    <a:pt x="2375154" y="609600"/>
                  </a:lnTo>
                  <a:lnTo>
                    <a:pt x="2362200" y="622554"/>
                  </a:lnTo>
                  <a:lnTo>
                    <a:pt x="2362200" y="635508"/>
                  </a:lnTo>
                  <a:lnTo>
                    <a:pt x="2375154" y="635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89641" y="3211067"/>
            <a:ext cx="2474595" cy="123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4664" algn="l"/>
              </a:tabLst>
            </a:pPr>
            <a:r>
              <a:rPr sz="1800" spc="-10" dirty="0">
                <a:latin typeface="Verdana"/>
                <a:cs typeface="Verdana"/>
              </a:rPr>
              <a:t>Cache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800">
              <a:latin typeface="Verdana"/>
              <a:cs typeface="Verdana"/>
            </a:endParaRPr>
          </a:p>
          <a:p>
            <a:pPr marL="796925" marR="289560" indent="-42418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Interconnection Network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419489" y="4467352"/>
            <a:ext cx="1092835" cy="775335"/>
            <a:chOff x="2419489" y="4467352"/>
            <a:chExt cx="1092835" cy="775335"/>
          </a:xfrm>
        </p:grpSpPr>
        <p:sp>
          <p:nvSpPr>
            <p:cNvPr id="31" name="object 31"/>
            <p:cNvSpPr/>
            <p:nvPr/>
          </p:nvSpPr>
          <p:spPr>
            <a:xfrm>
              <a:off x="2952889" y="4467352"/>
              <a:ext cx="26034" cy="381000"/>
            </a:xfrm>
            <a:custGeom>
              <a:avLst/>
              <a:gdLst/>
              <a:ahLst/>
              <a:cxnLst/>
              <a:rect l="l" t="t" r="r" b="b"/>
              <a:pathLst>
                <a:path w="26035" h="381000">
                  <a:moveTo>
                    <a:pt x="25908" y="381000"/>
                  </a:moveTo>
                  <a:lnTo>
                    <a:pt x="25908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5908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432443" y="4848352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799" y="381000"/>
                  </a:moveTo>
                  <a:lnTo>
                    <a:pt x="1066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19489" y="4835398"/>
              <a:ext cx="1092835" cy="407034"/>
            </a:xfrm>
            <a:custGeom>
              <a:avLst/>
              <a:gdLst/>
              <a:ahLst/>
              <a:cxnLst/>
              <a:rect l="l" t="t" r="r" b="b"/>
              <a:pathLst>
                <a:path w="1092835" h="407035">
                  <a:moveTo>
                    <a:pt x="1092707" y="406908"/>
                  </a:moveTo>
                  <a:lnTo>
                    <a:pt x="1092707" y="0"/>
                  </a:lnTo>
                  <a:lnTo>
                    <a:pt x="0" y="0"/>
                  </a:lnTo>
                  <a:lnTo>
                    <a:pt x="0" y="406908"/>
                  </a:lnTo>
                  <a:lnTo>
                    <a:pt x="12954" y="406908"/>
                  </a:lnTo>
                  <a:lnTo>
                    <a:pt x="12954" y="25908"/>
                  </a:lnTo>
                  <a:lnTo>
                    <a:pt x="25907" y="12954"/>
                  </a:lnTo>
                  <a:lnTo>
                    <a:pt x="25907" y="25908"/>
                  </a:lnTo>
                  <a:lnTo>
                    <a:pt x="1066800" y="25908"/>
                  </a:lnTo>
                  <a:lnTo>
                    <a:pt x="1066800" y="12954"/>
                  </a:lnTo>
                  <a:lnTo>
                    <a:pt x="1079753" y="25908"/>
                  </a:lnTo>
                  <a:lnTo>
                    <a:pt x="1079753" y="406908"/>
                  </a:lnTo>
                  <a:lnTo>
                    <a:pt x="1092707" y="406908"/>
                  </a:lnTo>
                  <a:close/>
                </a:path>
                <a:path w="1092835" h="407035">
                  <a:moveTo>
                    <a:pt x="25907" y="25908"/>
                  </a:moveTo>
                  <a:lnTo>
                    <a:pt x="25907" y="12954"/>
                  </a:lnTo>
                  <a:lnTo>
                    <a:pt x="12954" y="25908"/>
                  </a:lnTo>
                  <a:lnTo>
                    <a:pt x="25907" y="25908"/>
                  </a:lnTo>
                  <a:close/>
                </a:path>
                <a:path w="1092835" h="407035">
                  <a:moveTo>
                    <a:pt x="25907" y="381000"/>
                  </a:moveTo>
                  <a:lnTo>
                    <a:pt x="25907" y="25908"/>
                  </a:lnTo>
                  <a:lnTo>
                    <a:pt x="12954" y="25908"/>
                  </a:lnTo>
                  <a:lnTo>
                    <a:pt x="12954" y="381000"/>
                  </a:lnTo>
                  <a:lnTo>
                    <a:pt x="25907" y="381000"/>
                  </a:lnTo>
                  <a:close/>
                </a:path>
                <a:path w="1092835" h="407035">
                  <a:moveTo>
                    <a:pt x="1079753" y="381000"/>
                  </a:moveTo>
                  <a:lnTo>
                    <a:pt x="12954" y="381000"/>
                  </a:lnTo>
                  <a:lnTo>
                    <a:pt x="25907" y="393954"/>
                  </a:lnTo>
                  <a:lnTo>
                    <a:pt x="25907" y="406908"/>
                  </a:lnTo>
                  <a:lnTo>
                    <a:pt x="1066800" y="406908"/>
                  </a:lnTo>
                  <a:lnTo>
                    <a:pt x="1066800" y="393954"/>
                  </a:lnTo>
                  <a:lnTo>
                    <a:pt x="1079753" y="381000"/>
                  </a:lnTo>
                  <a:close/>
                </a:path>
                <a:path w="1092835" h="407035">
                  <a:moveTo>
                    <a:pt x="25907" y="406908"/>
                  </a:moveTo>
                  <a:lnTo>
                    <a:pt x="25907" y="393954"/>
                  </a:lnTo>
                  <a:lnTo>
                    <a:pt x="12954" y="381000"/>
                  </a:lnTo>
                  <a:lnTo>
                    <a:pt x="12954" y="406908"/>
                  </a:lnTo>
                  <a:lnTo>
                    <a:pt x="25907" y="406908"/>
                  </a:lnTo>
                  <a:close/>
                </a:path>
                <a:path w="1092835" h="407035">
                  <a:moveTo>
                    <a:pt x="1079753" y="25908"/>
                  </a:moveTo>
                  <a:lnTo>
                    <a:pt x="1066800" y="12954"/>
                  </a:lnTo>
                  <a:lnTo>
                    <a:pt x="1066800" y="25908"/>
                  </a:lnTo>
                  <a:lnTo>
                    <a:pt x="1079753" y="25908"/>
                  </a:lnTo>
                  <a:close/>
                </a:path>
                <a:path w="1092835" h="407035">
                  <a:moveTo>
                    <a:pt x="1079753" y="381000"/>
                  </a:moveTo>
                  <a:lnTo>
                    <a:pt x="1079753" y="25908"/>
                  </a:lnTo>
                  <a:lnTo>
                    <a:pt x="1066800" y="25908"/>
                  </a:lnTo>
                  <a:lnTo>
                    <a:pt x="1066800" y="381000"/>
                  </a:lnTo>
                  <a:lnTo>
                    <a:pt x="1079753" y="381000"/>
                  </a:lnTo>
                  <a:close/>
                </a:path>
                <a:path w="1092835" h="407035">
                  <a:moveTo>
                    <a:pt x="1079753" y="406908"/>
                  </a:moveTo>
                  <a:lnTo>
                    <a:pt x="1079753" y="381000"/>
                  </a:lnTo>
                  <a:lnTo>
                    <a:pt x="1066800" y="393954"/>
                  </a:lnTo>
                  <a:lnTo>
                    <a:pt x="1066800" y="406908"/>
                  </a:lnTo>
                  <a:lnTo>
                    <a:pt x="1079753" y="406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491365" y="4887467"/>
            <a:ext cx="94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Distributed</a:t>
            </a:r>
            <a:r>
              <a:rPr spc="-180" dirty="0"/>
              <a:t> </a:t>
            </a: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4471" y="1505332"/>
            <a:ext cx="4333107" cy="31027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6670" indent="-342900">
              <a:lnSpc>
                <a:spcPct val="100000"/>
              </a:lnSpc>
              <a:spcBef>
                <a:spcPts val="9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No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symmetric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approach</a:t>
            </a:r>
            <a:endParaRPr lang="en-US" sz="2000" spc="-10" dirty="0">
              <a:latin typeface="Arial MT"/>
              <a:cs typeface="Arial MT"/>
            </a:endParaRPr>
          </a:p>
          <a:p>
            <a:pPr marL="355600" marR="26670" lvl="3" indent="-342900">
              <a:spcBef>
                <a:spcPts val="9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is </a:t>
            </a:r>
            <a:r>
              <a:rPr sz="2000" dirty="0">
                <a:latin typeface="Arial MT"/>
                <a:cs typeface="Arial MT"/>
              </a:rPr>
              <a:t>much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closer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rest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global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memory</a:t>
            </a:r>
            <a:endParaRPr sz="2000" dirty="0">
              <a:latin typeface="Arial MT"/>
              <a:cs typeface="Arial MT"/>
            </a:endParaRPr>
          </a:p>
          <a:p>
            <a:pPr marL="355600" marR="67945" indent="-342900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Structure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well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scaling</a:t>
            </a:r>
            <a:endParaRPr sz="20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Important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memory efficiently</a:t>
            </a:r>
            <a:endParaRPr lang="en-US" sz="2000" spc="-10" dirty="0">
              <a:latin typeface="Arial MT"/>
              <a:cs typeface="Arial MT"/>
            </a:endParaRPr>
          </a:p>
          <a:p>
            <a:pPr marL="355600" marR="5080" indent="-342900"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lang="en-US" sz="2000" spc="-10" dirty="0">
                <a:latin typeface="Arial MT"/>
                <a:cs typeface="Arial MT"/>
              </a:rPr>
              <a:t>cc-NUMA</a:t>
            </a:r>
            <a:endParaRPr lang="en-US" sz="20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lang="en-US" sz="2000" dirty="0">
                <a:latin typeface="Arial MT"/>
                <a:cs typeface="Arial MT"/>
              </a:rPr>
              <a:t>Locality aware task scheduling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13471" y="1968753"/>
            <a:ext cx="787400" cy="786765"/>
            <a:chOff x="1513471" y="1968753"/>
            <a:chExt cx="787400" cy="786765"/>
          </a:xfrm>
        </p:grpSpPr>
        <p:sp>
          <p:nvSpPr>
            <p:cNvPr id="5" name="object 5"/>
            <p:cNvSpPr/>
            <p:nvPr/>
          </p:nvSpPr>
          <p:spPr>
            <a:xfrm>
              <a:off x="1526425" y="19809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079" y="2970"/>
                  </a:lnTo>
                  <a:lnTo>
                    <a:pt x="286971" y="11642"/>
                  </a:lnTo>
                  <a:lnTo>
                    <a:pt x="243028" y="25658"/>
                  </a:lnTo>
                  <a:lnTo>
                    <a:pt x="201600" y="44661"/>
                  </a:lnTo>
                  <a:lnTo>
                    <a:pt x="163040" y="68292"/>
                  </a:lnTo>
                  <a:lnTo>
                    <a:pt x="127700" y="96193"/>
                  </a:lnTo>
                  <a:lnTo>
                    <a:pt x="95930" y="128006"/>
                  </a:lnTo>
                  <a:lnTo>
                    <a:pt x="68084" y="163373"/>
                  </a:lnTo>
                  <a:lnTo>
                    <a:pt x="44511" y="201937"/>
                  </a:lnTo>
                  <a:lnTo>
                    <a:pt x="25565" y="243340"/>
                  </a:lnTo>
                  <a:lnTo>
                    <a:pt x="11596" y="287223"/>
                  </a:lnTo>
                  <a:lnTo>
                    <a:pt x="2957" y="333229"/>
                  </a:lnTo>
                  <a:lnTo>
                    <a:pt x="0" y="381000"/>
                  </a:lnTo>
                  <a:lnTo>
                    <a:pt x="2957" y="428920"/>
                  </a:lnTo>
                  <a:lnTo>
                    <a:pt x="11596" y="475028"/>
                  </a:lnTo>
                  <a:lnTo>
                    <a:pt x="25565" y="518971"/>
                  </a:lnTo>
                  <a:lnTo>
                    <a:pt x="44511" y="560399"/>
                  </a:lnTo>
                  <a:lnTo>
                    <a:pt x="68084" y="598959"/>
                  </a:lnTo>
                  <a:lnTo>
                    <a:pt x="95930" y="634299"/>
                  </a:lnTo>
                  <a:lnTo>
                    <a:pt x="127700" y="666069"/>
                  </a:lnTo>
                  <a:lnTo>
                    <a:pt x="163040" y="693915"/>
                  </a:lnTo>
                  <a:lnTo>
                    <a:pt x="201600" y="717488"/>
                  </a:lnTo>
                  <a:lnTo>
                    <a:pt x="243028" y="736434"/>
                  </a:lnTo>
                  <a:lnTo>
                    <a:pt x="286971" y="750403"/>
                  </a:lnTo>
                  <a:lnTo>
                    <a:pt x="33307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3471" y="19687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72617"/>
                  </a:lnTo>
                  <a:lnTo>
                    <a:pt x="785622" y="352805"/>
                  </a:lnTo>
                  <a:lnTo>
                    <a:pt x="771841" y="283938"/>
                  </a:lnTo>
                  <a:lnTo>
                    <a:pt x="755261" y="237525"/>
                  </a:lnTo>
                  <a:lnTo>
                    <a:pt x="733263" y="194127"/>
                  </a:lnTo>
                  <a:lnTo>
                    <a:pt x="706276" y="154114"/>
                  </a:lnTo>
                  <a:lnTo>
                    <a:pt x="674730" y="117858"/>
                  </a:lnTo>
                  <a:lnTo>
                    <a:pt x="639054" y="85730"/>
                  </a:lnTo>
                  <a:lnTo>
                    <a:pt x="599679" y="58101"/>
                  </a:lnTo>
                  <a:lnTo>
                    <a:pt x="557032" y="35343"/>
                  </a:lnTo>
                  <a:lnTo>
                    <a:pt x="511545" y="17825"/>
                  </a:lnTo>
                  <a:lnTo>
                    <a:pt x="463646" y="5921"/>
                  </a:lnTo>
                  <a:lnTo>
                    <a:pt x="414528" y="90"/>
                  </a:lnTo>
                  <a:lnTo>
                    <a:pt x="373379" y="0"/>
                  </a:lnTo>
                  <a:lnTo>
                    <a:pt x="323401" y="5895"/>
                  </a:lnTo>
                  <a:lnTo>
                    <a:pt x="275440" y="17813"/>
                  </a:lnTo>
                  <a:lnTo>
                    <a:pt x="229922" y="35378"/>
                  </a:lnTo>
                  <a:lnTo>
                    <a:pt x="187269" y="58210"/>
                  </a:lnTo>
                  <a:lnTo>
                    <a:pt x="147907" y="85931"/>
                  </a:lnTo>
                  <a:lnTo>
                    <a:pt x="112200" y="118232"/>
                  </a:lnTo>
                  <a:lnTo>
                    <a:pt x="80748" y="154529"/>
                  </a:lnTo>
                  <a:lnTo>
                    <a:pt x="53801" y="194649"/>
                  </a:lnTo>
                  <a:lnTo>
                    <a:pt x="31839" y="238146"/>
                  </a:lnTo>
                  <a:lnTo>
                    <a:pt x="15288" y="284641"/>
                  </a:lnTo>
                  <a:lnTo>
                    <a:pt x="4571" y="333755"/>
                  </a:lnTo>
                  <a:lnTo>
                    <a:pt x="761" y="373379"/>
                  </a:lnTo>
                  <a:lnTo>
                    <a:pt x="0" y="393953"/>
                  </a:lnTo>
                  <a:lnTo>
                    <a:pt x="762" y="413765"/>
                  </a:lnTo>
                  <a:lnTo>
                    <a:pt x="4572" y="454151"/>
                  </a:lnTo>
                  <a:lnTo>
                    <a:pt x="20383" y="519205"/>
                  </a:lnTo>
                  <a:lnTo>
                    <a:pt x="25146" y="531085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506" y="288950"/>
                  </a:lnTo>
                  <a:lnTo>
                    <a:pt x="57053" y="243904"/>
                  </a:lnTo>
                  <a:lnTo>
                    <a:pt x="78927" y="202030"/>
                  </a:lnTo>
                  <a:lnTo>
                    <a:pt x="105698" y="163696"/>
                  </a:lnTo>
                  <a:lnTo>
                    <a:pt x="136933" y="129265"/>
                  </a:lnTo>
                  <a:lnTo>
                    <a:pt x="172202" y="99104"/>
                  </a:lnTo>
                  <a:lnTo>
                    <a:pt x="211073" y="73579"/>
                  </a:lnTo>
                  <a:lnTo>
                    <a:pt x="253115" y="53055"/>
                  </a:lnTo>
                  <a:lnTo>
                    <a:pt x="297896" y="37897"/>
                  </a:lnTo>
                  <a:lnTo>
                    <a:pt x="344986" y="28472"/>
                  </a:lnTo>
                  <a:lnTo>
                    <a:pt x="393191" y="25197"/>
                  </a:lnTo>
                  <a:lnTo>
                    <a:pt x="393953" y="25145"/>
                  </a:lnTo>
                  <a:lnTo>
                    <a:pt x="477336" y="34832"/>
                  </a:lnTo>
                  <a:lnTo>
                    <a:pt x="521400" y="47959"/>
                  </a:lnTo>
                  <a:lnTo>
                    <a:pt x="563065" y="66404"/>
                  </a:lnTo>
                  <a:lnTo>
                    <a:pt x="601912" y="89756"/>
                  </a:lnTo>
                  <a:lnTo>
                    <a:pt x="637522" y="117605"/>
                  </a:lnTo>
                  <a:lnTo>
                    <a:pt x="669474" y="149537"/>
                  </a:lnTo>
                  <a:lnTo>
                    <a:pt x="697351" y="185139"/>
                  </a:lnTo>
                  <a:lnTo>
                    <a:pt x="720724" y="223982"/>
                  </a:lnTo>
                  <a:lnTo>
                    <a:pt x="739184" y="265655"/>
                  </a:lnTo>
                  <a:lnTo>
                    <a:pt x="752319" y="309750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64"/>
                  </a:lnTo>
                  <a:lnTo>
                    <a:pt x="769300" y="511511"/>
                  </a:lnTo>
                  <a:lnTo>
                    <a:pt x="781211" y="463624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64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9714" y="431291"/>
                  </a:lnTo>
                  <a:lnTo>
                    <a:pt x="752319" y="477340"/>
                  </a:lnTo>
                  <a:lnTo>
                    <a:pt x="739184" y="521377"/>
                  </a:lnTo>
                  <a:lnTo>
                    <a:pt x="720724" y="563024"/>
                  </a:lnTo>
                  <a:lnTo>
                    <a:pt x="697351" y="601874"/>
                  </a:lnTo>
                  <a:lnTo>
                    <a:pt x="669474" y="637508"/>
                  </a:lnTo>
                  <a:lnTo>
                    <a:pt x="637522" y="669488"/>
                  </a:lnTo>
                  <a:lnTo>
                    <a:pt x="601912" y="697390"/>
                  </a:lnTo>
                  <a:lnTo>
                    <a:pt x="563065" y="720788"/>
                  </a:lnTo>
                  <a:lnTo>
                    <a:pt x="521400" y="739257"/>
                  </a:lnTo>
                  <a:lnTo>
                    <a:pt x="477336" y="752374"/>
                  </a:lnTo>
                  <a:lnTo>
                    <a:pt x="431292" y="759713"/>
                  </a:lnTo>
                  <a:lnTo>
                    <a:pt x="413766" y="761116"/>
                  </a:lnTo>
                  <a:lnTo>
                    <a:pt x="412242" y="761237"/>
                  </a:lnTo>
                  <a:lnTo>
                    <a:pt x="393954" y="761969"/>
                  </a:lnTo>
                  <a:lnTo>
                    <a:pt x="393192" y="761999"/>
                  </a:lnTo>
                  <a:lnTo>
                    <a:pt x="346124" y="758845"/>
                  </a:lnTo>
                  <a:lnTo>
                    <a:pt x="300675" y="749958"/>
                  </a:lnTo>
                  <a:lnTo>
                    <a:pt x="257260" y="735671"/>
                  </a:lnTo>
                  <a:lnTo>
                    <a:pt x="216290" y="716320"/>
                  </a:lnTo>
                  <a:lnTo>
                    <a:pt x="178182" y="692238"/>
                  </a:lnTo>
                  <a:lnTo>
                    <a:pt x="143347" y="663759"/>
                  </a:lnTo>
                  <a:lnTo>
                    <a:pt x="112200" y="631218"/>
                  </a:lnTo>
                  <a:lnTo>
                    <a:pt x="85155" y="594947"/>
                  </a:lnTo>
                  <a:lnTo>
                    <a:pt x="62625" y="555283"/>
                  </a:lnTo>
                  <a:lnTo>
                    <a:pt x="45024" y="512557"/>
                  </a:lnTo>
                  <a:lnTo>
                    <a:pt x="32766" y="467105"/>
                  </a:lnTo>
                  <a:lnTo>
                    <a:pt x="25908" y="412241"/>
                  </a:lnTo>
                  <a:lnTo>
                    <a:pt x="25146" y="393191"/>
                  </a:lnTo>
                  <a:lnTo>
                    <a:pt x="25146" y="531085"/>
                  </a:lnTo>
                  <a:lnTo>
                    <a:pt x="60283" y="603443"/>
                  </a:lnTo>
                  <a:lnTo>
                    <a:pt x="87296" y="640991"/>
                  </a:lnTo>
                  <a:lnTo>
                    <a:pt x="118429" y="675035"/>
                  </a:lnTo>
                  <a:lnTo>
                    <a:pt x="153238" y="705230"/>
                  </a:lnTo>
                  <a:lnTo>
                    <a:pt x="191281" y="731235"/>
                  </a:lnTo>
                  <a:lnTo>
                    <a:pt x="232116" y="752706"/>
                  </a:lnTo>
                  <a:lnTo>
                    <a:pt x="275301" y="769299"/>
                  </a:lnTo>
                  <a:lnTo>
                    <a:pt x="320392" y="780672"/>
                  </a:lnTo>
                  <a:lnTo>
                    <a:pt x="366949" y="786481"/>
                  </a:lnTo>
                  <a:lnTo>
                    <a:pt x="414528" y="786383"/>
                  </a:lnTo>
                  <a:lnTo>
                    <a:pt x="454152" y="782573"/>
                  </a:lnTo>
                  <a:lnTo>
                    <a:pt x="503215" y="771848"/>
                  </a:lnTo>
                  <a:lnTo>
                    <a:pt x="549629" y="755267"/>
                  </a:lnTo>
                  <a:lnTo>
                    <a:pt x="593025" y="733263"/>
                  </a:lnTo>
                  <a:lnTo>
                    <a:pt x="633032" y="706267"/>
                  </a:lnTo>
                  <a:lnTo>
                    <a:pt x="669281" y="674711"/>
                  </a:lnTo>
                  <a:lnTo>
                    <a:pt x="701402" y="639026"/>
                  </a:lnTo>
                  <a:lnTo>
                    <a:pt x="729025" y="599643"/>
                  </a:lnTo>
                  <a:lnTo>
                    <a:pt x="751781" y="556994"/>
                  </a:lnTo>
                  <a:lnTo>
                    <a:pt x="762000" y="5304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51209" y="2210561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9871" y="1968753"/>
            <a:ext cx="787400" cy="786765"/>
            <a:chOff x="3189871" y="1968753"/>
            <a:chExt cx="787400" cy="786765"/>
          </a:xfrm>
        </p:grpSpPr>
        <p:sp>
          <p:nvSpPr>
            <p:cNvPr id="9" name="object 9"/>
            <p:cNvSpPr/>
            <p:nvPr/>
          </p:nvSpPr>
          <p:spPr>
            <a:xfrm>
              <a:off x="3202825" y="19809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079" y="2970"/>
                  </a:lnTo>
                  <a:lnTo>
                    <a:pt x="286971" y="11642"/>
                  </a:lnTo>
                  <a:lnTo>
                    <a:pt x="243028" y="25658"/>
                  </a:lnTo>
                  <a:lnTo>
                    <a:pt x="201600" y="44661"/>
                  </a:lnTo>
                  <a:lnTo>
                    <a:pt x="163040" y="68292"/>
                  </a:lnTo>
                  <a:lnTo>
                    <a:pt x="127700" y="96193"/>
                  </a:lnTo>
                  <a:lnTo>
                    <a:pt x="95930" y="128006"/>
                  </a:lnTo>
                  <a:lnTo>
                    <a:pt x="68084" y="163373"/>
                  </a:lnTo>
                  <a:lnTo>
                    <a:pt x="44511" y="201937"/>
                  </a:lnTo>
                  <a:lnTo>
                    <a:pt x="25565" y="243340"/>
                  </a:lnTo>
                  <a:lnTo>
                    <a:pt x="11596" y="287223"/>
                  </a:lnTo>
                  <a:lnTo>
                    <a:pt x="2957" y="333229"/>
                  </a:lnTo>
                  <a:lnTo>
                    <a:pt x="0" y="381000"/>
                  </a:lnTo>
                  <a:lnTo>
                    <a:pt x="2957" y="428920"/>
                  </a:lnTo>
                  <a:lnTo>
                    <a:pt x="11596" y="475028"/>
                  </a:lnTo>
                  <a:lnTo>
                    <a:pt x="25565" y="518971"/>
                  </a:lnTo>
                  <a:lnTo>
                    <a:pt x="44511" y="560399"/>
                  </a:lnTo>
                  <a:lnTo>
                    <a:pt x="68084" y="598959"/>
                  </a:lnTo>
                  <a:lnTo>
                    <a:pt x="95930" y="634299"/>
                  </a:lnTo>
                  <a:lnTo>
                    <a:pt x="127700" y="666069"/>
                  </a:lnTo>
                  <a:lnTo>
                    <a:pt x="163040" y="693915"/>
                  </a:lnTo>
                  <a:lnTo>
                    <a:pt x="201600" y="717488"/>
                  </a:lnTo>
                  <a:lnTo>
                    <a:pt x="243028" y="736434"/>
                  </a:lnTo>
                  <a:lnTo>
                    <a:pt x="286971" y="750403"/>
                  </a:lnTo>
                  <a:lnTo>
                    <a:pt x="33307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9871" y="19687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72617"/>
                  </a:lnTo>
                  <a:lnTo>
                    <a:pt x="785622" y="352805"/>
                  </a:lnTo>
                  <a:lnTo>
                    <a:pt x="771841" y="283938"/>
                  </a:lnTo>
                  <a:lnTo>
                    <a:pt x="755261" y="237525"/>
                  </a:lnTo>
                  <a:lnTo>
                    <a:pt x="733263" y="194127"/>
                  </a:lnTo>
                  <a:lnTo>
                    <a:pt x="706276" y="154114"/>
                  </a:lnTo>
                  <a:lnTo>
                    <a:pt x="674730" y="117858"/>
                  </a:lnTo>
                  <a:lnTo>
                    <a:pt x="639054" y="85730"/>
                  </a:lnTo>
                  <a:lnTo>
                    <a:pt x="599679" y="58101"/>
                  </a:lnTo>
                  <a:lnTo>
                    <a:pt x="557032" y="35343"/>
                  </a:lnTo>
                  <a:lnTo>
                    <a:pt x="511545" y="17825"/>
                  </a:lnTo>
                  <a:lnTo>
                    <a:pt x="463646" y="5921"/>
                  </a:lnTo>
                  <a:lnTo>
                    <a:pt x="414528" y="90"/>
                  </a:lnTo>
                  <a:lnTo>
                    <a:pt x="373379" y="0"/>
                  </a:lnTo>
                  <a:lnTo>
                    <a:pt x="323401" y="5895"/>
                  </a:lnTo>
                  <a:lnTo>
                    <a:pt x="275440" y="17813"/>
                  </a:lnTo>
                  <a:lnTo>
                    <a:pt x="229922" y="35378"/>
                  </a:lnTo>
                  <a:lnTo>
                    <a:pt x="187269" y="58210"/>
                  </a:lnTo>
                  <a:lnTo>
                    <a:pt x="147907" y="85931"/>
                  </a:lnTo>
                  <a:lnTo>
                    <a:pt x="112200" y="118232"/>
                  </a:lnTo>
                  <a:lnTo>
                    <a:pt x="80748" y="154529"/>
                  </a:lnTo>
                  <a:lnTo>
                    <a:pt x="53801" y="194649"/>
                  </a:lnTo>
                  <a:lnTo>
                    <a:pt x="31839" y="238146"/>
                  </a:lnTo>
                  <a:lnTo>
                    <a:pt x="15288" y="284641"/>
                  </a:lnTo>
                  <a:lnTo>
                    <a:pt x="4571" y="333755"/>
                  </a:lnTo>
                  <a:lnTo>
                    <a:pt x="761" y="373379"/>
                  </a:lnTo>
                  <a:lnTo>
                    <a:pt x="0" y="393953"/>
                  </a:lnTo>
                  <a:lnTo>
                    <a:pt x="762" y="413765"/>
                  </a:lnTo>
                  <a:lnTo>
                    <a:pt x="4572" y="454151"/>
                  </a:lnTo>
                  <a:lnTo>
                    <a:pt x="20383" y="519205"/>
                  </a:lnTo>
                  <a:lnTo>
                    <a:pt x="25146" y="531085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506" y="288950"/>
                  </a:lnTo>
                  <a:lnTo>
                    <a:pt x="57053" y="243904"/>
                  </a:lnTo>
                  <a:lnTo>
                    <a:pt x="78927" y="202030"/>
                  </a:lnTo>
                  <a:lnTo>
                    <a:pt x="105698" y="163696"/>
                  </a:lnTo>
                  <a:lnTo>
                    <a:pt x="136933" y="129265"/>
                  </a:lnTo>
                  <a:lnTo>
                    <a:pt x="172202" y="99104"/>
                  </a:lnTo>
                  <a:lnTo>
                    <a:pt x="211073" y="73579"/>
                  </a:lnTo>
                  <a:lnTo>
                    <a:pt x="253115" y="53055"/>
                  </a:lnTo>
                  <a:lnTo>
                    <a:pt x="297896" y="37897"/>
                  </a:lnTo>
                  <a:lnTo>
                    <a:pt x="344986" y="28472"/>
                  </a:lnTo>
                  <a:lnTo>
                    <a:pt x="393191" y="25197"/>
                  </a:lnTo>
                  <a:lnTo>
                    <a:pt x="393953" y="25145"/>
                  </a:lnTo>
                  <a:lnTo>
                    <a:pt x="477336" y="34832"/>
                  </a:lnTo>
                  <a:lnTo>
                    <a:pt x="521400" y="47959"/>
                  </a:lnTo>
                  <a:lnTo>
                    <a:pt x="563065" y="66404"/>
                  </a:lnTo>
                  <a:lnTo>
                    <a:pt x="601912" y="89756"/>
                  </a:lnTo>
                  <a:lnTo>
                    <a:pt x="637522" y="117605"/>
                  </a:lnTo>
                  <a:lnTo>
                    <a:pt x="669474" y="149537"/>
                  </a:lnTo>
                  <a:lnTo>
                    <a:pt x="697351" y="185139"/>
                  </a:lnTo>
                  <a:lnTo>
                    <a:pt x="720724" y="223982"/>
                  </a:lnTo>
                  <a:lnTo>
                    <a:pt x="739184" y="265655"/>
                  </a:lnTo>
                  <a:lnTo>
                    <a:pt x="752319" y="309750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64"/>
                  </a:lnTo>
                  <a:lnTo>
                    <a:pt x="769300" y="511511"/>
                  </a:lnTo>
                  <a:lnTo>
                    <a:pt x="781211" y="463624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64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9714" y="431291"/>
                  </a:lnTo>
                  <a:lnTo>
                    <a:pt x="752319" y="477340"/>
                  </a:lnTo>
                  <a:lnTo>
                    <a:pt x="739184" y="521377"/>
                  </a:lnTo>
                  <a:lnTo>
                    <a:pt x="720724" y="563024"/>
                  </a:lnTo>
                  <a:lnTo>
                    <a:pt x="697351" y="601874"/>
                  </a:lnTo>
                  <a:lnTo>
                    <a:pt x="669474" y="637508"/>
                  </a:lnTo>
                  <a:lnTo>
                    <a:pt x="637522" y="669488"/>
                  </a:lnTo>
                  <a:lnTo>
                    <a:pt x="601912" y="697390"/>
                  </a:lnTo>
                  <a:lnTo>
                    <a:pt x="563065" y="720788"/>
                  </a:lnTo>
                  <a:lnTo>
                    <a:pt x="521400" y="739257"/>
                  </a:lnTo>
                  <a:lnTo>
                    <a:pt x="477336" y="752374"/>
                  </a:lnTo>
                  <a:lnTo>
                    <a:pt x="431292" y="759713"/>
                  </a:lnTo>
                  <a:lnTo>
                    <a:pt x="413766" y="761116"/>
                  </a:lnTo>
                  <a:lnTo>
                    <a:pt x="412242" y="761237"/>
                  </a:lnTo>
                  <a:lnTo>
                    <a:pt x="393954" y="761969"/>
                  </a:lnTo>
                  <a:lnTo>
                    <a:pt x="393192" y="761999"/>
                  </a:lnTo>
                  <a:lnTo>
                    <a:pt x="346124" y="758845"/>
                  </a:lnTo>
                  <a:lnTo>
                    <a:pt x="300675" y="749958"/>
                  </a:lnTo>
                  <a:lnTo>
                    <a:pt x="257260" y="735671"/>
                  </a:lnTo>
                  <a:lnTo>
                    <a:pt x="216290" y="716320"/>
                  </a:lnTo>
                  <a:lnTo>
                    <a:pt x="178182" y="692238"/>
                  </a:lnTo>
                  <a:lnTo>
                    <a:pt x="143347" y="663759"/>
                  </a:lnTo>
                  <a:lnTo>
                    <a:pt x="112200" y="631218"/>
                  </a:lnTo>
                  <a:lnTo>
                    <a:pt x="85155" y="594947"/>
                  </a:lnTo>
                  <a:lnTo>
                    <a:pt x="62625" y="555283"/>
                  </a:lnTo>
                  <a:lnTo>
                    <a:pt x="45024" y="512557"/>
                  </a:lnTo>
                  <a:lnTo>
                    <a:pt x="32766" y="467105"/>
                  </a:lnTo>
                  <a:lnTo>
                    <a:pt x="25908" y="412241"/>
                  </a:lnTo>
                  <a:lnTo>
                    <a:pt x="25146" y="393191"/>
                  </a:lnTo>
                  <a:lnTo>
                    <a:pt x="25146" y="531085"/>
                  </a:lnTo>
                  <a:lnTo>
                    <a:pt x="60283" y="603443"/>
                  </a:lnTo>
                  <a:lnTo>
                    <a:pt x="87296" y="640991"/>
                  </a:lnTo>
                  <a:lnTo>
                    <a:pt x="118429" y="675035"/>
                  </a:lnTo>
                  <a:lnTo>
                    <a:pt x="153238" y="705230"/>
                  </a:lnTo>
                  <a:lnTo>
                    <a:pt x="191281" y="731235"/>
                  </a:lnTo>
                  <a:lnTo>
                    <a:pt x="232116" y="752706"/>
                  </a:lnTo>
                  <a:lnTo>
                    <a:pt x="275301" y="769299"/>
                  </a:lnTo>
                  <a:lnTo>
                    <a:pt x="320392" y="780672"/>
                  </a:lnTo>
                  <a:lnTo>
                    <a:pt x="366949" y="786481"/>
                  </a:lnTo>
                  <a:lnTo>
                    <a:pt x="414528" y="786383"/>
                  </a:lnTo>
                  <a:lnTo>
                    <a:pt x="454152" y="782573"/>
                  </a:lnTo>
                  <a:lnTo>
                    <a:pt x="503215" y="771848"/>
                  </a:lnTo>
                  <a:lnTo>
                    <a:pt x="549629" y="755267"/>
                  </a:lnTo>
                  <a:lnTo>
                    <a:pt x="593025" y="733263"/>
                  </a:lnTo>
                  <a:lnTo>
                    <a:pt x="633032" y="706267"/>
                  </a:lnTo>
                  <a:lnTo>
                    <a:pt x="669281" y="674711"/>
                  </a:lnTo>
                  <a:lnTo>
                    <a:pt x="701402" y="639026"/>
                  </a:lnTo>
                  <a:lnTo>
                    <a:pt x="729025" y="599643"/>
                  </a:lnTo>
                  <a:lnTo>
                    <a:pt x="751781" y="556994"/>
                  </a:lnTo>
                  <a:lnTo>
                    <a:pt x="762000" y="5304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01701" y="2210561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m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61071" y="2959354"/>
            <a:ext cx="1016000" cy="406400"/>
            <a:chOff x="1361071" y="2959354"/>
            <a:chExt cx="1016000" cy="406400"/>
          </a:xfrm>
        </p:grpSpPr>
        <p:sp>
          <p:nvSpPr>
            <p:cNvPr id="13" name="object 13"/>
            <p:cNvSpPr/>
            <p:nvPr/>
          </p:nvSpPr>
          <p:spPr>
            <a:xfrm>
              <a:off x="1374025" y="29715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1071" y="29593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990600" y="25146"/>
                  </a:lnTo>
                  <a:lnTo>
                    <a:pt x="990600" y="12192"/>
                  </a:lnTo>
                  <a:lnTo>
                    <a:pt x="1003554" y="25146"/>
                  </a:lnTo>
                  <a:lnTo>
                    <a:pt x="1003554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3554" y="381000"/>
                  </a:moveTo>
                  <a:lnTo>
                    <a:pt x="12954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2"/>
                  </a:lnTo>
                  <a:lnTo>
                    <a:pt x="1003554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3554" y="25146"/>
                  </a:moveTo>
                  <a:lnTo>
                    <a:pt x="990600" y="12192"/>
                  </a:lnTo>
                  <a:lnTo>
                    <a:pt x="990600" y="25146"/>
                  </a:lnTo>
                  <a:lnTo>
                    <a:pt x="1003554" y="25146"/>
                  </a:lnTo>
                  <a:close/>
                </a:path>
                <a:path w="1016000" h="406400">
                  <a:moveTo>
                    <a:pt x="1003554" y="381000"/>
                  </a:moveTo>
                  <a:lnTo>
                    <a:pt x="1003554" y="25146"/>
                  </a:lnTo>
                  <a:lnTo>
                    <a:pt x="990600" y="25146"/>
                  </a:lnTo>
                  <a:lnTo>
                    <a:pt x="990600" y="381000"/>
                  </a:lnTo>
                  <a:lnTo>
                    <a:pt x="1003554" y="381000"/>
                  </a:lnTo>
                  <a:close/>
                </a:path>
                <a:path w="1016000" h="406400">
                  <a:moveTo>
                    <a:pt x="1003554" y="406146"/>
                  </a:moveTo>
                  <a:lnTo>
                    <a:pt x="1003554" y="381000"/>
                  </a:lnTo>
                  <a:lnTo>
                    <a:pt x="990600" y="393192"/>
                  </a:lnTo>
                  <a:lnTo>
                    <a:pt x="990600" y="406146"/>
                  </a:lnTo>
                  <a:lnTo>
                    <a:pt x="1003554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07623" y="30106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9071" y="3721353"/>
            <a:ext cx="1092200" cy="406400"/>
            <a:chOff x="599071" y="3721353"/>
            <a:chExt cx="1092200" cy="406400"/>
          </a:xfrm>
        </p:grpSpPr>
        <p:sp>
          <p:nvSpPr>
            <p:cNvPr id="17" name="object 17"/>
            <p:cNvSpPr/>
            <p:nvPr/>
          </p:nvSpPr>
          <p:spPr>
            <a:xfrm>
              <a:off x="612025" y="3733545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9071" y="3721353"/>
              <a:ext cx="1092200" cy="406400"/>
            </a:xfrm>
            <a:custGeom>
              <a:avLst/>
              <a:gdLst/>
              <a:ahLst/>
              <a:cxnLst/>
              <a:rect l="l" t="t" r="r" b="b"/>
              <a:pathLst>
                <a:path w="1092200" h="406400">
                  <a:moveTo>
                    <a:pt x="1091946" y="406146"/>
                  </a:moveTo>
                  <a:lnTo>
                    <a:pt x="10919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3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066800" y="25146"/>
                  </a:lnTo>
                  <a:lnTo>
                    <a:pt x="1066800" y="12192"/>
                  </a:lnTo>
                  <a:lnTo>
                    <a:pt x="1079754" y="25146"/>
                  </a:lnTo>
                  <a:lnTo>
                    <a:pt x="1079754" y="406146"/>
                  </a:lnTo>
                  <a:lnTo>
                    <a:pt x="1091946" y="406146"/>
                  </a:lnTo>
                  <a:close/>
                </a:path>
                <a:path w="1092200" h="406400">
                  <a:moveTo>
                    <a:pt x="25145" y="25146"/>
                  </a:moveTo>
                  <a:lnTo>
                    <a:pt x="25145" y="12192"/>
                  </a:lnTo>
                  <a:lnTo>
                    <a:pt x="12953" y="25146"/>
                  </a:lnTo>
                  <a:lnTo>
                    <a:pt x="25145" y="25146"/>
                  </a:lnTo>
                  <a:close/>
                </a:path>
                <a:path w="1092200" h="406400">
                  <a:moveTo>
                    <a:pt x="25146" y="381000"/>
                  </a:moveTo>
                  <a:lnTo>
                    <a:pt x="25145" y="25146"/>
                  </a:lnTo>
                  <a:lnTo>
                    <a:pt x="12953" y="25146"/>
                  </a:lnTo>
                  <a:lnTo>
                    <a:pt x="12954" y="381000"/>
                  </a:lnTo>
                  <a:lnTo>
                    <a:pt x="25146" y="381000"/>
                  </a:lnTo>
                  <a:close/>
                </a:path>
                <a:path w="1092200" h="406400">
                  <a:moveTo>
                    <a:pt x="1079754" y="381000"/>
                  </a:moveTo>
                  <a:lnTo>
                    <a:pt x="12954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1066800" y="406146"/>
                  </a:lnTo>
                  <a:lnTo>
                    <a:pt x="1066800" y="393192"/>
                  </a:lnTo>
                  <a:lnTo>
                    <a:pt x="1079754" y="381000"/>
                  </a:lnTo>
                  <a:close/>
                </a:path>
                <a:path w="10922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6" y="406146"/>
                  </a:lnTo>
                  <a:close/>
                </a:path>
                <a:path w="1092200" h="406400">
                  <a:moveTo>
                    <a:pt x="1079754" y="25146"/>
                  </a:moveTo>
                  <a:lnTo>
                    <a:pt x="1066800" y="12192"/>
                  </a:lnTo>
                  <a:lnTo>
                    <a:pt x="1066800" y="25146"/>
                  </a:lnTo>
                  <a:lnTo>
                    <a:pt x="1079754" y="25146"/>
                  </a:lnTo>
                  <a:close/>
                </a:path>
                <a:path w="1092200" h="406400">
                  <a:moveTo>
                    <a:pt x="1079754" y="381000"/>
                  </a:moveTo>
                  <a:lnTo>
                    <a:pt x="1079754" y="25146"/>
                  </a:lnTo>
                  <a:lnTo>
                    <a:pt x="1066800" y="25146"/>
                  </a:lnTo>
                  <a:lnTo>
                    <a:pt x="1066800" y="381000"/>
                  </a:lnTo>
                  <a:lnTo>
                    <a:pt x="1079754" y="381000"/>
                  </a:lnTo>
                  <a:close/>
                </a:path>
                <a:path w="1092200" h="406400">
                  <a:moveTo>
                    <a:pt x="1079754" y="406146"/>
                  </a:moveTo>
                  <a:lnTo>
                    <a:pt x="1079754" y="381000"/>
                  </a:lnTo>
                  <a:lnTo>
                    <a:pt x="1066800" y="393192"/>
                  </a:lnTo>
                  <a:lnTo>
                    <a:pt x="1066800" y="406146"/>
                  </a:lnTo>
                  <a:lnTo>
                    <a:pt x="1079754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70947" y="3772661"/>
            <a:ext cx="94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94471" y="2349626"/>
            <a:ext cx="2235200" cy="2298700"/>
            <a:chOff x="1894471" y="2349626"/>
            <a:chExt cx="2235200" cy="2298700"/>
          </a:xfrm>
        </p:grpSpPr>
        <p:sp>
          <p:nvSpPr>
            <p:cNvPr id="21" name="object 21"/>
            <p:cNvSpPr/>
            <p:nvPr/>
          </p:nvSpPr>
          <p:spPr>
            <a:xfrm>
              <a:off x="1894471" y="2742945"/>
              <a:ext cx="1701800" cy="1905000"/>
            </a:xfrm>
            <a:custGeom>
              <a:avLst/>
              <a:gdLst/>
              <a:ahLst/>
              <a:cxnLst/>
              <a:rect l="l" t="t" r="r" b="b"/>
              <a:pathLst>
                <a:path w="1701800" h="1905000">
                  <a:moveTo>
                    <a:pt x="25146" y="609600"/>
                  </a:moveTo>
                  <a:lnTo>
                    <a:pt x="0" y="609600"/>
                  </a:lnTo>
                  <a:lnTo>
                    <a:pt x="0" y="1905000"/>
                  </a:lnTo>
                  <a:lnTo>
                    <a:pt x="25146" y="1905000"/>
                  </a:lnTo>
                  <a:lnTo>
                    <a:pt x="25146" y="609600"/>
                  </a:lnTo>
                  <a:close/>
                </a:path>
                <a:path w="1701800" h="19050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19050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1524000"/>
                  </a:lnTo>
                  <a:lnTo>
                    <a:pt x="1701546" y="1524000"/>
                  </a:lnTo>
                  <a:lnTo>
                    <a:pt x="1701546" y="609600"/>
                  </a:lnTo>
                  <a:close/>
                </a:path>
                <a:path w="1701800" h="19050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88425" y="2362326"/>
              <a:ext cx="889000" cy="0"/>
            </a:xfrm>
            <a:custGeom>
              <a:avLst/>
              <a:gdLst/>
              <a:ahLst/>
              <a:cxnLst/>
              <a:rect l="l" t="t" r="r" b="b"/>
              <a:pathLst>
                <a:path w="889000">
                  <a:moveTo>
                    <a:pt x="0" y="0"/>
                  </a:moveTo>
                  <a:lnTo>
                    <a:pt x="888492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26625" y="29715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13671" y="29593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3" y="406146"/>
                  </a:lnTo>
                  <a:lnTo>
                    <a:pt x="12953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990600" y="25146"/>
                  </a:lnTo>
                  <a:lnTo>
                    <a:pt x="990600" y="12192"/>
                  </a:lnTo>
                  <a:lnTo>
                    <a:pt x="1003553" y="25146"/>
                  </a:lnTo>
                  <a:lnTo>
                    <a:pt x="1003553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953" y="25146"/>
                  </a:lnTo>
                  <a:lnTo>
                    <a:pt x="25146" y="25146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953" y="25146"/>
                  </a:lnTo>
                  <a:lnTo>
                    <a:pt x="12953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3553" y="381000"/>
                  </a:moveTo>
                  <a:lnTo>
                    <a:pt x="12953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2"/>
                  </a:lnTo>
                  <a:lnTo>
                    <a:pt x="1003553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3" y="381000"/>
                  </a:lnTo>
                  <a:lnTo>
                    <a:pt x="12953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3553" y="25146"/>
                  </a:moveTo>
                  <a:lnTo>
                    <a:pt x="990600" y="12192"/>
                  </a:lnTo>
                  <a:lnTo>
                    <a:pt x="990600" y="25146"/>
                  </a:lnTo>
                  <a:lnTo>
                    <a:pt x="1003553" y="25146"/>
                  </a:lnTo>
                  <a:close/>
                </a:path>
                <a:path w="1016000" h="406400">
                  <a:moveTo>
                    <a:pt x="1003553" y="381000"/>
                  </a:moveTo>
                  <a:lnTo>
                    <a:pt x="1003553" y="25146"/>
                  </a:lnTo>
                  <a:lnTo>
                    <a:pt x="990600" y="25146"/>
                  </a:lnTo>
                  <a:lnTo>
                    <a:pt x="990600" y="381000"/>
                  </a:lnTo>
                  <a:lnTo>
                    <a:pt x="1003553" y="381000"/>
                  </a:lnTo>
                  <a:close/>
                </a:path>
                <a:path w="1016000" h="406400">
                  <a:moveTo>
                    <a:pt x="1003553" y="406146"/>
                  </a:moveTo>
                  <a:lnTo>
                    <a:pt x="1003553" y="381000"/>
                  </a:lnTo>
                  <a:lnTo>
                    <a:pt x="990600" y="393192"/>
                  </a:lnTo>
                  <a:lnTo>
                    <a:pt x="990600" y="406146"/>
                  </a:lnTo>
                  <a:lnTo>
                    <a:pt x="10035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60223" y="30106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513471" y="3168776"/>
            <a:ext cx="2387600" cy="2101850"/>
            <a:chOff x="1513471" y="3168776"/>
            <a:chExt cx="2387600" cy="2101850"/>
          </a:xfrm>
        </p:grpSpPr>
        <p:sp>
          <p:nvSpPr>
            <p:cNvPr id="27" name="object 27"/>
            <p:cNvSpPr/>
            <p:nvPr/>
          </p:nvSpPr>
          <p:spPr>
            <a:xfrm>
              <a:off x="2364625" y="3181476"/>
              <a:ext cx="736600" cy="0"/>
            </a:xfrm>
            <a:custGeom>
              <a:avLst/>
              <a:gdLst/>
              <a:ahLst/>
              <a:cxnLst/>
              <a:rect l="l" t="t" r="r" b="b"/>
              <a:pathLst>
                <a:path w="736600">
                  <a:moveTo>
                    <a:pt x="0" y="0"/>
                  </a:moveTo>
                  <a:lnTo>
                    <a:pt x="736091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26425" y="4647945"/>
              <a:ext cx="2362200" cy="609600"/>
            </a:xfrm>
            <a:custGeom>
              <a:avLst/>
              <a:gdLst/>
              <a:ahLst/>
              <a:cxnLst/>
              <a:rect l="l" t="t" r="r" b="b"/>
              <a:pathLst>
                <a:path w="2362200" h="609600">
                  <a:moveTo>
                    <a:pt x="2362200" y="6096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609600"/>
                  </a:lnTo>
                  <a:lnTo>
                    <a:pt x="2362200" y="6096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13471" y="4635753"/>
              <a:ext cx="2387600" cy="635000"/>
            </a:xfrm>
            <a:custGeom>
              <a:avLst/>
              <a:gdLst/>
              <a:ahLst/>
              <a:cxnLst/>
              <a:rect l="l" t="t" r="r" b="b"/>
              <a:pathLst>
                <a:path w="2387600" h="635000">
                  <a:moveTo>
                    <a:pt x="2387345" y="6347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634746"/>
                  </a:lnTo>
                  <a:lnTo>
                    <a:pt x="12954" y="634746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199" y="25146"/>
                  </a:lnTo>
                  <a:lnTo>
                    <a:pt x="2362199" y="12192"/>
                  </a:lnTo>
                  <a:lnTo>
                    <a:pt x="2375153" y="25146"/>
                  </a:lnTo>
                  <a:lnTo>
                    <a:pt x="2375153" y="634746"/>
                  </a:lnTo>
                  <a:lnTo>
                    <a:pt x="2387345" y="634746"/>
                  </a:lnTo>
                  <a:close/>
                </a:path>
                <a:path w="2387600" h="635000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2387600" h="635000">
                  <a:moveTo>
                    <a:pt x="25146" y="609600"/>
                  </a:moveTo>
                  <a:lnTo>
                    <a:pt x="25146" y="25146"/>
                  </a:lnTo>
                  <a:lnTo>
                    <a:pt x="12954" y="25146"/>
                  </a:lnTo>
                  <a:lnTo>
                    <a:pt x="12954" y="609600"/>
                  </a:lnTo>
                  <a:lnTo>
                    <a:pt x="25146" y="609600"/>
                  </a:lnTo>
                  <a:close/>
                </a:path>
                <a:path w="2387600" h="635000">
                  <a:moveTo>
                    <a:pt x="2375153" y="609600"/>
                  </a:moveTo>
                  <a:lnTo>
                    <a:pt x="12954" y="609600"/>
                  </a:lnTo>
                  <a:lnTo>
                    <a:pt x="25146" y="621792"/>
                  </a:lnTo>
                  <a:lnTo>
                    <a:pt x="25145" y="634746"/>
                  </a:lnTo>
                  <a:lnTo>
                    <a:pt x="2362199" y="634746"/>
                  </a:lnTo>
                  <a:lnTo>
                    <a:pt x="2362199" y="621792"/>
                  </a:lnTo>
                  <a:lnTo>
                    <a:pt x="2375153" y="609600"/>
                  </a:lnTo>
                  <a:close/>
                </a:path>
                <a:path w="2387600" h="635000">
                  <a:moveTo>
                    <a:pt x="25145" y="634746"/>
                  </a:moveTo>
                  <a:lnTo>
                    <a:pt x="25146" y="621792"/>
                  </a:lnTo>
                  <a:lnTo>
                    <a:pt x="12954" y="609600"/>
                  </a:lnTo>
                  <a:lnTo>
                    <a:pt x="12954" y="634746"/>
                  </a:lnTo>
                  <a:lnTo>
                    <a:pt x="25145" y="634746"/>
                  </a:lnTo>
                  <a:close/>
                </a:path>
                <a:path w="2387600" h="635000">
                  <a:moveTo>
                    <a:pt x="2375153" y="25146"/>
                  </a:moveTo>
                  <a:lnTo>
                    <a:pt x="2362199" y="12192"/>
                  </a:lnTo>
                  <a:lnTo>
                    <a:pt x="2362199" y="25146"/>
                  </a:lnTo>
                  <a:lnTo>
                    <a:pt x="2375153" y="25146"/>
                  </a:lnTo>
                  <a:close/>
                </a:path>
                <a:path w="2387600" h="635000">
                  <a:moveTo>
                    <a:pt x="2375153" y="609600"/>
                  </a:moveTo>
                  <a:lnTo>
                    <a:pt x="2375153" y="25146"/>
                  </a:lnTo>
                  <a:lnTo>
                    <a:pt x="2362199" y="25146"/>
                  </a:lnTo>
                  <a:lnTo>
                    <a:pt x="2362199" y="609600"/>
                  </a:lnTo>
                  <a:lnTo>
                    <a:pt x="2375153" y="609600"/>
                  </a:lnTo>
                  <a:close/>
                </a:path>
                <a:path w="2387600" h="635000">
                  <a:moveTo>
                    <a:pt x="2375153" y="634746"/>
                  </a:moveTo>
                  <a:lnTo>
                    <a:pt x="2375153" y="609600"/>
                  </a:lnTo>
                  <a:lnTo>
                    <a:pt x="2362199" y="621792"/>
                  </a:lnTo>
                  <a:lnTo>
                    <a:pt x="2362199" y="634746"/>
                  </a:lnTo>
                  <a:lnTo>
                    <a:pt x="2375153" y="634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792611" y="4664202"/>
            <a:ext cx="18281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6245" marR="5080" indent="-4241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Interconnection Network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75471" y="3721353"/>
            <a:ext cx="1320800" cy="927100"/>
            <a:chOff x="2275471" y="3721353"/>
            <a:chExt cx="1320800" cy="927100"/>
          </a:xfrm>
        </p:grpSpPr>
        <p:sp>
          <p:nvSpPr>
            <p:cNvPr id="32" name="object 32"/>
            <p:cNvSpPr/>
            <p:nvPr/>
          </p:nvSpPr>
          <p:spPr>
            <a:xfrm>
              <a:off x="3570871" y="4266945"/>
              <a:ext cx="25400" cy="381000"/>
            </a:xfrm>
            <a:custGeom>
              <a:avLst/>
              <a:gdLst/>
              <a:ahLst/>
              <a:cxnLst/>
              <a:rect l="l" t="t" r="r" b="b"/>
              <a:pathLst>
                <a:path w="25400" h="381000">
                  <a:moveTo>
                    <a:pt x="25146" y="381000"/>
                  </a:moveTo>
                  <a:lnTo>
                    <a:pt x="25146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5146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88425" y="3733545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75471" y="3721353"/>
              <a:ext cx="1092200" cy="406400"/>
            </a:xfrm>
            <a:custGeom>
              <a:avLst/>
              <a:gdLst/>
              <a:ahLst/>
              <a:cxnLst/>
              <a:rect l="l" t="t" r="r" b="b"/>
              <a:pathLst>
                <a:path w="1092200" h="406400">
                  <a:moveTo>
                    <a:pt x="1091945" y="406146"/>
                  </a:moveTo>
                  <a:lnTo>
                    <a:pt x="1091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1066799" y="25146"/>
                  </a:lnTo>
                  <a:lnTo>
                    <a:pt x="1066799" y="12192"/>
                  </a:lnTo>
                  <a:lnTo>
                    <a:pt x="1079753" y="25146"/>
                  </a:lnTo>
                  <a:lnTo>
                    <a:pt x="1079753" y="406146"/>
                  </a:lnTo>
                  <a:lnTo>
                    <a:pt x="1091945" y="406146"/>
                  </a:lnTo>
                  <a:close/>
                </a:path>
                <a:path w="10922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10922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6" y="381000"/>
                  </a:lnTo>
                  <a:close/>
                </a:path>
                <a:path w="1092200" h="406400">
                  <a:moveTo>
                    <a:pt x="1079753" y="381000"/>
                  </a:moveTo>
                  <a:lnTo>
                    <a:pt x="12954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1066799" y="406146"/>
                  </a:lnTo>
                  <a:lnTo>
                    <a:pt x="1066799" y="393192"/>
                  </a:lnTo>
                  <a:lnTo>
                    <a:pt x="1079753" y="381000"/>
                  </a:lnTo>
                  <a:close/>
                </a:path>
                <a:path w="10922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6" y="406146"/>
                  </a:lnTo>
                  <a:close/>
                </a:path>
                <a:path w="1092200" h="406400">
                  <a:moveTo>
                    <a:pt x="1079753" y="25146"/>
                  </a:moveTo>
                  <a:lnTo>
                    <a:pt x="1066799" y="12192"/>
                  </a:lnTo>
                  <a:lnTo>
                    <a:pt x="1066799" y="25146"/>
                  </a:lnTo>
                  <a:lnTo>
                    <a:pt x="1079753" y="25146"/>
                  </a:lnTo>
                  <a:close/>
                </a:path>
                <a:path w="1092200" h="406400">
                  <a:moveTo>
                    <a:pt x="1079753" y="381000"/>
                  </a:moveTo>
                  <a:lnTo>
                    <a:pt x="1079753" y="25146"/>
                  </a:lnTo>
                  <a:lnTo>
                    <a:pt x="1066799" y="25146"/>
                  </a:lnTo>
                  <a:lnTo>
                    <a:pt x="1066799" y="381000"/>
                  </a:lnTo>
                  <a:lnTo>
                    <a:pt x="1079753" y="381000"/>
                  </a:lnTo>
                  <a:close/>
                </a:path>
                <a:path w="1092200" h="406400">
                  <a:moveTo>
                    <a:pt x="1079753" y="406146"/>
                  </a:moveTo>
                  <a:lnTo>
                    <a:pt x="1079753" y="381000"/>
                  </a:lnTo>
                  <a:lnTo>
                    <a:pt x="1066799" y="393192"/>
                  </a:lnTo>
                  <a:lnTo>
                    <a:pt x="1066799" y="406146"/>
                  </a:lnTo>
                  <a:lnTo>
                    <a:pt x="10797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347347" y="3772661"/>
            <a:ext cx="94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678825" y="3949953"/>
            <a:ext cx="1905000" cy="25400"/>
            <a:chOff x="1678825" y="3949953"/>
            <a:chExt cx="1905000" cy="25400"/>
          </a:xfrm>
        </p:grpSpPr>
        <p:sp>
          <p:nvSpPr>
            <p:cNvPr id="37" name="object 37"/>
            <p:cNvSpPr/>
            <p:nvPr/>
          </p:nvSpPr>
          <p:spPr>
            <a:xfrm>
              <a:off x="1678825" y="3949953"/>
              <a:ext cx="1905000" cy="25400"/>
            </a:xfrm>
            <a:custGeom>
              <a:avLst/>
              <a:gdLst/>
              <a:ahLst/>
              <a:cxnLst/>
              <a:rect l="l" t="t" r="r" b="b"/>
              <a:pathLst>
                <a:path w="1905000" h="25400">
                  <a:moveTo>
                    <a:pt x="228600" y="0"/>
                  </a:moveTo>
                  <a:lnTo>
                    <a:pt x="0" y="0"/>
                  </a:lnTo>
                  <a:lnTo>
                    <a:pt x="0" y="25146"/>
                  </a:lnTo>
                  <a:lnTo>
                    <a:pt x="228600" y="25146"/>
                  </a:lnTo>
                  <a:lnTo>
                    <a:pt x="228600" y="0"/>
                  </a:lnTo>
                  <a:close/>
                </a:path>
                <a:path w="1905000" h="25400">
                  <a:moveTo>
                    <a:pt x="1905000" y="0"/>
                  </a:moveTo>
                  <a:lnTo>
                    <a:pt x="1676400" y="0"/>
                  </a:lnTo>
                  <a:lnTo>
                    <a:pt x="1676400" y="25146"/>
                  </a:lnTo>
                  <a:lnTo>
                    <a:pt x="1905000" y="25146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07425" y="3962526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A78A990-5A1F-9B4F-01EF-48A0EC1A489F}"/>
                  </a:ext>
                </a:extLst>
              </p14:cNvPr>
              <p14:cNvContentPartPr/>
              <p14:nvPr/>
            </p14:nvContentPartPr>
            <p14:xfrm>
              <a:off x="232920" y="200160"/>
              <a:ext cx="8458920" cy="6659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A78A990-5A1F-9B4F-01EF-48A0EC1A48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560" y="190800"/>
                <a:ext cx="8477640" cy="667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ARM’s</a:t>
            </a:r>
            <a:r>
              <a:rPr spc="-100" dirty="0"/>
              <a:t> </a:t>
            </a:r>
            <a:r>
              <a:rPr spc="-30" dirty="0"/>
              <a:t>Cortex-</a:t>
            </a:r>
            <a:r>
              <a:rPr spc="-25" dirty="0"/>
              <a:t>A9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773" y="6302109"/>
            <a:ext cx="804545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  <a:tabLst>
                <a:tab pos="3543935" algn="l"/>
                <a:tab pos="7903209" algn="l"/>
              </a:tabLst>
            </a:pPr>
            <a:r>
              <a:rPr sz="1000" dirty="0">
                <a:latin typeface="Arial MT"/>
                <a:cs typeface="Arial MT"/>
              </a:rPr>
              <a:t>January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25,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2011</a:t>
            </a:r>
            <a:r>
              <a:rPr sz="1000" dirty="0">
                <a:latin typeface="Arial MT"/>
                <a:cs typeface="Arial MT"/>
              </a:rPr>
              <a:t>	SoC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Architecture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25" dirty="0">
                <a:latin typeface="Arial MT"/>
                <a:cs typeface="Arial MT"/>
              </a:rPr>
              <a:t>10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989" y="5030470"/>
            <a:ext cx="6487160" cy="318770"/>
            <a:chOff x="704989" y="5030470"/>
            <a:chExt cx="6487160" cy="318770"/>
          </a:xfrm>
        </p:grpSpPr>
        <p:sp>
          <p:nvSpPr>
            <p:cNvPr id="5" name="object 5"/>
            <p:cNvSpPr/>
            <p:nvPr/>
          </p:nvSpPr>
          <p:spPr>
            <a:xfrm>
              <a:off x="711847" y="5036566"/>
              <a:ext cx="6474460" cy="306705"/>
            </a:xfrm>
            <a:custGeom>
              <a:avLst/>
              <a:gdLst/>
              <a:ahLst/>
              <a:cxnLst/>
              <a:rect l="l" t="t" r="r" b="b"/>
              <a:pathLst>
                <a:path w="6474459" h="306704">
                  <a:moveTo>
                    <a:pt x="6473952" y="306324"/>
                  </a:moveTo>
                  <a:lnTo>
                    <a:pt x="6473952" y="0"/>
                  </a:lnTo>
                  <a:lnTo>
                    <a:pt x="0" y="0"/>
                  </a:lnTo>
                  <a:lnTo>
                    <a:pt x="0" y="306324"/>
                  </a:lnTo>
                  <a:lnTo>
                    <a:pt x="6473952" y="306324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4989" y="5030470"/>
              <a:ext cx="6487160" cy="318770"/>
            </a:xfrm>
            <a:custGeom>
              <a:avLst/>
              <a:gdLst/>
              <a:ahLst/>
              <a:cxnLst/>
              <a:rect l="l" t="t" r="r" b="b"/>
              <a:pathLst>
                <a:path w="6487159" h="318770">
                  <a:moveTo>
                    <a:pt x="6486906" y="318515"/>
                  </a:moveTo>
                  <a:lnTo>
                    <a:pt x="6486906" y="0"/>
                  </a:lnTo>
                  <a:lnTo>
                    <a:pt x="0" y="0"/>
                  </a:lnTo>
                  <a:lnTo>
                    <a:pt x="0" y="318516"/>
                  </a:lnTo>
                  <a:lnTo>
                    <a:pt x="6858" y="318516"/>
                  </a:lnTo>
                  <a:lnTo>
                    <a:pt x="6858" y="12192"/>
                  </a:lnTo>
                  <a:lnTo>
                    <a:pt x="12953" y="6096"/>
                  </a:lnTo>
                  <a:lnTo>
                    <a:pt x="12953" y="12192"/>
                  </a:lnTo>
                  <a:lnTo>
                    <a:pt x="6473952" y="12191"/>
                  </a:lnTo>
                  <a:lnTo>
                    <a:pt x="6473952" y="6095"/>
                  </a:lnTo>
                  <a:lnTo>
                    <a:pt x="6480797" y="12191"/>
                  </a:lnTo>
                  <a:lnTo>
                    <a:pt x="6480797" y="318515"/>
                  </a:lnTo>
                  <a:lnTo>
                    <a:pt x="6486906" y="318515"/>
                  </a:lnTo>
                  <a:close/>
                </a:path>
                <a:path w="6487159" h="318770">
                  <a:moveTo>
                    <a:pt x="12953" y="12192"/>
                  </a:moveTo>
                  <a:lnTo>
                    <a:pt x="12953" y="6096"/>
                  </a:lnTo>
                  <a:lnTo>
                    <a:pt x="6858" y="12192"/>
                  </a:lnTo>
                  <a:lnTo>
                    <a:pt x="12953" y="12192"/>
                  </a:lnTo>
                  <a:close/>
                </a:path>
                <a:path w="6487159" h="318770">
                  <a:moveTo>
                    <a:pt x="12953" y="306324"/>
                  </a:moveTo>
                  <a:lnTo>
                    <a:pt x="12953" y="12192"/>
                  </a:lnTo>
                  <a:lnTo>
                    <a:pt x="6858" y="12192"/>
                  </a:lnTo>
                  <a:lnTo>
                    <a:pt x="6858" y="306324"/>
                  </a:lnTo>
                  <a:lnTo>
                    <a:pt x="12953" y="306324"/>
                  </a:lnTo>
                  <a:close/>
                </a:path>
                <a:path w="6487159" h="318770">
                  <a:moveTo>
                    <a:pt x="6480797" y="306324"/>
                  </a:moveTo>
                  <a:lnTo>
                    <a:pt x="6858" y="306324"/>
                  </a:lnTo>
                  <a:lnTo>
                    <a:pt x="12953" y="312419"/>
                  </a:lnTo>
                  <a:lnTo>
                    <a:pt x="12953" y="318516"/>
                  </a:lnTo>
                  <a:lnTo>
                    <a:pt x="6473952" y="318515"/>
                  </a:lnTo>
                  <a:lnTo>
                    <a:pt x="6473952" y="312419"/>
                  </a:lnTo>
                  <a:lnTo>
                    <a:pt x="6480797" y="306324"/>
                  </a:lnTo>
                  <a:close/>
                </a:path>
                <a:path w="6487159" h="318770">
                  <a:moveTo>
                    <a:pt x="12953" y="318516"/>
                  </a:moveTo>
                  <a:lnTo>
                    <a:pt x="12953" y="312419"/>
                  </a:lnTo>
                  <a:lnTo>
                    <a:pt x="6858" y="306324"/>
                  </a:lnTo>
                  <a:lnTo>
                    <a:pt x="6858" y="318516"/>
                  </a:lnTo>
                  <a:lnTo>
                    <a:pt x="12953" y="318516"/>
                  </a:lnTo>
                  <a:close/>
                </a:path>
                <a:path w="6487159" h="318770">
                  <a:moveTo>
                    <a:pt x="6480797" y="12191"/>
                  </a:moveTo>
                  <a:lnTo>
                    <a:pt x="6473952" y="6095"/>
                  </a:lnTo>
                  <a:lnTo>
                    <a:pt x="6473952" y="12191"/>
                  </a:lnTo>
                  <a:lnTo>
                    <a:pt x="6480797" y="12191"/>
                  </a:lnTo>
                  <a:close/>
                </a:path>
                <a:path w="6487159" h="318770">
                  <a:moveTo>
                    <a:pt x="6480797" y="306324"/>
                  </a:moveTo>
                  <a:lnTo>
                    <a:pt x="6480797" y="12191"/>
                  </a:lnTo>
                  <a:lnTo>
                    <a:pt x="6473952" y="12191"/>
                  </a:lnTo>
                  <a:lnTo>
                    <a:pt x="6473952" y="306324"/>
                  </a:lnTo>
                  <a:lnTo>
                    <a:pt x="6480797" y="306324"/>
                  </a:lnTo>
                  <a:close/>
                </a:path>
                <a:path w="6487159" h="318770">
                  <a:moveTo>
                    <a:pt x="6480797" y="318515"/>
                  </a:moveTo>
                  <a:lnTo>
                    <a:pt x="6480797" y="306324"/>
                  </a:lnTo>
                  <a:lnTo>
                    <a:pt x="6473952" y="312419"/>
                  </a:lnTo>
                  <a:lnTo>
                    <a:pt x="6473952" y="318515"/>
                  </a:lnTo>
                  <a:lnTo>
                    <a:pt x="6480797" y="318515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46173" y="5081016"/>
            <a:ext cx="19583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L2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Cache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Controller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(PL310)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4989" y="1342389"/>
            <a:ext cx="6515100" cy="3512820"/>
            <a:chOff x="704989" y="1342389"/>
            <a:chExt cx="6515100" cy="35128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847" y="1348485"/>
              <a:ext cx="6502146" cy="35006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4989" y="1342389"/>
              <a:ext cx="6515100" cy="3512820"/>
            </a:xfrm>
            <a:custGeom>
              <a:avLst/>
              <a:gdLst/>
              <a:ahLst/>
              <a:cxnLst/>
              <a:rect l="l" t="t" r="r" b="b"/>
              <a:pathLst>
                <a:path w="6515100" h="3512820">
                  <a:moveTo>
                    <a:pt x="6515100" y="3512820"/>
                  </a:moveTo>
                  <a:lnTo>
                    <a:pt x="6515100" y="0"/>
                  </a:lnTo>
                  <a:lnTo>
                    <a:pt x="0" y="0"/>
                  </a:lnTo>
                  <a:lnTo>
                    <a:pt x="0" y="3512820"/>
                  </a:lnTo>
                  <a:lnTo>
                    <a:pt x="6858" y="3512820"/>
                  </a:lnTo>
                  <a:lnTo>
                    <a:pt x="6858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6502908" y="12954"/>
                  </a:lnTo>
                  <a:lnTo>
                    <a:pt x="6502908" y="6096"/>
                  </a:lnTo>
                  <a:lnTo>
                    <a:pt x="6509004" y="12954"/>
                  </a:lnTo>
                  <a:lnTo>
                    <a:pt x="6509004" y="3512820"/>
                  </a:lnTo>
                  <a:lnTo>
                    <a:pt x="6515100" y="3512820"/>
                  </a:lnTo>
                  <a:close/>
                </a:path>
                <a:path w="6515100" h="3512820">
                  <a:moveTo>
                    <a:pt x="12954" y="12954"/>
                  </a:moveTo>
                  <a:lnTo>
                    <a:pt x="12954" y="6096"/>
                  </a:lnTo>
                  <a:lnTo>
                    <a:pt x="6858" y="12954"/>
                  </a:lnTo>
                  <a:lnTo>
                    <a:pt x="12954" y="12954"/>
                  </a:lnTo>
                  <a:close/>
                </a:path>
                <a:path w="6515100" h="3512820">
                  <a:moveTo>
                    <a:pt x="12954" y="3500628"/>
                  </a:moveTo>
                  <a:lnTo>
                    <a:pt x="12954" y="12954"/>
                  </a:lnTo>
                  <a:lnTo>
                    <a:pt x="6858" y="12954"/>
                  </a:lnTo>
                  <a:lnTo>
                    <a:pt x="6858" y="3500628"/>
                  </a:lnTo>
                  <a:lnTo>
                    <a:pt x="12954" y="3500628"/>
                  </a:lnTo>
                  <a:close/>
                </a:path>
                <a:path w="6515100" h="3512820">
                  <a:moveTo>
                    <a:pt x="6509004" y="3500628"/>
                  </a:moveTo>
                  <a:lnTo>
                    <a:pt x="6858" y="3500628"/>
                  </a:lnTo>
                  <a:lnTo>
                    <a:pt x="12954" y="3506724"/>
                  </a:lnTo>
                  <a:lnTo>
                    <a:pt x="12953" y="3512820"/>
                  </a:lnTo>
                  <a:lnTo>
                    <a:pt x="6502908" y="3512820"/>
                  </a:lnTo>
                  <a:lnTo>
                    <a:pt x="6502908" y="3506724"/>
                  </a:lnTo>
                  <a:lnTo>
                    <a:pt x="6509004" y="3500628"/>
                  </a:lnTo>
                  <a:close/>
                </a:path>
                <a:path w="6515100" h="3512820">
                  <a:moveTo>
                    <a:pt x="12953" y="3512820"/>
                  </a:moveTo>
                  <a:lnTo>
                    <a:pt x="12954" y="3506724"/>
                  </a:lnTo>
                  <a:lnTo>
                    <a:pt x="6858" y="3500628"/>
                  </a:lnTo>
                  <a:lnTo>
                    <a:pt x="6858" y="3512820"/>
                  </a:lnTo>
                  <a:lnTo>
                    <a:pt x="12953" y="3512820"/>
                  </a:lnTo>
                  <a:close/>
                </a:path>
                <a:path w="6515100" h="3512820">
                  <a:moveTo>
                    <a:pt x="6509004" y="12954"/>
                  </a:moveTo>
                  <a:lnTo>
                    <a:pt x="6502908" y="6096"/>
                  </a:lnTo>
                  <a:lnTo>
                    <a:pt x="6502908" y="12954"/>
                  </a:lnTo>
                  <a:lnTo>
                    <a:pt x="6509004" y="12954"/>
                  </a:lnTo>
                  <a:close/>
                </a:path>
                <a:path w="6515100" h="3512820">
                  <a:moveTo>
                    <a:pt x="6509004" y="3500628"/>
                  </a:moveTo>
                  <a:lnTo>
                    <a:pt x="6509004" y="12954"/>
                  </a:lnTo>
                  <a:lnTo>
                    <a:pt x="6502908" y="12954"/>
                  </a:lnTo>
                  <a:lnTo>
                    <a:pt x="6502908" y="3500628"/>
                  </a:lnTo>
                  <a:lnTo>
                    <a:pt x="6509004" y="3500628"/>
                  </a:lnTo>
                  <a:close/>
                </a:path>
                <a:path w="6515100" h="3512820">
                  <a:moveTo>
                    <a:pt x="6509004" y="3512820"/>
                  </a:moveTo>
                  <a:lnTo>
                    <a:pt x="6509004" y="3500628"/>
                  </a:lnTo>
                  <a:lnTo>
                    <a:pt x="6502908" y="3506724"/>
                  </a:lnTo>
                  <a:lnTo>
                    <a:pt x="6502908" y="3512820"/>
                  </a:lnTo>
                  <a:lnTo>
                    <a:pt x="6509004" y="3512820"/>
                  </a:lnTo>
                  <a:close/>
                </a:path>
              </a:pathLst>
            </a:custGeom>
            <a:solidFill>
              <a:srgbClr val="E67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8267" y="3475227"/>
              <a:ext cx="1479803" cy="58064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013335" y="3605022"/>
            <a:ext cx="914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Cache-2-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Cache</a:t>
            </a:r>
            <a:endParaRPr sz="1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Transfers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7027" y="3475228"/>
            <a:ext cx="975360" cy="58064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454230" y="3605784"/>
            <a:ext cx="478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Snoop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Filtering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3777" y="3044698"/>
            <a:ext cx="1609343" cy="101498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446709" y="3315461"/>
            <a:ext cx="9734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1140" algn="just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Generalized Interrupt</a:t>
            </a:r>
            <a:r>
              <a:rPr sz="10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Control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Distribution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48267" y="3044698"/>
            <a:ext cx="3432048" cy="3977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397127" y="3160775"/>
            <a:ext cx="14801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Snoop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Unit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(SCU)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62867" y="3475228"/>
            <a:ext cx="908304" cy="58064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461641" y="3681222"/>
            <a:ext cx="4152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Timers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3777" y="4088638"/>
            <a:ext cx="6131813" cy="58064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164211" y="4141470"/>
            <a:ext cx="16243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Bus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Interface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Unit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47527" y="4458208"/>
            <a:ext cx="1981200" cy="21488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386205" y="4496561"/>
            <a:ext cx="17691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Optional</a:t>
            </a:r>
            <a:r>
              <a:rPr sz="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750" baseline="27777" dirty="0">
                <a:solidFill>
                  <a:srgbClr val="FFFFFF"/>
                </a:solidFill>
                <a:latin typeface="Arial MT"/>
                <a:cs typeface="Arial MT"/>
              </a:rPr>
              <a:t>nd</a:t>
            </a:r>
            <a:r>
              <a:rPr sz="750" spc="112" baseline="2777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I/F with</a:t>
            </a:r>
            <a:r>
              <a:rPr sz="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Address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Filtering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07197" y="4458208"/>
            <a:ext cx="1853183" cy="21488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881003" y="4496561"/>
            <a:ext cx="1481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80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AMBA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sz="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64bit</a:t>
            </a:r>
            <a:r>
              <a:rPr sz="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Interface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07735" y="3044698"/>
            <a:ext cx="1036320" cy="101117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165759" y="3239261"/>
            <a:ext cx="7797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5080" indent="-22225" algn="r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Accelerator Coherence</a:t>
            </a:r>
            <a:endParaRPr sz="1000">
              <a:latin typeface="Arial MT"/>
              <a:cs typeface="Arial MT"/>
            </a:endParaRPr>
          </a:p>
          <a:p>
            <a:pPr marL="12700" marR="5080" indent="520065" algn="r">
              <a:lnSpc>
                <a:spcPct val="100000"/>
              </a:lnSpc>
            </a:pP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Port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(AXI-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3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Slave)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49007" y="1468119"/>
            <a:ext cx="6266815" cy="3270250"/>
            <a:chOff x="849007" y="1468119"/>
            <a:chExt cx="6266815" cy="3270250"/>
          </a:xfrm>
        </p:grpSpPr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9007" y="2979927"/>
              <a:ext cx="6266688" cy="175793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62723" y="1468119"/>
              <a:ext cx="6229350" cy="1543050"/>
            </a:xfrm>
            <a:custGeom>
              <a:avLst/>
              <a:gdLst/>
              <a:ahLst/>
              <a:cxnLst/>
              <a:rect l="l" t="t" r="r" b="b"/>
              <a:pathLst>
                <a:path w="6229350" h="1543050">
                  <a:moveTo>
                    <a:pt x="6229350" y="1543049"/>
                  </a:moveTo>
                  <a:lnTo>
                    <a:pt x="6229350" y="0"/>
                  </a:lnTo>
                  <a:lnTo>
                    <a:pt x="0" y="0"/>
                  </a:lnTo>
                  <a:lnTo>
                    <a:pt x="0" y="1543050"/>
                  </a:lnTo>
                  <a:lnTo>
                    <a:pt x="3048" y="1543050"/>
                  </a:lnTo>
                  <a:lnTo>
                    <a:pt x="3047" y="6095"/>
                  </a:lnTo>
                  <a:lnTo>
                    <a:pt x="6095" y="3047"/>
                  </a:lnTo>
                  <a:lnTo>
                    <a:pt x="6095" y="6095"/>
                  </a:lnTo>
                  <a:lnTo>
                    <a:pt x="6222491" y="6095"/>
                  </a:lnTo>
                  <a:lnTo>
                    <a:pt x="6222491" y="3047"/>
                  </a:lnTo>
                  <a:lnTo>
                    <a:pt x="6226289" y="6095"/>
                  </a:lnTo>
                  <a:lnTo>
                    <a:pt x="6226289" y="1543049"/>
                  </a:lnTo>
                  <a:lnTo>
                    <a:pt x="6229350" y="1543049"/>
                  </a:lnTo>
                  <a:close/>
                </a:path>
                <a:path w="6229350" h="1543050">
                  <a:moveTo>
                    <a:pt x="6095" y="6095"/>
                  </a:moveTo>
                  <a:lnTo>
                    <a:pt x="6095" y="3047"/>
                  </a:lnTo>
                  <a:lnTo>
                    <a:pt x="3047" y="6095"/>
                  </a:lnTo>
                  <a:lnTo>
                    <a:pt x="6095" y="6095"/>
                  </a:lnTo>
                  <a:close/>
                </a:path>
                <a:path w="6229350" h="1543050">
                  <a:moveTo>
                    <a:pt x="6096" y="1536191"/>
                  </a:moveTo>
                  <a:lnTo>
                    <a:pt x="6095" y="6095"/>
                  </a:lnTo>
                  <a:lnTo>
                    <a:pt x="3047" y="6095"/>
                  </a:lnTo>
                  <a:lnTo>
                    <a:pt x="3048" y="1536191"/>
                  </a:lnTo>
                  <a:lnTo>
                    <a:pt x="6096" y="1536191"/>
                  </a:lnTo>
                  <a:close/>
                </a:path>
                <a:path w="6229350" h="1543050">
                  <a:moveTo>
                    <a:pt x="6226289" y="1536191"/>
                  </a:moveTo>
                  <a:lnTo>
                    <a:pt x="3048" y="1536191"/>
                  </a:lnTo>
                  <a:lnTo>
                    <a:pt x="6096" y="1539239"/>
                  </a:lnTo>
                  <a:lnTo>
                    <a:pt x="6096" y="1543050"/>
                  </a:lnTo>
                  <a:lnTo>
                    <a:pt x="6222491" y="1543049"/>
                  </a:lnTo>
                  <a:lnTo>
                    <a:pt x="6222491" y="1539240"/>
                  </a:lnTo>
                  <a:lnTo>
                    <a:pt x="6226289" y="1536191"/>
                  </a:lnTo>
                  <a:close/>
                </a:path>
                <a:path w="6229350" h="1543050">
                  <a:moveTo>
                    <a:pt x="6096" y="1543050"/>
                  </a:moveTo>
                  <a:lnTo>
                    <a:pt x="6096" y="1539239"/>
                  </a:lnTo>
                  <a:lnTo>
                    <a:pt x="3048" y="1536191"/>
                  </a:lnTo>
                  <a:lnTo>
                    <a:pt x="3048" y="1543050"/>
                  </a:lnTo>
                  <a:lnTo>
                    <a:pt x="6096" y="1543050"/>
                  </a:lnTo>
                  <a:close/>
                </a:path>
                <a:path w="6229350" h="1543050">
                  <a:moveTo>
                    <a:pt x="6226289" y="6095"/>
                  </a:moveTo>
                  <a:lnTo>
                    <a:pt x="6222491" y="3047"/>
                  </a:lnTo>
                  <a:lnTo>
                    <a:pt x="6222491" y="6095"/>
                  </a:lnTo>
                  <a:lnTo>
                    <a:pt x="6226289" y="6095"/>
                  </a:lnTo>
                  <a:close/>
                </a:path>
                <a:path w="6229350" h="1543050">
                  <a:moveTo>
                    <a:pt x="6226289" y="1536191"/>
                  </a:moveTo>
                  <a:lnTo>
                    <a:pt x="6226289" y="6095"/>
                  </a:lnTo>
                  <a:lnTo>
                    <a:pt x="6222491" y="6095"/>
                  </a:lnTo>
                  <a:lnTo>
                    <a:pt x="6222491" y="1536191"/>
                  </a:lnTo>
                  <a:lnTo>
                    <a:pt x="6226289" y="1536191"/>
                  </a:lnTo>
                  <a:close/>
                </a:path>
                <a:path w="6229350" h="1543050">
                  <a:moveTo>
                    <a:pt x="6226289" y="1543049"/>
                  </a:moveTo>
                  <a:lnTo>
                    <a:pt x="6226289" y="1536191"/>
                  </a:lnTo>
                  <a:lnTo>
                    <a:pt x="6222491" y="1539240"/>
                  </a:lnTo>
                  <a:lnTo>
                    <a:pt x="6222491" y="1543049"/>
                  </a:lnTo>
                  <a:lnTo>
                    <a:pt x="6226289" y="15430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7587" y="1505457"/>
              <a:ext cx="938783" cy="50444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136529" y="1683258"/>
            <a:ext cx="616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FPU/NEON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17587" y="1977898"/>
            <a:ext cx="1418843" cy="50444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419993" y="2154173"/>
            <a:ext cx="811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Cortex-</a:t>
            </a:r>
            <a:r>
              <a:rPr sz="900" dirty="0">
                <a:latin typeface="Arial MT"/>
                <a:cs typeface="Arial MT"/>
              </a:rPr>
              <a:t>A9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CPU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17587" y="1505457"/>
            <a:ext cx="1415415" cy="1445895"/>
            <a:chOff x="917587" y="1505457"/>
            <a:chExt cx="1415415" cy="1445895"/>
          </a:xfrm>
        </p:grpSpPr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7587" y="2446527"/>
              <a:ext cx="725423" cy="50063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07197" y="2446527"/>
              <a:ext cx="725423" cy="50444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20557" y="1505457"/>
              <a:ext cx="512064" cy="50444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962537" y="1614678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PTM</a:t>
            </a:r>
            <a:endParaRPr sz="9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latin typeface="Arial MT"/>
                <a:cs typeface="Arial MT"/>
              </a:rPr>
              <a:t>I/F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491117" y="1505457"/>
            <a:ext cx="938021" cy="500633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707773" y="1683258"/>
            <a:ext cx="616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FPU/NEON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491117" y="1977898"/>
            <a:ext cx="1414272" cy="504444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991237" y="2154173"/>
            <a:ext cx="811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Cortex-</a:t>
            </a:r>
            <a:r>
              <a:rPr sz="900" dirty="0">
                <a:latin typeface="Arial MT"/>
                <a:cs typeface="Arial MT"/>
              </a:rPr>
              <a:t>A9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CPU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491117" y="1505457"/>
            <a:ext cx="1415415" cy="1445895"/>
            <a:chOff x="2491117" y="1505457"/>
            <a:chExt cx="1415415" cy="1445895"/>
          </a:xfrm>
        </p:grpSpPr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91117" y="2446527"/>
              <a:ext cx="725423" cy="50444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80727" y="2446527"/>
              <a:ext cx="725423" cy="50063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90277" y="1505457"/>
              <a:ext cx="512064" cy="504444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534543" y="1614678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PTM</a:t>
            </a:r>
            <a:endParaRPr sz="9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latin typeface="Arial MT"/>
                <a:cs typeface="Arial MT"/>
              </a:rPr>
              <a:t>I/F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996067" y="1505457"/>
            <a:ext cx="938783" cy="504444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4215771" y="1683258"/>
            <a:ext cx="616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FPU/NEON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996067" y="1977898"/>
            <a:ext cx="1420367" cy="500633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4499235" y="2154173"/>
            <a:ext cx="811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Cortex-</a:t>
            </a:r>
            <a:r>
              <a:rPr sz="900" dirty="0">
                <a:latin typeface="Arial MT"/>
                <a:cs typeface="Arial MT"/>
              </a:rPr>
              <a:t>A9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CPU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996067" y="1505457"/>
            <a:ext cx="1419225" cy="1445895"/>
            <a:chOff x="3996067" y="1505457"/>
            <a:chExt cx="1419225" cy="1445895"/>
          </a:xfrm>
        </p:grpSpPr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96067" y="2446527"/>
              <a:ext cx="725423" cy="50444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689487" y="2446527"/>
              <a:ext cx="725423" cy="50444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99037" y="1505457"/>
              <a:ext cx="512064" cy="500633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5042541" y="1614678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PTM</a:t>
            </a:r>
            <a:endParaRPr sz="9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latin typeface="Arial MT"/>
                <a:cs typeface="Arial MT"/>
              </a:rPr>
              <a:t>I/F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569597" y="1505457"/>
            <a:ext cx="938783" cy="504444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5787777" y="1683258"/>
            <a:ext cx="616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FPU/NEON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61" name="object 6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569597" y="1977898"/>
            <a:ext cx="1418069" cy="504444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6071241" y="2154173"/>
            <a:ext cx="811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Cortex-</a:t>
            </a:r>
            <a:r>
              <a:rPr sz="900" dirty="0">
                <a:latin typeface="Arial MT"/>
                <a:cs typeface="Arial MT"/>
              </a:rPr>
              <a:t>A9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CPU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569597" y="2446527"/>
            <a:ext cx="1421130" cy="504825"/>
            <a:chOff x="5569597" y="2446527"/>
            <a:chExt cx="1421130" cy="504825"/>
          </a:xfrm>
        </p:grpSpPr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569597" y="2446527"/>
              <a:ext cx="725423" cy="50063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259195" y="2446527"/>
              <a:ext cx="731520" cy="504444"/>
            </a:xfrm>
            <a:prstGeom prst="rect">
              <a:avLst/>
            </a:prstGeom>
          </p:spPr>
        </p:pic>
      </p:grpSp>
      <p:graphicFrame>
        <p:nvGraphicFramePr>
          <p:cNvPr id="66" name="object 66"/>
          <p:cNvGraphicFramePr>
            <a:graphicFrameLocks noGrp="1"/>
          </p:cNvGraphicFramePr>
          <p:nvPr/>
        </p:nvGraphicFramePr>
        <p:xfrm>
          <a:off x="970413" y="2547525"/>
          <a:ext cx="5931532" cy="327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3830">
                <a:tc>
                  <a:txBody>
                    <a:bodyPr/>
                    <a:lstStyle/>
                    <a:p>
                      <a:pPr marR="172720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68910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Data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36525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Data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92710" algn="ct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Data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Data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891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716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object 67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472554" y="1505457"/>
            <a:ext cx="512064" cy="504444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6614547" y="1614678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PTM</a:t>
            </a:r>
            <a:endParaRPr sz="9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latin typeface="Arial MT"/>
                <a:cs typeface="Arial MT"/>
              </a:rPr>
              <a:t>I/F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87819" y="3026410"/>
            <a:ext cx="6697980" cy="2707005"/>
            <a:chOff x="487819" y="3026410"/>
            <a:chExt cx="6697980" cy="2707005"/>
          </a:xfrm>
        </p:grpSpPr>
        <p:pic>
          <p:nvPicPr>
            <p:cNvPr id="70" name="object 7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87819" y="3140710"/>
              <a:ext cx="451104" cy="57911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505595" y="4664709"/>
              <a:ext cx="2908935" cy="1068705"/>
            </a:xfrm>
            <a:custGeom>
              <a:avLst/>
              <a:gdLst/>
              <a:ahLst/>
              <a:cxnLst/>
              <a:rect l="l" t="t" r="r" b="b"/>
              <a:pathLst>
                <a:path w="2908935" h="1068704">
                  <a:moveTo>
                    <a:pt x="114300" y="941832"/>
                  </a:moveTo>
                  <a:lnTo>
                    <a:pt x="76200" y="941832"/>
                  </a:lnTo>
                  <a:lnTo>
                    <a:pt x="76200" y="685800"/>
                  </a:lnTo>
                  <a:lnTo>
                    <a:pt x="38100" y="685800"/>
                  </a:lnTo>
                  <a:lnTo>
                    <a:pt x="38100" y="941832"/>
                  </a:lnTo>
                  <a:lnTo>
                    <a:pt x="0" y="941832"/>
                  </a:lnTo>
                  <a:lnTo>
                    <a:pt x="38100" y="1018032"/>
                  </a:lnTo>
                  <a:lnTo>
                    <a:pt x="57150" y="1056132"/>
                  </a:lnTo>
                  <a:lnTo>
                    <a:pt x="76200" y="1018032"/>
                  </a:lnTo>
                  <a:lnTo>
                    <a:pt x="114300" y="941832"/>
                  </a:lnTo>
                  <a:close/>
                </a:path>
                <a:path w="2908935" h="1068704">
                  <a:moveTo>
                    <a:pt x="114300" y="256032"/>
                  </a:moveTo>
                  <a:lnTo>
                    <a:pt x="76200" y="256032"/>
                  </a:lnTo>
                  <a:lnTo>
                    <a:pt x="76200" y="0"/>
                  </a:lnTo>
                  <a:lnTo>
                    <a:pt x="38100" y="0"/>
                  </a:lnTo>
                  <a:lnTo>
                    <a:pt x="38100" y="256032"/>
                  </a:lnTo>
                  <a:lnTo>
                    <a:pt x="0" y="256032"/>
                  </a:lnTo>
                  <a:lnTo>
                    <a:pt x="38100" y="332232"/>
                  </a:lnTo>
                  <a:lnTo>
                    <a:pt x="57150" y="370332"/>
                  </a:lnTo>
                  <a:lnTo>
                    <a:pt x="76200" y="332232"/>
                  </a:lnTo>
                  <a:lnTo>
                    <a:pt x="114300" y="256032"/>
                  </a:lnTo>
                  <a:close/>
                </a:path>
                <a:path w="2908935" h="1068704">
                  <a:moveTo>
                    <a:pt x="2879598" y="256032"/>
                  </a:moveTo>
                  <a:lnTo>
                    <a:pt x="2841498" y="256032"/>
                  </a:lnTo>
                  <a:lnTo>
                    <a:pt x="2841498" y="64008"/>
                  </a:lnTo>
                  <a:lnTo>
                    <a:pt x="2803398" y="64008"/>
                  </a:lnTo>
                  <a:lnTo>
                    <a:pt x="2803398" y="256032"/>
                  </a:lnTo>
                  <a:lnTo>
                    <a:pt x="2765298" y="256032"/>
                  </a:lnTo>
                  <a:lnTo>
                    <a:pt x="2803398" y="332232"/>
                  </a:lnTo>
                  <a:lnTo>
                    <a:pt x="2822448" y="370332"/>
                  </a:lnTo>
                  <a:lnTo>
                    <a:pt x="2841498" y="332232"/>
                  </a:lnTo>
                  <a:lnTo>
                    <a:pt x="2879598" y="256032"/>
                  </a:lnTo>
                  <a:close/>
                </a:path>
                <a:path w="2908935" h="1068704">
                  <a:moveTo>
                    <a:pt x="2908554" y="954024"/>
                  </a:moveTo>
                  <a:lnTo>
                    <a:pt x="2870454" y="954024"/>
                  </a:lnTo>
                  <a:lnTo>
                    <a:pt x="2870454" y="698754"/>
                  </a:lnTo>
                  <a:lnTo>
                    <a:pt x="2832354" y="698754"/>
                  </a:lnTo>
                  <a:lnTo>
                    <a:pt x="2832354" y="954024"/>
                  </a:lnTo>
                  <a:lnTo>
                    <a:pt x="2794254" y="954024"/>
                  </a:lnTo>
                  <a:lnTo>
                    <a:pt x="2832354" y="1030224"/>
                  </a:lnTo>
                  <a:lnTo>
                    <a:pt x="2851404" y="1068324"/>
                  </a:lnTo>
                  <a:lnTo>
                    <a:pt x="2870454" y="1030224"/>
                  </a:lnTo>
                  <a:lnTo>
                    <a:pt x="2908554" y="954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957187" y="3031744"/>
              <a:ext cx="223520" cy="993775"/>
            </a:xfrm>
            <a:custGeom>
              <a:avLst/>
              <a:gdLst/>
              <a:ahLst/>
              <a:cxnLst/>
              <a:rect l="l" t="t" r="r" b="b"/>
              <a:pathLst>
                <a:path w="223520" h="993775">
                  <a:moveTo>
                    <a:pt x="223266" y="993648"/>
                  </a:moveTo>
                  <a:lnTo>
                    <a:pt x="223266" y="0"/>
                  </a:lnTo>
                  <a:lnTo>
                    <a:pt x="0" y="0"/>
                  </a:lnTo>
                  <a:lnTo>
                    <a:pt x="0" y="993648"/>
                  </a:lnTo>
                  <a:lnTo>
                    <a:pt x="223266" y="993648"/>
                  </a:lnTo>
                  <a:close/>
                </a:path>
              </a:pathLst>
            </a:custGeom>
            <a:solidFill>
              <a:srgbClr val="FFF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951865" y="3026410"/>
              <a:ext cx="234315" cy="1003935"/>
            </a:xfrm>
            <a:custGeom>
              <a:avLst/>
              <a:gdLst/>
              <a:ahLst/>
              <a:cxnLst/>
              <a:rect l="l" t="t" r="r" b="b"/>
              <a:pathLst>
                <a:path w="234315" h="1003935">
                  <a:moveTo>
                    <a:pt x="233933" y="1003553"/>
                  </a:moveTo>
                  <a:lnTo>
                    <a:pt x="233933" y="0"/>
                  </a:lnTo>
                  <a:lnTo>
                    <a:pt x="0" y="0"/>
                  </a:lnTo>
                  <a:lnTo>
                    <a:pt x="0" y="1003553"/>
                  </a:lnTo>
                  <a:lnTo>
                    <a:pt x="5321" y="1003553"/>
                  </a:lnTo>
                  <a:lnTo>
                    <a:pt x="5321" y="9905"/>
                  </a:lnTo>
                  <a:lnTo>
                    <a:pt x="9906" y="5334"/>
                  </a:lnTo>
                  <a:lnTo>
                    <a:pt x="9906" y="9905"/>
                  </a:lnTo>
                  <a:lnTo>
                    <a:pt x="224027" y="9905"/>
                  </a:lnTo>
                  <a:lnTo>
                    <a:pt x="224027" y="5334"/>
                  </a:lnTo>
                  <a:lnTo>
                    <a:pt x="228600" y="9905"/>
                  </a:lnTo>
                  <a:lnTo>
                    <a:pt x="228600" y="1003553"/>
                  </a:lnTo>
                  <a:lnTo>
                    <a:pt x="233933" y="1003553"/>
                  </a:lnTo>
                  <a:close/>
                </a:path>
                <a:path w="234315" h="1003935">
                  <a:moveTo>
                    <a:pt x="9906" y="9905"/>
                  </a:moveTo>
                  <a:lnTo>
                    <a:pt x="9906" y="5334"/>
                  </a:lnTo>
                  <a:lnTo>
                    <a:pt x="5321" y="9905"/>
                  </a:lnTo>
                  <a:lnTo>
                    <a:pt x="9906" y="9905"/>
                  </a:lnTo>
                  <a:close/>
                </a:path>
                <a:path w="234315" h="1003935">
                  <a:moveTo>
                    <a:pt x="9906" y="994410"/>
                  </a:moveTo>
                  <a:lnTo>
                    <a:pt x="9906" y="9905"/>
                  </a:lnTo>
                  <a:lnTo>
                    <a:pt x="5321" y="9905"/>
                  </a:lnTo>
                  <a:lnTo>
                    <a:pt x="5321" y="994410"/>
                  </a:lnTo>
                  <a:lnTo>
                    <a:pt x="9906" y="994410"/>
                  </a:lnTo>
                  <a:close/>
                </a:path>
                <a:path w="234315" h="1003935">
                  <a:moveTo>
                    <a:pt x="228600" y="994410"/>
                  </a:moveTo>
                  <a:lnTo>
                    <a:pt x="5321" y="994410"/>
                  </a:lnTo>
                  <a:lnTo>
                    <a:pt x="9906" y="998981"/>
                  </a:lnTo>
                  <a:lnTo>
                    <a:pt x="9906" y="1003553"/>
                  </a:lnTo>
                  <a:lnTo>
                    <a:pt x="224027" y="1003553"/>
                  </a:lnTo>
                  <a:lnTo>
                    <a:pt x="224027" y="998981"/>
                  </a:lnTo>
                  <a:lnTo>
                    <a:pt x="228600" y="994410"/>
                  </a:lnTo>
                  <a:close/>
                </a:path>
                <a:path w="234315" h="1003935">
                  <a:moveTo>
                    <a:pt x="9906" y="1003553"/>
                  </a:moveTo>
                  <a:lnTo>
                    <a:pt x="9906" y="998981"/>
                  </a:lnTo>
                  <a:lnTo>
                    <a:pt x="5321" y="994410"/>
                  </a:lnTo>
                  <a:lnTo>
                    <a:pt x="5321" y="1003553"/>
                  </a:lnTo>
                  <a:lnTo>
                    <a:pt x="9906" y="1003553"/>
                  </a:lnTo>
                  <a:close/>
                </a:path>
                <a:path w="234315" h="1003935">
                  <a:moveTo>
                    <a:pt x="228600" y="9905"/>
                  </a:moveTo>
                  <a:lnTo>
                    <a:pt x="224027" y="5334"/>
                  </a:lnTo>
                  <a:lnTo>
                    <a:pt x="224027" y="9905"/>
                  </a:lnTo>
                  <a:lnTo>
                    <a:pt x="228600" y="9905"/>
                  </a:lnTo>
                  <a:close/>
                </a:path>
                <a:path w="234315" h="1003935">
                  <a:moveTo>
                    <a:pt x="228600" y="994410"/>
                  </a:moveTo>
                  <a:lnTo>
                    <a:pt x="228600" y="9905"/>
                  </a:lnTo>
                  <a:lnTo>
                    <a:pt x="224027" y="9905"/>
                  </a:lnTo>
                  <a:lnTo>
                    <a:pt x="224027" y="994410"/>
                  </a:lnTo>
                  <a:lnTo>
                    <a:pt x="228600" y="994410"/>
                  </a:lnTo>
                  <a:close/>
                </a:path>
                <a:path w="234315" h="1003935">
                  <a:moveTo>
                    <a:pt x="228600" y="1003553"/>
                  </a:moveTo>
                  <a:lnTo>
                    <a:pt x="228600" y="994410"/>
                  </a:lnTo>
                  <a:lnTo>
                    <a:pt x="224027" y="998981"/>
                  </a:lnTo>
                  <a:lnTo>
                    <a:pt x="224027" y="1003553"/>
                  </a:lnTo>
                  <a:lnTo>
                    <a:pt x="228600" y="10035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996765" y="3124097"/>
            <a:ext cx="139065" cy="82232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b="1" dirty="0">
                <a:latin typeface="Arial"/>
                <a:cs typeface="Arial"/>
              </a:rPr>
              <a:t>ACP </a:t>
            </a:r>
            <a:r>
              <a:rPr sz="800" b="1" spc="-10" dirty="0">
                <a:latin typeface="Arial"/>
                <a:cs typeface="Arial"/>
              </a:rPr>
              <a:t>AXI-</a:t>
            </a:r>
            <a:r>
              <a:rPr sz="800" b="1" dirty="0">
                <a:latin typeface="Arial"/>
                <a:cs typeface="Arial"/>
              </a:rPr>
              <a:t>3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Slave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065921" y="3501135"/>
            <a:ext cx="5337175" cy="2030730"/>
            <a:chOff x="2065921" y="3501135"/>
            <a:chExt cx="5337175" cy="2030730"/>
          </a:xfrm>
        </p:grpSpPr>
        <p:pic>
          <p:nvPicPr>
            <p:cNvPr id="76" name="object 7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180452" y="3501135"/>
              <a:ext cx="222503" cy="11125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2070493" y="5303266"/>
              <a:ext cx="1054100" cy="224154"/>
            </a:xfrm>
            <a:custGeom>
              <a:avLst/>
              <a:gdLst/>
              <a:ahLst/>
              <a:cxnLst/>
              <a:rect l="l" t="t" r="r" b="b"/>
              <a:pathLst>
                <a:path w="1054100" h="224154">
                  <a:moveTo>
                    <a:pt x="1053845" y="224027"/>
                  </a:moveTo>
                  <a:lnTo>
                    <a:pt x="1053845" y="0"/>
                  </a:lnTo>
                  <a:lnTo>
                    <a:pt x="0" y="0"/>
                  </a:lnTo>
                  <a:lnTo>
                    <a:pt x="0" y="224027"/>
                  </a:lnTo>
                  <a:lnTo>
                    <a:pt x="1053845" y="224027"/>
                  </a:lnTo>
                  <a:close/>
                </a:path>
              </a:pathLst>
            </a:custGeom>
            <a:solidFill>
              <a:srgbClr val="FFF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065921" y="5298694"/>
              <a:ext cx="1064260" cy="233679"/>
            </a:xfrm>
            <a:custGeom>
              <a:avLst/>
              <a:gdLst/>
              <a:ahLst/>
              <a:cxnLst/>
              <a:rect l="l" t="t" r="r" b="b"/>
              <a:pathLst>
                <a:path w="1064260" h="233679">
                  <a:moveTo>
                    <a:pt x="1063751" y="233172"/>
                  </a:moveTo>
                  <a:lnTo>
                    <a:pt x="1063751" y="0"/>
                  </a:lnTo>
                  <a:lnTo>
                    <a:pt x="0" y="0"/>
                  </a:lnTo>
                  <a:lnTo>
                    <a:pt x="0" y="233172"/>
                  </a:lnTo>
                  <a:lnTo>
                    <a:pt x="4572" y="233172"/>
                  </a:lnTo>
                  <a:lnTo>
                    <a:pt x="4572" y="9144"/>
                  </a:lnTo>
                  <a:lnTo>
                    <a:pt x="9143" y="4572"/>
                  </a:lnTo>
                  <a:lnTo>
                    <a:pt x="9143" y="9144"/>
                  </a:lnTo>
                  <a:lnTo>
                    <a:pt x="1053845" y="9144"/>
                  </a:lnTo>
                  <a:lnTo>
                    <a:pt x="1053845" y="4572"/>
                  </a:lnTo>
                  <a:lnTo>
                    <a:pt x="1058418" y="9144"/>
                  </a:lnTo>
                  <a:lnTo>
                    <a:pt x="1058418" y="233172"/>
                  </a:lnTo>
                  <a:lnTo>
                    <a:pt x="1063751" y="233172"/>
                  </a:lnTo>
                  <a:close/>
                </a:path>
                <a:path w="1064260" h="233679">
                  <a:moveTo>
                    <a:pt x="9143" y="9144"/>
                  </a:moveTo>
                  <a:lnTo>
                    <a:pt x="9143" y="4572"/>
                  </a:lnTo>
                  <a:lnTo>
                    <a:pt x="4572" y="9144"/>
                  </a:lnTo>
                  <a:lnTo>
                    <a:pt x="9143" y="9144"/>
                  </a:lnTo>
                  <a:close/>
                </a:path>
                <a:path w="1064260" h="233679">
                  <a:moveTo>
                    <a:pt x="9143" y="223266"/>
                  </a:moveTo>
                  <a:lnTo>
                    <a:pt x="9143" y="9144"/>
                  </a:lnTo>
                  <a:lnTo>
                    <a:pt x="4572" y="9144"/>
                  </a:lnTo>
                  <a:lnTo>
                    <a:pt x="4572" y="223266"/>
                  </a:lnTo>
                  <a:lnTo>
                    <a:pt x="9143" y="223266"/>
                  </a:lnTo>
                  <a:close/>
                </a:path>
                <a:path w="1064260" h="233679">
                  <a:moveTo>
                    <a:pt x="1058418" y="223266"/>
                  </a:moveTo>
                  <a:lnTo>
                    <a:pt x="4572" y="223266"/>
                  </a:lnTo>
                  <a:lnTo>
                    <a:pt x="9143" y="228600"/>
                  </a:lnTo>
                  <a:lnTo>
                    <a:pt x="9143" y="233172"/>
                  </a:lnTo>
                  <a:lnTo>
                    <a:pt x="1053845" y="233172"/>
                  </a:lnTo>
                  <a:lnTo>
                    <a:pt x="1053845" y="228600"/>
                  </a:lnTo>
                  <a:lnTo>
                    <a:pt x="1058418" y="223266"/>
                  </a:lnTo>
                  <a:close/>
                </a:path>
                <a:path w="1064260" h="233679">
                  <a:moveTo>
                    <a:pt x="9143" y="233172"/>
                  </a:moveTo>
                  <a:lnTo>
                    <a:pt x="9143" y="228600"/>
                  </a:lnTo>
                  <a:lnTo>
                    <a:pt x="4572" y="223266"/>
                  </a:lnTo>
                  <a:lnTo>
                    <a:pt x="4572" y="233172"/>
                  </a:lnTo>
                  <a:lnTo>
                    <a:pt x="9143" y="233172"/>
                  </a:lnTo>
                  <a:close/>
                </a:path>
                <a:path w="1064260" h="233679">
                  <a:moveTo>
                    <a:pt x="1058418" y="9144"/>
                  </a:moveTo>
                  <a:lnTo>
                    <a:pt x="1053845" y="4572"/>
                  </a:lnTo>
                  <a:lnTo>
                    <a:pt x="1053845" y="9144"/>
                  </a:lnTo>
                  <a:lnTo>
                    <a:pt x="1058418" y="9144"/>
                  </a:lnTo>
                  <a:close/>
                </a:path>
                <a:path w="1064260" h="233679">
                  <a:moveTo>
                    <a:pt x="1058418" y="223266"/>
                  </a:moveTo>
                  <a:lnTo>
                    <a:pt x="1058418" y="9144"/>
                  </a:lnTo>
                  <a:lnTo>
                    <a:pt x="1053845" y="9144"/>
                  </a:lnTo>
                  <a:lnTo>
                    <a:pt x="1053845" y="223266"/>
                  </a:lnTo>
                  <a:lnTo>
                    <a:pt x="1058418" y="223266"/>
                  </a:lnTo>
                  <a:close/>
                </a:path>
                <a:path w="1064260" h="233679">
                  <a:moveTo>
                    <a:pt x="1058418" y="233172"/>
                  </a:moveTo>
                  <a:lnTo>
                    <a:pt x="1058418" y="223266"/>
                  </a:lnTo>
                  <a:lnTo>
                    <a:pt x="1053845" y="228600"/>
                  </a:lnTo>
                  <a:lnTo>
                    <a:pt x="1053845" y="233172"/>
                  </a:lnTo>
                  <a:lnTo>
                    <a:pt x="1058418" y="233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2070493" y="5303265"/>
            <a:ext cx="1054100" cy="22415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800" b="1" dirty="0">
                <a:latin typeface="Arial"/>
                <a:cs typeface="Arial"/>
              </a:rPr>
              <a:t>ACP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AXI-</a:t>
            </a:r>
            <a:r>
              <a:rPr sz="800" b="1" dirty="0">
                <a:latin typeface="Arial"/>
                <a:cs typeface="Arial"/>
              </a:rPr>
              <a:t>3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Master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4847221" y="5298694"/>
            <a:ext cx="1064260" cy="233679"/>
            <a:chOff x="4847221" y="5298694"/>
            <a:chExt cx="1064260" cy="233679"/>
          </a:xfrm>
        </p:grpSpPr>
        <p:sp>
          <p:nvSpPr>
            <p:cNvPr id="81" name="object 81"/>
            <p:cNvSpPr/>
            <p:nvPr/>
          </p:nvSpPr>
          <p:spPr>
            <a:xfrm>
              <a:off x="4851793" y="5303266"/>
              <a:ext cx="1054100" cy="224154"/>
            </a:xfrm>
            <a:custGeom>
              <a:avLst/>
              <a:gdLst/>
              <a:ahLst/>
              <a:cxnLst/>
              <a:rect l="l" t="t" r="r" b="b"/>
              <a:pathLst>
                <a:path w="1054100" h="224154">
                  <a:moveTo>
                    <a:pt x="1053845" y="224027"/>
                  </a:moveTo>
                  <a:lnTo>
                    <a:pt x="1053845" y="0"/>
                  </a:lnTo>
                  <a:lnTo>
                    <a:pt x="0" y="0"/>
                  </a:lnTo>
                  <a:lnTo>
                    <a:pt x="0" y="224028"/>
                  </a:lnTo>
                  <a:lnTo>
                    <a:pt x="1053845" y="224027"/>
                  </a:lnTo>
                  <a:close/>
                </a:path>
              </a:pathLst>
            </a:custGeom>
            <a:solidFill>
              <a:srgbClr val="FFF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847221" y="5298694"/>
              <a:ext cx="1064260" cy="233679"/>
            </a:xfrm>
            <a:custGeom>
              <a:avLst/>
              <a:gdLst/>
              <a:ahLst/>
              <a:cxnLst/>
              <a:rect l="l" t="t" r="r" b="b"/>
              <a:pathLst>
                <a:path w="1064260" h="233679">
                  <a:moveTo>
                    <a:pt x="1063752" y="233172"/>
                  </a:moveTo>
                  <a:lnTo>
                    <a:pt x="1063752" y="0"/>
                  </a:lnTo>
                  <a:lnTo>
                    <a:pt x="0" y="0"/>
                  </a:lnTo>
                  <a:lnTo>
                    <a:pt x="0" y="233172"/>
                  </a:lnTo>
                  <a:lnTo>
                    <a:pt x="4572" y="233172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053845" y="9144"/>
                  </a:lnTo>
                  <a:lnTo>
                    <a:pt x="1053845" y="4572"/>
                  </a:lnTo>
                  <a:lnTo>
                    <a:pt x="1058405" y="9144"/>
                  </a:lnTo>
                  <a:lnTo>
                    <a:pt x="1058405" y="233172"/>
                  </a:lnTo>
                  <a:lnTo>
                    <a:pt x="1063752" y="233172"/>
                  </a:lnTo>
                  <a:close/>
                </a:path>
                <a:path w="1064260" h="233679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064260" h="233679">
                  <a:moveTo>
                    <a:pt x="9144" y="223266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223266"/>
                  </a:lnTo>
                  <a:lnTo>
                    <a:pt x="9144" y="223266"/>
                  </a:lnTo>
                  <a:close/>
                </a:path>
                <a:path w="1064260" h="233679">
                  <a:moveTo>
                    <a:pt x="1058405" y="223266"/>
                  </a:moveTo>
                  <a:lnTo>
                    <a:pt x="4572" y="223266"/>
                  </a:lnTo>
                  <a:lnTo>
                    <a:pt x="9144" y="228600"/>
                  </a:lnTo>
                  <a:lnTo>
                    <a:pt x="9144" y="233172"/>
                  </a:lnTo>
                  <a:lnTo>
                    <a:pt x="1053845" y="233172"/>
                  </a:lnTo>
                  <a:lnTo>
                    <a:pt x="1053845" y="228600"/>
                  </a:lnTo>
                  <a:lnTo>
                    <a:pt x="1058405" y="223266"/>
                  </a:lnTo>
                  <a:close/>
                </a:path>
                <a:path w="1064260" h="233679">
                  <a:moveTo>
                    <a:pt x="9144" y="233172"/>
                  </a:moveTo>
                  <a:lnTo>
                    <a:pt x="9144" y="228600"/>
                  </a:lnTo>
                  <a:lnTo>
                    <a:pt x="4572" y="223266"/>
                  </a:lnTo>
                  <a:lnTo>
                    <a:pt x="4572" y="233172"/>
                  </a:lnTo>
                  <a:lnTo>
                    <a:pt x="9144" y="233172"/>
                  </a:lnTo>
                  <a:close/>
                </a:path>
                <a:path w="1064260" h="233679">
                  <a:moveTo>
                    <a:pt x="1058405" y="9144"/>
                  </a:moveTo>
                  <a:lnTo>
                    <a:pt x="1053845" y="4572"/>
                  </a:lnTo>
                  <a:lnTo>
                    <a:pt x="1053845" y="9144"/>
                  </a:lnTo>
                  <a:lnTo>
                    <a:pt x="1058405" y="9144"/>
                  </a:lnTo>
                  <a:close/>
                </a:path>
                <a:path w="1064260" h="233679">
                  <a:moveTo>
                    <a:pt x="1058405" y="223266"/>
                  </a:moveTo>
                  <a:lnTo>
                    <a:pt x="1058405" y="9144"/>
                  </a:lnTo>
                  <a:lnTo>
                    <a:pt x="1053845" y="9144"/>
                  </a:lnTo>
                  <a:lnTo>
                    <a:pt x="1053845" y="223266"/>
                  </a:lnTo>
                  <a:lnTo>
                    <a:pt x="1058405" y="223266"/>
                  </a:lnTo>
                  <a:close/>
                </a:path>
                <a:path w="1064260" h="233679">
                  <a:moveTo>
                    <a:pt x="1058405" y="233172"/>
                  </a:moveTo>
                  <a:lnTo>
                    <a:pt x="1058405" y="223266"/>
                  </a:lnTo>
                  <a:lnTo>
                    <a:pt x="1053845" y="228600"/>
                  </a:lnTo>
                  <a:lnTo>
                    <a:pt x="1053845" y="233172"/>
                  </a:lnTo>
                  <a:lnTo>
                    <a:pt x="1058405" y="233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4851793" y="5303265"/>
            <a:ext cx="1054100" cy="22415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800" b="1" dirty="0">
                <a:latin typeface="Arial"/>
                <a:cs typeface="Arial"/>
              </a:rPr>
              <a:t>ACP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AXI-</a:t>
            </a:r>
            <a:r>
              <a:rPr sz="800" b="1" dirty="0">
                <a:latin typeface="Arial"/>
                <a:cs typeface="Arial"/>
              </a:rPr>
              <a:t>3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Master</a:t>
            </a:r>
            <a:endParaRPr sz="8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328293" y="3042411"/>
            <a:ext cx="1625600" cy="1066800"/>
          </a:xfrm>
          <a:custGeom>
            <a:avLst/>
            <a:gdLst/>
            <a:ahLst/>
            <a:cxnLst/>
            <a:rect l="l" t="t" r="r" b="b"/>
            <a:pathLst>
              <a:path w="1625600" h="1066800">
                <a:moveTo>
                  <a:pt x="1625346" y="546366"/>
                </a:moveTo>
                <a:lnTo>
                  <a:pt x="1621485" y="501307"/>
                </a:lnTo>
                <a:lnTo>
                  <a:pt x="1610271" y="458304"/>
                </a:lnTo>
                <a:lnTo>
                  <a:pt x="1592262" y="417830"/>
                </a:lnTo>
                <a:lnTo>
                  <a:pt x="1567992" y="380365"/>
                </a:lnTo>
                <a:lnTo>
                  <a:pt x="1538008" y="346367"/>
                </a:lnTo>
                <a:lnTo>
                  <a:pt x="1502854" y="316306"/>
                </a:lnTo>
                <a:lnTo>
                  <a:pt x="1463078" y="290652"/>
                </a:lnTo>
                <a:lnTo>
                  <a:pt x="1419237" y="269875"/>
                </a:lnTo>
                <a:lnTo>
                  <a:pt x="1371866" y="254457"/>
                </a:lnTo>
                <a:lnTo>
                  <a:pt x="1363268" y="252831"/>
                </a:lnTo>
                <a:lnTo>
                  <a:pt x="1357223" y="229704"/>
                </a:lnTo>
                <a:lnTo>
                  <a:pt x="1339138" y="189230"/>
                </a:lnTo>
                <a:lnTo>
                  <a:pt x="1314780" y="151765"/>
                </a:lnTo>
                <a:lnTo>
                  <a:pt x="1284693" y="117767"/>
                </a:lnTo>
                <a:lnTo>
                  <a:pt x="1249438" y="87706"/>
                </a:lnTo>
                <a:lnTo>
                  <a:pt x="1209560" y="62052"/>
                </a:lnTo>
                <a:lnTo>
                  <a:pt x="1165631" y="41275"/>
                </a:lnTo>
                <a:lnTo>
                  <a:pt x="1118184" y="25857"/>
                </a:lnTo>
                <a:lnTo>
                  <a:pt x="1067790" y="16268"/>
                </a:lnTo>
                <a:lnTo>
                  <a:pt x="1014984" y="12966"/>
                </a:lnTo>
                <a:lnTo>
                  <a:pt x="962164" y="16268"/>
                </a:lnTo>
                <a:lnTo>
                  <a:pt x="911771" y="25857"/>
                </a:lnTo>
                <a:lnTo>
                  <a:pt x="864323" y="41275"/>
                </a:lnTo>
                <a:lnTo>
                  <a:pt x="839444" y="53047"/>
                </a:lnTo>
                <a:lnTo>
                  <a:pt x="833335" y="49098"/>
                </a:lnTo>
                <a:lnTo>
                  <a:pt x="789495" y="28321"/>
                </a:lnTo>
                <a:lnTo>
                  <a:pt x="742175" y="12903"/>
                </a:lnTo>
                <a:lnTo>
                  <a:pt x="691934" y="3314"/>
                </a:lnTo>
                <a:lnTo>
                  <a:pt x="639318" y="0"/>
                </a:lnTo>
                <a:lnTo>
                  <a:pt x="586498" y="3314"/>
                </a:lnTo>
                <a:lnTo>
                  <a:pt x="536105" y="12903"/>
                </a:lnTo>
                <a:lnTo>
                  <a:pt x="488657" y="28321"/>
                </a:lnTo>
                <a:lnTo>
                  <a:pt x="444728" y="49098"/>
                </a:lnTo>
                <a:lnTo>
                  <a:pt x="404850" y="74752"/>
                </a:lnTo>
                <a:lnTo>
                  <a:pt x="369595" y="104813"/>
                </a:lnTo>
                <a:lnTo>
                  <a:pt x="339509" y="138811"/>
                </a:lnTo>
                <a:lnTo>
                  <a:pt x="315150" y="176276"/>
                </a:lnTo>
                <a:lnTo>
                  <a:pt x="301244" y="207403"/>
                </a:lnTo>
                <a:lnTo>
                  <a:pt x="254165" y="216357"/>
                </a:lnTo>
                <a:lnTo>
                  <a:pt x="206717" y="231775"/>
                </a:lnTo>
                <a:lnTo>
                  <a:pt x="162788" y="252552"/>
                </a:lnTo>
                <a:lnTo>
                  <a:pt x="122910" y="278206"/>
                </a:lnTo>
                <a:lnTo>
                  <a:pt x="87655" y="308267"/>
                </a:lnTo>
                <a:lnTo>
                  <a:pt x="57569" y="342265"/>
                </a:lnTo>
                <a:lnTo>
                  <a:pt x="33210" y="379730"/>
                </a:lnTo>
                <a:lnTo>
                  <a:pt x="15125" y="420204"/>
                </a:lnTo>
                <a:lnTo>
                  <a:pt x="3873" y="463207"/>
                </a:lnTo>
                <a:lnTo>
                  <a:pt x="0" y="508266"/>
                </a:lnTo>
                <a:lnTo>
                  <a:pt x="3873" y="553313"/>
                </a:lnTo>
                <a:lnTo>
                  <a:pt x="15125" y="596315"/>
                </a:lnTo>
                <a:lnTo>
                  <a:pt x="33210" y="636790"/>
                </a:lnTo>
                <a:lnTo>
                  <a:pt x="57569" y="674255"/>
                </a:lnTo>
                <a:lnTo>
                  <a:pt x="87655" y="708253"/>
                </a:lnTo>
                <a:lnTo>
                  <a:pt x="122910" y="738314"/>
                </a:lnTo>
                <a:lnTo>
                  <a:pt x="162788" y="763968"/>
                </a:lnTo>
                <a:lnTo>
                  <a:pt x="169595" y="767194"/>
                </a:lnTo>
                <a:lnTo>
                  <a:pt x="173037" y="807059"/>
                </a:lnTo>
                <a:lnTo>
                  <a:pt x="184289" y="850061"/>
                </a:lnTo>
                <a:lnTo>
                  <a:pt x="202374" y="890536"/>
                </a:lnTo>
                <a:lnTo>
                  <a:pt x="226733" y="928001"/>
                </a:lnTo>
                <a:lnTo>
                  <a:pt x="256819" y="961999"/>
                </a:lnTo>
                <a:lnTo>
                  <a:pt x="292074" y="992060"/>
                </a:lnTo>
                <a:lnTo>
                  <a:pt x="331952" y="1017714"/>
                </a:lnTo>
                <a:lnTo>
                  <a:pt x="375881" y="1038491"/>
                </a:lnTo>
                <a:lnTo>
                  <a:pt x="423329" y="1053909"/>
                </a:lnTo>
                <a:lnTo>
                  <a:pt x="473722" y="1063498"/>
                </a:lnTo>
                <a:lnTo>
                  <a:pt x="526529" y="1066800"/>
                </a:lnTo>
                <a:lnTo>
                  <a:pt x="579158" y="1063498"/>
                </a:lnTo>
                <a:lnTo>
                  <a:pt x="629399" y="1053909"/>
                </a:lnTo>
                <a:lnTo>
                  <a:pt x="676719" y="1038491"/>
                </a:lnTo>
                <a:lnTo>
                  <a:pt x="720559" y="1017714"/>
                </a:lnTo>
                <a:lnTo>
                  <a:pt x="760361" y="992060"/>
                </a:lnTo>
                <a:lnTo>
                  <a:pt x="795553" y="961999"/>
                </a:lnTo>
                <a:lnTo>
                  <a:pt x="802335" y="954328"/>
                </a:lnTo>
                <a:lnTo>
                  <a:pt x="836396" y="965454"/>
                </a:lnTo>
                <a:lnTo>
                  <a:pt x="886752" y="975093"/>
                </a:lnTo>
                <a:lnTo>
                  <a:pt x="939533" y="978420"/>
                </a:lnTo>
                <a:lnTo>
                  <a:pt x="992352" y="975093"/>
                </a:lnTo>
                <a:lnTo>
                  <a:pt x="1042746" y="965454"/>
                </a:lnTo>
                <a:lnTo>
                  <a:pt x="1090193" y="949972"/>
                </a:lnTo>
                <a:lnTo>
                  <a:pt x="1134122" y="929132"/>
                </a:lnTo>
                <a:lnTo>
                  <a:pt x="1174000" y="903414"/>
                </a:lnTo>
                <a:lnTo>
                  <a:pt x="1209255" y="873302"/>
                </a:lnTo>
                <a:lnTo>
                  <a:pt x="1230922" y="848804"/>
                </a:lnTo>
                <a:lnTo>
                  <a:pt x="1268730" y="851166"/>
                </a:lnTo>
                <a:lnTo>
                  <a:pt x="1321511" y="847852"/>
                </a:lnTo>
                <a:lnTo>
                  <a:pt x="1371866" y="838263"/>
                </a:lnTo>
                <a:lnTo>
                  <a:pt x="1419237" y="822845"/>
                </a:lnTo>
                <a:lnTo>
                  <a:pt x="1463078" y="802068"/>
                </a:lnTo>
                <a:lnTo>
                  <a:pt x="1502854" y="776414"/>
                </a:lnTo>
                <a:lnTo>
                  <a:pt x="1538008" y="746353"/>
                </a:lnTo>
                <a:lnTo>
                  <a:pt x="1567992" y="712355"/>
                </a:lnTo>
                <a:lnTo>
                  <a:pt x="1592262" y="674890"/>
                </a:lnTo>
                <a:lnTo>
                  <a:pt x="1610271" y="634415"/>
                </a:lnTo>
                <a:lnTo>
                  <a:pt x="1621485" y="591413"/>
                </a:lnTo>
                <a:lnTo>
                  <a:pt x="1625346" y="546366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7477131" y="3243834"/>
            <a:ext cx="1346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H/W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Accelerators 64-</a:t>
            </a:r>
            <a:r>
              <a:rPr sz="1200" b="1" dirty="0">
                <a:latin typeface="Arial"/>
                <a:cs typeface="Arial"/>
              </a:rPr>
              <a:t>bit Non-</a:t>
            </a:r>
            <a:r>
              <a:rPr sz="1200" b="1" spc="-10" dirty="0">
                <a:latin typeface="Arial"/>
                <a:cs typeface="Arial"/>
              </a:rPr>
              <a:t>cached </a:t>
            </a:r>
            <a:r>
              <a:rPr sz="1200" b="1" dirty="0">
                <a:latin typeface="Arial"/>
                <a:cs typeface="Arial"/>
              </a:rPr>
              <a:t>AXI-3</a:t>
            </a:r>
            <a:r>
              <a:rPr sz="1200" b="1" spc="3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Masters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39" y="5877052"/>
            <a:ext cx="9144000" cy="981075"/>
          </a:xfrm>
          <a:custGeom>
            <a:avLst/>
            <a:gdLst/>
            <a:ahLst/>
            <a:cxnLst/>
            <a:rect l="l" t="t" r="r" b="b"/>
            <a:pathLst>
              <a:path w="9144000" h="981075">
                <a:moveTo>
                  <a:pt x="9143999" y="980694"/>
                </a:moveTo>
                <a:lnTo>
                  <a:pt x="9143999" y="0"/>
                </a:lnTo>
                <a:lnTo>
                  <a:pt x="0" y="0"/>
                </a:lnTo>
                <a:lnTo>
                  <a:pt x="0" y="980694"/>
                </a:lnTo>
                <a:lnTo>
                  <a:pt x="9143999" y="980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8873" y="5850635"/>
            <a:ext cx="8940800" cy="720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7495" indent="-264795">
              <a:lnSpc>
                <a:spcPts val="2205"/>
              </a:lnSpc>
              <a:spcBef>
                <a:spcPts val="95"/>
              </a:spcBef>
              <a:buClr>
                <a:srgbClr val="659A9A"/>
              </a:buClr>
              <a:buFont typeface="Wingdings"/>
              <a:buChar char=""/>
              <a:tabLst>
                <a:tab pos="277495" algn="l"/>
              </a:tabLst>
            </a:pPr>
            <a:r>
              <a:rPr sz="2000" spc="-20" dirty="0">
                <a:latin typeface="Arial MT"/>
                <a:cs typeface="Arial MT"/>
              </a:rPr>
              <a:t>Three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AXI-</a:t>
            </a:r>
            <a:r>
              <a:rPr sz="2000" dirty="0">
                <a:latin typeface="Arial MT"/>
                <a:cs typeface="Arial MT"/>
              </a:rPr>
              <a:t>buses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Cortex-</a:t>
            </a:r>
            <a:r>
              <a:rPr sz="2000" spc="-25" dirty="0">
                <a:latin typeface="Arial MT"/>
                <a:cs typeface="Arial MT"/>
              </a:rPr>
              <a:t>A9</a:t>
            </a:r>
            <a:endParaRPr sz="2000" dirty="0">
              <a:latin typeface="Arial MT"/>
              <a:cs typeface="Arial MT"/>
            </a:endParaRPr>
          </a:p>
          <a:p>
            <a:pPr marL="734695" lvl="1" indent="-278130">
              <a:lnSpc>
                <a:spcPts val="1535"/>
              </a:lnSpc>
              <a:buClr>
                <a:srgbClr val="659A9A"/>
              </a:buClr>
              <a:buFont typeface="Wingdings"/>
              <a:buChar char=""/>
              <a:tabLst>
                <a:tab pos="734695" algn="l"/>
              </a:tabLst>
            </a:pPr>
            <a:r>
              <a:rPr sz="1600" dirty="0">
                <a:latin typeface="Arial MT"/>
                <a:cs typeface="Arial MT"/>
              </a:rPr>
              <a:t>ACP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port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provides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coherent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access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L1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lang="en-US" sz="1600" spc="-15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L2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caches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through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Snoop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Control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Unit</a:t>
            </a:r>
            <a:endParaRPr sz="1600" dirty="0">
              <a:latin typeface="Arial MT"/>
              <a:cs typeface="Arial MT"/>
            </a:endParaRPr>
          </a:p>
          <a:p>
            <a:pPr marL="734695" lvl="1" indent="-278130">
              <a:lnSpc>
                <a:spcPts val="1730"/>
              </a:lnSpc>
              <a:buClr>
                <a:srgbClr val="659A9A"/>
              </a:buClr>
              <a:buFont typeface="Wingdings"/>
              <a:buChar char=""/>
              <a:tabLst>
                <a:tab pos="734695" algn="l"/>
              </a:tabLst>
            </a:pPr>
            <a:r>
              <a:rPr sz="1600" spc="-35" dirty="0">
                <a:latin typeface="Arial MT"/>
                <a:cs typeface="Arial MT"/>
              </a:rPr>
              <a:t>Two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AXI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masters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off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L2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cache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provide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8GB/s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500Mhz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access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SoC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bus</a:t>
            </a:r>
            <a:endParaRPr sz="1600" dirty="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B25F188-5177-2E31-60C9-F1621A82D14C}"/>
                  </a:ext>
                </a:extLst>
              </p14:cNvPr>
              <p14:cNvContentPartPr/>
              <p14:nvPr/>
            </p14:nvContentPartPr>
            <p14:xfrm>
              <a:off x="1741680" y="261360"/>
              <a:ext cx="5787720" cy="55252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B25F188-5177-2E31-60C9-F1621A82D14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732320" y="252000"/>
                <a:ext cx="5806440" cy="554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58467" y="152145"/>
            <a:ext cx="10160" cy="1524000"/>
          </a:xfrm>
          <a:custGeom>
            <a:avLst/>
            <a:gdLst/>
            <a:ahLst/>
            <a:cxnLst/>
            <a:rect l="l" t="t" r="r" b="b"/>
            <a:pathLst>
              <a:path w="10159" h="1524000">
                <a:moveTo>
                  <a:pt x="9905" y="1524000"/>
                </a:moveTo>
                <a:lnTo>
                  <a:pt x="9905" y="0"/>
                </a:lnTo>
                <a:lnTo>
                  <a:pt x="0" y="0"/>
                </a:lnTo>
                <a:lnTo>
                  <a:pt x="0" y="1524000"/>
                </a:lnTo>
                <a:lnTo>
                  <a:pt x="9905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527" y="152146"/>
            <a:ext cx="120396" cy="1203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1941" y="152146"/>
            <a:ext cx="118872" cy="1203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0343" y="152146"/>
            <a:ext cx="113538" cy="1203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53527" y="320548"/>
            <a:ext cx="120396" cy="1150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1941" y="320548"/>
            <a:ext cx="118872" cy="1150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90343" y="320548"/>
            <a:ext cx="113538" cy="1150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57970" y="320548"/>
            <a:ext cx="109727" cy="11506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53527" y="488187"/>
            <a:ext cx="120396" cy="10972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21941" y="488187"/>
            <a:ext cx="118872" cy="1097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90343" y="488187"/>
            <a:ext cx="113538" cy="1097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57970" y="488187"/>
            <a:ext cx="109727" cy="10972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153527" y="656590"/>
            <a:ext cx="120396" cy="1196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826372" y="488187"/>
            <a:ext cx="119633" cy="10972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21941" y="656590"/>
            <a:ext cx="118872" cy="11963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490343" y="656590"/>
            <a:ext cx="113538" cy="11963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657970" y="656590"/>
            <a:ext cx="109727" cy="11963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153527" y="824230"/>
            <a:ext cx="120396" cy="11963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321941" y="824230"/>
            <a:ext cx="118872" cy="11963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490343" y="824230"/>
            <a:ext cx="113538" cy="11963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657970" y="824230"/>
            <a:ext cx="109727" cy="11963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826372" y="824230"/>
            <a:ext cx="119633" cy="11963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53527" y="991869"/>
            <a:ext cx="120396" cy="11887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490343" y="991869"/>
            <a:ext cx="113538" cy="11887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321941" y="991869"/>
            <a:ext cx="118872" cy="11887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657970" y="991869"/>
            <a:ext cx="109727" cy="11887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153527" y="1160272"/>
            <a:ext cx="120396" cy="11201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490343" y="1160272"/>
            <a:ext cx="113538" cy="11201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321941" y="1160272"/>
            <a:ext cx="118872" cy="11201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321941" y="1327912"/>
            <a:ext cx="118872" cy="11963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657970" y="1160272"/>
            <a:ext cx="109727" cy="11201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657970" y="1327912"/>
            <a:ext cx="109727" cy="119634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4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Tilera</a:t>
            </a:r>
            <a:r>
              <a:rPr spc="-80" dirty="0"/>
              <a:t> </a:t>
            </a:r>
            <a:r>
              <a:rPr dirty="0"/>
              <a:t>Gx</a:t>
            </a:r>
            <a:r>
              <a:rPr spc="-8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5" name="object 3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25157" y="943863"/>
            <a:ext cx="7965186" cy="5437632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C937CDA0-ED07-473F-A972-8CFB992AD74F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38" name="object 38"/>
          <p:cNvSpPr txBox="1"/>
          <p:nvPr/>
        </p:nvSpPr>
        <p:spPr>
          <a:xfrm>
            <a:off x="8439437" y="6289409"/>
            <a:ext cx="16764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latin typeface="Arial MT"/>
                <a:cs typeface="Arial MT"/>
              </a:rPr>
              <a:t>11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BC3288-4791-3D95-5B44-F2F7566C2259}"/>
              </a:ext>
            </a:extLst>
          </p:cNvPr>
          <p:cNvSpPr txBox="1"/>
          <p:nvPr/>
        </p:nvSpPr>
        <p:spPr>
          <a:xfrm>
            <a:off x="898386" y="6457048"/>
            <a:ext cx="7255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34"/>
              </a:rPr>
              <a:t>https://www.pcmag.com/encyclopedia/term/tile-gx</a:t>
            </a:r>
            <a:r>
              <a:rPr lang="en-US" sz="1400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8FFFB7F-D0BD-F608-6D28-E7290E112954}"/>
                  </a:ext>
                </a:extLst>
              </p14:cNvPr>
              <p14:cNvContentPartPr/>
              <p14:nvPr/>
            </p14:nvContentPartPr>
            <p14:xfrm>
              <a:off x="7191000" y="2908080"/>
              <a:ext cx="1667880" cy="22910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8FFFB7F-D0BD-F608-6D28-E7290E11295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81640" y="2898720"/>
                <a:ext cx="1686600" cy="230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905000"/>
            <a:ext cx="692329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272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Cache</a:t>
            </a:r>
            <a:r>
              <a:rPr sz="4800" spc="-135" dirty="0"/>
              <a:t> </a:t>
            </a:r>
            <a:r>
              <a:rPr sz="4800" spc="-10" dirty="0"/>
              <a:t>Coherency</a:t>
            </a:r>
            <a:endParaRPr sz="4800" dirty="0"/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713549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Caches</a:t>
            </a:r>
            <a:r>
              <a:rPr spc="-100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dirty="0"/>
              <a:t>Cache</a:t>
            </a:r>
            <a:r>
              <a:rPr spc="-100" dirty="0"/>
              <a:t> </a:t>
            </a:r>
            <a:r>
              <a:rPr spc="-10" dirty="0"/>
              <a:t>Coherence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447800"/>
            <a:ext cx="8011795" cy="407733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dirty="0">
                <a:latin typeface="Arial MT"/>
                <a:cs typeface="Arial MT"/>
              </a:rPr>
              <a:t>Caches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play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key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role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all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cases</a:t>
            </a:r>
            <a:endParaRPr sz="2600" dirty="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dirty="0">
                <a:latin typeface="Arial MT"/>
                <a:cs typeface="Arial MT"/>
              </a:rPr>
              <a:t>Reduce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average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access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time</a:t>
            </a:r>
            <a:endParaRPr sz="2200" dirty="0">
              <a:latin typeface="Arial MT"/>
              <a:cs typeface="Arial MT"/>
            </a:endParaRPr>
          </a:p>
          <a:p>
            <a:pPr marL="755650" marR="1481455" lvl="1" indent="-285750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650" algn="l"/>
              </a:tabLst>
            </a:pPr>
            <a:r>
              <a:rPr sz="2200" dirty="0">
                <a:latin typeface="Arial MT"/>
                <a:cs typeface="Arial MT"/>
              </a:rPr>
              <a:t>Reduce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bandwidth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demands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placed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shared interconnect</a:t>
            </a:r>
            <a:endParaRPr sz="22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dirty="0">
                <a:latin typeface="Arial MT"/>
                <a:cs typeface="Arial MT"/>
              </a:rPr>
              <a:t>But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private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processor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create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problem</a:t>
            </a:r>
            <a:endParaRPr sz="26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dirty="0">
                <a:latin typeface="Arial MT"/>
                <a:cs typeface="Arial MT"/>
              </a:rPr>
              <a:t>Copies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variable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present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multiple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caches</a:t>
            </a:r>
            <a:endParaRPr sz="22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become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visible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others</a:t>
            </a:r>
            <a:endParaRPr sz="2200" dirty="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459"/>
              </a:spcBef>
              <a:buClr>
                <a:srgbClr val="CCCC00"/>
              </a:buClr>
              <a:buSzPct val="68421"/>
              <a:buFont typeface="Wingdings"/>
              <a:buChar char=""/>
              <a:tabLst>
                <a:tab pos="1155065" algn="l"/>
              </a:tabLst>
            </a:pPr>
            <a:r>
              <a:rPr sz="1900" dirty="0">
                <a:latin typeface="Arial MT"/>
                <a:cs typeface="Arial MT"/>
              </a:rPr>
              <a:t>They’ll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keep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accessing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stale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value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their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caches</a:t>
            </a:r>
            <a:endParaRPr sz="19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2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i="1" dirty="0">
                <a:latin typeface="Arial"/>
                <a:cs typeface="Arial"/>
              </a:rPr>
              <a:t>Cache</a:t>
            </a:r>
            <a:r>
              <a:rPr sz="2200" i="1" spc="-9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coherence</a:t>
            </a:r>
            <a:r>
              <a:rPr sz="2200" i="1" spc="-80" dirty="0">
                <a:latin typeface="Arial"/>
                <a:cs typeface="Arial"/>
              </a:rPr>
              <a:t> </a:t>
            </a:r>
            <a:r>
              <a:rPr sz="2200" spc="-10" dirty="0">
                <a:latin typeface="Arial MT"/>
                <a:cs typeface="Arial MT"/>
              </a:rPr>
              <a:t>problem</a:t>
            </a:r>
            <a:endParaRPr sz="22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dirty="0">
                <a:latin typeface="Arial MT"/>
                <a:cs typeface="Arial MT"/>
              </a:rPr>
              <a:t>Need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take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actions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ensure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visibility</a:t>
            </a:r>
            <a:endParaRPr sz="2200" dirty="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097977-67BC-E81D-D92F-24ACB88B888C}"/>
                  </a:ext>
                </a:extLst>
              </p14:cNvPr>
              <p14:cNvContentPartPr/>
              <p14:nvPr/>
            </p14:nvContentPartPr>
            <p14:xfrm>
              <a:off x="1255680" y="1618200"/>
              <a:ext cx="7945560" cy="4134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097977-67BC-E81D-D92F-24ACB88B88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6320" y="1608840"/>
                <a:ext cx="7964280" cy="415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997" y="3526535"/>
            <a:ext cx="7899400" cy="201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13435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69354"/>
              <a:buFont typeface="Wingdings"/>
              <a:buChar char=""/>
              <a:tabLst>
                <a:tab pos="355600" algn="l"/>
              </a:tabLst>
            </a:pPr>
            <a:r>
              <a:rPr sz="3100" dirty="0">
                <a:latin typeface="Arial MT"/>
                <a:cs typeface="Arial MT"/>
              </a:rPr>
              <a:t>A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cache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memory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is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used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reduce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the </a:t>
            </a:r>
            <a:r>
              <a:rPr sz="3100" dirty="0">
                <a:latin typeface="Arial MT"/>
                <a:cs typeface="Arial MT"/>
              </a:rPr>
              <a:t>access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time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memory</a:t>
            </a:r>
            <a:endParaRPr sz="31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45"/>
              </a:spcBef>
              <a:buClr>
                <a:srgbClr val="330065"/>
              </a:buClr>
              <a:buSzPct val="69354"/>
              <a:buFont typeface="Wingdings"/>
              <a:buChar char=""/>
              <a:tabLst>
                <a:tab pos="355600" algn="l"/>
              </a:tabLst>
            </a:pPr>
            <a:r>
              <a:rPr sz="3100" dirty="0">
                <a:latin typeface="Arial MT"/>
                <a:cs typeface="Arial MT"/>
              </a:rPr>
              <a:t>Cache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misses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can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occur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since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cache</a:t>
            </a:r>
            <a:r>
              <a:rPr sz="3100" spc="-25" dirty="0">
                <a:latin typeface="Arial MT"/>
                <a:cs typeface="Arial MT"/>
              </a:rPr>
              <a:t> is </a:t>
            </a:r>
            <a:r>
              <a:rPr sz="3100" dirty="0">
                <a:latin typeface="Arial MT"/>
                <a:cs typeface="Arial MT"/>
              </a:rPr>
              <a:t>much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smaller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than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memory</a:t>
            </a:r>
            <a:endParaRPr sz="3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00289" y="1892554"/>
            <a:ext cx="1550035" cy="1397000"/>
            <a:chOff x="1200289" y="1892554"/>
            <a:chExt cx="1550035" cy="1397000"/>
          </a:xfrm>
        </p:grpSpPr>
        <p:sp>
          <p:nvSpPr>
            <p:cNvPr id="5" name="object 5"/>
            <p:cNvSpPr/>
            <p:nvPr/>
          </p:nvSpPr>
          <p:spPr>
            <a:xfrm>
              <a:off x="1213243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0289" y="1892554"/>
              <a:ext cx="1550035" cy="1397000"/>
            </a:xfrm>
            <a:custGeom>
              <a:avLst/>
              <a:gdLst/>
              <a:ahLst/>
              <a:cxnLst/>
              <a:rect l="l" t="t" r="r" b="b"/>
              <a:pathLst>
                <a:path w="1550035" h="1397000">
                  <a:moveTo>
                    <a:pt x="1549908" y="1396746"/>
                  </a:moveTo>
                  <a:lnTo>
                    <a:pt x="1549908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4" y="25146"/>
                  </a:lnTo>
                  <a:lnTo>
                    <a:pt x="25907" y="12192"/>
                  </a:lnTo>
                  <a:lnTo>
                    <a:pt x="25907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4" y="25145"/>
                  </a:lnTo>
                  <a:lnTo>
                    <a:pt x="1536954" y="1396746"/>
                  </a:lnTo>
                  <a:lnTo>
                    <a:pt x="1549908" y="1396746"/>
                  </a:lnTo>
                  <a:close/>
                </a:path>
                <a:path w="1550035" h="1397000">
                  <a:moveTo>
                    <a:pt x="25907" y="25146"/>
                  </a:moveTo>
                  <a:lnTo>
                    <a:pt x="25907" y="12192"/>
                  </a:lnTo>
                  <a:lnTo>
                    <a:pt x="12954" y="25146"/>
                  </a:lnTo>
                  <a:lnTo>
                    <a:pt x="25907" y="25146"/>
                  </a:lnTo>
                  <a:close/>
                </a:path>
                <a:path w="1550035" h="1397000">
                  <a:moveTo>
                    <a:pt x="25908" y="1371600"/>
                  </a:moveTo>
                  <a:lnTo>
                    <a:pt x="25907" y="25146"/>
                  </a:lnTo>
                  <a:lnTo>
                    <a:pt x="12954" y="25146"/>
                  </a:lnTo>
                  <a:lnTo>
                    <a:pt x="12954" y="1371600"/>
                  </a:lnTo>
                  <a:lnTo>
                    <a:pt x="25908" y="1371600"/>
                  </a:lnTo>
                  <a:close/>
                </a:path>
                <a:path w="1550035" h="1397000">
                  <a:moveTo>
                    <a:pt x="1536954" y="1371600"/>
                  </a:moveTo>
                  <a:lnTo>
                    <a:pt x="12954" y="1371600"/>
                  </a:lnTo>
                  <a:lnTo>
                    <a:pt x="25908" y="1383792"/>
                  </a:lnTo>
                  <a:lnTo>
                    <a:pt x="25908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4" y="1371600"/>
                  </a:lnTo>
                  <a:close/>
                </a:path>
                <a:path w="1550035" h="1397000">
                  <a:moveTo>
                    <a:pt x="25908" y="1396746"/>
                  </a:moveTo>
                  <a:lnTo>
                    <a:pt x="25908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908" y="1396746"/>
                  </a:lnTo>
                  <a:close/>
                </a:path>
                <a:path w="1550035" h="1397000">
                  <a:moveTo>
                    <a:pt x="1536954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4" y="25145"/>
                  </a:lnTo>
                  <a:close/>
                </a:path>
                <a:path w="1550035" h="1397000">
                  <a:moveTo>
                    <a:pt x="1536954" y="1371600"/>
                  </a:moveTo>
                  <a:lnTo>
                    <a:pt x="1536954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4" y="1371600"/>
                  </a:lnTo>
                  <a:close/>
                </a:path>
                <a:path w="1550035" h="1397000">
                  <a:moveTo>
                    <a:pt x="1536954" y="1396746"/>
                  </a:moveTo>
                  <a:lnTo>
                    <a:pt x="1536954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4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49889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14889" y="2035048"/>
            <a:ext cx="1245235" cy="1122680"/>
            <a:chOff x="3714889" y="2035048"/>
            <a:chExt cx="1245235" cy="1122680"/>
          </a:xfrm>
        </p:grpSpPr>
        <p:sp>
          <p:nvSpPr>
            <p:cNvPr id="9" name="object 9"/>
            <p:cNvSpPr/>
            <p:nvPr/>
          </p:nvSpPr>
          <p:spPr>
            <a:xfrm>
              <a:off x="3727843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14889" y="2035048"/>
              <a:ext cx="1245235" cy="1122680"/>
            </a:xfrm>
            <a:custGeom>
              <a:avLst/>
              <a:gdLst/>
              <a:ahLst/>
              <a:cxnLst/>
              <a:rect l="l" t="t" r="r" b="b"/>
              <a:pathLst>
                <a:path w="1245235" h="1122680">
                  <a:moveTo>
                    <a:pt x="1245108" y="1122426"/>
                  </a:moveTo>
                  <a:lnTo>
                    <a:pt x="1245108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907" y="12953"/>
                  </a:lnTo>
                  <a:lnTo>
                    <a:pt x="25907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5108" y="1122426"/>
                  </a:lnTo>
                  <a:close/>
                </a:path>
                <a:path w="1245235" h="1122680">
                  <a:moveTo>
                    <a:pt x="25907" y="25907"/>
                  </a:moveTo>
                  <a:lnTo>
                    <a:pt x="25907" y="12953"/>
                  </a:lnTo>
                  <a:lnTo>
                    <a:pt x="12953" y="25907"/>
                  </a:lnTo>
                  <a:lnTo>
                    <a:pt x="25907" y="25907"/>
                  </a:lnTo>
                  <a:close/>
                </a:path>
                <a:path w="1245235" h="1122680">
                  <a:moveTo>
                    <a:pt x="25907" y="1097279"/>
                  </a:moveTo>
                  <a:lnTo>
                    <a:pt x="25907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907" y="1097279"/>
                  </a:lnTo>
                  <a:close/>
                </a:path>
                <a:path w="1245235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907" y="1110234"/>
                  </a:lnTo>
                  <a:lnTo>
                    <a:pt x="25907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5235" h="1122680">
                  <a:moveTo>
                    <a:pt x="25907" y="1122426"/>
                  </a:moveTo>
                  <a:lnTo>
                    <a:pt x="25907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907" y="1122426"/>
                  </a:lnTo>
                  <a:close/>
                </a:path>
                <a:path w="1245235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5235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5235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37641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24677" y="1740154"/>
            <a:ext cx="1397635" cy="1701800"/>
            <a:chOff x="5924677" y="1740154"/>
            <a:chExt cx="1397635" cy="1701800"/>
          </a:xfrm>
        </p:grpSpPr>
        <p:sp>
          <p:nvSpPr>
            <p:cNvPr id="13" name="object 13"/>
            <p:cNvSpPr/>
            <p:nvPr/>
          </p:nvSpPr>
          <p:spPr>
            <a:xfrm>
              <a:off x="5937643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400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600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24677" y="1740154"/>
              <a:ext cx="1397635" cy="1701800"/>
            </a:xfrm>
            <a:custGeom>
              <a:avLst/>
              <a:gdLst/>
              <a:ahLst/>
              <a:cxnLst/>
              <a:rect l="l" t="t" r="r" b="b"/>
              <a:pathLst>
                <a:path w="1397634" h="1701800">
                  <a:moveTo>
                    <a:pt x="1397507" y="1701545"/>
                  </a:moveTo>
                  <a:lnTo>
                    <a:pt x="1397507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66" y="1701545"/>
                  </a:lnTo>
                  <a:lnTo>
                    <a:pt x="12966" y="25145"/>
                  </a:lnTo>
                  <a:lnTo>
                    <a:pt x="25907" y="12191"/>
                  </a:lnTo>
                  <a:lnTo>
                    <a:pt x="25907" y="25145"/>
                  </a:lnTo>
                  <a:lnTo>
                    <a:pt x="1371600" y="25145"/>
                  </a:lnTo>
                  <a:lnTo>
                    <a:pt x="1371600" y="12191"/>
                  </a:lnTo>
                  <a:lnTo>
                    <a:pt x="1384566" y="25145"/>
                  </a:lnTo>
                  <a:lnTo>
                    <a:pt x="1384566" y="1701545"/>
                  </a:lnTo>
                  <a:lnTo>
                    <a:pt x="1397507" y="1701545"/>
                  </a:lnTo>
                  <a:close/>
                </a:path>
                <a:path w="1397634" h="1701800">
                  <a:moveTo>
                    <a:pt x="25907" y="25145"/>
                  </a:moveTo>
                  <a:lnTo>
                    <a:pt x="25907" y="12191"/>
                  </a:lnTo>
                  <a:lnTo>
                    <a:pt x="12966" y="25145"/>
                  </a:lnTo>
                  <a:lnTo>
                    <a:pt x="25907" y="25145"/>
                  </a:lnTo>
                  <a:close/>
                </a:path>
                <a:path w="1397634" h="1701800">
                  <a:moveTo>
                    <a:pt x="25907" y="1676399"/>
                  </a:moveTo>
                  <a:lnTo>
                    <a:pt x="25907" y="25145"/>
                  </a:lnTo>
                  <a:lnTo>
                    <a:pt x="12966" y="25145"/>
                  </a:lnTo>
                  <a:lnTo>
                    <a:pt x="12966" y="1676399"/>
                  </a:lnTo>
                  <a:lnTo>
                    <a:pt x="25907" y="1676399"/>
                  </a:lnTo>
                  <a:close/>
                </a:path>
                <a:path w="1397634" h="1701800">
                  <a:moveTo>
                    <a:pt x="1384566" y="1676399"/>
                  </a:moveTo>
                  <a:lnTo>
                    <a:pt x="12966" y="1676399"/>
                  </a:lnTo>
                  <a:lnTo>
                    <a:pt x="25907" y="1688591"/>
                  </a:lnTo>
                  <a:lnTo>
                    <a:pt x="25907" y="1701545"/>
                  </a:lnTo>
                  <a:lnTo>
                    <a:pt x="1371600" y="1701545"/>
                  </a:lnTo>
                  <a:lnTo>
                    <a:pt x="1371600" y="1688591"/>
                  </a:lnTo>
                  <a:lnTo>
                    <a:pt x="1384566" y="1676399"/>
                  </a:lnTo>
                  <a:close/>
                </a:path>
                <a:path w="1397634" h="1701800">
                  <a:moveTo>
                    <a:pt x="25907" y="1701545"/>
                  </a:moveTo>
                  <a:lnTo>
                    <a:pt x="25907" y="1688591"/>
                  </a:lnTo>
                  <a:lnTo>
                    <a:pt x="12966" y="1676399"/>
                  </a:lnTo>
                  <a:lnTo>
                    <a:pt x="12966" y="1701545"/>
                  </a:lnTo>
                  <a:lnTo>
                    <a:pt x="25907" y="1701545"/>
                  </a:lnTo>
                  <a:close/>
                </a:path>
                <a:path w="1397634" h="1701800">
                  <a:moveTo>
                    <a:pt x="1384566" y="25145"/>
                  </a:moveTo>
                  <a:lnTo>
                    <a:pt x="1371600" y="12191"/>
                  </a:lnTo>
                  <a:lnTo>
                    <a:pt x="1371600" y="25145"/>
                  </a:lnTo>
                  <a:lnTo>
                    <a:pt x="1384566" y="25145"/>
                  </a:lnTo>
                  <a:close/>
                </a:path>
                <a:path w="1397634" h="1701800">
                  <a:moveTo>
                    <a:pt x="1384566" y="1676399"/>
                  </a:moveTo>
                  <a:lnTo>
                    <a:pt x="1384566" y="25145"/>
                  </a:lnTo>
                  <a:lnTo>
                    <a:pt x="1371600" y="25145"/>
                  </a:lnTo>
                  <a:lnTo>
                    <a:pt x="1371600" y="1676399"/>
                  </a:lnTo>
                  <a:lnTo>
                    <a:pt x="1384566" y="1676399"/>
                  </a:lnTo>
                  <a:close/>
                </a:path>
                <a:path w="1397634" h="1701800">
                  <a:moveTo>
                    <a:pt x="1384566" y="1701545"/>
                  </a:moveTo>
                  <a:lnTo>
                    <a:pt x="1384566" y="1676399"/>
                  </a:lnTo>
                  <a:lnTo>
                    <a:pt x="1371600" y="1688591"/>
                  </a:lnTo>
                  <a:lnTo>
                    <a:pt x="1371600" y="1701545"/>
                  </a:lnTo>
                  <a:lnTo>
                    <a:pt x="1384566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97871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50197" y="2553207"/>
            <a:ext cx="3175000" cy="81915"/>
          </a:xfrm>
          <a:custGeom>
            <a:avLst/>
            <a:gdLst/>
            <a:ahLst/>
            <a:cxnLst/>
            <a:rect l="l" t="t" r="r" b="b"/>
            <a:pathLst>
              <a:path w="3175000" h="81914">
                <a:moveTo>
                  <a:pt x="964692" y="44208"/>
                </a:moveTo>
                <a:lnTo>
                  <a:pt x="889254" y="5346"/>
                </a:lnTo>
                <a:lnTo>
                  <a:pt x="888987" y="31153"/>
                </a:lnTo>
                <a:lnTo>
                  <a:pt x="76200" y="25247"/>
                </a:lnTo>
                <a:lnTo>
                  <a:pt x="75946" y="25247"/>
                </a:lnTo>
                <a:lnTo>
                  <a:pt x="76200" y="12"/>
                </a:lnTo>
                <a:lnTo>
                  <a:pt x="0" y="37350"/>
                </a:lnTo>
                <a:lnTo>
                  <a:pt x="63246" y="69926"/>
                </a:lnTo>
                <a:lnTo>
                  <a:pt x="75438" y="76212"/>
                </a:lnTo>
                <a:lnTo>
                  <a:pt x="75679" y="51142"/>
                </a:lnTo>
                <a:lnTo>
                  <a:pt x="888492" y="56311"/>
                </a:lnTo>
                <a:lnTo>
                  <a:pt x="888733" y="56311"/>
                </a:lnTo>
                <a:lnTo>
                  <a:pt x="888492" y="81546"/>
                </a:lnTo>
                <a:lnTo>
                  <a:pt x="901446" y="75196"/>
                </a:lnTo>
                <a:lnTo>
                  <a:pt x="964692" y="44208"/>
                </a:lnTo>
                <a:close/>
              </a:path>
              <a:path w="3175000" h="81914">
                <a:moveTo>
                  <a:pt x="3174492" y="37338"/>
                </a:moveTo>
                <a:lnTo>
                  <a:pt x="3099054" y="381"/>
                </a:lnTo>
                <a:lnTo>
                  <a:pt x="3098800" y="254"/>
                </a:lnTo>
                <a:lnTo>
                  <a:pt x="3098533" y="127"/>
                </a:lnTo>
                <a:lnTo>
                  <a:pt x="3098292" y="0"/>
                </a:lnTo>
                <a:lnTo>
                  <a:pt x="3098533" y="25247"/>
                </a:lnTo>
                <a:lnTo>
                  <a:pt x="2286000" y="31153"/>
                </a:lnTo>
                <a:lnTo>
                  <a:pt x="2285492" y="31153"/>
                </a:lnTo>
                <a:lnTo>
                  <a:pt x="2285238" y="5334"/>
                </a:lnTo>
                <a:lnTo>
                  <a:pt x="2209800" y="44196"/>
                </a:lnTo>
                <a:lnTo>
                  <a:pt x="2273046" y="75196"/>
                </a:lnTo>
                <a:lnTo>
                  <a:pt x="2285238" y="81165"/>
                </a:lnTo>
                <a:lnTo>
                  <a:pt x="2285492" y="81292"/>
                </a:lnTo>
                <a:lnTo>
                  <a:pt x="2285746" y="81419"/>
                </a:lnTo>
                <a:lnTo>
                  <a:pt x="2286000" y="81534"/>
                </a:lnTo>
                <a:lnTo>
                  <a:pt x="2285746" y="56311"/>
                </a:lnTo>
                <a:lnTo>
                  <a:pt x="3098292" y="51142"/>
                </a:lnTo>
                <a:lnTo>
                  <a:pt x="3098800" y="51142"/>
                </a:lnTo>
                <a:lnTo>
                  <a:pt x="3099054" y="76200"/>
                </a:lnTo>
                <a:lnTo>
                  <a:pt x="3111246" y="69926"/>
                </a:lnTo>
                <a:lnTo>
                  <a:pt x="3174492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997" y="3526535"/>
            <a:ext cx="7551420" cy="2482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26695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69354"/>
              <a:buFont typeface="Wingdings"/>
              <a:buChar char=""/>
              <a:tabLst>
                <a:tab pos="355600" algn="l"/>
              </a:tabLst>
            </a:pP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decision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which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parts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1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memory </a:t>
            </a:r>
            <a:r>
              <a:rPr sz="3100" dirty="0">
                <a:latin typeface="Arial MT"/>
                <a:cs typeface="Arial MT"/>
              </a:rPr>
              <a:t>reside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in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cache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is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taken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by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a </a:t>
            </a:r>
            <a:r>
              <a:rPr sz="3100" spc="-25" dirty="0">
                <a:latin typeface="Arial MT"/>
                <a:cs typeface="Arial MT"/>
              </a:rPr>
              <a:t>replacement-</a:t>
            </a:r>
            <a:r>
              <a:rPr sz="3100" spc="-10" dirty="0">
                <a:latin typeface="Arial MT"/>
                <a:cs typeface="Arial MT"/>
              </a:rPr>
              <a:t>algorithm</a:t>
            </a:r>
            <a:endParaRPr sz="31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45"/>
              </a:spcBef>
              <a:buClr>
                <a:srgbClr val="330065"/>
              </a:buClr>
              <a:buSzPct val="69354"/>
              <a:buFont typeface="Wingdings"/>
              <a:buChar char=""/>
              <a:tabLst>
                <a:tab pos="355600" algn="l"/>
              </a:tabLst>
            </a:pPr>
            <a:r>
              <a:rPr sz="3100" dirty="0">
                <a:latin typeface="Arial MT"/>
                <a:cs typeface="Arial MT"/>
              </a:rPr>
              <a:t>There</a:t>
            </a:r>
            <a:r>
              <a:rPr sz="3100" spc="-4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are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different</a:t>
            </a:r>
            <a:r>
              <a:rPr sz="3100" spc="-4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protocols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for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write </a:t>
            </a:r>
            <a:r>
              <a:rPr sz="3100" dirty="0">
                <a:latin typeface="Arial MT"/>
                <a:cs typeface="Arial MT"/>
              </a:rPr>
              <a:t>operation: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i="1" dirty="0">
                <a:latin typeface="Arial"/>
                <a:cs typeface="Arial"/>
              </a:rPr>
              <a:t>Write-Back</a:t>
            </a:r>
            <a:r>
              <a:rPr sz="3100" i="1" spc="-65" dirty="0">
                <a:latin typeface="Arial"/>
                <a:cs typeface="Arial"/>
              </a:rPr>
              <a:t> </a:t>
            </a:r>
            <a:r>
              <a:rPr sz="3100" dirty="0">
                <a:latin typeface="Arial MT"/>
                <a:cs typeface="Arial MT"/>
              </a:rPr>
              <a:t>and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i="1" dirty="0">
                <a:latin typeface="Arial"/>
                <a:cs typeface="Arial"/>
              </a:rPr>
              <a:t>Write-</a:t>
            </a:r>
            <a:r>
              <a:rPr sz="3100" i="1" spc="-10" dirty="0">
                <a:latin typeface="Arial"/>
                <a:cs typeface="Arial"/>
              </a:rPr>
              <a:t>Through</a:t>
            </a:r>
            <a:endParaRPr sz="3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00289" y="1892554"/>
            <a:ext cx="1550035" cy="1397000"/>
            <a:chOff x="1200289" y="1892554"/>
            <a:chExt cx="1550035" cy="1397000"/>
          </a:xfrm>
        </p:grpSpPr>
        <p:sp>
          <p:nvSpPr>
            <p:cNvPr id="5" name="object 5"/>
            <p:cNvSpPr/>
            <p:nvPr/>
          </p:nvSpPr>
          <p:spPr>
            <a:xfrm>
              <a:off x="1213243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0289" y="1892554"/>
              <a:ext cx="1550035" cy="1397000"/>
            </a:xfrm>
            <a:custGeom>
              <a:avLst/>
              <a:gdLst/>
              <a:ahLst/>
              <a:cxnLst/>
              <a:rect l="l" t="t" r="r" b="b"/>
              <a:pathLst>
                <a:path w="1550035" h="1397000">
                  <a:moveTo>
                    <a:pt x="1549908" y="1396746"/>
                  </a:moveTo>
                  <a:lnTo>
                    <a:pt x="1549908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4" y="25146"/>
                  </a:lnTo>
                  <a:lnTo>
                    <a:pt x="25907" y="12192"/>
                  </a:lnTo>
                  <a:lnTo>
                    <a:pt x="25907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4" y="25145"/>
                  </a:lnTo>
                  <a:lnTo>
                    <a:pt x="1536954" y="1396746"/>
                  </a:lnTo>
                  <a:lnTo>
                    <a:pt x="1549908" y="1396746"/>
                  </a:lnTo>
                  <a:close/>
                </a:path>
                <a:path w="1550035" h="1397000">
                  <a:moveTo>
                    <a:pt x="25907" y="25146"/>
                  </a:moveTo>
                  <a:lnTo>
                    <a:pt x="25907" y="12192"/>
                  </a:lnTo>
                  <a:lnTo>
                    <a:pt x="12954" y="25146"/>
                  </a:lnTo>
                  <a:lnTo>
                    <a:pt x="25907" y="25146"/>
                  </a:lnTo>
                  <a:close/>
                </a:path>
                <a:path w="1550035" h="1397000">
                  <a:moveTo>
                    <a:pt x="25908" y="1371600"/>
                  </a:moveTo>
                  <a:lnTo>
                    <a:pt x="25907" y="25146"/>
                  </a:lnTo>
                  <a:lnTo>
                    <a:pt x="12954" y="25146"/>
                  </a:lnTo>
                  <a:lnTo>
                    <a:pt x="12954" y="1371600"/>
                  </a:lnTo>
                  <a:lnTo>
                    <a:pt x="25908" y="1371600"/>
                  </a:lnTo>
                  <a:close/>
                </a:path>
                <a:path w="1550035" h="1397000">
                  <a:moveTo>
                    <a:pt x="1536954" y="1371600"/>
                  </a:moveTo>
                  <a:lnTo>
                    <a:pt x="12954" y="1371600"/>
                  </a:lnTo>
                  <a:lnTo>
                    <a:pt x="25908" y="1383792"/>
                  </a:lnTo>
                  <a:lnTo>
                    <a:pt x="25908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4" y="1371600"/>
                  </a:lnTo>
                  <a:close/>
                </a:path>
                <a:path w="1550035" h="1397000">
                  <a:moveTo>
                    <a:pt x="25908" y="1396746"/>
                  </a:moveTo>
                  <a:lnTo>
                    <a:pt x="25908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908" y="1396746"/>
                  </a:lnTo>
                  <a:close/>
                </a:path>
                <a:path w="1550035" h="1397000">
                  <a:moveTo>
                    <a:pt x="1536954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4" y="25145"/>
                  </a:lnTo>
                  <a:close/>
                </a:path>
                <a:path w="1550035" h="1397000">
                  <a:moveTo>
                    <a:pt x="1536954" y="1371600"/>
                  </a:moveTo>
                  <a:lnTo>
                    <a:pt x="1536954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4" y="1371600"/>
                  </a:lnTo>
                  <a:close/>
                </a:path>
                <a:path w="1550035" h="1397000">
                  <a:moveTo>
                    <a:pt x="1536954" y="1396746"/>
                  </a:moveTo>
                  <a:lnTo>
                    <a:pt x="1536954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4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49889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14889" y="2035048"/>
            <a:ext cx="1245235" cy="1122680"/>
            <a:chOff x="3714889" y="2035048"/>
            <a:chExt cx="1245235" cy="1122680"/>
          </a:xfrm>
        </p:grpSpPr>
        <p:sp>
          <p:nvSpPr>
            <p:cNvPr id="9" name="object 9"/>
            <p:cNvSpPr/>
            <p:nvPr/>
          </p:nvSpPr>
          <p:spPr>
            <a:xfrm>
              <a:off x="3727843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14889" y="2035048"/>
              <a:ext cx="1245235" cy="1122680"/>
            </a:xfrm>
            <a:custGeom>
              <a:avLst/>
              <a:gdLst/>
              <a:ahLst/>
              <a:cxnLst/>
              <a:rect l="l" t="t" r="r" b="b"/>
              <a:pathLst>
                <a:path w="1245235" h="1122680">
                  <a:moveTo>
                    <a:pt x="1245108" y="1122426"/>
                  </a:moveTo>
                  <a:lnTo>
                    <a:pt x="1245108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907" y="12953"/>
                  </a:lnTo>
                  <a:lnTo>
                    <a:pt x="25907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5108" y="1122426"/>
                  </a:lnTo>
                  <a:close/>
                </a:path>
                <a:path w="1245235" h="1122680">
                  <a:moveTo>
                    <a:pt x="25907" y="25907"/>
                  </a:moveTo>
                  <a:lnTo>
                    <a:pt x="25907" y="12953"/>
                  </a:lnTo>
                  <a:lnTo>
                    <a:pt x="12953" y="25907"/>
                  </a:lnTo>
                  <a:lnTo>
                    <a:pt x="25907" y="25907"/>
                  </a:lnTo>
                  <a:close/>
                </a:path>
                <a:path w="1245235" h="1122680">
                  <a:moveTo>
                    <a:pt x="25907" y="1097279"/>
                  </a:moveTo>
                  <a:lnTo>
                    <a:pt x="25907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907" y="1097279"/>
                  </a:lnTo>
                  <a:close/>
                </a:path>
                <a:path w="1245235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907" y="1110234"/>
                  </a:lnTo>
                  <a:lnTo>
                    <a:pt x="25907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5235" h="1122680">
                  <a:moveTo>
                    <a:pt x="25907" y="1122426"/>
                  </a:moveTo>
                  <a:lnTo>
                    <a:pt x="25907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907" y="1122426"/>
                  </a:lnTo>
                  <a:close/>
                </a:path>
                <a:path w="1245235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5235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5235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37641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24677" y="1740154"/>
            <a:ext cx="1397635" cy="1701800"/>
            <a:chOff x="5924677" y="1740154"/>
            <a:chExt cx="1397635" cy="1701800"/>
          </a:xfrm>
        </p:grpSpPr>
        <p:sp>
          <p:nvSpPr>
            <p:cNvPr id="13" name="object 13"/>
            <p:cNvSpPr/>
            <p:nvPr/>
          </p:nvSpPr>
          <p:spPr>
            <a:xfrm>
              <a:off x="5937643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400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600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24677" y="1740154"/>
              <a:ext cx="1397635" cy="1701800"/>
            </a:xfrm>
            <a:custGeom>
              <a:avLst/>
              <a:gdLst/>
              <a:ahLst/>
              <a:cxnLst/>
              <a:rect l="l" t="t" r="r" b="b"/>
              <a:pathLst>
                <a:path w="1397634" h="1701800">
                  <a:moveTo>
                    <a:pt x="1397507" y="1701545"/>
                  </a:moveTo>
                  <a:lnTo>
                    <a:pt x="1397507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66" y="1701545"/>
                  </a:lnTo>
                  <a:lnTo>
                    <a:pt x="12966" y="25145"/>
                  </a:lnTo>
                  <a:lnTo>
                    <a:pt x="25907" y="12191"/>
                  </a:lnTo>
                  <a:lnTo>
                    <a:pt x="25907" y="25145"/>
                  </a:lnTo>
                  <a:lnTo>
                    <a:pt x="1371600" y="25145"/>
                  </a:lnTo>
                  <a:lnTo>
                    <a:pt x="1371600" y="12191"/>
                  </a:lnTo>
                  <a:lnTo>
                    <a:pt x="1384566" y="25145"/>
                  </a:lnTo>
                  <a:lnTo>
                    <a:pt x="1384566" y="1701545"/>
                  </a:lnTo>
                  <a:lnTo>
                    <a:pt x="1397507" y="1701545"/>
                  </a:lnTo>
                  <a:close/>
                </a:path>
                <a:path w="1397634" h="1701800">
                  <a:moveTo>
                    <a:pt x="25907" y="25145"/>
                  </a:moveTo>
                  <a:lnTo>
                    <a:pt x="25907" y="12191"/>
                  </a:lnTo>
                  <a:lnTo>
                    <a:pt x="12966" y="25145"/>
                  </a:lnTo>
                  <a:lnTo>
                    <a:pt x="25907" y="25145"/>
                  </a:lnTo>
                  <a:close/>
                </a:path>
                <a:path w="1397634" h="1701800">
                  <a:moveTo>
                    <a:pt x="25907" y="1676399"/>
                  </a:moveTo>
                  <a:lnTo>
                    <a:pt x="25907" y="25145"/>
                  </a:lnTo>
                  <a:lnTo>
                    <a:pt x="12966" y="25145"/>
                  </a:lnTo>
                  <a:lnTo>
                    <a:pt x="12966" y="1676399"/>
                  </a:lnTo>
                  <a:lnTo>
                    <a:pt x="25907" y="1676399"/>
                  </a:lnTo>
                  <a:close/>
                </a:path>
                <a:path w="1397634" h="1701800">
                  <a:moveTo>
                    <a:pt x="1384566" y="1676399"/>
                  </a:moveTo>
                  <a:lnTo>
                    <a:pt x="12966" y="1676399"/>
                  </a:lnTo>
                  <a:lnTo>
                    <a:pt x="25907" y="1688591"/>
                  </a:lnTo>
                  <a:lnTo>
                    <a:pt x="25907" y="1701545"/>
                  </a:lnTo>
                  <a:lnTo>
                    <a:pt x="1371600" y="1701545"/>
                  </a:lnTo>
                  <a:lnTo>
                    <a:pt x="1371600" y="1688591"/>
                  </a:lnTo>
                  <a:lnTo>
                    <a:pt x="1384566" y="1676399"/>
                  </a:lnTo>
                  <a:close/>
                </a:path>
                <a:path w="1397634" h="1701800">
                  <a:moveTo>
                    <a:pt x="25907" y="1701545"/>
                  </a:moveTo>
                  <a:lnTo>
                    <a:pt x="25907" y="1688591"/>
                  </a:lnTo>
                  <a:lnTo>
                    <a:pt x="12966" y="1676399"/>
                  </a:lnTo>
                  <a:lnTo>
                    <a:pt x="12966" y="1701545"/>
                  </a:lnTo>
                  <a:lnTo>
                    <a:pt x="25907" y="1701545"/>
                  </a:lnTo>
                  <a:close/>
                </a:path>
                <a:path w="1397634" h="1701800">
                  <a:moveTo>
                    <a:pt x="1384566" y="25145"/>
                  </a:moveTo>
                  <a:lnTo>
                    <a:pt x="1371600" y="12191"/>
                  </a:lnTo>
                  <a:lnTo>
                    <a:pt x="1371600" y="25145"/>
                  </a:lnTo>
                  <a:lnTo>
                    <a:pt x="1384566" y="25145"/>
                  </a:lnTo>
                  <a:close/>
                </a:path>
                <a:path w="1397634" h="1701800">
                  <a:moveTo>
                    <a:pt x="1384566" y="1676399"/>
                  </a:moveTo>
                  <a:lnTo>
                    <a:pt x="1384566" y="25145"/>
                  </a:lnTo>
                  <a:lnTo>
                    <a:pt x="1371600" y="25145"/>
                  </a:lnTo>
                  <a:lnTo>
                    <a:pt x="1371600" y="1676399"/>
                  </a:lnTo>
                  <a:lnTo>
                    <a:pt x="1384566" y="1676399"/>
                  </a:lnTo>
                  <a:close/>
                </a:path>
                <a:path w="1397634" h="1701800">
                  <a:moveTo>
                    <a:pt x="1384566" y="1701545"/>
                  </a:moveTo>
                  <a:lnTo>
                    <a:pt x="1384566" y="1676399"/>
                  </a:lnTo>
                  <a:lnTo>
                    <a:pt x="1371600" y="1688591"/>
                  </a:lnTo>
                  <a:lnTo>
                    <a:pt x="1371600" y="1701545"/>
                  </a:lnTo>
                  <a:lnTo>
                    <a:pt x="1384566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97871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50197" y="2553207"/>
            <a:ext cx="3175000" cy="81915"/>
          </a:xfrm>
          <a:custGeom>
            <a:avLst/>
            <a:gdLst/>
            <a:ahLst/>
            <a:cxnLst/>
            <a:rect l="l" t="t" r="r" b="b"/>
            <a:pathLst>
              <a:path w="3175000" h="81914">
                <a:moveTo>
                  <a:pt x="964692" y="44208"/>
                </a:moveTo>
                <a:lnTo>
                  <a:pt x="889254" y="5346"/>
                </a:lnTo>
                <a:lnTo>
                  <a:pt x="888987" y="31153"/>
                </a:lnTo>
                <a:lnTo>
                  <a:pt x="76200" y="25247"/>
                </a:lnTo>
                <a:lnTo>
                  <a:pt x="75946" y="25247"/>
                </a:lnTo>
                <a:lnTo>
                  <a:pt x="76200" y="12"/>
                </a:lnTo>
                <a:lnTo>
                  <a:pt x="0" y="37350"/>
                </a:lnTo>
                <a:lnTo>
                  <a:pt x="63246" y="69926"/>
                </a:lnTo>
                <a:lnTo>
                  <a:pt x="75438" y="76212"/>
                </a:lnTo>
                <a:lnTo>
                  <a:pt x="75679" y="51142"/>
                </a:lnTo>
                <a:lnTo>
                  <a:pt x="888492" y="56311"/>
                </a:lnTo>
                <a:lnTo>
                  <a:pt x="888733" y="56311"/>
                </a:lnTo>
                <a:lnTo>
                  <a:pt x="888492" y="81546"/>
                </a:lnTo>
                <a:lnTo>
                  <a:pt x="901446" y="75196"/>
                </a:lnTo>
                <a:lnTo>
                  <a:pt x="964692" y="44208"/>
                </a:lnTo>
                <a:close/>
              </a:path>
              <a:path w="3175000" h="81914">
                <a:moveTo>
                  <a:pt x="3174492" y="37338"/>
                </a:moveTo>
                <a:lnTo>
                  <a:pt x="3099054" y="381"/>
                </a:lnTo>
                <a:lnTo>
                  <a:pt x="3098800" y="254"/>
                </a:lnTo>
                <a:lnTo>
                  <a:pt x="3098533" y="127"/>
                </a:lnTo>
                <a:lnTo>
                  <a:pt x="3098292" y="0"/>
                </a:lnTo>
                <a:lnTo>
                  <a:pt x="3098533" y="25247"/>
                </a:lnTo>
                <a:lnTo>
                  <a:pt x="2286000" y="31153"/>
                </a:lnTo>
                <a:lnTo>
                  <a:pt x="2285492" y="31153"/>
                </a:lnTo>
                <a:lnTo>
                  <a:pt x="2285238" y="5334"/>
                </a:lnTo>
                <a:lnTo>
                  <a:pt x="2209800" y="44196"/>
                </a:lnTo>
                <a:lnTo>
                  <a:pt x="2273046" y="75196"/>
                </a:lnTo>
                <a:lnTo>
                  <a:pt x="2285238" y="81165"/>
                </a:lnTo>
                <a:lnTo>
                  <a:pt x="2285492" y="81292"/>
                </a:lnTo>
                <a:lnTo>
                  <a:pt x="2285746" y="81419"/>
                </a:lnTo>
                <a:lnTo>
                  <a:pt x="2286000" y="81534"/>
                </a:lnTo>
                <a:lnTo>
                  <a:pt x="2285746" y="56311"/>
                </a:lnTo>
                <a:lnTo>
                  <a:pt x="3098292" y="51142"/>
                </a:lnTo>
                <a:lnTo>
                  <a:pt x="3098800" y="51142"/>
                </a:lnTo>
                <a:lnTo>
                  <a:pt x="3099054" y="76200"/>
                </a:lnTo>
                <a:lnTo>
                  <a:pt x="3111246" y="69926"/>
                </a:lnTo>
                <a:lnTo>
                  <a:pt x="3174492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156209"/>
            <a:ext cx="396303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 </a:t>
            </a:r>
            <a:r>
              <a:rPr dirty="0"/>
              <a:t>Read</a:t>
            </a:r>
            <a:r>
              <a:rPr spc="-80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777" y="3489197"/>
            <a:ext cx="7552690" cy="19272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marR="5080" indent="-342900" algn="just">
              <a:lnSpc>
                <a:spcPts val="2810"/>
              </a:lnSpc>
              <a:spcBef>
                <a:spcPts val="45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If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</a:t>
            </a:r>
            <a:r>
              <a:rPr sz="2600" i="1" dirty="0">
                <a:latin typeface="Arial"/>
                <a:cs typeface="Arial"/>
              </a:rPr>
              <a:t>cache</a:t>
            </a:r>
            <a:r>
              <a:rPr sz="2600" i="1" spc="-35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hit</a:t>
            </a:r>
            <a:r>
              <a:rPr sz="2600" spc="-10" dirty="0">
                <a:latin typeface="Arial MT"/>
                <a:cs typeface="Arial MT"/>
              </a:rPr>
              <a:t>),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cache.</a:t>
            </a:r>
            <a:endParaRPr sz="2600">
              <a:latin typeface="Arial MT"/>
              <a:cs typeface="Arial MT"/>
            </a:endParaRPr>
          </a:p>
          <a:p>
            <a:pPr marL="355600" marR="59690" indent="-342900" algn="just">
              <a:lnSpc>
                <a:spcPts val="2810"/>
              </a:lnSpc>
              <a:spcBef>
                <a:spcPts val="62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If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</a:t>
            </a:r>
            <a:r>
              <a:rPr sz="2600" i="1" spc="-10" dirty="0">
                <a:latin typeface="Arial"/>
                <a:cs typeface="Arial"/>
              </a:rPr>
              <a:t>cache </a:t>
            </a:r>
            <a:r>
              <a:rPr sz="2600" i="1" dirty="0">
                <a:latin typeface="Arial"/>
                <a:cs typeface="Arial"/>
              </a:rPr>
              <a:t>miss</a:t>
            </a:r>
            <a:r>
              <a:rPr sz="2600" dirty="0">
                <a:latin typeface="Arial MT"/>
                <a:cs typeface="Arial MT"/>
              </a:rPr>
              <a:t>),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block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containing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(is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from </a:t>
            </a:r>
            <a:r>
              <a:rPr sz="2600" dirty="0">
                <a:latin typeface="Arial MT"/>
                <a:cs typeface="Arial MT"/>
              </a:rPr>
              <a:t>memory)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updated.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84643" y="1892554"/>
            <a:ext cx="1549400" cy="1397000"/>
            <a:chOff x="984643" y="1892554"/>
            <a:chExt cx="1549400" cy="1397000"/>
          </a:xfrm>
        </p:grpSpPr>
        <p:sp>
          <p:nvSpPr>
            <p:cNvPr id="5" name="object 5"/>
            <p:cNvSpPr/>
            <p:nvPr/>
          </p:nvSpPr>
          <p:spPr>
            <a:xfrm>
              <a:off x="997597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84643" y="1892554"/>
              <a:ext cx="1549400" cy="1397000"/>
            </a:xfrm>
            <a:custGeom>
              <a:avLst/>
              <a:gdLst/>
              <a:ahLst/>
              <a:cxnLst/>
              <a:rect l="l" t="t" r="r" b="b"/>
              <a:pathLst>
                <a:path w="1549400" h="1397000">
                  <a:moveTo>
                    <a:pt x="1549146" y="1396746"/>
                  </a:moveTo>
                  <a:lnTo>
                    <a:pt x="1549146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3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3" y="25145"/>
                  </a:lnTo>
                  <a:lnTo>
                    <a:pt x="1536953" y="1396746"/>
                  </a:lnTo>
                  <a:lnTo>
                    <a:pt x="1549146" y="1396746"/>
                  </a:lnTo>
                  <a:close/>
                </a:path>
                <a:path w="15494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953" y="25146"/>
                  </a:lnTo>
                  <a:lnTo>
                    <a:pt x="25145" y="25146"/>
                  </a:lnTo>
                  <a:close/>
                </a:path>
                <a:path w="15494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953" y="25146"/>
                  </a:lnTo>
                  <a:lnTo>
                    <a:pt x="12954" y="1371600"/>
                  </a:lnTo>
                  <a:lnTo>
                    <a:pt x="25146" y="1371600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2954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146" y="1396746"/>
                  </a:lnTo>
                  <a:close/>
                </a:path>
                <a:path w="1549400" h="1397000">
                  <a:moveTo>
                    <a:pt x="1536953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3" y="25145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536953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1536953" y="1396746"/>
                  </a:moveTo>
                  <a:lnTo>
                    <a:pt x="1536953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3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34243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99243" y="2035048"/>
            <a:ext cx="1244600" cy="1122680"/>
            <a:chOff x="3499243" y="2035048"/>
            <a:chExt cx="1244600" cy="1122680"/>
          </a:xfrm>
        </p:grpSpPr>
        <p:sp>
          <p:nvSpPr>
            <p:cNvPr id="9" name="object 9"/>
            <p:cNvSpPr/>
            <p:nvPr/>
          </p:nvSpPr>
          <p:spPr>
            <a:xfrm>
              <a:off x="3512197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99243" y="2035048"/>
              <a:ext cx="1244600" cy="1122680"/>
            </a:xfrm>
            <a:custGeom>
              <a:avLst/>
              <a:gdLst/>
              <a:ahLst/>
              <a:cxnLst/>
              <a:rect l="l" t="t" r="r" b="b"/>
              <a:pathLst>
                <a:path w="1244600" h="1122680">
                  <a:moveTo>
                    <a:pt x="1244346" y="112242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146" y="12953"/>
                  </a:lnTo>
                  <a:lnTo>
                    <a:pt x="25146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4346" y="1122426"/>
                  </a:lnTo>
                  <a:close/>
                </a:path>
                <a:path w="1244600" h="1122680">
                  <a:moveTo>
                    <a:pt x="25146" y="25907"/>
                  </a:moveTo>
                  <a:lnTo>
                    <a:pt x="25146" y="12953"/>
                  </a:lnTo>
                  <a:lnTo>
                    <a:pt x="12953" y="25907"/>
                  </a:lnTo>
                  <a:lnTo>
                    <a:pt x="25146" y="25907"/>
                  </a:lnTo>
                  <a:close/>
                </a:path>
                <a:path w="1244600" h="1122680">
                  <a:moveTo>
                    <a:pt x="25146" y="1097279"/>
                  </a:moveTo>
                  <a:lnTo>
                    <a:pt x="25146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146" y="1097279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146" y="1110234"/>
                  </a:lnTo>
                  <a:lnTo>
                    <a:pt x="25146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25146" y="1122426"/>
                  </a:moveTo>
                  <a:lnTo>
                    <a:pt x="25146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146" y="1122426"/>
                  </a:lnTo>
                  <a:close/>
                </a:path>
                <a:path w="1244600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21995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09043" y="1740154"/>
            <a:ext cx="1397000" cy="1701800"/>
            <a:chOff x="5709043" y="1740154"/>
            <a:chExt cx="1397000" cy="1701800"/>
          </a:xfrm>
        </p:grpSpPr>
        <p:sp>
          <p:nvSpPr>
            <p:cNvPr id="13" name="object 13"/>
            <p:cNvSpPr/>
            <p:nvPr/>
          </p:nvSpPr>
          <p:spPr>
            <a:xfrm>
              <a:off x="5721997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599" y="1676400"/>
                  </a:moveTo>
                  <a:lnTo>
                    <a:pt x="1371599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599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09043" y="1740154"/>
              <a:ext cx="1397000" cy="1701800"/>
            </a:xfrm>
            <a:custGeom>
              <a:avLst/>
              <a:gdLst/>
              <a:ahLst/>
              <a:cxnLst/>
              <a:rect l="l" t="t" r="r" b="b"/>
              <a:pathLst>
                <a:path w="1397000" h="1701800">
                  <a:moveTo>
                    <a:pt x="1396745" y="1701545"/>
                  </a:moveTo>
                  <a:lnTo>
                    <a:pt x="1396745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53" y="1701545"/>
                  </a:lnTo>
                  <a:lnTo>
                    <a:pt x="12953" y="25145"/>
                  </a:lnTo>
                  <a:lnTo>
                    <a:pt x="25133" y="12191"/>
                  </a:lnTo>
                  <a:lnTo>
                    <a:pt x="25133" y="25145"/>
                  </a:lnTo>
                  <a:lnTo>
                    <a:pt x="1371599" y="25145"/>
                  </a:lnTo>
                  <a:lnTo>
                    <a:pt x="1371599" y="12191"/>
                  </a:lnTo>
                  <a:lnTo>
                    <a:pt x="1384554" y="25145"/>
                  </a:lnTo>
                  <a:lnTo>
                    <a:pt x="1384554" y="1701545"/>
                  </a:lnTo>
                  <a:lnTo>
                    <a:pt x="1396745" y="1701545"/>
                  </a:lnTo>
                  <a:close/>
                </a:path>
                <a:path w="1397000" h="1701800">
                  <a:moveTo>
                    <a:pt x="25133" y="25145"/>
                  </a:moveTo>
                  <a:lnTo>
                    <a:pt x="25133" y="12191"/>
                  </a:lnTo>
                  <a:lnTo>
                    <a:pt x="12953" y="25145"/>
                  </a:lnTo>
                  <a:lnTo>
                    <a:pt x="25133" y="25145"/>
                  </a:lnTo>
                  <a:close/>
                </a:path>
                <a:path w="1397000" h="1701800">
                  <a:moveTo>
                    <a:pt x="25133" y="1676399"/>
                  </a:moveTo>
                  <a:lnTo>
                    <a:pt x="25133" y="25145"/>
                  </a:lnTo>
                  <a:lnTo>
                    <a:pt x="12953" y="25145"/>
                  </a:lnTo>
                  <a:lnTo>
                    <a:pt x="12953" y="1676399"/>
                  </a:lnTo>
                  <a:lnTo>
                    <a:pt x="25133" y="1676399"/>
                  </a:lnTo>
                  <a:close/>
                </a:path>
                <a:path w="1397000" h="1701800">
                  <a:moveTo>
                    <a:pt x="1384554" y="1676399"/>
                  </a:moveTo>
                  <a:lnTo>
                    <a:pt x="12953" y="1676399"/>
                  </a:lnTo>
                  <a:lnTo>
                    <a:pt x="25133" y="1688591"/>
                  </a:lnTo>
                  <a:lnTo>
                    <a:pt x="25133" y="1701545"/>
                  </a:lnTo>
                  <a:lnTo>
                    <a:pt x="1371599" y="1701545"/>
                  </a:lnTo>
                  <a:lnTo>
                    <a:pt x="1371599" y="1688591"/>
                  </a:lnTo>
                  <a:lnTo>
                    <a:pt x="1384554" y="1676399"/>
                  </a:lnTo>
                  <a:close/>
                </a:path>
                <a:path w="1397000" h="1701800">
                  <a:moveTo>
                    <a:pt x="25133" y="1701545"/>
                  </a:moveTo>
                  <a:lnTo>
                    <a:pt x="25133" y="1688591"/>
                  </a:lnTo>
                  <a:lnTo>
                    <a:pt x="12953" y="1676399"/>
                  </a:lnTo>
                  <a:lnTo>
                    <a:pt x="12953" y="1701545"/>
                  </a:lnTo>
                  <a:lnTo>
                    <a:pt x="25133" y="1701545"/>
                  </a:lnTo>
                  <a:close/>
                </a:path>
                <a:path w="1397000" h="1701800">
                  <a:moveTo>
                    <a:pt x="1384554" y="25145"/>
                  </a:moveTo>
                  <a:lnTo>
                    <a:pt x="1371599" y="12191"/>
                  </a:lnTo>
                  <a:lnTo>
                    <a:pt x="1371599" y="25145"/>
                  </a:lnTo>
                  <a:lnTo>
                    <a:pt x="1384554" y="25145"/>
                  </a:lnTo>
                  <a:close/>
                </a:path>
                <a:path w="1397000" h="1701800">
                  <a:moveTo>
                    <a:pt x="1384554" y="1676399"/>
                  </a:moveTo>
                  <a:lnTo>
                    <a:pt x="1384554" y="25145"/>
                  </a:lnTo>
                  <a:lnTo>
                    <a:pt x="1371599" y="25145"/>
                  </a:lnTo>
                  <a:lnTo>
                    <a:pt x="1371599" y="1676399"/>
                  </a:lnTo>
                  <a:lnTo>
                    <a:pt x="1384554" y="1676399"/>
                  </a:lnTo>
                  <a:close/>
                </a:path>
                <a:path w="1397000" h="1701800">
                  <a:moveTo>
                    <a:pt x="1384554" y="1701545"/>
                  </a:moveTo>
                  <a:lnTo>
                    <a:pt x="1384554" y="1676399"/>
                  </a:lnTo>
                  <a:lnTo>
                    <a:pt x="1371599" y="1688591"/>
                  </a:lnTo>
                  <a:lnTo>
                    <a:pt x="1371599" y="1701545"/>
                  </a:lnTo>
                  <a:lnTo>
                    <a:pt x="1384554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82225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33777" y="2553207"/>
            <a:ext cx="3175635" cy="81915"/>
          </a:xfrm>
          <a:custGeom>
            <a:avLst/>
            <a:gdLst/>
            <a:ahLst/>
            <a:cxnLst/>
            <a:rect l="l" t="t" r="r" b="b"/>
            <a:pathLst>
              <a:path w="3175635" h="81914">
                <a:moveTo>
                  <a:pt x="965454" y="44208"/>
                </a:moveTo>
                <a:lnTo>
                  <a:pt x="889254" y="5346"/>
                </a:lnTo>
                <a:lnTo>
                  <a:pt x="889254" y="31153"/>
                </a:lnTo>
                <a:lnTo>
                  <a:pt x="902208" y="31254"/>
                </a:lnTo>
                <a:lnTo>
                  <a:pt x="76962" y="25247"/>
                </a:lnTo>
                <a:lnTo>
                  <a:pt x="76720" y="25247"/>
                </a:lnTo>
                <a:lnTo>
                  <a:pt x="76962" y="12"/>
                </a:lnTo>
                <a:lnTo>
                  <a:pt x="0" y="37350"/>
                </a:lnTo>
                <a:lnTo>
                  <a:pt x="64008" y="69989"/>
                </a:lnTo>
                <a:lnTo>
                  <a:pt x="76200" y="76212"/>
                </a:lnTo>
                <a:lnTo>
                  <a:pt x="76454" y="51142"/>
                </a:lnTo>
                <a:lnTo>
                  <a:pt x="889254" y="56311"/>
                </a:lnTo>
                <a:lnTo>
                  <a:pt x="889254" y="81546"/>
                </a:lnTo>
                <a:lnTo>
                  <a:pt x="902208" y="75196"/>
                </a:lnTo>
                <a:lnTo>
                  <a:pt x="965454" y="44208"/>
                </a:lnTo>
                <a:close/>
              </a:path>
              <a:path w="3175635" h="81914">
                <a:moveTo>
                  <a:pt x="3175254" y="37338"/>
                </a:moveTo>
                <a:lnTo>
                  <a:pt x="3099054" y="0"/>
                </a:lnTo>
                <a:lnTo>
                  <a:pt x="3099054" y="25247"/>
                </a:lnTo>
                <a:lnTo>
                  <a:pt x="2286762" y="31153"/>
                </a:lnTo>
                <a:lnTo>
                  <a:pt x="2286266" y="31153"/>
                </a:lnTo>
                <a:lnTo>
                  <a:pt x="2286000" y="5334"/>
                </a:lnTo>
                <a:lnTo>
                  <a:pt x="2209800" y="44196"/>
                </a:lnTo>
                <a:lnTo>
                  <a:pt x="2273808" y="75260"/>
                </a:lnTo>
                <a:lnTo>
                  <a:pt x="2286000" y="81165"/>
                </a:lnTo>
                <a:lnTo>
                  <a:pt x="2286266" y="81292"/>
                </a:lnTo>
                <a:lnTo>
                  <a:pt x="2286520" y="81419"/>
                </a:lnTo>
                <a:lnTo>
                  <a:pt x="2286762" y="81534"/>
                </a:lnTo>
                <a:lnTo>
                  <a:pt x="2286520" y="56311"/>
                </a:lnTo>
                <a:lnTo>
                  <a:pt x="3099054" y="51142"/>
                </a:lnTo>
                <a:lnTo>
                  <a:pt x="3099054" y="76200"/>
                </a:lnTo>
                <a:lnTo>
                  <a:pt x="3112008" y="69596"/>
                </a:lnTo>
                <a:lnTo>
                  <a:pt x="3175254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  <a:p>
            <a:pPr marL="12700">
              <a:lnSpc>
                <a:spcPct val="100000"/>
              </a:lnSpc>
            </a:pPr>
            <a:r>
              <a:rPr dirty="0"/>
              <a:t>Write</a:t>
            </a:r>
            <a:r>
              <a:rPr spc="-85" dirty="0"/>
              <a:t> </a:t>
            </a:r>
            <a:r>
              <a:rPr dirty="0"/>
              <a:t>Operation</a:t>
            </a:r>
            <a:r>
              <a:rPr spc="-45" dirty="0"/>
              <a:t> </a:t>
            </a:r>
            <a:r>
              <a:rPr dirty="0"/>
              <a:t>(Write</a:t>
            </a:r>
            <a:r>
              <a:rPr spc="-80" dirty="0"/>
              <a:t> </a:t>
            </a:r>
            <a:r>
              <a:rPr spc="-20" dirty="0"/>
              <a:t>Hit)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643" y="3448479"/>
            <a:ext cx="7457440" cy="1696618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3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spc="-25" dirty="0">
                <a:latin typeface="Arial MT"/>
                <a:cs typeface="Arial MT"/>
              </a:rPr>
              <a:t>Write-</a:t>
            </a:r>
            <a:r>
              <a:rPr sz="2600" dirty="0">
                <a:latin typeface="Arial MT"/>
                <a:cs typeface="Arial MT"/>
              </a:rPr>
              <a:t>Through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Protocol</a:t>
            </a:r>
            <a:endParaRPr sz="2600" dirty="0">
              <a:latin typeface="Arial MT"/>
              <a:cs typeface="Arial MT"/>
            </a:endParaRPr>
          </a:p>
          <a:p>
            <a:pPr marL="755650" marR="798195" lvl="1" indent="-285750">
              <a:lnSpc>
                <a:spcPct val="100000"/>
              </a:lnSpc>
              <a:spcBef>
                <a:spcPts val="585"/>
              </a:spcBef>
              <a:buClr>
                <a:srgbClr val="659A9A"/>
              </a:buClr>
              <a:buSzPct val="68750"/>
              <a:buFont typeface="Wingdings"/>
              <a:buChar char="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 location</a:t>
            </a:r>
            <a:endParaRPr sz="2400" dirty="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509"/>
              </a:spcBef>
              <a:buClr>
                <a:srgbClr val="CCCC00"/>
              </a:buClr>
              <a:buSzPct val="69047"/>
              <a:buFont typeface="Wingdings"/>
              <a:buChar char=""/>
              <a:tabLst>
                <a:tab pos="1155065" algn="l"/>
              </a:tabLst>
            </a:pPr>
            <a:r>
              <a:rPr sz="2100" dirty="0">
                <a:latin typeface="Arial MT"/>
                <a:cs typeface="Arial MT"/>
              </a:rPr>
              <a:t>depending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protocol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cache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may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also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updated</a:t>
            </a:r>
            <a:endParaRPr sz="21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545" y="1892554"/>
            <a:ext cx="1549400" cy="1397000"/>
            <a:chOff x="1343545" y="1892554"/>
            <a:chExt cx="1549400" cy="1397000"/>
          </a:xfrm>
        </p:grpSpPr>
        <p:sp>
          <p:nvSpPr>
            <p:cNvPr id="5" name="object 5"/>
            <p:cNvSpPr/>
            <p:nvPr/>
          </p:nvSpPr>
          <p:spPr>
            <a:xfrm>
              <a:off x="1356499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3545" y="1892554"/>
              <a:ext cx="1549400" cy="1397000"/>
            </a:xfrm>
            <a:custGeom>
              <a:avLst/>
              <a:gdLst/>
              <a:ahLst/>
              <a:cxnLst/>
              <a:rect l="l" t="t" r="r" b="b"/>
              <a:pathLst>
                <a:path w="1549400" h="1397000">
                  <a:moveTo>
                    <a:pt x="1549146" y="1396746"/>
                  </a:moveTo>
                  <a:lnTo>
                    <a:pt x="1549146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3" y="25145"/>
                  </a:lnTo>
                  <a:lnTo>
                    <a:pt x="1536953" y="1396746"/>
                  </a:lnTo>
                  <a:lnTo>
                    <a:pt x="1549146" y="1396746"/>
                  </a:lnTo>
                  <a:close/>
                </a:path>
                <a:path w="15494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15494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1371600"/>
                  </a:lnTo>
                  <a:lnTo>
                    <a:pt x="25146" y="1371600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2954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146" y="1396746"/>
                  </a:lnTo>
                  <a:close/>
                </a:path>
                <a:path w="1549400" h="1397000">
                  <a:moveTo>
                    <a:pt x="1536953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3" y="25145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536953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1536953" y="1396746"/>
                  </a:moveTo>
                  <a:lnTo>
                    <a:pt x="1536953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3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93145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8145" y="2035048"/>
            <a:ext cx="1244600" cy="1122680"/>
            <a:chOff x="3858145" y="2035048"/>
            <a:chExt cx="1244600" cy="1122680"/>
          </a:xfrm>
        </p:grpSpPr>
        <p:sp>
          <p:nvSpPr>
            <p:cNvPr id="9" name="object 9"/>
            <p:cNvSpPr/>
            <p:nvPr/>
          </p:nvSpPr>
          <p:spPr>
            <a:xfrm>
              <a:off x="3871099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8145" y="2035048"/>
              <a:ext cx="1244600" cy="1122680"/>
            </a:xfrm>
            <a:custGeom>
              <a:avLst/>
              <a:gdLst/>
              <a:ahLst/>
              <a:cxnLst/>
              <a:rect l="l" t="t" r="r" b="b"/>
              <a:pathLst>
                <a:path w="1244600" h="1122680">
                  <a:moveTo>
                    <a:pt x="1244346" y="112242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146" y="12953"/>
                  </a:lnTo>
                  <a:lnTo>
                    <a:pt x="25146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4346" y="1122426"/>
                  </a:lnTo>
                  <a:close/>
                </a:path>
                <a:path w="1244600" h="1122680">
                  <a:moveTo>
                    <a:pt x="25146" y="25907"/>
                  </a:moveTo>
                  <a:lnTo>
                    <a:pt x="25146" y="12953"/>
                  </a:lnTo>
                  <a:lnTo>
                    <a:pt x="12953" y="25907"/>
                  </a:lnTo>
                  <a:lnTo>
                    <a:pt x="25146" y="25907"/>
                  </a:lnTo>
                  <a:close/>
                </a:path>
                <a:path w="1244600" h="1122680">
                  <a:moveTo>
                    <a:pt x="25146" y="1097279"/>
                  </a:moveTo>
                  <a:lnTo>
                    <a:pt x="25146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146" y="1097279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146" y="1110234"/>
                  </a:lnTo>
                  <a:lnTo>
                    <a:pt x="25146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25146" y="1122426"/>
                  </a:moveTo>
                  <a:lnTo>
                    <a:pt x="25146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146" y="1122426"/>
                  </a:lnTo>
                  <a:close/>
                </a:path>
                <a:path w="1244600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80897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67945" y="1740154"/>
            <a:ext cx="1397000" cy="1701800"/>
            <a:chOff x="6067945" y="1740154"/>
            <a:chExt cx="1397000" cy="1701800"/>
          </a:xfrm>
        </p:grpSpPr>
        <p:sp>
          <p:nvSpPr>
            <p:cNvPr id="13" name="object 13"/>
            <p:cNvSpPr/>
            <p:nvPr/>
          </p:nvSpPr>
          <p:spPr>
            <a:xfrm>
              <a:off x="6080886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400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600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67945" y="1740154"/>
              <a:ext cx="1397000" cy="1701800"/>
            </a:xfrm>
            <a:custGeom>
              <a:avLst/>
              <a:gdLst/>
              <a:ahLst/>
              <a:cxnLst/>
              <a:rect l="l" t="t" r="r" b="b"/>
              <a:pathLst>
                <a:path w="1397000" h="1701800">
                  <a:moveTo>
                    <a:pt x="1396746" y="1701545"/>
                  </a:moveTo>
                  <a:lnTo>
                    <a:pt x="1396746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41" y="1701545"/>
                  </a:lnTo>
                  <a:lnTo>
                    <a:pt x="12941" y="25145"/>
                  </a:lnTo>
                  <a:lnTo>
                    <a:pt x="25145" y="12191"/>
                  </a:lnTo>
                  <a:lnTo>
                    <a:pt x="25145" y="25145"/>
                  </a:lnTo>
                  <a:lnTo>
                    <a:pt x="1371600" y="25145"/>
                  </a:lnTo>
                  <a:lnTo>
                    <a:pt x="1371600" y="12191"/>
                  </a:lnTo>
                  <a:lnTo>
                    <a:pt x="1384541" y="25145"/>
                  </a:lnTo>
                  <a:lnTo>
                    <a:pt x="1384541" y="1701545"/>
                  </a:lnTo>
                  <a:lnTo>
                    <a:pt x="1396746" y="1701545"/>
                  </a:lnTo>
                  <a:close/>
                </a:path>
                <a:path w="1397000" h="1701800">
                  <a:moveTo>
                    <a:pt x="25145" y="25145"/>
                  </a:moveTo>
                  <a:lnTo>
                    <a:pt x="25145" y="12191"/>
                  </a:lnTo>
                  <a:lnTo>
                    <a:pt x="12941" y="25145"/>
                  </a:lnTo>
                  <a:lnTo>
                    <a:pt x="25145" y="25145"/>
                  </a:lnTo>
                  <a:close/>
                </a:path>
                <a:path w="1397000" h="1701800">
                  <a:moveTo>
                    <a:pt x="25145" y="1676399"/>
                  </a:moveTo>
                  <a:lnTo>
                    <a:pt x="25145" y="25145"/>
                  </a:lnTo>
                  <a:lnTo>
                    <a:pt x="12941" y="25145"/>
                  </a:lnTo>
                  <a:lnTo>
                    <a:pt x="12941" y="1676399"/>
                  </a:lnTo>
                  <a:lnTo>
                    <a:pt x="25145" y="1676399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2941" y="1676399"/>
                  </a:lnTo>
                  <a:lnTo>
                    <a:pt x="25145" y="1688591"/>
                  </a:lnTo>
                  <a:lnTo>
                    <a:pt x="25145" y="1701545"/>
                  </a:lnTo>
                  <a:lnTo>
                    <a:pt x="1371600" y="1701545"/>
                  </a:lnTo>
                  <a:lnTo>
                    <a:pt x="1371600" y="1688591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25145" y="1701545"/>
                  </a:moveTo>
                  <a:lnTo>
                    <a:pt x="25145" y="1688591"/>
                  </a:lnTo>
                  <a:lnTo>
                    <a:pt x="12941" y="1676399"/>
                  </a:lnTo>
                  <a:lnTo>
                    <a:pt x="12941" y="1701545"/>
                  </a:lnTo>
                  <a:lnTo>
                    <a:pt x="25145" y="1701545"/>
                  </a:lnTo>
                  <a:close/>
                </a:path>
                <a:path w="1397000" h="1701800">
                  <a:moveTo>
                    <a:pt x="1384541" y="25145"/>
                  </a:moveTo>
                  <a:lnTo>
                    <a:pt x="1371600" y="12191"/>
                  </a:lnTo>
                  <a:lnTo>
                    <a:pt x="1371600" y="25145"/>
                  </a:lnTo>
                  <a:lnTo>
                    <a:pt x="1384541" y="25145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384541" y="25145"/>
                  </a:lnTo>
                  <a:lnTo>
                    <a:pt x="1371600" y="25145"/>
                  </a:lnTo>
                  <a:lnTo>
                    <a:pt x="1371600" y="1676399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1384541" y="1701545"/>
                  </a:moveTo>
                  <a:lnTo>
                    <a:pt x="1384541" y="1676399"/>
                  </a:lnTo>
                  <a:lnTo>
                    <a:pt x="1371600" y="1688591"/>
                  </a:lnTo>
                  <a:lnTo>
                    <a:pt x="1371600" y="1701545"/>
                  </a:lnTo>
                  <a:lnTo>
                    <a:pt x="1384541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41127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2691" y="2553207"/>
            <a:ext cx="3175635" cy="81915"/>
          </a:xfrm>
          <a:custGeom>
            <a:avLst/>
            <a:gdLst/>
            <a:ahLst/>
            <a:cxnLst/>
            <a:rect l="l" t="t" r="r" b="b"/>
            <a:pathLst>
              <a:path w="3175635" h="81914">
                <a:moveTo>
                  <a:pt x="965454" y="44208"/>
                </a:moveTo>
                <a:lnTo>
                  <a:pt x="889254" y="5346"/>
                </a:lnTo>
                <a:lnTo>
                  <a:pt x="889254" y="31153"/>
                </a:lnTo>
                <a:lnTo>
                  <a:pt x="902208" y="31254"/>
                </a:lnTo>
                <a:lnTo>
                  <a:pt x="76962" y="25247"/>
                </a:lnTo>
                <a:lnTo>
                  <a:pt x="76708" y="25247"/>
                </a:lnTo>
                <a:lnTo>
                  <a:pt x="76962" y="12"/>
                </a:lnTo>
                <a:lnTo>
                  <a:pt x="0" y="37350"/>
                </a:lnTo>
                <a:lnTo>
                  <a:pt x="64008" y="69989"/>
                </a:lnTo>
                <a:lnTo>
                  <a:pt x="76200" y="76212"/>
                </a:lnTo>
                <a:lnTo>
                  <a:pt x="76441" y="51142"/>
                </a:lnTo>
                <a:lnTo>
                  <a:pt x="889254" y="56311"/>
                </a:lnTo>
                <a:lnTo>
                  <a:pt x="889254" y="81546"/>
                </a:lnTo>
                <a:lnTo>
                  <a:pt x="902208" y="75196"/>
                </a:lnTo>
                <a:lnTo>
                  <a:pt x="965454" y="44208"/>
                </a:lnTo>
                <a:close/>
              </a:path>
              <a:path w="3175635" h="81914">
                <a:moveTo>
                  <a:pt x="3175254" y="37338"/>
                </a:moveTo>
                <a:lnTo>
                  <a:pt x="3099054" y="0"/>
                </a:lnTo>
                <a:lnTo>
                  <a:pt x="3099054" y="25247"/>
                </a:lnTo>
                <a:lnTo>
                  <a:pt x="2286762" y="31153"/>
                </a:lnTo>
                <a:lnTo>
                  <a:pt x="2286254" y="31153"/>
                </a:lnTo>
                <a:lnTo>
                  <a:pt x="2286000" y="5334"/>
                </a:lnTo>
                <a:lnTo>
                  <a:pt x="2209800" y="44196"/>
                </a:lnTo>
                <a:lnTo>
                  <a:pt x="2273808" y="75260"/>
                </a:lnTo>
                <a:lnTo>
                  <a:pt x="2286000" y="81165"/>
                </a:lnTo>
                <a:lnTo>
                  <a:pt x="2286254" y="81292"/>
                </a:lnTo>
                <a:lnTo>
                  <a:pt x="2286508" y="81419"/>
                </a:lnTo>
                <a:lnTo>
                  <a:pt x="2286762" y="81534"/>
                </a:lnTo>
                <a:lnTo>
                  <a:pt x="2286508" y="56311"/>
                </a:lnTo>
                <a:lnTo>
                  <a:pt x="3099054" y="51142"/>
                </a:lnTo>
                <a:lnTo>
                  <a:pt x="3099054" y="76200"/>
                </a:lnTo>
                <a:lnTo>
                  <a:pt x="3112008" y="69596"/>
                </a:lnTo>
                <a:lnTo>
                  <a:pt x="3175254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  <a:p>
            <a:pPr marL="12700">
              <a:lnSpc>
                <a:spcPct val="100000"/>
              </a:lnSpc>
            </a:pPr>
            <a:r>
              <a:rPr dirty="0"/>
              <a:t>Write</a:t>
            </a:r>
            <a:r>
              <a:rPr spc="-85" dirty="0"/>
              <a:t> </a:t>
            </a:r>
            <a:r>
              <a:rPr dirty="0"/>
              <a:t>Operation</a:t>
            </a:r>
            <a:r>
              <a:rPr spc="-45" dirty="0"/>
              <a:t> </a:t>
            </a:r>
            <a:r>
              <a:rPr dirty="0"/>
              <a:t>(Write</a:t>
            </a:r>
            <a:r>
              <a:rPr spc="-80" dirty="0"/>
              <a:t> </a:t>
            </a:r>
            <a:r>
              <a:rPr spc="-20" dirty="0"/>
              <a:t>Hit)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643" y="3448449"/>
            <a:ext cx="7596505" cy="25850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1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spc="-20" dirty="0">
                <a:latin typeface="Arial MT"/>
                <a:cs typeface="Arial MT"/>
              </a:rPr>
              <a:t>Write-</a:t>
            </a:r>
            <a:r>
              <a:rPr sz="2600" dirty="0">
                <a:latin typeface="Arial MT"/>
                <a:cs typeface="Arial MT"/>
              </a:rPr>
              <a:t>Back</a:t>
            </a:r>
            <a:r>
              <a:rPr sz="2600" spc="-10" dirty="0">
                <a:latin typeface="Arial MT"/>
                <a:cs typeface="Arial MT"/>
              </a:rPr>
              <a:t> Protocol</a:t>
            </a:r>
            <a:endParaRPr sz="2600" dirty="0">
              <a:latin typeface="Arial MT"/>
              <a:cs typeface="Arial MT"/>
            </a:endParaRPr>
          </a:p>
          <a:p>
            <a:pPr marL="755650" marR="5080" lvl="1" indent="-285750">
              <a:lnSpc>
                <a:spcPts val="2590"/>
              </a:lnSpc>
              <a:spcBef>
                <a:spcPts val="625"/>
              </a:spcBef>
              <a:buClr>
                <a:srgbClr val="659A9A"/>
              </a:buClr>
              <a:buSzPct val="68750"/>
              <a:buFont typeface="Wingdings"/>
              <a:buChar char="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location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flag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bit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dirty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flag)</a:t>
            </a:r>
            <a:endParaRPr sz="2400" dirty="0">
              <a:latin typeface="Arial MT"/>
              <a:cs typeface="Arial MT"/>
            </a:endParaRPr>
          </a:p>
          <a:p>
            <a:pPr marL="755650" marR="5080" lvl="1" indent="-285750">
              <a:lnSpc>
                <a:spcPts val="2590"/>
              </a:lnSpc>
              <a:spcBef>
                <a:spcPts val="585"/>
              </a:spcBef>
              <a:buClr>
                <a:srgbClr val="659A9A"/>
              </a:buClr>
              <a:buSzPct val="68750"/>
              <a:buFont typeface="Wingdings"/>
              <a:buChar char="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later,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 </a:t>
            </a:r>
            <a:r>
              <a:rPr sz="2400" dirty="0">
                <a:latin typeface="Arial MT"/>
                <a:cs typeface="Arial MT"/>
              </a:rPr>
              <a:t>containing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removed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cache</a:t>
            </a:r>
            <a:r>
              <a:rPr lang="en-US" sz="2400" spc="-10" dirty="0">
                <a:latin typeface="Arial MT"/>
                <a:cs typeface="Arial MT"/>
              </a:rPr>
              <a:t> (Replacement Policy)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545" y="1892554"/>
            <a:ext cx="1549400" cy="1397000"/>
            <a:chOff x="1343545" y="1892554"/>
            <a:chExt cx="1549400" cy="1397000"/>
          </a:xfrm>
        </p:grpSpPr>
        <p:sp>
          <p:nvSpPr>
            <p:cNvPr id="5" name="object 5"/>
            <p:cNvSpPr/>
            <p:nvPr/>
          </p:nvSpPr>
          <p:spPr>
            <a:xfrm>
              <a:off x="1356499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3545" y="1892554"/>
              <a:ext cx="1549400" cy="1397000"/>
            </a:xfrm>
            <a:custGeom>
              <a:avLst/>
              <a:gdLst/>
              <a:ahLst/>
              <a:cxnLst/>
              <a:rect l="l" t="t" r="r" b="b"/>
              <a:pathLst>
                <a:path w="1549400" h="1397000">
                  <a:moveTo>
                    <a:pt x="1549146" y="1396746"/>
                  </a:moveTo>
                  <a:lnTo>
                    <a:pt x="1549146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3" y="25145"/>
                  </a:lnTo>
                  <a:lnTo>
                    <a:pt x="1536953" y="1396746"/>
                  </a:lnTo>
                  <a:lnTo>
                    <a:pt x="1549146" y="1396746"/>
                  </a:lnTo>
                  <a:close/>
                </a:path>
                <a:path w="15494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15494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1371600"/>
                  </a:lnTo>
                  <a:lnTo>
                    <a:pt x="25146" y="1371600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2954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146" y="1396746"/>
                  </a:lnTo>
                  <a:close/>
                </a:path>
                <a:path w="1549400" h="1397000">
                  <a:moveTo>
                    <a:pt x="1536953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3" y="25145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536953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1536953" y="1396746"/>
                  </a:moveTo>
                  <a:lnTo>
                    <a:pt x="1536953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3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93145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8145" y="2035048"/>
            <a:ext cx="1244600" cy="1122680"/>
            <a:chOff x="3858145" y="2035048"/>
            <a:chExt cx="1244600" cy="1122680"/>
          </a:xfrm>
        </p:grpSpPr>
        <p:sp>
          <p:nvSpPr>
            <p:cNvPr id="9" name="object 9"/>
            <p:cNvSpPr/>
            <p:nvPr/>
          </p:nvSpPr>
          <p:spPr>
            <a:xfrm>
              <a:off x="3871099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8145" y="2035048"/>
              <a:ext cx="1244600" cy="1122680"/>
            </a:xfrm>
            <a:custGeom>
              <a:avLst/>
              <a:gdLst/>
              <a:ahLst/>
              <a:cxnLst/>
              <a:rect l="l" t="t" r="r" b="b"/>
              <a:pathLst>
                <a:path w="1244600" h="1122680">
                  <a:moveTo>
                    <a:pt x="1244346" y="112242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146" y="12953"/>
                  </a:lnTo>
                  <a:lnTo>
                    <a:pt x="25146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4346" y="1122426"/>
                  </a:lnTo>
                  <a:close/>
                </a:path>
                <a:path w="1244600" h="1122680">
                  <a:moveTo>
                    <a:pt x="25146" y="25907"/>
                  </a:moveTo>
                  <a:lnTo>
                    <a:pt x="25146" y="12953"/>
                  </a:lnTo>
                  <a:lnTo>
                    <a:pt x="12953" y="25907"/>
                  </a:lnTo>
                  <a:lnTo>
                    <a:pt x="25146" y="25907"/>
                  </a:lnTo>
                  <a:close/>
                </a:path>
                <a:path w="1244600" h="1122680">
                  <a:moveTo>
                    <a:pt x="25146" y="1097279"/>
                  </a:moveTo>
                  <a:lnTo>
                    <a:pt x="25146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146" y="1097279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146" y="1110234"/>
                  </a:lnTo>
                  <a:lnTo>
                    <a:pt x="25146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25146" y="1122426"/>
                  </a:moveTo>
                  <a:lnTo>
                    <a:pt x="25146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146" y="1122426"/>
                  </a:lnTo>
                  <a:close/>
                </a:path>
                <a:path w="1244600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80897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67945" y="1740154"/>
            <a:ext cx="1397000" cy="1701800"/>
            <a:chOff x="6067945" y="1740154"/>
            <a:chExt cx="1397000" cy="1701800"/>
          </a:xfrm>
        </p:grpSpPr>
        <p:sp>
          <p:nvSpPr>
            <p:cNvPr id="13" name="object 13"/>
            <p:cNvSpPr/>
            <p:nvPr/>
          </p:nvSpPr>
          <p:spPr>
            <a:xfrm>
              <a:off x="6080886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400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600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67945" y="1740154"/>
              <a:ext cx="1397000" cy="1701800"/>
            </a:xfrm>
            <a:custGeom>
              <a:avLst/>
              <a:gdLst/>
              <a:ahLst/>
              <a:cxnLst/>
              <a:rect l="l" t="t" r="r" b="b"/>
              <a:pathLst>
                <a:path w="1397000" h="1701800">
                  <a:moveTo>
                    <a:pt x="1396746" y="1701545"/>
                  </a:moveTo>
                  <a:lnTo>
                    <a:pt x="1396746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41" y="1701545"/>
                  </a:lnTo>
                  <a:lnTo>
                    <a:pt x="12941" y="25145"/>
                  </a:lnTo>
                  <a:lnTo>
                    <a:pt x="25145" y="12191"/>
                  </a:lnTo>
                  <a:lnTo>
                    <a:pt x="25145" y="25145"/>
                  </a:lnTo>
                  <a:lnTo>
                    <a:pt x="1371600" y="25145"/>
                  </a:lnTo>
                  <a:lnTo>
                    <a:pt x="1371600" y="12191"/>
                  </a:lnTo>
                  <a:lnTo>
                    <a:pt x="1384541" y="25145"/>
                  </a:lnTo>
                  <a:lnTo>
                    <a:pt x="1384541" y="1701545"/>
                  </a:lnTo>
                  <a:lnTo>
                    <a:pt x="1396746" y="1701545"/>
                  </a:lnTo>
                  <a:close/>
                </a:path>
                <a:path w="1397000" h="1701800">
                  <a:moveTo>
                    <a:pt x="25145" y="25145"/>
                  </a:moveTo>
                  <a:lnTo>
                    <a:pt x="25145" y="12191"/>
                  </a:lnTo>
                  <a:lnTo>
                    <a:pt x="12941" y="25145"/>
                  </a:lnTo>
                  <a:lnTo>
                    <a:pt x="25145" y="25145"/>
                  </a:lnTo>
                  <a:close/>
                </a:path>
                <a:path w="1397000" h="1701800">
                  <a:moveTo>
                    <a:pt x="25145" y="1676399"/>
                  </a:moveTo>
                  <a:lnTo>
                    <a:pt x="25145" y="25145"/>
                  </a:lnTo>
                  <a:lnTo>
                    <a:pt x="12941" y="25145"/>
                  </a:lnTo>
                  <a:lnTo>
                    <a:pt x="12941" y="1676399"/>
                  </a:lnTo>
                  <a:lnTo>
                    <a:pt x="25145" y="1676399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2941" y="1676399"/>
                  </a:lnTo>
                  <a:lnTo>
                    <a:pt x="25145" y="1688591"/>
                  </a:lnTo>
                  <a:lnTo>
                    <a:pt x="25145" y="1701545"/>
                  </a:lnTo>
                  <a:lnTo>
                    <a:pt x="1371600" y="1701545"/>
                  </a:lnTo>
                  <a:lnTo>
                    <a:pt x="1371600" y="1688591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25145" y="1701545"/>
                  </a:moveTo>
                  <a:lnTo>
                    <a:pt x="25145" y="1688591"/>
                  </a:lnTo>
                  <a:lnTo>
                    <a:pt x="12941" y="1676399"/>
                  </a:lnTo>
                  <a:lnTo>
                    <a:pt x="12941" y="1701545"/>
                  </a:lnTo>
                  <a:lnTo>
                    <a:pt x="25145" y="1701545"/>
                  </a:lnTo>
                  <a:close/>
                </a:path>
                <a:path w="1397000" h="1701800">
                  <a:moveTo>
                    <a:pt x="1384541" y="25145"/>
                  </a:moveTo>
                  <a:lnTo>
                    <a:pt x="1371600" y="12191"/>
                  </a:lnTo>
                  <a:lnTo>
                    <a:pt x="1371600" y="25145"/>
                  </a:lnTo>
                  <a:lnTo>
                    <a:pt x="1384541" y="25145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384541" y="25145"/>
                  </a:lnTo>
                  <a:lnTo>
                    <a:pt x="1371600" y="25145"/>
                  </a:lnTo>
                  <a:lnTo>
                    <a:pt x="1371600" y="1676399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1384541" y="1701545"/>
                  </a:moveTo>
                  <a:lnTo>
                    <a:pt x="1384541" y="1676399"/>
                  </a:lnTo>
                  <a:lnTo>
                    <a:pt x="1371600" y="1688591"/>
                  </a:lnTo>
                  <a:lnTo>
                    <a:pt x="1371600" y="1701545"/>
                  </a:lnTo>
                  <a:lnTo>
                    <a:pt x="1384541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41127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2691" y="2553207"/>
            <a:ext cx="3175635" cy="81915"/>
          </a:xfrm>
          <a:custGeom>
            <a:avLst/>
            <a:gdLst/>
            <a:ahLst/>
            <a:cxnLst/>
            <a:rect l="l" t="t" r="r" b="b"/>
            <a:pathLst>
              <a:path w="3175635" h="81914">
                <a:moveTo>
                  <a:pt x="965454" y="44208"/>
                </a:moveTo>
                <a:lnTo>
                  <a:pt x="889254" y="5346"/>
                </a:lnTo>
                <a:lnTo>
                  <a:pt x="889254" y="31153"/>
                </a:lnTo>
                <a:lnTo>
                  <a:pt x="902208" y="31254"/>
                </a:lnTo>
                <a:lnTo>
                  <a:pt x="76962" y="25247"/>
                </a:lnTo>
                <a:lnTo>
                  <a:pt x="76708" y="25247"/>
                </a:lnTo>
                <a:lnTo>
                  <a:pt x="76962" y="12"/>
                </a:lnTo>
                <a:lnTo>
                  <a:pt x="0" y="37350"/>
                </a:lnTo>
                <a:lnTo>
                  <a:pt x="64008" y="69989"/>
                </a:lnTo>
                <a:lnTo>
                  <a:pt x="76200" y="76212"/>
                </a:lnTo>
                <a:lnTo>
                  <a:pt x="76441" y="51142"/>
                </a:lnTo>
                <a:lnTo>
                  <a:pt x="889254" y="56311"/>
                </a:lnTo>
                <a:lnTo>
                  <a:pt x="889254" y="81546"/>
                </a:lnTo>
                <a:lnTo>
                  <a:pt x="902208" y="75196"/>
                </a:lnTo>
                <a:lnTo>
                  <a:pt x="965454" y="44208"/>
                </a:lnTo>
                <a:close/>
              </a:path>
              <a:path w="3175635" h="81914">
                <a:moveTo>
                  <a:pt x="3175254" y="37338"/>
                </a:moveTo>
                <a:lnTo>
                  <a:pt x="3099054" y="0"/>
                </a:lnTo>
                <a:lnTo>
                  <a:pt x="3099054" y="25247"/>
                </a:lnTo>
                <a:lnTo>
                  <a:pt x="2286762" y="31153"/>
                </a:lnTo>
                <a:lnTo>
                  <a:pt x="2286254" y="31153"/>
                </a:lnTo>
                <a:lnTo>
                  <a:pt x="2286000" y="5334"/>
                </a:lnTo>
                <a:lnTo>
                  <a:pt x="2209800" y="44196"/>
                </a:lnTo>
                <a:lnTo>
                  <a:pt x="2273808" y="75260"/>
                </a:lnTo>
                <a:lnTo>
                  <a:pt x="2286000" y="81165"/>
                </a:lnTo>
                <a:lnTo>
                  <a:pt x="2286254" y="81292"/>
                </a:lnTo>
                <a:lnTo>
                  <a:pt x="2286508" y="81419"/>
                </a:lnTo>
                <a:lnTo>
                  <a:pt x="2286762" y="81534"/>
                </a:lnTo>
                <a:lnTo>
                  <a:pt x="2286508" y="56311"/>
                </a:lnTo>
                <a:lnTo>
                  <a:pt x="3099054" y="51142"/>
                </a:lnTo>
                <a:lnTo>
                  <a:pt x="3099054" y="76200"/>
                </a:lnTo>
                <a:lnTo>
                  <a:pt x="3112008" y="69596"/>
                </a:lnTo>
                <a:lnTo>
                  <a:pt x="3175254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156209"/>
            <a:ext cx="668909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  <a:p>
            <a:pPr marL="12700">
              <a:lnSpc>
                <a:spcPct val="100000"/>
              </a:lnSpc>
            </a:pPr>
            <a:r>
              <a:rPr dirty="0"/>
              <a:t>Write</a:t>
            </a:r>
            <a:r>
              <a:rPr spc="-85" dirty="0"/>
              <a:t> </a:t>
            </a:r>
            <a:r>
              <a:rPr dirty="0"/>
              <a:t>Operation</a:t>
            </a:r>
            <a:r>
              <a:rPr spc="-45" dirty="0"/>
              <a:t> </a:t>
            </a:r>
            <a:r>
              <a:rPr dirty="0"/>
              <a:t>(Write</a:t>
            </a:r>
            <a:r>
              <a:rPr spc="-80" dirty="0"/>
              <a:t> </a:t>
            </a:r>
            <a:r>
              <a:rPr spc="-10" dirty="0"/>
              <a:t>Miss)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643" y="3496817"/>
            <a:ext cx="7409815" cy="1922962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080" indent="-342900">
              <a:lnSpc>
                <a:spcPts val="2380"/>
              </a:lnSpc>
              <a:spcBef>
                <a:spcPts val="395"/>
              </a:spcBef>
              <a:buClr>
                <a:srgbClr val="330065"/>
              </a:buClr>
              <a:buSzPct val="70454"/>
              <a:buFont typeface="Wingdings"/>
              <a:buChar char="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Since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necessarily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needed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are </a:t>
            </a:r>
            <a:r>
              <a:rPr sz="2200" dirty="0">
                <a:latin typeface="Arial MT"/>
                <a:cs typeface="Arial MT"/>
              </a:rPr>
              <a:t>two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options</a:t>
            </a:r>
            <a:endParaRPr sz="2200" dirty="0">
              <a:latin typeface="Arial MT"/>
              <a:cs typeface="Arial MT"/>
            </a:endParaRPr>
          </a:p>
          <a:p>
            <a:pPr marL="755650" marR="664845" lvl="1" indent="-285750">
              <a:lnSpc>
                <a:spcPts val="2160"/>
              </a:lnSpc>
              <a:spcBef>
                <a:spcPts val="475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650" algn="l"/>
              </a:tabLst>
            </a:pPr>
            <a:r>
              <a:rPr sz="2000" i="1" dirty="0">
                <a:latin typeface="Arial"/>
                <a:cs typeface="Arial"/>
              </a:rPr>
              <a:t>Write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Allocate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block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allocated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miss, </a:t>
            </a:r>
            <a:r>
              <a:rPr sz="2000" dirty="0">
                <a:latin typeface="Arial MT"/>
                <a:cs typeface="Arial MT"/>
              </a:rPr>
              <a:t>followed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corresponding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write-</a:t>
            </a:r>
            <a:r>
              <a:rPr sz="2000" dirty="0">
                <a:latin typeface="Arial MT"/>
                <a:cs typeface="Arial MT"/>
              </a:rPr>
              <a:t>hit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actions</a:t>
            </a:r>
            <a:endParaRPr sz="2000" dirty="0">
              <a:latin typeface="Arial MT"/>
              <a:cs typeface="Arial MT"/>
            </a:endParaRPr>
          </a:p>
          <a:p>
            <a:pPr marL="755650" marR="375285" lvl="1" indent="-285750">
              <a:lnSpc>
                <a:spcPts val="2160"/>
              </a:lnSpc>
              <a:spcBef>
                <a:spcPts val="48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650" algn="l"/>
              </a:tabLst>
            </a:pPr>
            <a:r>
              <a:rPr sz="2000" i="1" spc="-25" dirty="0">
                <a:latin typeface="Arial"/>
                <a:cs typeface="Arial"/>
              </a:rPr>
              <a:t>No-</a:t>
            </a:r>
            <a:r>
              <a:rPr sz="2000" i="1" dirty="0">
                <a:latin typeface="Arial"/>
                <a:cs typeface="Arial"/>
              </a:rPr>
              <a:t>Write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Allocate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misses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affect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cache, </a:t>
            </a:r>
            <a:r>
              <a:rPr sz="2000" dirty="0">
                <a:latin typeface="Arial MT"/>
                <a:cs typeface="Arial MT"/>
              </a:rPr>
              <a:t>instead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lower-</a:t>
            </a:r>
            <a:r>
              <a:rPr sz="2000" dirty="0">
                <a:latin typeface="Arial MT"/>
                <a:cs typeface="Arial MT"/>
              </a:rPr>
              <a:t>level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updated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545" y="1892554"/>
            <a:ext cx="1549400" cy="1397000"/>
            <a:chOff x="1343545" y="1892554"/>
            <a:chExt cx="1549400" cy="1397000"/>
          </a:xfrm>
        </p:grpSpPr>
        <p:sp>
          <p:nvSpPr>
            <p:cNvPr id="5" name="object 5"/>
            <p:cNvSpPr/>
            <p:nvPr/>
          </p:nvSpPr>
          <p:spPr>
            <a:xfrm>
              <a:off x="1356499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3545" y="1892554"/>
              <a:ext cx="1549400" cy="1397000"/>
            </a:xfrm>
            <a:custGeom>
              <a:avLst/>
              <a:gdLst/>
              <a:ahLst/>
              <a:cxnLst/>
              <a:rect l="l" t="t" r="r" b="b"/>
              <a:pathLst>
                <a:path w="1549400" h="1397000">
                  <a:moveTo>
                    <a:pt x="1549146" y="1396746"/>
                  </a:moveTo>
                  <a:lnTo>
                    <a:pt x="1549146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3" y="25145"/>
                  </a:lnTo>
                  <a:lnTo>
                    <a:pt x="1536953" y="1396746"/>
                  </a:lnTo>
                  <a:lnTo>
                    <a:pt x="1549146" y="1396746"/>
                  </a:lnTo>
                  <a:close/>
                </a:path>
                <a:path w="15494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15494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1371600"/>
                  </a:lnTo>
                  <a:lnTo>
                    <a:pt x="25146" y="1371600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2954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146" y="1396746"/>
                  </a:lnTo>
                  <a:close/>
                </a:path>
                <a:path w="1549400" h="1397000">
                  <a:moveTo>
                    <a:pt x="1536953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3" y="25145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536953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1536953" y="1396746"/>
                  </a:moveTo>
                  <a:lnTo>
                    <a:pt x="1536953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3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93145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8145" y="2035048"/>
            <a:ext cx="1244600" cy="1122680"/>
            <a:chOff x="3858145" y="2035048"/>
            <a:chExt cx="1244600" cy="1122680"/>
          </a:xfrm>
        </p:grpSpPr>
        <p:sp>
          <p:nvSpPr>
            <p:cNvPr id="9" name="object 9"/>
            <p:cNvSpPr/>
            <p:nvPr/>
          </p:nvSpPr>
          <p:spPr>
            <a:xfrm>
              <a:off x="3871099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8145" y="2035048"/>
              <a:ext cx="1244600" cy="1122680"/>
            </a:xfrm>
            <a:custGeom>
              <a:avLst/>
              <a:gdLst/>
              <a:ahLst/>
              <a:cxnLst/>
              <a:rect l="l" t="t" r="r" b="b"/>
              <a:pathLst>
                <a:path w="1244600" h="1122680">
                  <a:moveTo>
                    <a:pt x="1244346" y="112242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146" y="12953"/>
                  </a:lnTo>
                  <a:lnTo>
                    <a:pt x="25146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4346" y="1122426"/>
                  </a:lnTo>
                  <a:close/>
                </a:path>
                <a:path w="1244600" h="1122680">
                  <a:moveTo>
                    <a:pt x="25146" y="25907"/>
                  </a:moveTo>
                  <a:lnTo>
                    <a:pt x="25146" y="12953"/>
                  </a:lnTo>
                  <a:lnTo>
                    <a:pt x="12953" y="25907"/>
                  </a:lnTo>
                  <a:lnTo>
                    <a:pt x="25146" y="25907"/>
                  </a:lnTo>
                  <a:close/>
                </a:path>
                <a:path w="1244600" h="1122680">
                  <a:moveTo>
                    <a:pt x="25146" y="1097279"/>
                  </a:moveTo>
                  <a:lnTo>
                    <a:pt x="25146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146" y="1097279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146" y="1110234"/>
                  </a:lnTo>
                  <a:lnTo>
                    <a:pt x="25146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25146" y="1122426"/>
                  </a:moveTo>
                  <a:lnTo>
                    <a:pt x="25146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146" y="1122426"/>
                  </a:lnTo>
                  <a:close/>
                </a:path>
                <a:path w="1244600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80897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67945" y="1740154"/>
            <a:ext cx="1397000" cy="1701800"/>
            <a:chOff x="6067945" y="1740154"/>
            <a:chExt cx="1397000" cy="1701800"/>
          </a:xfrm>
        </p:grpSpPr>
        <p:sp>
          <p:nvSpPr>
            <p:cNvPr id="13" name="object 13"/>
            <p:cNvSpPr/>
            <p:nvPr/>
          </p:nvSpPr>
          <p:spPr>
            <a:xfrm>
              <a:off x="6080886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400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600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67945" y="1740154"/>
              <a:ext cx="1397000" cy="1701800"/>
            </a:xfrm>
            <a:custGeom>
              <a:avLst/>
              <a:gdLst/>
              <a:ahLst/>
              <a:cxnLst/>
              <a:rect l="l" t="t" r="r" b="b"/>
              <a:pathLst>
                <a:path w="1397000" h="1701800">
                  <a:moveTo>
                    <a:pt x="1396746" y="1701545"/>
                  </a:moveTo>
                  <a:lnTo>
                    <a:pt x="1396746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41" y="1701545"/>
                  </a:lnTo>
                  <a:lnTo>
                    <a:pt x="12941" y="25145"/>
                  </a:lnTo>
                  <a:lnTo>
                    <a:pt x="25145" y="12191"/>
                  </a:lnTo>
                  <a:lnTo>
                    <a:pt x="25145" y="25145"/>
                  </a:lnTo>
                  <a:lnTo>
                    <a:pt x="1371600" y="25145"/>
                  </a:lnTo>
                  <a:lnTo>
                    <a:pt x="1371600" y="12191"/>
                  </a:lnTo>
                  <a:lnTo>
                    <a:pt x="1384541" y="25145"/>
                  </a:lnTo>
                  <a:lnTo>
                    <a:pt x="1384541" y="1701545"/>
                  </a:lnTo>
                  <a:lnTo>
                    <a:pt x="1396746" y="1701545"/>
                  </a:lnTo>
                  <a:close/>
                </a:path>
                <a:path w="1397000" h="1701800">
                  <a:moveTo>
                    <a:pt x="25145" y="25145"/>
                  </a:moveTo>
                  <a:lnTo>
                    <a:pt x="25145" y="12191"/>
                  </a:lnTo>
                  <a:lnTo>
                    <a:pt x="12941" y="25145"/>
                  </a:lnTo>
                  <a:lnTo>
                    <a:pt x="25145" y="25145"/>
                  </a:lnTo>
                  <a:close/>
                </a:path>
                <a:path w="1397000" h="1701800">
                  <a:moveTo>
                    <a:pt x="25145" y="1676399"/>
                  </a:moveTo>
                  <a:lnTo>
                    <a:pt x="25145" y="25145"/>
                  </a:lnTo>
                  <a:lnTo>
                    <a:pt x="12941" y="25145"/>
                  </a:lnTo>
                  <a:lnTo>
                    <a:pt x="12941" y="1676399"/>
                  </a:lnTo>
                  <a:lnTo>
                    <a:pt x="25145" y="1676399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2941" y="1676399"/>
                  </a:lnTo>
                  <a:lnTo>
                    <a:pt x="25145" y="1688591"/>
                  </a:lnTo>
                  <a:lnTo>
                    <a:pt x="25145" y="1701545"/>
                  </a:lnTo>
                  <a:lnTo>
                    <a:pt x="1371600" y="1701545"/>
                  </a:lnTo>
                  <a:lnTo>
                    <a:pt x="1371600" y="1688591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25145" y="1701545"/>
                  </a:moveTo>
                  <a:lnTo>
                    <a:pt x="25145" y="1688591"/>
                  </a:lnTo>
                  <a:lnTo>
                    <a:pt x="12941" y="1676399"/>
                  </a:lnTo>
                  <a:lnTo>
                    <a:pt x="12941" y="1701545"/>
                  </a:lnTo>
                  <a:lnTo>
                    <a:pt x="25145" y="1701545"/>
                  </a:lnTo>
                  <a:close/>
                </a:path>
                <a:path w="1397000" h="1701800">
                  <a:moveTo>
                    <a:pt x="1384541" y="25145"/>
                  </a:moveTo>
                  <a:lnTo>
                    <a:pt x="1371600" y="12191"/>
                  </a:lnTo>
                  <a:lnTo>
                    <a:pt x="1371600" y="25145"/>
                  </a:lnTo>
                  <a:lnTo>
                    <a:pt x="1384541" y="25145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384541" y="25145"/>
                  </a:lnTo>
                  <a:lnTo>
                    <a:pt x="1371600" y="25145"/>
                  </a:lnTo>
                  <a:lnTo>
                    <a:pt x="1371600" y="1676399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1384541" y="1701545"/>
                  </a:moveTo>
                  <a:lnTo>
                    <a:pt x="1384541" y="1676399"/>
                  </a:lnTo>
                  <a:lnTo>
                    <a:pt x="1371600" y="1688591"/>
                  </a:lnTo>
                  <a:lnTo>
                    <a:pt x="1371600" y="1701545"/>
                  </a:lnTo>
                  <a:lnTo>
                    <a:pt x="1384541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41127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2691" y="2553207"/>
            <a:ext cx="3175635" cy="81915"/>
          </a:xfrm>
          <a:custGeom>
            <a:avLst/>
            <a:gdLst/>
            <a:ahLst/>
            <a:cxnLst/>
            <a:rect l="l" t="t" r="r" b="b"/>
            <a:pathLst>
              <a:path w="3175635" h="81914">
                <a:moveTo>
                  <a:pt x="965454" y="44208"/>
                </a:moveTo>
                <a:lnTo>
                  <a:pt x="889254" y="5346"/>
                </a:lnTo>
                <a:lnTo>
                  <a:pt x="889254" y="31153"/>
                </a:lnTo>
                <a:lnTo>
                  <a:pt x="902208" y="31254"/>
                </a:lnTo>
                <a:lnTo>
                  <a:pt x="76962" y="25247"/>
                </a:lnTo>
                <a:lnTo>
                  <a:pt x="76708" y="25247"/>
                </a:lnTo>
                <a:lnTo>
                  <a:pt x="76962" y="12"/>
                </a:lnTo>
                <a:lnTo>
                  <a:pt x="0" y="37350"/>
                </a:lnTo>
                <a:lnTo>
                  <a:pt x="64008" y="69989"/>
                </a:lnTo>
                <a:lnTo>
                  <a:pt x="76200" y="76212"/>
                </a:lnTo>
                <a:lnTo>
                  <a:pt x="76441" y="51142"/>
                </a:lnTo>
                <a:lnTo>
                  <a:pt x="889254" y="56311"/>
                </a:lnTo>
                <a:lnTo>
                  <a:pt x="889254" y="81546"/>
                </a:lnTo>
                <a:lnTo>
                  <a:pt x="902208" y="75196"/>
                </a:lnTo>
                <a:lnTo>
                  <a:pt x="965454" y="44208"/>
                </a:lnTo>
                <a:close/>
              </a:path>
              <a:path w="3175635" h="81914">
                <a:moveTo>
                  <a:pt x="3175254" y="37338"/>
                </a:moveTo>
                <a:lnTo>
                  <a:pt x="3099054" y="0"/>
                </a:lnTo>
                <a:lnTo>
                  <a:pt x="3099054" y="25247"/>
                </a:lnTo>
                <a:lnTo>
                  <a:pt x="2286762" y="31153"/>
                </a:lnTo>
                <a:lnTo>
                  <a:pt x="2286254" y="31153"/>
                </a:lnTo>
                <a:lnTo>
                  <a:pt x="2286000" y="5334"/>
                </a:lnTo>
                <a:lnTo>
                  <a:pt x="2209800" y="44196"/>
                </a:lnTo>
                <a:lnTo>
                  <a:pt x="2273808" y="75260"/>
                </a:lnTo>
                <a:lnTo>
                  <a:pt x="2286000" y="81165"/>
                </a:lnTo>
                <a:lnTo>
                  <a:pt x="2286254" y="81292"/>
                </a:lnTo>
                <a:lnTo>
                  <a:pt x="2286508" y="81419"/>
                </a:lnTo>
                <a:lnTo>
                  <a:pt x="2286762" y="81534"/>
                </a:lnTo>
                <a:lnTo>
                  <a:pt x="2286508" y="56311"/>
                </a:lnTo>
                <a:lnTo>
                  <a:pt x="3099054" y="51142"/>
                </a:lnTo>
                <a:lnTo>
                  <a:pt x="3099054" y="76200"/>
                </a:lnTo>
                <a:lnTo>
                  <a:pt x="3112008" y="69596"/>
                </a:lnTo>
                <a:lnTo>
                  <a:pt x="3175254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156209"/>
            <a:ext cx="668909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  <a:p>
            <a:pPr marL="12700">
              <a:lnSpc>
                <a:spcPct val="100000"/>
              </a:lnSpc>
            </a:pPr>
            <a:r>
              <a:rPr dirty="0"/>
              <a:t>Write</a:t>
            </a:r>
            <a:r>
              <a:rPr spc="-85" dirty="0"/>
              <a:t> </a:t>
            </a:r>
            <a:r>
              <a:rPr dirty="0"/>
              <a:t>Operation</a:t>
            </a:r>
            <a:r>
              <a:rPr spc="-45" dirty="0"/>
              <a:t> </a:t>
            </a:r>
            <a:r>
              <a:rPr dirty="0"/>
              <a:t>(Write</a:t>
            </a:r>
            <a:r>
              <a:rPr spc="-80" dirty="0"/>
              <a:t> </a:t>
            </a:r>
            <a:r>
              <a:rPr spc="-10" dirty="0"/>
              <a:t>Miss)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643" y="3369564"/>
            <a:ext cx="7316470" cy="179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735"/>
              </a:lnSpc>
              <a:spcBef>
                <a:spcPts val="100"/>
              </a:spcBef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2400" spc="-25" dirty="0">
                <a:latin typeface="Arial MT"/>
                <a:cs typeface="Arial MT"/>
              </a:rPr>
              <a:t>Write-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write-</a:t>
            </a:r>
            <a:r>
              <a:rPr sz="2400" dirty="0">
                <a:latin typeface="Arial MT"/>
                <a:cs typeface="Arial MT"/>
              </a:rPr>
              <a:t>back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combined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with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ts val="2735"/>
              </a:lnSpc>
            </a:pPr>
            <a:r>
              <a:rPr sz="2400" i="1" spc="-20" dirty="0">
                <a:latin typeface="Arial"/>
                <a:cs typeface="Arial"/>
              </a:rPr>
              <a:t>write-</a:t>
            </a:r>
            <a:r>
              <a:rPr sz="2400" i="1" dirty="0">
                <a:latin typeface="Arial"/>
                <a:cs typeface="Arial"/>
              </a:rPr>
              <a:t>allocate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no-</a:t>
            </a:r>
            <a:r>
              <a:rPr sz="2400" i="1" spc="-20" dirty="0">
                <a:latin typeface="Arial"/>
                <a:cs typeface="Arial"/>
              </a:rPr>
              <a:t>write-</a:t>
            </a:r>
            <a:r>
              <a:rPr sz="2400" i="1" spc="-10" dirty="0">
                <a:latin typeface="Arial"/>
                <a:cs typeface="Arial"/>
              </a:rPr>
              <a:t>allocate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Typically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5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spc="-10" dirty="0">
                <a:latin typeface="Arial MT"/>
                <a:cs typeface="Arial MT"/>
              </a:rPr>
              <a:t>Write-</a:t>
            </a:r>
            <a:r>
              <a:rPr sz="2000" dirty="0">
                <a:latin typeface="Arial MT"/>
                <a:cs typeface="Arial MT"/>
              </a:rPr>
              <a:t>back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caches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write-allocate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4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spc="-10" dirty="0">
                <a:latin typeface="Arial MT"/>
                <a:cs typeface="Arial MT"/>
              </a:rPr>
              <a:t>Write-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i="1" spc="-20" dirty="0">
                <a:latin typeface="Arial"/>
                <a:cs typeface="Arial"/>
              </a:rPr>
              <a:t>no-write-</a:t>
            </a:r>
            <a:r>
              <a:rPr sz="2000" i="1" spc="-10" dirty="0">
                <a:latin typeface="Arial"/>
                <a:cs typeface="Arial"/>
              </a:rPr>
              <a:t>allocate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545" y="1768348"/>
            <a:ext cx="1549400" cy="1397635"/>
            <a:chOff x="1343545" y="1768348"/>
            <a:chExt cx="1549400" cy="1397635"/>
          </a:xfrm>
        </p:grpSpPr>
        <p:sp>
          <p:nvSpPr>
            <p:cNvPr id="5" name="object 5"/>
            <p:cNvSpPr/>
            <p:nvPr/>
          </p:nvSpPr>
          <p:spPr>
            <a:xfrm>
              <a:off x="1356499" y="1781302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3545" y="1768348"/>
              <a:ext cx="1549400" cy="1397635"/>
            </a:xfrm>
            <a:custGeom>
              <a:avLst/>
              <a:gdLst/>
              <a:ahLst/>
              <a:cxnLst/>
              <a:rect l="l" t="t" r="r" b="b"/>
              <a:pathLst>
                <a:path w="1549400" h="1397635">
                  <a:moveTo>
                    <a:pt x="1549146" y="1397508"/>
                  </a:moveTo>
                  <a:lnTo>
                    <a:pt x="1549146" y="0"/>
                  </a:lnTo>
                  <a:lnTo>
                    <a:pt x="0" y="0"/>
                  </a:lnTo>
                  <a:lnTo>
                    <a:pt x="0" y="1397508"/>
                  </a:lnTo>
                  <a:lnTo>
                    <a:pt x="12954" y="1397508"/>
                  </a:lnTo>
                  <a:lnTo>
                    <a:pt x="12954" y="25908"/>
                  </a:lnTo>
                  <a:lnTo>
                    <a:pt x="25145" y="12954"/>
                  </a:lnTo>
                  <a:lnTo>
                    <a:pt x="25145" y="25908"/>
                  </a:lnTo>
                  <a:lnTo>
                    <a:pt x="1524000" y="25908"/>
                  </a:lnTo>
                  <a:lnTo>
                    <a:pt x="1524000" y="12954"/>
                  </a:lnTo>
                  <a:lnTo>
                    <a:pt x="1536953" y="25908"/>
                  </a:lnTo>
                  <a:lnTo>
                    <a:pt x="1536953" y="1397508"/>
                  </a:lnTo>
                  <a:lnTo>
                    <a:pt x="1549146" y="1397508"/>
                  </a:lnTo>
                  <a:close/>
                </a:path>
                <a:path w="1549400" h="1397635">
                  <a:moveTo>
                    <a:pt x="25145" y="25908"/>
                  </a:moveTo>
                  <a:lnTo>
                    <a:pt x="25145" y="12954"/>
                  </a:lnTo>
                  <a:lnTo>
                    <a:pt x="12954" y="25908"/>
                  </a:lnTo>
                  <a:lnTo>
                    <a:pt x="25145" y="25908"/>
                  </a:lnTo>
                  <a:close/>
                </a:path>
                <a:path w="1549400" h="1397635">
                  <a:moveTo>
                    <a:pt x="25146" y="1371600"/>
                  </a:moveTo>
                  <a:lnTo>
                    <a:pt x="25145" y="25908"/>
                  </a:lnTo>
                  <a:lnTo>
                    <a:pt x="12954" y="25908"/>
                  </a:lnTo>
                  <a:lnTo>
                    <a:pt x="12954" y="1371600"/>
                  </a:lnTo>
                  <a:lnTo>
                    <a:pt x="25146" y="1371600"/>
                  </a:lnTo>
                  <a:close/>
                </a:path>
                <a:path w="1549400" h="1397635">
                  <a:moveTo>
                    <a:pt x="1536953" y="1371600"/>
                  </a:moveTo>
                  <a:lnTo>
                    <a:pt x="12954" y="1371600"/>
                  </a:lnTo>
                  <a:lnTo>
                    <a:pt x="25146" y="1384554"/>
                  </a:lnTo>
                  <a:lnTo>
                    <a:pt x="25146" y="1397508"/>
                  </a:lnTo>
                  <a:lnTo>
                    <a:pt x="1524000" y="1397508"/>
                  </a:lnTo>
                  <a:lnTo>
                    <a:pt x="1524000" y="1384554"/>
                  </a:lnTo>
                  <a:lnTo>
                    <a:pt x="1536953" y="1371600"/>
                  </a:lnTo>
                  <a:close/>
                </a:path>
                <a:path w="1549400" h="1397635">
                  <a:moveTo>
                    <a:pt x="25146" y="1397508"/>
                  </a:moveTo>
                  <a:lnTo>
                    <a:pt x="25146" y="1384554"/>
                  </a:lnTo>
                  <a:lnTo>
                    <a:pt x="12954" y="1371600"/>
                  </a:lnTo>
                  <a:lnTo>
                    <a:pt x="12954" y="1397508"/>
                  </a:lnTo>
                  <a:lnTo>
                    <a:pt x="25146" y="1397508"/>
                  </a:lnTo>
                  <a:close/>
                </a:path>
                <a:path w="1549400" h="1397635">
                  <a:moveTo>
                    <a:pt x="1536953" y="25908"/>
                  </a:moveTo>
                  <a:lnTo>
                    <a:pt x="1524000" y="12954"/>
                  </a:lnTo>
                  <a:lnTo>
                    <a:pt x="1524000" y="25908"/>
                  </a:lnTo>
                  <a:lnTo>
                    <a:pt x="1536953" y="25908"/>
                  </a:lnTo>
                  <a:close/>
                </a:path>
                <a:path w="1549400" h="1397635">
                  <a:moveTo>
                    <a:pt x="1536953" y="1371600"/>
                  </a:moveTo>
                  <a:lnTo>
                    <a:pt x="1536953" y="25908"/>
                  </a:lnTo>
                  <a:lnTo>
                    <a:pt x="1524000" y="25908"/>
                  </a:lnTo>
                  <a:lnTo>
                    <a:pt x="1524000" y="1371600"/>
                  </a:lnTo>
                  <a:lnTo>
                    <a:pt x="1536953" y="1371600"/>
                  </a:lnTo>
                  <a:close/>
                </a:path>
                <a:path w="1549400" h="1397635">
                  <a:moveTo>
                    <a:pt x="1536953" y="1397508"/>
                  </a:moveTo>
                  <a:lnTo>
                    <a:pt x="1536953" y="1371600"/>
                  </a:lnTo>
                  <a:lnTo>
                    <a:pt x="1524000" y="1384554"/>
                  </a:lnTo>
                  <a:lnTo>
                    <a:pt x="1524000" y="1397508"/>
                  </a:lnTo>
                  <a:lnTo>
                    <a:pt x="1536953" y="1397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93145" y="2300477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8145" y="1911604"/>
            <a:ext cx="1244600" cy="1122680"/>
            <a:chOff x="3858145" y="1911604"/>
            <a:chExt cx="1244600" cy="1122680"/>
          </a:xfrm>
        </p:grpSpPr>
        <p:sp>
          <p:nvSpPr>
            <p:cNvPr id="9" name="object 9"/>
            <p:cNvSpPr/>
            <p:nvPr/>
          </p:nvSpPr>
          <p:spPr>
            <a:xfrm>
              <a:off x="3871099" y="1923796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80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80"/>
                  </a:lnTo>
                  <a:lnTo>
                    <a:pt x="1219200" y="109728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8145" y="1911604"/>
              <a:ext cx="1244600" cy="1122680"/>
            </a:xfrm>
            <a:custGeom>
              <a:avLst/>
              <a:gdLst/>
              <a:ahLst/>
              <a:cxnLst/>
              <a:rect l="l" t="t" r="r" b="b"/>
              <a:pathLst>
                <a:path w="1244600" h="1122680">
                  <a:moveTo>
                    <a:pt x="1244346" y="112242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1219200" y="25145"/>
                  </a:lnTo>
                  <a:lnTo>
                    <a:pt x="1219200" y="12191"/>
                  </a:lnTo>
                  <a:lnTo>
                    <a:pt x="1232153" y="25145"/>
                  </a:lnTo>
                  <a:lnTo>
                    <a:pt x="1232153" y="1122426"/>
                  </a:lnTo>
                  <a:lnTo>
                    <a:pt x="1244346" y="1122426"/>
                  </a:lnTo>
                  <a:close/>
                </a:path>
                <a:path w="1244600" h="1122680">
                  <a:moveTo>
                    <a:pt x="25146" y="25145"/>
                  </a:moveTo>
                  <a:lnTo>
                    <a:pt x="25146" y="12191"/>
                  </a:lnTo>
                  <a:lnTo>
                    <a:pt x="12953" y="25145"/>
                  </a:lnTo>
                  <a:lnTo>
                    <a:pt x="25146" y="25145"/>
                  </a:lnTo>
                  <a:close/>
                </a:path>
                <a:path w="1244600" h="1122680">
                  <a:moveTo>
                    <a:pt x="25146" y="1096518"/>
                  </a:moveTo>
                  <a:lnTo>
                    <a:pt x="25146" y="25145"/>
                  </a:lnTo>
                  <a:lnTo>
                    <a:pt x="12953" y="25145"/>
                  </a:lnTo>
                  <a:lnTo>
                    <a:pt x="12953" y="1096518"/>
                  </a:lnTo>
                  <a:lnTo>
                    <a:pt x="25146" y="1096518"/>
                  </a:lnTo>
                  <a:close/>
                </a:path>
                <a:path w="1244600" h="1122680">
                  <a:moveTo>
                    <a:pt x="1232153" y="1096518"/>
                  </a:moveTo>
                  <a:lnTo>
                    <a:pt x="12953" y="1096518"/>
                  </a:lnTo>
                  <a:lnTo>
                    <a:pt x="25146" y="1109472"/>
                  </a:lnTo>
                  <a:lnTo>
                    <a:pt x="25146" y="1122426"/>
                  </a:lnTo>
                  <a:lnTo>
                    <a:pt x="1219200" y="1122426"/>
                  </a:lnTo>
                  <a:lnTo>
                    <a:pt x="1219200" y="1109472"/>
                  </a:lnTo>
                  <a:lnTo>
                    <a:pt x="1232153" y="1096518"/>
                  </a:lnTo>
                  <a:close/>
                </a:path>
                <a:path w="1244600" h="1122680">
                  <a:moveTo>
                    <a:pt x="25146" y="1122426"/>
                  </a:moveTo>
                  <a:lnTo>
                    <a:pt x="25146" y="1109472"/>
                  </a:lnTo>
                  <a:lnTo>
                    <a:pt x="12953" y="1096518"/>
                  </a:lnTo>
                  <a:lnTo>
                    <a:pt x="12953" y="1122426"/>
                  </a:lnTo>
                  <a:lnTo>
                    <a:pt x="25146" y="1122426"/>
                  </a:lnTo>
                  <a:close/>
                </a:path>
                <a:path w="1244600" h="1122680">
                  <a:moveTo>
                    <a:pt x="1232153" y="25145"/>
                  </a:moveTo>
                  <a:lnTo>
                    <a:pt x="1219200" y="12191"/>
                  </a:lnTo>
                  <a:lnTo>
                    <a:pt x="1219200" y="25145"/>
                  </a:lnTo>
                  <a:lnTo>
                    <a:pt x="1232153" y="25145"/>
                  </a:lnTo>
                  <a:close/>
                </a:path>
                <a:path w="1244600" h="1122680">
                  <a:moveTo>
                    <a:pt x="1232153" y="1096518"/>
                  </a:moveTo>
                  <a:lnTo>
                    <a:pt x="1232153" y="25145"/>
                  </a:lnTo>
                  <a:lnTo>
                    <a:pt x="1219200" y="25145"/>
                  </a:lnTo>
                  <a:lnTo>
                    <a:pt x="1219200" y="1096518"/>
                  </a:lnTo>
                  <a:lnTo>
                    <a:pt x="1232153" y="1096518"/>
                  </a:lnTo>
                  <a:close/>
                </a:path>
                <a:path w="1244600" h="1122680">
                  <a:moveTo>
                    <a:pt x="1232153" y="1122426"/>
                  </a:moveTo>
                  <a:lnTo>
                    <a:pt x="1232153" y="1096518"/>
                  </a:lnTo>
                  <a:lnTo>
                    <a:pt x="1219200" y="1109472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80897" y="2305812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67945" y="1615947"/>
            <a:ext cx="1397000" cy="1702435"/>
            <a:chOff x="6067945" y="1615947"/>
            <a:chExt cx="1397000" cy="1702435"/>
          </a:xfrm>
        </p:grpSpPr>
        <p:sp>
          <p:nvSpPr>
            <p:cNvPr id="13" name="object 13"/>
            <p:cNvSpPr/>
            <p:nvPr/>
          </p:nvSpPr>
          <p:spPr>
            <a:xfrm>
              <a:off x="6080886" y="1628901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399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399"/>
                  </a:lnTo>
                  <a:lnTo>
                    <a:pt x="1371600" y="167639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67945" y="1615947"/>
              <a:ext cx="1397000" cy="1702435"/>
            </a:xfrm>
            <a:custGeom>
              <a:avLst/>
              <a:gdLst/>
              <a:ahLst/>
              <a:cxnLst/>
              <a:rect l="l" t="t" r="r" b="b"/>
              <a:pathLst>
                <a:path w="1397000" h="1702435">
                  <a:moveTo>
                    <a:pt x="1396746" y="1702307"/>
                  </a:moveTo>
                  <a:lnTo>
                    <a:pt x="1396746" y="0"/>
                  </a:lnTo>
                  <a:lnTo>
                    <a:pt x="0" y="0"/>
                  </a:lnTo>
                  <a:lnTo>
                    <a:pt x="0" y="1702307"/>
                  </a:lnTo>
                  <a:lnTo>
                    <a:pt x="12941" y="1702307"/>
                  </a:lnTo>
                  <a:lnTo>
                    <a:pt x="12941" y="25908"/>
                  </a:lnTo>
                  <a:lnTo>
                    <a:pt x="25145" y="12954"/>
                  </a:lnTo>
                  <a:lnTo>
                    <a:pt x="25145" y="25908"/>
                  </a:lnTo>
                  <a:lnTo>
                    <a:pt x="1371600" y="25908"/>
                  </a:lnTo>
                  <a:lnTo>
                    <a:pt x="1371600" y="12954"/>
                  </a:lnTo>
                  <a:lnTo>
                    <a:pt x="1384541" y="25908"/>
                  </a:lnTo>
                  <a:lnTo>
                    <a:pt x="1384541" y="1702307"/>
                  </a:lnTo>
                  <a:lnTo>
                    <a:pt x="1396746" y="1702307"/>
                  </a:lnTo>
                  <a:close/>
                </a:path>
                <a:path w="1397000" h="1702435">
                  <a:moveTo>
                    <a:pt x="25145" y="25908"/>
                  </a:moveTo>
                  <a:lnTo>
                    <a:pt x="25145" y="12954"/>
                  </a:lnTo>
                  <a:lnTo>
                    <a:pt x="12941" y="25908"/>
                  </a:lnTo>
                  <a:lnTo>
                    <a:pt x="25145" y="25908"/>
                  </a:lnTo>
                  <a:close/>
                </a:path>
                <a:path w="1397000" h="1702435">
                  <a:moveTo>
                    <a:pt x="25145" y="1676400"/>
                  </a:moveTo>
                  <a:lnTo>
                    <a:pt x="25145" y="25908"/>
                  </a:lnTo>
                  <a:lnTo>
                    <a:pt x="12941" y="25908"/>
                  </a:lnTo>
                  <a:lnTo>
                    <a:pt x="12941" y="1676400"/>
                  </a:lnTo>
                  <a:lnTo>
                    <a:pt x="25145" y="1676400"/>
                  </a:lnTo>
                  <a:close/>
                </a:path>
                <a:path w="1397000" h="1702435">
                  <a:moveTo>
                    <a:pt x="1384541" y="1676400"/>
                  </a:moveTo>
                  <a:lnTo>
                    <a:pt x="12941" y="1676400"/>
                  </a:lnTo>
                  <a:lnTo>
                    <a:pt x="25145" y="1689353"/>
                  </a:lnTo>
                  <a:lnTo>
                    <a:pt x="25145" y="1702307"/>
                  </a:lnTo>
                  <a:lnTo>
                    <a:pt x="1371600" y="1702307"/>
                  </a:lnTo>
                  <a:lnTo>
                    <a:pt x="1371600" y="1689353"/>
                  </a:lnTo>
                  <a:lnTo>
                    <a:pt x="1384541" y="1676400"/>
                  </a:lnTo>
                  <a:close/>
                </a:path>
                <a:path w="1397000" h="1702435">
                  <a:moveTo>
                    <a:pt x="25145" y="1702307"/>
                  </a:moveTo>
                  <a:lnTo>
                    <a:pt x="25145" y="1689353"/>
                  </a:lnTo>
                  <a:lnTo>
                    <a:pt x="12941" y="1676400"/>
                  </a:lnTo>
                  <a:lnTo>
                    <a:pt x="12941" y="1702307"/>
                  </a:lnTo>
                  <a:lnTo>
                    <a:pt x="25145" y="1702307"/>
                  </a:lnTo>
                  <a:close/>
                </a:path>
                <a:path w="1397000" h="1702435">
                  <a:moveTo>
                    <a:pt x="1384541" y="25908"/>
                  </a:moveTo>
                  <a:lnTo>
                    <a:pt x="1371600" y="12954"/>
                  </a:lnTo>
                  <a:lnTo>
                    <a:pt x="1371600" y="25908"/>
                  </a:lnTo>
                  <a:lnTo>
                    <a:pt x="1384541" y="25908"/>
                  </a:lnTo>
                  <a:close/>
                </a:path>
                <a:path w="1397000" h="1702435">
                  <a:moveTo>
                    <a:pt x="1384541" y="1676400"/>
                  </a:moveTo>
                  <a:lnTo>
                    <a:pt x="1384541" y="25908"/>
                  </a:lnTo>
                  <a:lnTo>
                    <a:pt x="1371600" y="25908"/>
                  </a:lnTo>
                  <a:lnTo>
                    <a:pt x="1371600" y="1676400"/>
                  </a:lnTo>
                  <a:lnTo>
                    <a:pt x="1384541" y="1676400"/>
                  </a:lnTo>
                  <a:close/>
                </a:path>
                <a:path w="1397000" h="1702435">
                  <a:moveTo>
                    <a:pt x="1384541" y="1702307"/>
                  </a:moveTo>
                  <a:lnTo>
                    <a:pt x="1384541" y="1676400"/>
                  </a:lnTo>
                  <a:lnTo>
                    <a:pt x="1371600" y="1689353"/>
                  </a:lnTo>
                  <a:lnTo>
                    <a:pt x="1371600" y="1702307"/>
                  </a:lnTo>
                  <a:lnTo>
                    <a:pt x="1384541" y="17023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41127" y="2148077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2691" y="2429776"/>
            <a:ext cx="3175635" cy="81915"/>
          </a:xfrm>
          <a:custGeom>
            <a:avLst/>
            <a:gdLst/>
            <a:ahLst/>
            <a:cxnLst/>
            <a:rect l="l" t="t" r="r" b="b"/>
            <a:pathLst>
              <a:path w="3175635" h="81914">
                <a:moveTo>
                  <a:pt x="965454" y="43434"/>
                </a:moveTo>
                <a:lnTo>
                  <a:pt x="889254" y="5334"/>
                </a:lnTo>
                <a:lnTo>
                  <a:pt x="889254" y="30391"/>
                </a:lnTo>
                <a:lnTo>
                  <a:pt x="902208" y="30480"/>
                </a:lnTo>
                <a:lnTo>
                  <a:pt x="76962" y="25222"/>
                </a:lnTo>
                <a:lnTo>
                  <a:pt x="76708" y="25222"/>
                </a:lnTo>
                <a:lnTo>
                  <a:pt x="76962" y="0"/>
                </a:lnTo>
                <a:lnTo>
                  <a:pt x="0" y="37338"/>
                </a:lnTo>
                <a:lnTo>
                  <a:pt x="64008" y="69977"/>
                </a:lnTo>
                <a:lnTo>
                  <a:pt x="76200" y="76200"/>
                </a:lnTo>
                <a:lnTo>
                  <a:pt x="76454" y="50368"/>
                </a:lnTo>
                <a:lnTo>
                  <a:pt x="889254" y="55537"/>
                </a:lnTo>
                <a:lnTo>
                  <a:pt x="889254" y="81534"/>
                </a:lnTo>
                <a:lnTo>
                  <a:pt x="902208" y="75057"/>
                </a:lnTo>
                <a:lnTo>
                  <a:pt x="965454" y="43434"/>
                </a:lnTo>
                <a:close/>
              </a:path>
              <a:path w="3175635" h="81914">
                <a:moveTo>
                  <a:pt x="3175254" y="37338"/>
                </a:moveTo>
                <a:lnTo>
                  <a:pt x="3099054" y="0"/>
                </a:lnTo>
                <a:lnTo>
                  <a:pt x="3099054" y="25222"/>
                </a:lnTo>
                <a:lnTo>
                  <a:pt x="3112008" y="25146"/>
                </a:lnTo>
                <a:lnTo>
                  <a:pt x="2286762" y="30391"/>
                </a:lnTo>
                <a:lnTo>
                  <a:pt x="2286241" y="30391"/>
                </a:lnTo>
                <a:lnTo>
                  <a:pt x="2286000" y="5334"/>
                </a:lnTo>
                <a:lnTo>
                  <a:pt x="2209800" y="43434"/>
                </a:lnTo>
                <a:lnTo>
                  <a:pt x="2273808" y="75120"/>
                </a:lnTo>
                <a:lnTo>
                  <a:pt x="2286762" y="81534"/>
                </a:lnTo>
                <a:lnTo>
                  <a:pt x="2286495" y="55537"/>
                </a:lnTo>
                <a:lnTo>
                  <a:pt x="3099054" y="50368"/>
                </a:lnTo>
                <a:lnTo>
                  <a:pt x="3099054" y="76200"/>
                </a:lnTo>
                <a:lnTo>
                  <a:pt x="3112008" y="69583"/>
                </a:lnTo>
                <a:lnTo>
                  <a:pt x="3175254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States</a:t>
            </a:r>
            <a:r>
              <a:rPr spc="-9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Cache</a:t>
            </a:r>
            <a:r>
              <a:rPr spc="-95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1647899"/>
            <a:ext cx="5090160" cy="350329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spc="-10" dirty="0">
                <a:latin typeface="Arial MT"/>
                <a:cs typeface="Arial MT"/>
              </a:rPr>
              <a:t>Write-through</a:t>
            </a:r>
            <a:endParaRPr sz="30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spc="-10" dirty="0">
                <a:latin typeface="Arial MT"/>
                <a:cs typeface="Arial MT"/>
              </a:rPr>
              <a:t>Invalid</a:t>
            </a:r>
            <a:endParaRPr sz="26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spc="-10" dirty="0">
                <a:latin typeface="Arial MT"/>
                <a:cs typeface="Arial MT"/>
              </a:rPr>
              <a:t>Valid</a:t>
            </a:r>
            <a:endParaRPr sz="2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Write-</a:t>
            </a:r>
            <a:r>
              <a:rPr sz="3000" spc="-20" dirty="0">
                <a:latin typeface="Arial MT"/>
                <a:cs typeface="Arial MT"/>
              </a:rPr>
              <a:t>Back</a:t>
            </a:r>
            <a:endParaRPr sz="30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3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spc="-10" dirty="0">
                <a:latin typeface="Arial MT"/>
                <a:cs typeface="Arial MT"/>
              </a:rPr>
              <a:t>Invalid</a:t>
            </a:r>
            <a:endParaRPr sz="26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spc="-10" dirty="0">
                <a:latin typeface="Arial MT"/>
                <a:cs typeface="Arial MT"/>
              </a:rPr>
              <a:t>Valid</a:t>
            </a:r>
            <a:endParaRPr sz="26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Dirty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(not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memory)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347" y="1435353"/>
            <a:ext cx="3530600" cy="939800"/>
            <a:chOff x="2807347" y="1435353"/>
            <a:chExt cx="3530600" cy="9398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132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78947" y="1511553"/>
            <a:ext cx="787400" cy="786765"/>
            <a:chOff x="4178947" y="1511553"/>
            <a:chExt cx="787400" cy="786765"/>
          </a:xfrm>
        </p:grpSpPr>
        <p:sp>
          <p:nvSpPr>
            <p:cNvPr id="10" name="object 10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75285" y="1753361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80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54947" y="2502154"/>
            <a:ext cx="3759200" cy="406400"/>
            <a:chOff x="2654947" y="2502154"/>
            <a:chExt cx="3759200" cy="406400"/>
          </a:xfrm>
        </p:grpSpPr>
        <p:sp>
          <p:nvSpPr>
            <p:cNvPr id="15" name="object 15"/>
            <p:cNvSpPr/>
            <p:nvPr/>
          </p:nvSpPr>
          <p:spPr>
            <a:xfrm>
              <a:off x="2667139" y="2514346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947" y="2502154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73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19539" y="2274316"/>
            <a:ext cx="3810000" cy="1624965"/>
            <a:chOff x="2819539" y="2274316"/>
            <a:chExt cx="3810000" cy="1624965"/>
          </a:xfrm>
        </p:grpSpPr>
        <p:sp>
          <p:nvSpPr>
            <p:cNvPr id="19" name="object 19"/>
            <p:cNvSpPr/>
            <p:nvPr/>
          </p:nvSpPr>
          <p:spPr>
            <a:xfrm>
              <a:off x="3276739" y="3504946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19539" y="2274328"/>
              <a:ext cx="3810000" cy="1624965"/>
            </a:xfrm>
            <a:custGeom>
              <a:avLst/>
              <a:gdLst/>
              <a:ahLst/>
              <a:cxnLst/>
              <a:rect l="l" t="t" r="r" b="b"/>
              <a:pathLst>
                <a:path w="3810000" h="1624964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624964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18425"/>
                  </a:lnTo>
                  <a:lnTo>
                    <a:pt x="445008" y="1218425"/>
                  </a:lnTo>
                  <a:lnTo>
                    <a:pt x="445008" y="1624571"/>
                  </a:lnTo>
                  <a:lnTo>
                    <a:pt x="2832341" y="1624571"/>
                  </a:lnTo>
                  <a:lnTo>
                    <a:pt x="2832341" y="1218425"/>
                  </a:lnTo>
                  <a:lnTo>
                    <a:pt x="2807208" y="1218425"/>
                  </a:lnTo>
                  <a:lnTo>
                    <a:pt x="2807208" y="1243571"/>
                  </a:lnTo>
                  <a:lnTo>
                    <a:pt x="2807208" y="1599425"/>
                  </a:lnTo>
                  <a:lnTo>
                    <a:pt x="470154" y="1599425"/>
                  </a:lnTo>
                  <a:lnTo>
                    <a:pt x="470154" y="1243571"/>
                  </a:lnTo>
                  <a:lnTo>
                    <a:pt x="2807208" y="1243571"/>
                  </a:lnTo>
                  <a:lnTo>
                    <a:pt x="2807208" y="1218425"/>
                  </a:lnTo>
                  <a:lnTo>
                    <a:pt x="1613154" y="1218425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6073" y="2851404"/>
            <a:ext cx="6451600" cy="319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0240" algn="ctr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1600">
              <a:latin typeface="Verdana"/>
              <a:cs typeface="Verdana"/>
            </a:endParaRPr>
          </a:p>
          <a:p>
            <a:pPr marL="31521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P1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(value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5)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P3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P3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changing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7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P1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again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0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P2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21947" y="1511553"/>
            <a:ext cx="787400" cy="786765"/>
            <a:chOff x="5321947" y="1511553"/>
            <a:chExt cx="787400" cy="786765"/>
          </a:xfrm>
        </p:grpSpPr>
        <p:sp>
          <p:nvSpPr>
            <p:cNvPr id="23" name="object 23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85085" y="17533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59948" y="2274328"/>
            <a:ext cx="1160145" cy="252729"/>
          </a:xfrm>
          <a:custGeom>
            <a:avLst/>
            <a:gdLst/>
            <a:ahLst/>
            <a:cxnLst/>
            <a:rect l="l" t="t" r="r" b="b"/>
            <a:pathLst>
              <a:path w="1160145" h="252730">
                <a:moveTo>
                  <a:pt x="25146" y="11417"/>
                </a:moveTo>
                <a:lnTo>
                  <a:pt x="0" y="11417"/>
                </a:lnTo>
                <a:lnTo>
                  <a:pt x="0" y="240017"/>
                </a:lnTo>
                <a:lnTo>
                  <a:pt x="25146" y="240017"/>
                </a:lnTo>
                <a:lnTo>
                  <a:pt x="25146" y="11417"/>
                </a:lnTo>
                <a:close/>
              </a:path>
              <a:path w="1160145" h="252730">
                <a:moveTo>
                  <a:pt x="1159738" y="23622"/>
                </a:moveTo>
                <a:lnTo>
                  <a:pt x="1151356" y="0"/>
                </a:lnTo>
                <a:lnTo>
                  <a:pt x="465556" y="228600"/>
                </a:lnTo>
                <a:lnTo>
                  <a:pt x="473938" y="252222"/>
                </a:lnTo>
                <a:lnTo>
                  <a:pt x="115973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49869" y="2524349"/>
            <a:ext cx="18357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Write-</a:t>
            </a:r>
            <a:r>
              <a:rPr sz="1600" dirty="0">
                <a:latin typeface="Verdana"/>
                <a:cs typeface="Verdana"/>
              </a:rPr>
              <a:t>Back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Cache</a:t>
            </a:r>
            <a:endParaRPr sz="1600">
              <a:latin typeface="Verdana"/>
              <a:cs typeface="Verdan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8361E57-9D79-BAC8-9229-6C0E31CA52C2}"/>
                  </a:ext>
                </a:extLst>
              </p14:cNvPr>
              <p14:cNvContentPartPr/>
              <p14:nvPr/>
            </p14:nvContentPartPr>
            <p14:xfrm>
              <a:off x="196920" y="814320"/>
              <a:ext cx="8776080" cy="5347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8361E57-9D79-BAC8-9229-6C0E31CA52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560" y="804960"/>
                <a:ext cx="8794800" cy="536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347" y="1435353"/>
            <a:ext cx="3530600" cy="939800"/>
            <a:chOff x="2807347" y="1435353"/>
            <a:chExt cx="3530600" cy="9398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073" y="4156971"/>
            <a:ext cx="7539990" cy="131000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AutoNum type="arabicPeriod"/>
              <a:tabLst>
                <a:tab pos="469265" algn="l"/>
              </a:tabLst>
            </a:pPr>
            <a:r>
              <a:rPr sz="2600" dirty="0">
                <a:latin typeface="Arial MT"/>
                <a:cs typeface="Arial MT"/>
              </a:rPr>
              <a:t>P1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(value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5)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265" algn="l"/>
              </a:tabLst>
            </a:pP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P1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updated</a:t>
            </a:r>
            <a:endParaRPr sz="22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26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block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containing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u=5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loaded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cache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32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78947" y="1511553"/>
            <a:ext cx="787400" cy="786765"/>
            <a:chOff x="4178947" y="1511553"/>
            <a:chExt cx="787400" cy="786765"/>
          </a:xfrm>
        </p:grpSpPr>
        <p:sp>
          <p:nvSpPr>
            <p:cNvPr id="11" name="object 11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5285" y="1753361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0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54947" y="2502154"/>
            <a:ext cx="3759200" cy="1397000"/>
            <a:chOff x="2654947" y="2502154"/>
            <a:chExt cx="3759200" cy="1397000"/>
          </a:xfrm>
        </p:grpSpPr>
        <p:sp>
          <p:nvSpPr>
            <p:cNvPr id="16" name="object 16"/>
            <p:cNvSpPr/>
            <p:nvPr/>
          </p:nvSpPr>
          <p:spPr>
            <a:xfrm>
              <a:off x="2667139" y="2514346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4947" y="2502154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739" y="3504946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64547" y="3492754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79" y="25146"/>
                  </a:lnTo>
                  <a:lnTo>
                    <a:pt x="2374379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79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79" y="25146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2374379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374379" y="406146"/>
                  </a:moveTo>
                  <a:lnTo>
                    <a:pt x="2374379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79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675513" y="35440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810000" cy="1993900"/>
            <a:chOff x="2819539" y="1511553"/>
            <a:chExt cx="3810000" cy="1993900"/>
          </a:xfrm>
        </p:grpSpPr>
        <p:sp>
          <p:nvSpPr>
            <p:cNvPr id="22" name="object 22"/>
            <p:cNvSpPr/>
            <p:nvPr/>
          </p:nvSpPr>
          <p:spPr>
            <a:xfrm>
              <a:off x="2819539" y="2274328"/>
              <a:ext cx="3810000" cy="1230630"/>
            </a:xfrm>
            <a:custGeom>
              <a:avLst/>
              <a:gdLst/>
              <a:ahLst/>
              <a:cxnLst/>
              <a:rect l="l" t="t" r="r" b="b"/>
              <a:pathLst>
                <a:path w="3810000" h="1230629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230629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30617"/>
                  </a:lnTo>
                  <a:lnTo>
                    <a:pt x="1613154" y="1230617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85085" y="17533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64191" y="2133345"/>
            <a:ext cx="2255520" cy="1450340"/>
            <a:chOff x="3464191" y="2133345"/>
            <a:chExt cx="2255520" cy="1450340"/>
          </a:xfrm>
        </p:grpSpPr>
        <p:sp>
          <p:nvSpPr>
            <p:cNvPr id="28" name="object 28"/>
            <p:cNvSpPr/>
            <p:nvPr/>
          </p:nvSpPr>
          <p:spPr>
            <a:xfrm>
              <a:off x="4559947" y="2274328"/>
              <a:ext cx="1160145" cy="252729"/>
            </a:xfrm>
            <a:custGeom>
              <a:avLst/>
              <a:gdLst/>
              <a:ahLst/>
              <a:cxnLst/>
              <a:rect l="l" t="t" r="r" b="b"/>
              <a:pathLst>
                <a:path w="1160145" h="252730">
                  <a:moveTo>
                    <a:pt x="25146" y="11417"/>
                  </a:moveTo>
                  <a:lnTo>
                    <a:pt x="0" y="11417"/>
                  </a:lnTo>
                  <a:lnTo>
                    <a:pt x="0" y="240017"/>
                  </a:lnTo>
                  <a:lnTo>
                    <a:pt x="25146" y="240017"/>
                  </a:lnTo>
                  <a:lnTo>
                    <a:pt x="25146" y="11417"/>
                  </a:lnTo>
                  <a:close/>
                </a:path>
                <a:path w="1160145" h="252730">
                  <a:moveTo>
                    <a:pt x="1159738" y="23622"/>
                  </a:moveTo>
                  <a:lnTo>
                    <a:pt x="1151356" y="0"/>
                  </a:lnTo>
                  <a:lnTo>
                    <a:pt x="465556" y="228600"/>
                  </a:lnTo>
                  <a:lnTo>
                    <a:pt x="473938" y="252222"/>
                  </a:lnTo>
                  <a:lnTo>
                    <a:pt x="1159738" y="236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64191" y="2133345"/>
              <a:ext cx="995680" cy="1450340"/>
            </a:xfrm>
            <a:custGeom>
              <a:avLst/>
              <a:gdLst/>
              <a:ahLst/>
              <a:cxnLst/>
              <a:rect l="l" t="t" r="r" b="b"/>
              <a:pathLst>
                <a:path w="995679" h="1450339">
                  <a:moveTo>
                    <a:pt x="149351" y="132588"/>
                  </a:moveTo>
                  <a:lnTo>
                    <a:pt x="41147" y="0"/>
                  </a:lnTo>
                  <a:lnTo>
                    <a:pt x="0" y="165354"/>
                  </a:lnTo>
                  <a:lnTo>
                    <a:pt x="44195" y="155657"/>
                  </a:lnTo>
                  <a:lnTo>
                    <a:pt x="44195" y="130302"/>
                  </a:lnTo>
                  <a:lnTo>
                    <a:pt x="93725" y="118872"/>
                  </a:lnTo>
                  <a:lnTo>
                    <a:pt x="99726" y="143475"/>
                  </a:lnTo>
                  <a:lnTo>
                    <a:pt x="149351" y="132588"/>
                  </a:lnTo>
                  <a:close/>
                </a:path>
                <a:path w="995679" h="1450339">
                  <a:moveTo>
                    <a:pt x="99726" y="143475"/>
                  </a:moveTo>
                  <a:lnTo>
                    <a:pt x="93725" y="118872"/>
                  </a:lnTo>
                  <a:lnTo>
                    <a:pt x="44195" y="130302"/>
                  </a:lnTo>
                  <a:lnTo>
                    <a:pt x="50066" y="154370"/>
                  </a:lnTo>
                  <a:lnTo>
                    <a:pt x="99726" y="143475"/>
                  </a:lnTo>
                  <a:close/>
                </a:path>
                <a:path w="995679" h="1450339">
                  <a:moveTo>
                    <a:pt x="50066" y="154370"/>
                  </a:moveTo>
                  <a:lnTo>
                    <a:pt x="44195" y="130302"/>
                  </a:lnTo>
                  <a:lnTo>
                    <a:pt x="44195" y="155657"/>
                  </a:lnTo>
                  <a:lnTo>
                    <a:pt x="50066" y="154370"/>
                  </a:lnTo>
                  <a:close/>
                </a:path>
                <a:path w="995679" h="1450339">
                  <a:moveTo>
                    <a:pt x="995548" y="1131764"/>
                  </a:moveTo>
                  <a:lnTo>
                    <a:pt x="995548" y="1077614"/>
                  </a:lnTo>
                  <a:lnTo>
                    <a:pt x="994167" y="1026175"/>
                  </a:lnTo>
                  <a:lnTo>
                    <a:pt x="991098" y="974908"/>
                  </a:lnTo>
                  <a:lnTo>
                    <a:pt x="985984" y="924135"/>
                  </a:lnTo>
                  <a:lnTo>
                    <a:pt x="978466" y="874178"/>
                  </a:lnTo>
                  <a:lnTo>
                    <a:pt x="968186" y="825359"/>
                  </a:lnTo>
                  <a:lnTo>
                    <a:pt x="954785" y="778002"/>
                  </a:lnTo>
                  <a:lnTo>
                    <a:pt x="939545" y="739140"/>
                  </a:lnTo>
                  <a:lnTo>
                    <a:pt x="912510" y="688622"/>
                  </a:lnTo>
                  <a:lnTo>
                    <a:pt x="880585" y="649525"/>
                  </a:lnTo>
                  <a:lnTo>
                    <a:pt x="842290" y="620295"/>
                  </a:lnTo>
                  <a:lnTo>
                    <a:pt x="796143" y="599377"/>
                  </a:lnTo>
                  <a:lnTo>
                    <a:pt x="740663" y="585216"/>
                  </a:lnTo>
                  <a:lnTo>
                    <a:pt x="697230" y="578358"/>
                  </a:lnTo>
                  <a:lnTo>
                    <a:pt x="653033" y="573786"/>
                  </a:lnTo>
                  <a:lnTo>
                    <a:pt x="606762" y="570783"/>
                  </a:lnTo>
                  <a:lnTo>
                    <a:pt x="556589" y="569153"/>
                  </a:lnTo>
                  <a:lnTo>
                    <a:pt x="499054" y="567054"/>
                  </a:lnTo>
                  <a:lnTo>
                    <a:pt x="442973" y="563044"/>
                  </a:lnTo>
                  <a:lnTo>
                    <a:pt x="388975" y="555414"/>
                  </a:lnTo>
                  <a:lnTo>
                    <a:pt x="339739" y="542524"/>
                  </a:lnTo>
                  <a:lnTo>
                    <a:pt x="297941" y="522732"/>
                  </a:lnTo>
                  <a:lnTo>
                    <a:pt x="251878" y="481944"/>
                  </a:lnTo>
                  <a:lnTo>
                    <a:pt x="221317" y="444650"/>
                  </a:lnTo>
                  <a:lnTo>
                    <a:pt x="194588" y="403586"/>
                  </a:lnTo>
                  <a:lnTo>
                    <a:pt x="171448" y="359872"/>
                  </a:lnTo>
                  <a:lnTo>
                    <a:pt x="151657" y="314628"/>
                  </a:lnTo>
                  <a:lnTo>
                    <a:pt x="134974" y="268973"/>
                  </a:lnTo>
                  <a:lnTo>
                    <a:pt x="121157" y="224028"/>
                  </a:lnTo>
                  <a:lnTo>
                    <a:pt x="110489" y="187452"/>
                  </a:lnTo>
                  <a:lnTo>
                    <a:pt x="99726" y="143475"/>
                  </a:lnTo>
                  <a:lnTo>
                    <a:pt x="50066" y="154370"/>
                  </a:lnTo>
                  <a:lnTo>
                    <a:pt x="61721" y="200406"/>
                  </a:lnTo>
                  <a:lnTo>
                    <a:pt x="72389" y="237744"/>
                  </a:lnTo>
                  <a:lnTo>
                    <a:pt x="87999" y="287915"/>
                  </a:lnTo>
                  <a:lnTo>
                    <a:pt x="106243" y="337607"/>
                  </a:lnTo>
                  <a:lnTo>
                    <a:pt x="127601" y="386086"/>
                  </a:lnTo>
                  <a:lnTo>
                    <a:pt x="152552" y="432619"/>
                  </a:lnTo>
                  <a:lnTo>
                    <a:pt x="181574" y="476473"/>
                  </a:lnTo>
                  <a:lnTo>
                    <a:pt x="215146" y="516915"/>
                  </a:lnTo>
                  <a:lnTo>
                    <a:pt x="253745" y="553212"/>
                  </a:lnTo>
                  <a:lnTo>
                    <a:pt x="309102" y="585385"/>
                  </a:lnTo>
                  <a:lnTo>
                    <a:pt x="354309" y="599831"/>
                  </a:lnTo>
                  <a:lnTo>
                    <a:pt x="403134" y="609240"/>
                  </a:lnTo>
                  <a:lnTo>
                    <a:pt x="454104" y="614872"/>
                  </a:lnTo>
                  <a:lnTo>
                    <a:pt x="505746" y="617987"/>
                  </a:lnTo>
                  <a:lnTo>
                    <a:pt x="554543" y="619772"/>
                  </a:lnTo>
                  <a:lnTo>
                    <a:pt x="605160" y="621711"/>
                  </a:lnTo>
                  <a:lnTo>
                    <a:pt x="649985" y="624840"/>
                  </a:lnTo>
                  <a:lnTo>
                    <a:pt x="691896" y="628650"/>
                  </a:lnTo>
                  <a:lnTo>
                    <a:pt x="731519" y="634746"/>
                  </a:lnTo>
                  <a:lnTo>
                    <a:pt x="789012" y="651063"/>
                  </a:lnTo>
                  <a:lnTo>
                    <a:pt x="831761" y="674074"/>
                  </a:lnTo>
                  <a:lnTo>
                    <a:pt x="864965" y="709044"/>
                  </a:lnTo>
                  <a:lnTo>
                    <a:pt x="893826" y="761238"/>
                  </a:lnTo>
                  <a:lnTo>
                    <a:pt x="919441" y="840426"/>
                  </a:lnTo>
                  <a:lnTo>
                    <a:pt x="929104" y="887126"/>
                  </a:lnTo>
                  <a:lnTo>
                    <a:pt x="936119" y="935218"/>
                  </a:lnTo>
                  <a:lnTo>
                    <a:pt x="940832" y="984290"/>
                  </a:lnTo>
                  <a:lnTo>
                    <a:pt x="943594" y="1033933"/>
                  </a:lnTo>
                  <a:lnTo>
                    <a:pt x="944653" y="1079504"/>
                  </a:lnTo>
                  <a:lnTo>
                    <a:pt x="944653" y="1447339"/>
                  </a:lnTo>
                  <a:lnTo>
                    <a:pt x="981456" y="1450086"/>
                  </a:lnTo>
                  <a:lnTo>
                    <a:pt x="984504" y="1392936"/>
                  </a:lnTo>
                  <a:lnTo>
                    <a:pt x="988313" y="1335786"/>
                  </a:lnTo>
                  <a:lnTo>
                    <a:pt x="991362" y="1278636"/>
                  </a:lnTo>
                  <a:lnTo>
                    <a:pt x="994680" y="1179716"/>
                  </a:lnTo>
                  <a:lnTo>
                    <a:pt x="995548" y="1131764"/>
                  </a:lnTo>
                  <a:close/>
                </a:path>
                <a:path w="995679" h="1450339">
                  <a:moveTo>
                    <a:pt x="944653" y="1447339"/>
                  </a:moveTo>
                  <a:lnTo>
                    <a:pt x="944653" y="1133291"/>
                  </a:lnTo>
                  <a:lnTo>
                    <a:pt x="943594" y="1184774"/>
                  </a:lnTo>
                  <a:lnTo>
                    <a:pt x="943594" y="1183813"/>
                  </a:lnTo>
                  <a:lnTo>
                    <a:pt x="940307" y="1276350"/>
                  </a:lnTo>
                  <a:lnTo>
                    <a:pt x="934212" y="1389888"/>
                  </a:lnTo>
                  <a:lnTo>
                    <a:pt x="930401" y="1446276"/>
                  </a:lnTo>
                  <a:lnTo>
                    <a:pt x="939545" y="1446958"/>
                  </a:lnTo>
                  <a:lnTo>
                    <a:pt x="940832" y="1447054"/>
                  </a:lnTo>
                  <a:lnTo>
                    <a:pt x="942082" y="1447147"/>
                  </a:lnTo>
                  <a:lnTo>
                    <a:pt x="943594" y="1447260"/>
                  </a:lnTo>
                  <a:lnTo>
                    <a:pt x="944653" y="1447339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68601" y="353714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87349" y="2526920"/>
            <a:ext cx="1217930" cy="8991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  <a:spcBef>
                <a:spcPts val="48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58518" y="2546526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347" y="1435353"/>
            <a:ext cx="3530600" cy="939800"/>
            <a:chOff x="2807347" y="1435353"/>
            <a:chExt cx="3530600" cy="9398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073" y="4156971"/>
            <a:ext cx="6233795" cy="90741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6565" marR="78740" indent="-456565" algn="r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AutoNum type="arabicPeriod" startAt="2"/>
              <a:tabLst>
                <a:tab pos="456565" algn="l"/>
              </a:tabLst>
            </a:pPr>
            <a:r>
              <a:rPr sz="2600" dirty="0">
                <a:latin typeface="Arial MT"/>
                <a:cs typeface="Arial MT"/>
              </a:rPr>
              <a:t>P3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380365" marR="5080" lvl="1" indent="-380365" algn="r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380365" algn="l"/>
              </a:tabLst>
            </a:pP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still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u=5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32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78947" y="1511553"/>
            <a:ext cx="787400" cy="786765"/>
            <a:chOff x="4178947" y="1511553"/>
            <a:chExt cx="787400" cy="786765"/>
          </a:xfrm>
        </p:grpSpPr>
        <p:sp>
          <p:nvSpPr>
            <p:cNvPr id="11" name="object 11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5285" y="1753361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0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54947" y="2502154"/>
            <a:ext cx="3759200" cy="406400"/>
            <a:chOff x="2654947" y="2502154"/>
            <a:chExt cx="3759200" cy="406400"/>
          </a:xfrm>
        </p:grpSpPr>
        <p:sp>
          <p:nvSpPr>
            <p:cNvPr id="16" name="object 16"/>
            <p:cNvSpPr/>
            <p:nvPr/>
          </p:nvSpPr>
          <p:spPr>
            <a:xfrm>
              <a:off x="2667139" y="2514346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4947" y="2502154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73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64547" y="3492753"/>
            <a:ext cx="2387600" cy="406400"/>
            <a:chOff x="3264547" y="3492753"/>
            <a:chExt cx="2387600" cy="406400"/>
          </a:xfrm>
        </p:grpSpPr>
        <p:sp>
          <p:nvSpPr>
            <p:cNvPr id="20" name="object 20"/>
            <p:cNvSpPr/>
            <p:nvPr/>
          </p:nvSpPr>
          <p:spPr>
            <a:xfrm>
              <a:off x="3276739" y="35049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64547" y="34927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79" y="25146"/>
                  </a:lnTo>
                  <a:lnTo>
                    <a:pt x="2374379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79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79" y="25146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2374379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374379" y="406146"/>
                  </a:moveTo>
                  <a:lnTo>
                    <a:pt x="2374379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79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75513" y="35440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19539" y="1511553"/>
            <a:ext cx="3810000" cy="1993900"/>
            <a:chOff x="2819539" y="1511553"/>
            <a:chExt cx="3810000" cy="1993900"/>
          </a:xfrm>
        </p:grpSpPr>
        <p:sp>
          <p:nvSpPr>
            <p:cNvPr id="24" name="object 24"/>
            <p:cNvSpPr/>
            <p:nvPr/>
          </p:nvSpPr>
          <p:spPr>
            <a:xfrm>
              <a:off x="2819539" y="2274328"/>
              <a:ext cx="3810000" cy="1230630"/>
            </a:xfrm>
            <a:custGeom>
              <a:avLst/>
              <a:gdLst/>
              <a:ahLst/>
              <a:cxnLst/>
              <a:rect l="l" t="t" r="r" b="b"/>
              <a:pathLst>
                <a:path w="3810000" h="1230629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230629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30617"/>
                  </a:lnTo>
                  <a:lnTo>
                    <a:pt x="1613154" y="1230617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5085" y="17533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59948" y="2274328"/>
            <a:ext cx="1160145" cy="252729"/>
          </a:xfrm>
          <a:custGeom>
            <a:avLst/>
            <a:gdLst/>
            <a:ahLst/>
            <a:cxnLst/>
            <a:rect l="l" t="t" r="r" b="b"/>
            <a:pathLst>
              <a:path w="1160145" h="252730">
                <a:moveTo>
                  <a:pt x="25146" y="11417"/>
                </a:moveTo>
                <a:lnTo>
                  <a:pt x="0" y="11417"/>
                </a:lnTo>
                <a:lnTo>
                  <a:pt x="0" y="240017"/>
                </a:lnTo>
                <a:lnTo>
                  <a:pt x="25146" y="240017"/>
                </a:lnTo>
                <a:lnTo>
                  <a:pt x="25146" y="11417"/>
                </a:lnTo>
                <a:close/>
              </a:path>
              <a:path w="1160145" h="252730">
                <a:moveTo>
                  <a:pt x="1159738" y="23622"/>
                </a:moveTo>
                <a:lnTo>
                  <a:pt x="1151356" y="0"/>
                </a:lnTo>
                <a:lnTo>
                  <a:pt x="465556" y="228600"/>
                </a:lnTo>
                <a:lnTo>
                  <a:pt x="473938" y="252222"/>
                </a:lnTo>
                <a:lnTo>
                  <a:pt x="115973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68601" y="353714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58518" y="2546526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01688" y="2089364"/>
            <a:ext cx="5321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375636" y="2133346"/>
            <a:ext cx="1339850" cy="697230"/>
          </a:xfrm>
          <a:custGeom>
            <a:avLst/>
            <a:gdLst/>
            <a:ahLst/>
            <a:cxnLst/>
            <a:rect l="l" t="t" r="r" b="b"/>
            <a:pathLst>
              <a:path w="1339850" h="697230">
                <a:moveTo>
                  <a:pt x="1234297" y="113142"/>
                </a:moveTo>
                <a:lnTo>
                  <a:pt x="1203520" y="73031"/>
                </a:lnTo>
                <a:lnTo>
                  <a:pt x="1196246" y="78486"/>
                </a:lnTo>
                <a:lnTo>
                  <a:pt x="1170338" y="98298"/>
                </a:lnTo>
                <a:lnTo>
                  <a:pt x="1130793" y="126570"/>
                </a:lnTo>
                <a:lnTo>
                  <a:pt x="1090148" y="153362"/>
                </a:lnTo>
                <a:lnTo>
                  <a:pt x="1048328" y="178236"/>
                </a:lnTo>
                <a:lnTo>
                  <a:pt x="1005258" y="200755"/>
                </a:lnTo>
                <a:lnTo>
                  <a:pt x="960863" y="220483"/>
                </a:lnTo>
                <a:lnTo>
                  <a:pt x="915068" y="236982"/>
                </a:lnTo>
                <a:lnTo>
                  <a:pt x="877730" y="246888"/>
                </a:lnTo>
                <a:lnTo>
                  <a:pt x="827293" y="255740"/>
                </a:lnTo>
                <a:lnTo>
                  <a:pt x="775962" y="262327"/>
                </a:lnTo>
                <a:lnTo>
                  <a:pt x="723916" y="267020"/>
                </a:lnTo>
                <a:lnTo>
                  <a:pt x="671333" y="270194"/>
                </a:lnTo>
                <a:lnTo>
                  <a:pt x="618392" y="272220"/>
                </a:lnTo>
                <a:lnTo>
                  <a:pt x="565270" y="273472"/>
                </a:lnTo>
                <a:lnTo>
                  <a:pt x="459196" y="275146"/>
                </a:lnTo>
                <a:lnTo>
                  <a:pt x="406600" y="276314"/>
                </a:lnTo>
                <a:lnTo>
                  <a:pt x="355655" y="278160"/>
                </a:lnTo>
                <a:lnTo>
                  <a:pt x="303182" y="281178"/>
                </a:lnTo>
                <a:lnTo>
                  <a:pt x="251366" y="284988"/>
                </a:lnTo>
                <a:lnTo>
                  <a:pt x="169828" y="295566"/>
                </a:lnTo>
                <a:lnTo>
                  <a:pt x="121575" y="308391"/>
                </a:lnTo>
                <a:lnTo>
                  <a:pt x="81885" y="325568"/>
                </a:lnTo>
                <a:lnTo>
                  <a:pt x="26836" y="372254"/>
                </a:lnTo>
                <a:lnTo>
                  <a:pt x="1966" y="434179"/>
                </a:lnTo>
                <a:lnTo>
                  <a:pt x="0" y="470405"/>
                </a:lnTo>
                <a:lnTo>
                  <a:pt x="4560" y="509898"/>
                </a:lnTo>
                <a:lnTo>
                  <a:pt x="15308" y="552478"/>
                </a:lnTo>
                <a:lnTo>
                  <a:pt x="31904" y="597964"/>
                </a:lnTo>
                <a:lnTo>
                  <a:pt x="50418" y="638346"/>
                </a:lnTo>
                <a:lnTo>
                  <a:pt x="50418" y="456447"/>
                </a:lnTo>
                <a:lnTo>
                  <a:pt x="56128" y="425167"/>
                </a:lnTo>
                <a:lnTo>
                  <a:pt x="94790" y="376788"/>
                </a:lnTo>
                <a:lnTo>
                  <a:pt x="129495" y="359271"/>
                </a:lnTo>
                <a:lnTo>
                  <a:pt x="175566" y="346198"/>
                </a:lnTo>
                <a:lnTo>
                  <a:pt x="233840" y="337566"/>
                </a:lnTo>
                <a:lnTo>
                  <a:pt x="281084" y="332994"/>
                </a:lnTo>
                <a:lnTo>
                  <a:pt x="354536" y="328765"/>
                </a:lnTo>
                <a:lnTo>
                  <a:pt x="355655" y="328701"/>
                </a:lnTo>
                <a:lnTo>
                  <a:pt x="405363" y="326943"/>
                </a:lnTo>
                <a:lnTo>
                  <a:pt x="455884" y="325864"/>
                </a:lnTo>
                <a:lnTo>
                  <a:pt x="558439" y="324411"/>
                </a:lnTo>
                <a:lnTo>
                  <a:pt x="610011" y="323373"/>
                </a:lnTo>
                <a:lnTo>
                  <a:pt x="661470" y="321684"/>
                </a:lnTo>
                <a:lnTo>
                  <a:pt x="712585" y="319012"/>
                </a:lnTo>
                <a:lnTo>
                  <a:pt x="763124" y="315025"/>
                </a:lnTo>
                <a:lnTo>
                  <a:pt x="812856" y="309389"/>
                </a:lnTo>
                <a:lnTo>
                  <a:pt x="861549" y="301774"/>
                </a:lnTo>
                <a:lnTo>
                  <a:pt x="908972" y="291846"/>
                </a:lnTo>
                <a:lnTo>
                  <a:pt x="948596" y="278892"/>
                </a:lnTo>
                <a:lnTo>
                  <a:pt x="993331" y="262052"/>
                </a:lnTo>
                <a:lnTo>
                  <a:pt x="1037053" y="241946"/>
                </a:lnTo>
                <a:lnTo>
                  <a:pt x="1079675" y="219103"/>
                </a:lnTo>
                <a:lnTo>
                  <a:pt x="1121108" y="194053"/>
                </a:lnTo>
                <a:lnTo>
                  <a:pt x="1161264" y="167324"/>
                </a:lnTo>
                <a:lnTo>
                  <a:pt x="1213772" y="129540"/>
                </a:lnTo>
                <a:lnTo>
                  <a:pt x="1226726" y="118872"/>
                </a:lnTo>
                <a:lnTo>
                  <a:pt x="1234297" y="113142"/>
                </a:lnTo>
                <a:close/>
              </a:path>
              <a:path w="1339850" h="697230">
                <a:moveTo>
                  <a:pt x="124874" y="675132"/>
                </a:moveTo>
                <a:lnTo>
                  <a:pt x="99728" y="624078"/>
                </a:lnTo>
                <a:lnTo>
                  <a:pt x="78330" y="575374"/>
                </a:lnTo>
                <a:lnTo>
                  <a:pt x="62433" y="531134"/>
                </a:lnTo>
                <a:lnTo>
                  <a:pt x="52875" y="491355"/>
                </a:lnTo>
                <a:lnTo>
                  <a:pt x="50418" y="454913"/>
                </a:lnTo>
                <a:lnTo>
                  <a:pt x="50418" y="638346"/>
                </a:lnTo>
                <a:lnTo>
                  <a:pt x="54008" y="646176"/>
                </a:lnTo>
                <a:lnTo>
                  <a:pt x="66200" y="672084"/>
                </a:lnTo>
                <a:lnTo>
                  <a:pt x="79154" y="697230"/>
                </a:lnTo>
                <a:lnTo>
                  <a:pt x="124874" y="675132"/>
                </a:lnTo>
                <a:close/>
              </a:path>
              <a:path w="1339850" h="697230">
                <a:moveTo>
                  <a:pt x="1339502" y="0"/>
                </a:moveTo>
                <a:lnTo>
                  <a:pt x="1172624" y="32766"/>
                </a:lnTo>
                <a:lnTo>
                  <a:pt x="1203520" y="73031"/>
                </a:lnTo>
                <a:lnTo>
                  <a:pt x="1223678" y="57912"/>
                </a:lnTo>
                <a:lnTo>
                  <a:pt x="1254920" y="97536"/>
                </a:lnTo>
                <a:lnTo>
                  <a:pt x="1254920" y="140020"/>
                </a:lnTo>
                <a:lnTo>
                  <a:pt x="1265588" y="153924"/>
                </a:lnTo>
                <a:lnTo>
                  <a:pt x="1339502" y="0"/>
                </a:lnTo>
                <a:close/>
              </a:path>
              <a:path w="1339850" h="697230">
                <a:moveTo>
                  <a:pt x="1254920" y="97536"/>
                </a:moveTo>
                <a:lnTo>
                  <a:pt x="1223678" y="57912"/>
                </a:lnTo>
                <a:lnTo>
                  <a:pt x="1203520" y="73031"/>
                </a:lnTo>
                <a:lnTo>
                  <a:pt x="1234297" y="113142"/>
                </a:lnTo>
                <a:lnTo>
                  <a:pt x="1254920" y="97536"/>
                </a:lnTo>
                <a:close/>
              </a:path>
              <a:path w="1339850" h="697230">
                <a:moveTo>
                  <a:pt x="1254920" y="140020"/>
                </a:moveTo>
                <a:lnTo>
                  <a:pt x="1254920" y="97536"/>
                </a:lnTo>
                <a:lnTo>
                  <a:pt x="1234297" y="113142"/>
                </a:lnTo>
                <a:lnTo>
                  <a:pt x="1254920" y="14002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347" y="1435353"/>
            <a:ext cx="3530600" cy="939800"/>
            <a:chOff x="2807347" y="1435353"/>
            <a:chExt cx="3530600" cy="9398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073" y="4156971"/>
            <a:ext cx="7760334" cy="129971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AutoNum type="arabicPeriod" startAt="3"/>
              <a:tabLst>
                <a:tab pos="469265" algn="l"/>
              </a:tabLst>
            </a:pPr>
            <a:r>
              <a:rPr sz="2600" dirty="0">
                <a:latin typeface="Arial MT"/>
                <a:cs typeface="Arial MT"/>
              </a:rPr>
              <a:t>P3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writes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u,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changing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7</a:t>
            </a:r>
            <a:endParaRPr sz="2600" dirty="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900" algn="l"/>
              </a:tabLst>
            </a:pP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updated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(u=7)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marked</a:t>
            </a:r>
            <a:r>
              <a:rPr lang="en-US" sz="2200" dirty="0">
                <a:latin typeface="Arial MT"/>
                <a:cs typeface="Arial MT"/>
              </a:rPr>
              <a:t> (Dirty)</a:t>
            </a:r>
          </a:p>
          <a:p>
            <a:pPr marL="850900" marR="5080" lvl="1" indent="-381000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900" algn="l"/>
              </a:tabLst>
            </a:pP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not </a:t>
            </a:r>
            <a:r>
              <a:rPr sz="2200" spc="-10" dirty="0">
                <a:latin typeface="Arial MT"/>
                <a:cs typeface="Arial MT"/>
              </a:rPr>
              <a:t>changed!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32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78947" y="1511553"/>
            <a:ext cx="787400" cy="786765"/>
            <a:chOff x="4178947" y="1511553"/>
            <a:chExt cx="787400" cy="786765"/>
          </a:xfrm>
        </p:grpSpPr>
        <p:sp>
          <p:nvSpPr>
            <p:cNvPr id="11" name="object 11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5285" y="1753361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0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54947" y="2502154"/>
            <a:ext cx="3759200" cy="406400"/>
            <a:chOff x="2654947" y="2502154"/>
            <a:chExt cx="3759200" cy="406400"/>
          </a:xfrm>
        </p:grpSpPr>
        <p:sp>
          <p:nvSpPr>
            <p:cNvPr id="16" name="object 16"/>
            <p:cNvSpPr/>
            <p:nvPr/>
          </p:nvSpPr>
          <p:spPr>
            <a:xfrm>
              <a:off x="2667139" y="2514346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4947" y="2502154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73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64547" y="3492753"/>
            <a:ext cx="2387600" cy="406400"/>
            <a:chOff x="3264547" y="3492753"/>
            <a:chExt cx="2387600" cy="406400"/>
          </a:xfrm>
        </p:grpSpPr>
        <p:sp>
          <p:nvSpPr>
            <p:cNvPr id="20" name="object 20"/>
            <p:cNvSpPr/>
            <p:nvPr/>
          </p:nvSpPr>
          <p:spPr>
            <a:xfrm>
              <a:off x="3276739" y="35049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64547" y="34927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79" y="25146"/>
                  </a:lnTo>
                  <a:lnTo>
                    <a:pt x="2374379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79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79" y="25146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2374379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374379" y="406146"/>
                  </a:moveTo>
                  <a:lnTo>
                    <a:pt x="2374379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79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75513" y="35440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19539" y="1511553"/>
            <a:ext cx="3810000" cy="1993900"/>
            <a:chOff x="2819539" y="1511553"/>
            <a:chExt cx="3810000" cy="1993900"/>
          </a:xfrm>
        </p:grpSpPr>
        <p:sp>
          <p:nvSpPr>
            <p:cNvPr id="24" name="object 24"/>
            <p:cNvSpPr/>
            <p:nvPr/>
          </p:nvSpPr>
          <p:spPr>
            <a:xfrm>
              <a:off x="2819539" y="2274328"/>
              <a:ext cx="3810000" cy="1230630"/>
            </a:xfrm>
            <a:custGeom>
              <a:avLst/>
              <a:gdLst/>
              <a:ahLst/>
              <a:cxnLst/>
              <a:rect l="l" t="t" r="r" b="b"/>
              <a:pathLst>
                <a:path w="3810000" h="1230629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230629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30617"/>
                  </a:lnTo>
                  <a:lnTo>
                    <a:pt x="1613154" y="1230617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5085" y="17533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59948" y="2274328"/>
            <a:ext cx="1160145" cy="252729"/>
          </a:xfrm>
          <a:custGeom>
            <a:avLst/>
            <a:gdLst/>
            <a:ahLst/>
            <a:cxnLst/>
            <a:rect l="l" t="t" r="r" b="b"/>
            <a:pathLst>
              <a:path w="1160145" h="252730">
                <a:moveTo>
                  <a:pt x="25146" y="11417"/>
                </a:moveTo>
                <a:lnTo>
                  <a:pt x="0" y="11417"/>
                </a:lnTo>
                <a:lnTo>
                  <a:pt x="0" y="240017"/>
                </a:lnTo>
                <a:lnTo>
                  <a:pt x="25146" y="240017"/>
                </a:lnTo>
                <a:lnTo>
                  <a:pt x="25146" y="11417"/>
                </a:lnTo>
                <a:close/>
              </a:path>
              <a:path w="1160145" h="252730">
                <a:moveTo>
                  <a:pt x="1159738" y="23622"/>
                </a:moveTo>
                <a:lnTo>
                  <a:pt x="1151356" y="0"/>
                </a:lnTo>
                <a:lnTo>
                  <a:pt x="465556" y="228600"/>
                </a:lnTo>
                <a:lnTo>
                  <a:pt x="473938" y="252222"/>
                </a:lnTo>
                <a:lnTo>
                  <a:pt x="115973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68601" y="353714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58518" y="2546526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05256" y="2021411"/>
            <a:ext cx="5645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D8D8EC"/>
                </a:solidFill>
                <a:latin typeface="Verdana"/>
                <a:cs typeface="Verdana"/>
              </a:rPr>
              <a:t>Write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451743" y="2185162"/>
            <a:ext cx="1270635" cy="558165"/>
          </a:xfrm>
          <a:custGeom>
            <a:avLst/>
            <a:gdLst/>
            <a:ahLst/>
            <a:cxnLst/>
            <a:rect l="l" t="t" r="r" b="b"/>
            <a:pathLst>
              <a:path w="1270635" h="558164">
                <a:moveTo>
                  <a:pt x="104393" y="547592"/>
                </a:moveTo>
                <a:lnTo>
                  <a:pt x="104393" y="429767"/>
                </a:lnTo>
                <a:lnTo>
                  <a:pt x="54101" y="436625"/>
                </a:lnTo>
                <a:lnTo>
                  <a:pt x="50639" y="412389"/>
                </a:lnTo>
                <a:lnTo>
                  <a:pt x="0" y="421385"/>
                </a:lnTo>
                <a:lnTo>
                  <a:pt x="101345" y="557783"/>
                </a:lnTo>
                <a:lnTo>
                  <a:pt x="104393" y="547592"/>
                </a:lnTo>
                <a:close/>
              </a:path>
              <a:path w="1270635" h="558164">
                <a:moveTo>
                  <a:pt x="1270253" y="49529"/>
                </a:moveTo>
                <a:lnTo>
                  <a:pt x="1257299" y="0"/>
                </a:lnTo>
                <a:lnTo>
                  <a:pt x="1139951" y="30479"/>
                </a:lnTo>
                <a:lnTo>
                  <a:pt x="1024127" y="60959"/>
                </a:lnTo>
                <a:lnTo>
                  <a:pt x="974284" y="73483"/>
                </a:lnTo>
                <a:lnTo>
                  <a:pt x="924549" y="86217"/>
                </a:lnTo>
                <a:lnTo>
                  <a:pt x="874910" y="99145"/>
                </a:lnTo>
                <a:lnTo>
                  <a:pt x="825356" y="112251"/>
                </a:lnTo>
                <a:lnTo>
                  <a:pt x="775876" y="125521"/>
                </a:lnTo>
                <a:lnTo>
                  <a:pt x="726460" y="138936"/>
                </a:lnTo>
                <a:lnTo>
                  <a:pt x="677095" y="152483"/>
                </a:lnTo>
                <a:lnTo>
                  <a:pt x="627771" y="166144"/>
                </a:lnTo>
                <a:lnTo>
                  <a:pt x="578476" y="179905"/>
                </a:lnTo>
                <a:lnTo>
                  <a:pt x="529200" y="193748"/>
                </a:lnTo>
                <a:lnTo>
                  <a:pt x="479931" y="207658"/>
                </a:lnTo>
                <a:lnTo>
                  <a:pt x="282701" y="263651"/>
                </a:lnTo>
                <a:lnTo>
                  <a:pt x="258317" y="271271"/>
                </a:lnTo>
                <a:lnTo>
                  <a:pt x="215900" y="284021"/>
                </a:lnTo>
                <a:lnTo>
                  <a:pt x="170065" y="300354"/>
                </a:lnTo>
                <a:lnTo>
                  <a:pt x="125550" y="321437"/>
                </a:lnTo>
                <a:lnTo>
                  <a:pt x="87094" y="348438"/>
                </a:lnTo>
                <a:lnTo>
                  <a:pt x="59435" y="382523"/>
                </a:lnTo>
                <a:lnTo>
                  <a:pt x="52577" y="396239"/>
                </a:lnTo>
                <a:lnTo>
                  <a:pt x="50291" y="400049"/>
                </a:lnTo>
                <a:lnTo>
                  <a:pt x="49529" y="405383"/>
                </a:lnTo>
                <a:lnTo>
                  <a:pt x="50291" y="409955"/>
                </a:lnTo>
                <a:lnTo>
                  <a:pt x="50639" y="412389"/>
                </a:lnTo>
                <a:lnTo>
                  <a:pt x="108991" y="402022"/>
                </a:lnTo>
                <a:lnTo>
                  <a:pt x="133586" y="376395"/>
                </a:lnTo>
                <a:lnTo>
                  <a:pt x="178436" y="351905"/>
                </a:lnTo>
                <a:lnTo>
                  <a:pt x="227604" y="333772"/>
                </a:lnTo>
                <a:lnTo>
                  <a:pt x="272033" y="320039"/>
                </a:lnTo>
                <a:lnTo>
                  <a:pt x="284225" y="316229"/>
                </a:lnTo>
                <a:lnTo>
                  <a:pt x="296417" y="313181"/>
                </a:lnTo>
                <a:lnTo>
                  <a:pt x="345746" y="298829"/>
                </a:lnTo>
                <a:lnTo>
                  <a:pt x="395027" y="284594"/>
                </a:lnTo>
                <a:lnTo>
                  <a:pt x="444271" y="270475"/>
                </a:lnTo>
                <a:lnTo>
                  <a:pt x="493493" y="256472"/>
                </a:lnTo>
                <a:lnTo>
                  <a:pt x="542704" y="242584"/>
                </a:lnTo>
                <a:lnTo>
                  <a:pt x="591919" y="228808"/>
                </a:lnTo>
                <a:lnTo>
                  <a:pt x="641148" y="215144"/>
                </a:lnTo>
                <a:lnTo>
                  <a:pt x="690407" y="201591"/>
                </a:lnTo>
                <a:lnTo>
                  <a:pt x="739706" y="188148"/>
                </a:lnTo>
                <a:lnTo>
                  <a:pt x="789059" y="174814"/>
                </a:lnTo>
                <a:lnTo>
                  <a:pt x="838479" y="161586"/>
                </a:lnTo>
                <a:lnTo>
                  <a:pt x="887978" y="148465"/>
                </a:lnTo>
                <a:lnTo>
                  <a:pt x="937570" y="135449"/>
                </a:lnTo>
                <a:lnTo>
                  <a:pt x="987267" y="122537"/>
                </a:lnTo>
                <a:lnTo>
                  <a:pt x="1152905" y="80009"/>
                </a:lnTo>
                <a:lnTo>
                  <a:pt x="1270253" y="49529"/>
                </a:lnTo>
                <a:close/>
              </a:path>
              <a:path w="1270635" h="558164">
                <a:moveTo>
                  <a:pt x="100536" y="403524"/>
                </a:moveTo>
                <a:lnTo>
                  <a:pt x="50639" y="412389"/>
                </a:lnTo>
                <a:lnTo>
                  <a:pt x="54101" y="436625"/>
                </a:lnTo>
                <a:lnTo>
                  <a:pt x="99059" y="430495"/>
                </a:lnTo>
                <a:lnTo>
                  <a:pt x="99059" y="416813"/>
                </a:lnTo>
                <a:lnTo>
                  <a:pt x="100536" y="403524"/>
                </a:lnTo>
                <a:close/>
              </a:path>
              <a:path w="1270635" h="558164">
                <a:moveTo>
                  <a:pt x="108991" y="402022"/>
                </a:moveTo>
                <a:lnTo>
                  <a:pt x="100536" y="403524"/>
                </a:lnTo>
                <a:lnTo>
                  <a:pt x="99059" y="416813"/>
                </a:lnTo>
                <a:lnTo>
                  <a:pt x="100536" y="413122"/>
                </a:lnTo>
                <a:lnTo>
                  <a:pt x="100536" y="402766"/>
                </a:lnTo>
                <a:lnTo>
                  <a:pt x="101626" y="410397"/>
                </a:lnTo>
                <a:lnTo>
                  <a:pt x="102107" y="409193"/>
                </a:lnTo>
                <a:lnTo>
                  <a:pt x="108991" y="402022"/>
                </a:lnTo>
                <a:close/>
              </a:path>
              <a:path w="1270635" h="558164">
                <a:moveTo>
                  <a:pt x="104393" y="429767"/>
                </a:moveTo>
                <a:lnTo>
                  <a:pt x="101626" y="410397"/>
                </a:lnTo>
                <a:lnTo>
                  <a:pt x="99059" y="416813"/>
                </a:lnTo>
                <a:lnTo>
                  <a:pt x="99059" y="430495"/>
                </a:lnTo>
                <a:lnTo>
                  <a:pt x="104393" y="429767"/>
                </a:lnTo>
                <a:close/>
              </a:path>
              <a:path w="1270635" h="558164">
                <a:moveTo>
                  <a:pt x="101626" y="410397"/>
                </a:moveTo>
                <a:lnTo>
                  <a:pt x="100536" y="402766"/>
                </a:lnTo>
                <a:lnTo>
                  <a:pt x="100536" y="413122"/>
                </a:lnTo>
                <a:lnTo>
                  <a:pt x="101626" y="410397"/>
                </a:lnTo>
                <a:close/>
              </a:path>
              <a:path w="1270635" h="558164">
                <a:moveTo>
                  <a:pt x="150113" y="394715"/>
                </a:moveTo>
                <a:lnTo>
                  <a:pt x="108991" y="402022"/>
                </a:lnTo>
                <a:lnTo>
                  <a:pt x="102107" y="409193"/>
                </a:lnTo>
                <a:lnTo>
                  <a:pt x="101626" y="410397"/>
                </a:lnTo>
                <a:lnTo>
                  <a:pt x="104393" y="429767"/>
                </a:lnTo>
                <a:lnTo>
                  <a:pt x="104393" y="547592"/>
                </a:lnTo>
                <a:lnTo>
                  <a:pt x="150113" y="394715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4947" y="1435353"/>
            <a:ext cx="3759200" cy="1473200"/>
            <a:chOff x="2654947" y="1435353"/>
            <a:chExt cx="3759200" cy="14732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5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3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6073" y="4156971"/>
            <a:ext cx="7352030" cy="157797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AutoNum type="arabicPeriod" startAt="4"/>
              <a:tabLst>
                <a:tab pos="469265" algn="l"/>
              </a:tabLst>
            </a:pPr>
            <a:r>
              <a:rPr sz="2600" dirty="0">
                <a:latin typeface="Arial MT"/>
                <a:cs typeface="Arial MT"/>
              </a:rPr>
              <a:t>P1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again</a:t>
            </a:r>
            <a:endParaRPr sz="2600">
              <a:latin typeface="Arial MT"/>
              <a:cs typeface="Arial MT"/>
            </a:endParaRPr>
          </a:p>
          <a:p>
            <a:pPr marL="850900" marR="5080" lvl="1" indent="-381000" algn="just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900" algn="l"/>
              </a:tabLst>
            </a:pPr>
            <a:r>
              <a:rPr sz="2200" dirty="0">
                <a:latin typeface="Arial MT"/>
                <a:cs typeface="Arial MT"/>
              </a:rPr>
              <a:t>Since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common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processes,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no </a:t>
            </a:r>
            <a:r>
              <a:rPr sz="2200" dirty="0">
                <a:latin typeface="Arial MT"/>
                <a:cs typeface="Arial MT"/>
              </a:rPr>
              <a:t>problem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though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updated!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All </a:t>
            </a:r>
            <a:r>
              <a:rPr sz="2200" dirty="0">
                <a:latin typeface="Arial MT"/>
                <a:cs typeface="Arial MT"/>
              </a:rPr>
              <a:t>processes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same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view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cache!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3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64547" y="3492753"/>
            <a:ext cx="2387600" cy="406400"/>
            <a:chOff x="3264547" y="3492753"/>
            <a:chExt cx="2387600" cy="406400"/>
          </a:xfrm>
        </p:grpSpPr>
        <p:sp>
          <p:nvSpPr>
            <p:cNvPr id="15" name="object 15"/>
            <p:cNvSpPr/>
            <p:nvPr/>
          </p:nvSpPr>
          <p:spPr>
            <a:xfrm>
              <a:off x="3276739" y="35049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64547" y="34927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79" y="25146"/>
                  </a:lnTo>
                  <a:lnTo>
                    <a:pt x="2374379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79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79" y="25146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2374379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374379" y="406146"/>
                  </a:moveTo>
                  <a:lnTo>
                    <a:pt x="2374379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79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75513" y="35440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19539" y="1511553"/>
            <a:ext cx="3810000" cy="1993900"/>
            <a:chOff x="2819539" y="1511553"/>
            <a:chExt cx="3810000" cy="1993900"/>
          </a:xfrm>
        </p:grpSpPr>
        <p:sp>
          <p:nvSpPr>
            <p:cNvPr id="19" name="object 19"/>
            <p:cNvSpPr/>
            <p:nvPr/>
          </p:nvSpPr>
          <p:spPr>
            <a:xfrm>
              <a:off x="2819539" y="2274328"/>
              <a:ext cx="3810000" cy="1230630"/>
            </a:xfrm>
            <a:custGeom>
              <a:avLst/>
              <a:gdLst/>
              <a:ahLst/>
              <a:cxnLst/>
              <a:rect l="l" t="t" r="r" b="b"/>
              <a:pathLst>
                <a:path w="3810000" h="1230629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230629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30617"/>
                  </a:lnTo>
                  <a:lnTo>
                    <a:pt x="1613154" y="1230617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59948" y="2274328"/>
            <a:ext cx="1160145" cy="252729"/>
          </a:xfrm>
          <a:custGeom>
            <a:avLst/>
            <a:gdLst/>
            <a:ahLst/>
            <a:cxnLst/>
            <a:rect l="l" t="t" r="r" b="b"/>
            <a:pathLst>
              <a:path w="1160145" h="252730">
                <a:moveTo>
                  <a:pt x="25146" y="11417"/>
                </a:moveTo>
                <a:lnTo>
                  <a:pt x="0" y="11417"/>
                </a:lnTo>
                <a:lnTo>
                  <a:pt x="0" y="240017"/>
                </a:lnTo>
                <a:lnTo>
                  <a:pt x="25146" y="240017"/>
                </a:lnTo>
                <a:lnTo>
                  <a:pt x="25146" y="11417"/>
                </a:lnTo>
                <a:close/>
              </a:path>
              <a:path w="1160145" h="252730">
                <a:moveTo>
                  <a:pt x="1159738" y="23622"/>
                </a:moveTo>
                <a:lnTo>
                  <a:pt x="1151356" y="0"/>
                </a:lnTo>
                <a:lnTo>
                  <a:pt x="465556" y="228600"/>
                </a:lnTo>
                <a:lnTo>
                  <a:pt x="473938" y="252222"/>
                </a:lnTo>
                <a:lnTo>
                  <a:pt x="115973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68601" y="353714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71348" y="1684055"/>
            <a:ext cx="2902585" cy="6750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645"/>
              </a:spcBef>
              <a:tabLst>
                <a:tab pos="1583055" algn="l"/>
                <a:tab pos="272605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484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58518" y="2546526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429139" y="2133345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152400" y="381000"/>
                </a:moveTo>
                <a:lnTo>
                  <a:pt x="0" y="381000"/>
                </a:lnTo>
                <a:lnTo>
                  <a:pt x="51053" y="483107"/>
                </a:lnTo>
                <a:lnTo>
                  <a:pt x="51053" y="406907"/>
                </a:lnTo>
                <a:lnTo>
                  <a:pt x="102107" y="406907"/>
                </a:lnTo>
                <a:lnTo>
                  <a:pt x="102107" y="481584"/>
                </a:lnTo>
                <a:lnTo>
                  <a:pt x="152400" y="381000"/>
                </a:lnTo>
                <a:close/>
              </a:path>
              <a:path w="152400" h="533400">
                <a:moveTo>
                  <a:pt x="102107" y="381000"/>
                </a:moveTo>
                <a:lnTo>
                  <a:pt x="102107" y="0"/>
                </a:lnTo>
                <a:lnTo>
                  <a:pt x="51053" y="0"/>
                </a:lnTo>
                <a:lnTo>
                  <a:pt x="51053" y="381000"/>
                </a:lnTo>
                <a:lnTo>
                  <a:pt x="102107" y="381000"/>
                </a:lnTo>
                <a:close/>
              </a:path>
              <a:path w="152400" h="533400">
                <a:moveTo>
                  <a:pt x="102107" y="481584"/>
                </a:moveTo>
                <a:lnTo>
                  <a:pt x="102107" y="406907"/>
                </a:lnTo>
                <a:lnTo>
                  <a:pt x="51053" y="406907"/>
                </a:lnTo>
                <a:lnTo>
                  <a:pt x="51053" y="483107"/>
                </a:lnTo>
                <a:lnTo>
                  <a:pt x="76200" y="533400"/>
                </a:lnTo>
                <a:lnTo>
                  <a:pt x="102107" y="481584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78FE4E9-DA81-3CE4-4F75-B521DD870449}"/>
                  </a:ext>
                </a:extLst>
              </p14:cNvPr>
              <p14:cNvContentPartPr/>
              <p14:nvPr/>
            </p14:nvContentPartPr>
            <p14:xfrm>
              <a:off x="524520" y="1727640"/>
              <a:ext cx="6290280" cy="15901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78FE4E9-DA81-3CE4-4F75-B521DD8704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5160" y="1718280"/>
                <a:ext cx="6309000" cy="160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347" y="1435353"/>
            <a:ext cx="3530600" cy="939800"/>
            <a:chOff x="2807347" y="1435353"/>
            <a:chExt cx="3530600" cy="9398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073" y="4156904"/>
            <a:ext cx="7352030" cy="14376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425"/>
              </a:spcBef>
              <a:buClr>
                <a:srgbClr val="330065"/>
              </a:buClr>
              <a:buSzPct val="69230"/>
              <a:buAutoNum type="arabicPeriod" startAt="5"/>
              <a:tabLst>
                <a:tab pos="469265" algn="l"/>
              </a:tabLst>
            </a:pPr>
            <a:r>
              <a:rPr sz="2600" dirty="0">
                <a:latin typeface="Arial MT"/>
                <a:cs typeface="Arial MT"/>
              </a:rPr>
              <a:t>P2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850900" marR="5080" lvl="1" indent="-381000" algn="just">
              <a:lnSpc>
                <a:spcPts val="2380"/>
              </a:lnSpc>
              <a:spcBef>
                <a:spcPts val="57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900" algn="l"/>
              </a:tabLst>
            </a:pPr>
            <a:r>
              <a:rPr sz="2200" dirty="0">
                <a:latin typeface="Arial MT"/>
                <a:cs typeface="Arial MT"/>
              </a:rPr>
              <a:t>Since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common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processes,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no </a:t>
            </a:r>
            <a:r>
              <a:rPr sz="2200" dirty="0">
                <a:latin typeface="Arial MT"/>
                <a:cs typeface="Arial MT"/>
              </a:rPr>
              <a:t>problem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though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updated!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All </a:t>
            </a:r>
            <a:r>
              <a:rPr sz="2200" dirty="0">
                <a:latin typeface="Arial MT"/>
                <a:cs typeface="Arial MT"/>
              </a:rPr>
              <a:t>processes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same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view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cache!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32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78947" y="1511553"/>
            <a:ext cx="787400" cy="786765"/>
            <a:chOff x="4178947" y="1511553"/>
            <a:chExt cx="787400" cy="786765"/>
          </a:xfrm>
        </p:grpSpPr>
        <p:sp>
          <p:nvSpPr>
            <p:cNvPr id="11" name="object 11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5285" y="1753361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0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54947" y="2502154"/>
            <a:ext cx="3759200" cy="1397000"/>
            <a:chOff x="2654947" y="2502154"/>
            <a:chExt cx="3759200" cy="1397000"/>
          </a:xfrm>
        </p:grpSpPr>
        <p:sp>
          <p:nvSpPr>
            <p:cNvPr id="16" name="object 16"/>
            <p:cNvSpPr/>
            <p:nvPr/>
          </p:nvSpPr>
          <p:spPr>
            <a:xfrm>
              <a:off x="2667139" y="2514346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4947" y="2502154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739" y="3504946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64547" y="3492754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79" y="25146"/>
                  </a:lnTo>
                  <a:lnTo>
                    <a:pt x="2374379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79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79" y="25146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2374379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374379" y="406146"/>
                  </a:moveTo>
                  <a:lnTo>
                    <a:pt x="2374379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79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675513" y="35440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810000" cy="1993900"/>
            <a:chOff x="2819539" y="1511553"/>
            <a:chExt cx="3810000" cy="1993900"/>
          </a:xfrm>
        </p:grpSpPr>
        <p:sp>
          <p:nvSpPr>
            <p:cNvPr id="22" name="object 22"/>
            <p:cNvSpPr/>
            <p:nvPr/>
          </p:nvSpPr>
          <p:spPr>
            <a:xfrm>
              <a:off x="2819539" y="2274328"/>
              <a:ext cx="3810000" cy="1230630"/>
            </a:xfrm>
            <a:custGeom>
              <a:avLst/>
              <a:gdLst/>
              <a:ahLst/>
              <a:cxnLst/>
              <a:rect l="l" t="t" r="r" b="b"/>
              <a:pathLst>
                <a:path w="3810000" h="1230629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230629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30617"/>
                  </a:lnTo>
                  <a:lnTo>
                    <a:pt x="1613154" y="1230617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85085" y="17533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59948" y="2274328"/>
            <a:ext cx="1160145" cy="252729"/>
          </a:xfrm>
          <a:custGeom>
            <a:avLst/>
            <a:gdLst/>
            <a:ahLst/>
            <a:cxnLst/>
            <a:rect l="l" t="t" r="r" b="b"/>
            <a:pathLst>
              <a:path w="1160145" h="252730">
                <a:moveTo>
                  <a:pt x="25146" y="11417"/>
                </a:moveTo>
                <a:lnTo>
                  <a:pt x="0" y="11417"/>
                </a:lnTo>
                <a:lnTo>
                  <a:pt x="0" y="240017"/>
                </a:lnTo>
                <a:lnTo>
                  <a:pt x="25146" y="240017"/>
                </a:lnTo>
                <a:lnTo>
                  <a:pt x="25146" y="11417"/>
                </a:lnTo>
                <a:close/>
              </a:path>
              <a:path w="1160145" h="252730">
                <a:moveTo>
                  <a:pt x="1159738" y="23622"/>
                </a:moveTo>
                <a:lnTo>
                  <a:pt x="1151356" y="0"/>
                </a:lnTo>
                <a:lnTo>
                  <a:pt x="465556" y="228600"/>
                </a:lnTo>
                <a:lnTo>
                  <a:pt x="473938" y="252222"/>
                </a:lnTo>
                <a:lnTo>
                  <a:pt x="115973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68601" y="353714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11070" y="2037421"/>
            <a:ext cx="1083945" cy="81597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  <a:p>
            <a:pPr marL="374650">
              <a:lnSpc>
                <a:spcPct val="100000"/>
              </a:lnSpc>
              <a:spcBef>
                <a:spcPts val="113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58518" y="2546526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5939" y="2133345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152400" y="381000"/>
                </a:moveTo>
                <a:lnTo>
                  <a:pt x="0" y="381000"/>
                </a:lnTo>
                <a:lnTo>
                  <a:pt x="51053" y="483107"/>
                </a:lnTo>
                <a:lnTo>
                  <a:pt x="51053" y="406907"/>
                </a:lnTo>
                <a:lnTo>
                  <a:pt x="102107" y="406907"/>
                </a:lnTo>
                <a:lnTo>
                  <a:pt x="102107" y="481584"/>
                </a:lnTo>
                <a:lnTo>
                  <a:pt x="152400" y="381000"/>
                </a:lnTo>
                <a:close/>
              </a:path>
              <a:path w="152400" h="533400">
                <a:moveTo>
                  <a:pt x="102107" y="381000"/>
                </a:moveTo>
                <a:lnTo>
                  <a:pt x="102107" y="0"/>
                </a:lnTo>
                <a:lnTo>
                  <a:pt x="51053" y="0"/>
                </a:lnTo>
                <a:lnTo>
                  <a:pt x="51053" y="381000"/>
                </a:lnTo>
                <a:lnTo>
                  <a:pt x="102107" y="381000"/>
                </a:lnTo>
                <a:close/>
              </a:path>
              <a:path w="152400" h="533400">
                <a:moveTo>
                  <a:pt x="102107" y="481584"/>
                </a:moveTo>
                <a:lnTo>
                  <a:pt x="102107" y="406907"/>
                </a:lnTo>
                <a:lnTo>
                  <a:pt x="51053" y="406907"/>
                </a:lnTo>
                <a:lnTo>
                  <a:pt x="51053" y="483107"/>
                </a:lnTo>
                <a:lnTo>
                  <a:pt x="76200" y="533400"/>
                </a:lnTo>
                <a:lnTo>
                  <a:pt x="102107" y="481584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9EADEA1-4482-FBFE-5D09-A2EE5EC2A207}"/>
                  </a:ext>
                </a:extLst>
              </p14:cNvPr>
              <p14:cNvContentPartPr/>
              <p14:nvPr/>
            </p14:nvContentPartPr>
            <p14:xfrm>
              <a:off x="4170960" y="2392200"/>
              <a:ext cx="2613240" cy="22705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9EADEA1-4482-FBFE-5D09-A2EE5EC2A2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61600" y="2382840"/>
                <a:ext cx="2631960" cy="228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1741170"/>
            <a:ext cx="783209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88265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If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only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uniprocessor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involved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there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25" dirty="0">
                <a:latin typeface="Arial MT"/>
                <a:cs typeface="Arial MT"/>
              </a:rPr>
              <a:t> no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coherence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problem!</a:t>
            </a:r>
            <a:endParaRPr sz="3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However,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if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another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device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bus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is </a:t>
            </a:r>
            <a:r>
              <a:rPr sz="3000" dirty="0">
                <a:latin typeface="Arial MT"/>
                <a:cs typeface="Arial MT"/>
              </a:rPr>
              <a:t>involved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that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has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direct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memory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access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(like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DMA),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not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represent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the </a:t>
            </a:r>
            <a:r>
              <a:rPr sz="3000" dirty="0">
                <a:latin typeface="Arial MT"/>
                <a:cs typeface="Arial MT"/>
              </a:rPr>
              <a:t>contents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memory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0" dirty="0">
                <a:latin typeface="Arial MT"/>
                <a:cs typeface="Arial MT"/>
              </a:rPr>
              <a:t> cache </a:t>
            </a:r>
            <a:r>
              <a:rPr sz="3000" dirty="0">
                <a:latin typeface="Arial MT"/>
                <a:cs typeface="Arial MT"/>
              </a:rPr>
              <a:t>coherence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problem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can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occur!</a:t>
            </a:r>
            <a:endParaRPr sz="30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D7656DB-7797-F319-59E2-2DA1840CAAEC}"/>
                  </a:ext>
                </a:extLst>
              </p14:cNvPr>
              <p14:cNvContentPartPr/>
              <p14:nvPr/>
            </p14:nvContentPartPr>
            <p14:xfrm>
              <a:off x="1096920" y="3532320"/>
              <a:ext cx="1190880" cy="67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D7656DB-7797-F319-59E2-2DA1840CAA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7560" y="3522960"/>
                <a:ext cx="1209600" cy="69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4" name="object 4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59747" y="2285745"/>
            <a:ext cx="2463800" cy="1689735"/>
            <a:chOff x="2959747" y="2285745"/>
            <a:chExt cx="2463800" cy="1689735"/>
          </a:xfrm>
        </p:grpSpPr>
        <p:sp>
          <p:nvSpPr>
            <p:cNvPr id="12" name="object 12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59747" y="2285745"/>
              <a:ext cx="2387600" cy="1689735"/>
            </a:xfrm>
            <a:custGeom>
              <a:avLst/>
              <a:gdLst/>
              <a:ahLst/>
              <a:cxnLst/>
              <a:rect l="l" t="t" r="r" b="b"/>
              <a:pathLst>
                <a:path w="2387600" h="1689735">
                  <a:moveTo>
                    <a:pt x="253746" y="609600"/>
                  </a:moveTo>
                  <a:lnTo>
                    <a:pt x="228600" y="609600"/>
                  </a:lnTo>
                  <a:lnTo>
                    <a:pt x="228600" y="914400"/>
                  </a:lnTo>
                  <a:lnTo>
                    <a:pt x="253746" y="914400"/>
                  </a:lnTo>
                  <a:lnTo>
                    <a:pt x="253746" y="609600"/>
                  </a:lnTo>
                  <a:close/>
                </a:path>
                <a:path w="2387600" h="1689735">
                  <a:moveTo>
                    <a:pt x="253746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253746" y="228600"/>
                  </a:lnTo>
                  <a:lnTo>
                    <a:pt x="253746" y="0"/>
                  </a:lnTo>
                  <a:close/>
                </a:path>
                <a:path w="2387600" h="1689735">
                  <a:moveTo>
                    <a:pt x="1930146" y="609600"/>
                  </a:moveTo>
                  <a:lnTo>
                    <a:pt x="1905000" y="609600"/>
                  </a:lnTo>
                  <a:lnTo>
                    <a:pt x="1905000" y="914400"/>
                  </a:lnTo>
                  <a:lnTo>
                    <a:pt x="1930146" y="914400"/>
                  </a:lnTo>
                  <a:lnTo>
                    <a:pt x="1930146" y="609600"/>
                  </a:lnTo>
                  <a:close/>
                </a:path>
                <a:path w="2387600" h="1689735">
                  <a:moveTo>
                    <a:pt x="1930146" y="0"/>
                  </a:moveTo>
                  <a:lnTo>
                    <a:pt x="1905000" y="0"/>
                  </a:lnTo>
                  <a:lnTo>
                    <a:pt x="1905000" y="228600"/>
                  </a:lnTo>
                  <a:lnTo>
                    <a:pt x="1930146" y="228600"/>
                  </a:lnTo>
                  <a:lnTo>
                    <a:pt x="1930146" y="0"/>
                  </a:lnTo>
                  <a:close/>
                </a:path>
                <a:path w="2387600" h="1689735">
                  <a:moveTo>
                    <a:pt x="2387333" y="1283208"/>
                  </a:moveTo>
                  <a:lnTo>
                    <a:pt x="2362200" y="1283208"/>
                  </a:lnTo>
                  <a:lnTo>
                    <a:pt x="2362200" y="1308354"/>
                  </a:lnTo>
                  <a:lnTo>
                    <a:pt x="2362200" y="1664208"/>
                  </a:lnTo>
                  <a:lnTo>
                    <a:pt x="25146" y="1664208"/>
                  </a:lnTo>
                  <a:lnTo>
                    <a:pt x="25146" y="1308354"/>
                  </a:lnTo>
                  <a:lnTo>
                    <a:pt x="2362200" y="1308354"/>
                  </a:lnTo>
                  <a:lnTo>
                    <a:pt x="2362200" y="1283208"/>
                  </a:lnTo>
                  <a:lnTo>
                    <a:pt x="0" y="1283208"/>
                  </a:lnTo>
                  <a:lnTo>
                    <a:pt x="0" y="1689354"/>
                  </a:lnTo>
                  <a:lnTo>
                    <a:pt x="12192" y="1689354"/>
                  </a:lnTo>
                  <a:lnTo>
                    <a:pt x="25146" y="1689354"/>
                  </a:lnTo>
                  <a:lnTo>
                    <a:pt x="2362200" y="1689354"/>
                  </a:lnTo>
                  <a:lnTo>
                    <a:pt x="2374392" y="1689354"/>
                  </a:lnTo>
                  <a:lnTo>
                    <a:pt x="2387333" y="1689354"/>
                  </a:lnTo>
                  <a:lnTo>
                    <a:pt x="2387333" y="1283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19539" y="3162045"/>
            <a:ext cx="3810000" cy="419100"/>
          </a:xfrm>
          <a:custGeom>
            <a:avLst/>
            <a:gdLst/>
            <a:ahLst/>
            <a:cxnLst/>
            <a:rect l="l" t="t" r="r" b="b"/>
            <a:pathLst>
              <a:path w="3810000" h="419100">
                <a:moveTo>
                  <a:pt x="3810000" y="0"/>
                </a:moveTo>
                <a:lnTo>
                  <a:pt x="0" y="0"/>
                </a:lnTo>
                <a:lnTo>
                  <a:pt x="0" y="76200"/>
                </a:lnTo>
                <a:lnTo>
                  <a:pt x="1283208" y="76200"/>
                </a:lnTo>
                <a:lnTo>
                  <a:pt x="1283208" y="419100"/>
                </a:lnTo>
                <a:lnTo>
                  <a:pt x="1308354" y="419100"/>
                </a:lnTo>
                <a:lnTo>
                  <a:pt x="1308354" y="76200"/>
                </a:lnTo>
                <a:lnTo>
                  <a:pt x="3810000" y="76200"/>
                </a:lnTo>
                <a:lnTo>
                  <a:pt x="3810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6073" y="2851404"/>
            <a:ext cx="6451600" cy="319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0240" algn="ctr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600">
              <a:latin typeface="Verdana"/>
              <a:cs typeface="Verdana"/>
            </a:endParaRPr>
          </a:p>
          <a:p>
            <a:pPr marL="28473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P1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(value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5)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P3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P3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changing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7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P1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again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P2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55335" y="1511553"/>
            <a:ext cx="787400" cy="786765"/>
            <a:chOff x="5855335" y="1511553"/>
            <a:chExt cx="787400" cy="786765"/>
          </a:xfrm>
        </p:grpSpPr>
        <p:sp>
          <p:nvSpPr>
            <p:cNvPr id="20" name="object 20"/>
            <p:cNvSpPr/>
            <p:nvPr/>
          </p:nvSpPr>
          <p:spPr>
            <a:xfrm>
              <a:off x="5867527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4" name="object 24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E4949AB-002D-AB94-B615-82E2AB7208AF}"/>
                  </a:ext>
                </a:extLst>
              </p14:cNvPr>
              <p14:cNvContentPartPr/>
              <p14:nvPr/>
            </p14:nvContentPartPr>
            <p14:xfrm>
              <a:off x="2072160" y="639360"/>
              <a:ext cx="2799000" cy="83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E4949AB-002D-AB94-B615-82E2AB7208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2800" y="630000"/>
                <a:ext cx="2817720" cy="85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25" dirty="0"/>
              <a:t>(Write-</a:t>
            </a:r>
            <a:r>
              <a:rPr dirty="0"/>
              <a:t>Through</a:t>
            </a:r>
            <a:r>
              <a:rPr spc="-8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236720"/>
            <a:ext cx="7121525" cy="141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AutoNum type="arabicPeriod"/>
              <a:tabLst>
                <a:tab pos="469900" algn="l"/>
              </a:tabLst>
            </a:pPr>
            <a:r>
              <a:rPr sz="3000" dirty="0">
                <a:latin typeface="Arial MT"/>
                <a:cs typeface="Arial MT"/>
              </a:rPr>
              <a:t>P1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(value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5)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0" dirty="0">
                <a:latin typeface="Arial MT"/>
                <a:cs typeface="Arial MT"/>
              </a:rPr>
              <a:t> main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P1’s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(u=5)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823335" cy="2070100"/>
            <a:chOff x="2819539" y="1511553"/>
            <a:chExt cx="38233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7" name="object 27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93859" y="2209545"/>
            <a:ext cx="969644" cy="1381125"/>
          </a:xfrm>
          <a:custGeom>
            <a:avLst/>
            <a:gdLst/>
            <a:ahLst/>
            <a:cxnLst/>
            <a:rect l="l" t="t" r="r" b="b"/>
            <a:pathLst>
              <a:path w="969645" h="1381125">
                <a:moveTo>
                  <a:pt x="149352" y="165353"/>
                </a:moveTo>
                <a:lnTo>
                  <a:pt x="106680" y="0"/>
                </a:lnTo>
                <a:lnTo>
                  <a:pt x="0" y="133349"/>
                </a:lnTo>
                <a:lnTo>
                  <a:pt x="49832" y="144028"/>
                </a:lnTo>
                <a:lnTo>
                  <a:pt x="54864" y="118871"/>
                </a:lnTo>
                <a:lnTo>
                  <a:pt x="105156" y="129539"/>
                </a:lnTo>
                <a:lnTo>
                  <a:pt x="105156" y="155883"/>
                </a:lnTo>
                <a:lnTo>
                  <a:pt x="149352" y="165353"/>
                </a:lnTo>
                <a:close/>
              </a:path>
              <a:path w="969645" h="1381125">
                <a:moveTo>
                  <a:pt x="99665" y="154706"/>
                </a:moveTo>
                <a:lnTo>
                  <a:pt x="49832" y="144028"/>
                </a:lnTo>
                <a:lnTo>
                  <a:pt x="38862" y="202691"/>
                </a:lnTo>
                <a:lnTo>
                  <a:pt x="29139" y="273144"/>
                </a:lnTo>
                <a:lnTo>
                  <a:pt x="24639" y="323562"/>
                </a:lnTo>
                <a:lnTo>
                  <a:pt x="22996" y="374169"/>
                </a:lnTo>
                <a:lnTo>
                  <a:pt x="24894" y="424617"/>
                </a:lnTo>
                <a:lnTo>
                  <a:pt x="31017" y="474554"/>
                </a:lnTo>
                <a:lnTo>
                  <a:pt x="42049" y="523632"/>
                </a:lnTo>
                <a:lnTo>
                  <a:pt x="58674" y="571499"/>
                </a:lnTo>
                <a:lnTo>
                  <a:pt x="73975" y="603109"/>
                </a:lnTo>
                <a:lnTo>
                  <a:pt x="73975" y="385348"/>
                </a:lnTo>
                <a:lnTo>
                  <a:pt x="75138" y="333465"/>
                </a:lnTo>
                <a:lnTo>
                  <a:pt x="79516" y="281806"/>
                </a:lnTo>
                <a:lnTo>
                  <a:pt x="86106" y="230885"/>
                </a:lnTo>
                <a:lnTo>
                  <a:pt x="89154" y="211073"/>
                </a:lnTo>
                <a:lnTo>
                  <a:pt x="96012" y="171449"/>
                </a:lnTo>
                <a:lnTo>
                  <a:pt x="99665" y="154706"/>
                </a:lnTo>
                <a:close/>
              </a:path>
              <a:path w="969645" h="1381125">
                <a:moveTo>
                  <a:pt x="105156" y="129539"/>
                </a:moveTo>
                <a:lnTo>
                  <a:pt x="54864" y="118871"/>
                </a:lnTo>
                <a:lnTo>
                  <a:pt x="49832" y="144028"/>
                </a:lnTo>
                <a:lnTo>
                  <a:pt x="99665" y="154706"/>
                </a:lnTo>
                <a:lnTo>
                  <a:pt x="105156" y="129539"/>
                </a:lnTo>
                <a:close/>
              </a:path>
              <a:path w="969645" h="1381125">
                <a:moveTo>
                  <a:pt x="969264" y="1363217"/>
                </a:moveTo>
                <a:lnTo>
                  <a:pt x="952500" y="1315211"/>
                </a:lnTo>
                <a:lnTo>
                  <a:pt x="943356" y="1291589"/>
                </a:lnTo>
                <a:lnTo>
                  <a:pt x="934212" y="1267205"/>
                </a:lnTo>
                <a:lnTo>
                  <a:pt x="912408" y="1216115"/>
                </a:lnTo>
                <a:lnTo>
                  <a:pt x="888333" y="1167962"/>
                </a:lnTo>
                <a:lnTo>
                  <a:pt x="861507" y="1122345"/>
                </a:lnTo>
                <a:lnTo>
                  <a:pt x="831449" y="1078862"/>
                </a:lnTo>
                <a:lnTo>
                  <a:pt x="797650" y="1037083"/>
                </a:lnTo>
                <a:lnTo>
                  <a:pt x="759714" y="996695"/>
                </a:lnTo>
                <a:lnTo>
                  <a:pt x="746760" y="984503"/>
                </a:lnTo>
                <a:lnTo>
                  <a:pt x="733806" y="971549"/>
                </a:lnTo>
                <a:lnTo>
                  <a:pt x="695334" y="941796"/>
                </a:lnTo>
                <a:lnTo>
                  <a:pt x="654056" y="914748"/>
                </a:lnTo>
                <a:lnTo>
                  <a:pt x="610667" y="889903"/>
                </a:lnTo>
                <a:lnTo>
                  <a:pt x="565861" y="866755"/>
                </a:lnTo>
                <a:lnTo>
                  <a:pt x="520330" y="844801"/>
                </a:lnTo>
                <a:lnTo>
                  <a:pt x="474770" y="823535"/>
                </a:lnTo>
                <a:lnTo>
                  <a:pt x="429873" y="802452"/>
                </a:lnTo>
                <a:lnTo>
                  <a:pt x="386334" y="781049"/>
                </a:lnTo>
                <a:lnTo>
                  <a:pt x="363474" y="769619"/>
                </a:lnTo>
                <a:lnTo>
                  <a:pt x="341376" y="758951"/>
                </a:lnTo>
                <a:lnTo>
                  <a:pt x="298704" y="736091"/>
                </a:lnTo>
                <a:lnTo>
                  <a:pt x="255180" y="710029"/>
                </a:lnTo>
                <a:lnTo>
                  <a:pt x="212480" y="681424"/>
                </a:lnTo>
                <a:lnTo>
                  <a:pt x="172948" y="649011"/>
                </a:lnTo>
                <a:lnTo>
                  <a:pt x="138931" y="611522"/>
                </a:lnTo>
                <a:lnTo>
                  <a:pt x="112776" y="567689"/>
                </a:lnTo>
                <a:lnTo>
                  <a:pt x="85313" y="487733"/>
                </a:lnTo>
                <a:lnTo>
                  <a:pt x="77032" y="436942"/>
                </a:lnTo>
                <a:lnTo>
                  <a:pt x="73975" y="385348"/>
                </a:lnTo>
                <a:lnTo>
                  <a:pt x="73975" y="603109"/>
                </a:lnTo>
                <a:lnTo>
                  <a:pt x="101993" y="646811"/>
                </a:lnTo>
                <a:lnTo>
                  <a:pt x="134456" y="682695"/>
                </a:lnTo>
                <a:lnTo>
                  <a:pt x="171440" y="714284"/>
                </a:lnTo>
                <a:lnTo>
                  <a:pt x="211559" y="742422"/>
                </a:lnTo>
                <a:lnTo>
                  <a:pt x="253426" y="767952"/>
                </a:lnTo>
                <a:lnTo>
                  <a:pt x="295656" y="791717"/>
                </a:lnTo>
                <a:lnTo>
                  <a:pt x="363474" y="826769"/>
                </a:lnTo>
                <a:lnTo>
                  <a:pt x="386334" y="837438"/>
                </a:lnTo>
                <a:lnTo>
                  <a:pt x="431643" y="859499"/>
                </a:lnTo>
                <a:lnTo>
                  <a:pt x="480379" y="882202"/>
                </a:lnTo>
                <a:lnTo>
                  <a:pt x="530722" y="905996"/>
                </a:lnTo>
                <a:lnTo>
                  <a:pt x="580848" y="931331"/>
                </a:lnTo>
                <a:lnTo>
                  <a:pt x="628936" y="958657"/>
                </a:lnTo>
                <a:lnTo>
                  <a:pt x="673163" y="988423"/>
                </a:lnTo>
                <a:lnTo>
                  <a:pt x="711708" y="1021079"/>
                </a:lnTo>
                <a:lnTo>
                  <a:pt x="768423" y="1081256"/>
                </a:lnTo>
                <a:lnTo>
                  <a:pt x="797650" y="1118666"/>
                </a:lnTo>
                <a:lnTo>
                  <a:pt x="823564" y="1157401"/>
                </a:lnTo>
                <a:lnTo>
                  <a:pt x="846720" y="1197931"/>
                </a:lnTo>
                <a:lnTo>
                  <a:pt x="867670" y="1240726"/>
                </a:lnTo>
                <a:lnTo>
                  <a:pt x="886968" y="1286255"/>
                </a:lnTo>
                <a:lnTo>
                  <a:pt x="904494" y="1332737"/>
                </a:lnTo>
                <a:lnTo>
                  <a:pt x="921258" y="1380743"/>
                </a:lnTo>
                <a:lnTo>
                  <a:pt x="969264" y="1363217"/>
                </a:lnTo>
                <a:close/>
              </a:path>
              <a:path w="969645" h="1381125">
                <a:moveTo>
                  <a:pt x="105156" y="155883"/>
                </a:moveTo>
                <a:lnTo>
                  <a:pt x="105156" y="129539"/>
                </a:lnTo>
                <a:lnTo>
                  <a:pt x="99665" y="154706"/>
                </a:lnTo>
                <a:lnTo>
                  <a:pt x="105156" y="155883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01553" y="2790800"/>
            <a:ext cx="1085850" cy="635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697865">
              <a:lnSpc>
                <a:spcPct val="100000"/>
              </a:lnSpc>
              <a:spcBef>
                <a:spcPts val="58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585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F4E50DF-F2F2-1CC3-D8AF-85F552D119D9}"/>
                  </a:ext>
                </a:extLst>
              </p14:cNvPr>
              <p14:cNvContentPartPr/>
              <p14:nvPr/>
            </p14:nvContentPartPr>
            <p14:xfrm>
              <a:off x="1623960" y="2775960"/>
              <a:ext cx="1107720" cy="6228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F4E50DF-F2F2-1CC3-D8AF-85F552D119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4600" y="2766600"/>
                <a:ext cx="1126440" cy="641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25" dirty="0"/>
              <a:t>(Write-</a:t>
            </a:r>
            <a:r>
              <a:rPr dirty="0"/>
              <a:t>Through</a:t>
            </a:r>
            <a:r>
              <a:rPr spc="-8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016750" cy="105283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2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P3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P3’s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(u=5)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823335" cy="2070100"/>
            <a:chOff x="2819539" y="1511553"/>
            <a:chExt cx="38233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7" name="object 27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58643" y="254669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135065" y="2285745"/>
            <a:ext cx="2220595" cy="1303020"/>
          </a:xfrm>
          <a:custGeom>
            <a:avLst/>
            <a:gdLst/>
            <a:ahLst/>
            <a:cxnLst/>
            <a:rect l="l" t="t" r="r" b="b"/>
            <a:pathLst>
              <a:path w="2220595" h="1303020">
                <a:moveTo>
                  <a:pt x="2156346" y="686161"/>
                </a:moveTo>
                <a:lnTo>
                  <a:pt x="2156346" y="466281"/>
                </a:lnTo>
                <a:lnTo>
                  <a:pt x="2153296" y="512244"/>
                </a:lnTo>
                <a:lnTo>
                  <a:pt x="2146721" y="557015"/>
                </a:lnTo>
                <a:lnTo>
                  <a:pt x="2136258" y="599923"/>
                </a:lnTo>
                <a:lnTo>
                  <a:pt x="2121519" y="640734"/>
                </a:lnTo>
                <a:lnTo>
                  <a:pt x="2102114" y="679210"/>
                </a:lnTo>
                <a:lnTo>
                  <a:pt x="2077653" y="715115"/>
                </a:lnTo>
                <a:lnTo>
                  <a:pt x="2047745" y="748212"/>
                </a:lnTo>
                <a:lnTo>
                  <a:pt x="2012002" y="778265"/>
                </a:lnTo>
                <a:lnTo>
                  <a:pt x="1970034" y="805038"/>
                </a:lnTo>
                <a:lnTo>
                  <a:pt x="1921450" y="828294"/>
                </a:lnTo>
                <a:lnTo>
                  <a:pt x="1870396" y="844296"/>
                </a:lnTo>
                <a:lnTo>
                  <a:pt x="1819181" y="855594"/>
                </a:lnTo>
                <a:lnTo>
                  <a:pt x="1766744" y="864321"/>
                </a:lnTo>
                <a:lnTo>
                  <a:pt x="1713503" y="870870"/>
                </a:lnTo>
                <a:lnTo>
                  <a:pt x="1659875" y="875636"/>
                </a:lnTo>
                <a:lnTo>
                  <a:pt x="1606274" y="879010"/>
                </a:lnTo>
                <a:lnTo>
                  <a:pt x="1553119" y="881386"/>
                </a:lnTo>
                <a:lnTo>
                  <a:pt x="1502350" y="883106"/>
                </a:lnTo>
                <a:lnTo>
                  <a:pt x="1500826" y="883158"/>
                </a:lnTo>
                <a:lnTo>
                  <a:pt x="1442152" y="883910"/>
                </a:lnTo>
                <a:lnTo>
                  <a:pt x="1330930" y="883877"/>
                </a:lnTo>
                <a:lnTo>
                  <a:pt x="1281994" y="883451"/>
                </a:lnTo>
                <a:lnTo>
                  <a:pt x="1232405" y="882685"/>
                </a:lnTo>
                <a:lnTo>
                  <a:pt x="1182820" y="881634"/>
                </a:lnTo>
                <a:lnTo>
                  <a:pt x="1133240" y="880350"/>
                </a:lnTo>
                <a:lnTo>
                  <a:pt x="1083664" y="878887"/>
                </a:lnTo>
                <a:lnTo>
                  <a:pt x="1034052" y="877295"/>
                </a:lnTo>
                <a:lnTo>
                  <a:pt x="935114" y="873954"/>
                </a:lnTo>
                <a:lnTo>
                  <a:pt x="885644" y="872306"/>
                </a:lnTo>
                <a:lnTo>
                  <a:pt x="836172" y="870743"/>
                </a:lnTo>
                <a:lnTo>
                  <a:pt x="786697" y="869317"/>
                </a:lnTo>
                <a:lnTo>
                  <a:pt x="737218" y="868082"/>
                </a:lnTo>
                <a:lnTo>
                  <a:pt x="687733" y="867090"/>
                </a:lnTo>
                <a:lnTo>
                  <a:pt x="638242" y="866394"/>
                </a:lnTo>
                <a:lnTo>
                  <a:pt x="583378" y="866394"/>
                </a:lnTo>
                <a:lnTo>
                  <a:pt x="531562" y="867156"/>
                </a:lnTo>
                <a:lnTo>
                  <a:pt x="482794" y="868633"/>
                </a:lnTo>
                <a:lnTo>
                  <a:pt x="437074" y="870129"/>
                </a:lnTo>
                <a:lnTo>
                  <a:pt x="384185" y="873944"/>
                </a:lnTo>
                <a:lnTo>
                  <a:pt x="333510" y="880131"/>
                </a:lnTo>
                <a:lnTo>
                  <a:pt x="283218" y="889225"/>
                </a:lnTo>
                <a:lnTo>
                  <a:pt x="233761" y="901689"/>
                </a:lnTo>
                <a:lnTo>
                  <a:pt x="185593" y="917986"/>
                </a:lnTo>
                <a:lnTo>
                  <a:pt x="139167" y="938579"/>
                </a:lnTo>
                <a:lnTo>
                  <a:pt x="94936" y="963930"/>
                </a:lnTo>
                <a:lnTo>
                  <a:pt x="43689" y="1010069"/>
                </a:lnTo>
                <a:lnTo>
                  <a:pt x="19244" y="1048373"/>
                </a:lnTo>
                <a:lnTo>
                  <a:pt x="5101" y="1089888"/>
                </a:lnTo>
                <a:lnTo>
                  <a:pt x="0" y="1134231"/>
                </a:lnTo>
                <a:lnTo>
                  <a:pt x="2679" y="1181018"/>
                </a:lnTo>
                <a:lnTo>
                  <a:pt x="11878" y="1229868"/>
                </a:lnTo>
                <a:lnTo>
                  <a:pt x="15688" y="1245108"/>
                </a:lnTo>
                <a:lnTo>
                  <a:pt x="23308" y="1274064"/>
                </a:lnTo>
                <a:lnTo>
                  <a:pt x="31690" y="1303020"/>
                </a:lnTo>
                <a:lnTo>
                  <a:pt x="50841" y="1297334"/>
                </a:lnTo>
                <a:lnTo>
                  <a:pt x="50841" y="1128173"/>
                </a:lnTo>
                <a:lnTo>
                  <a:pt x="57924" y="1087862"/>
                </a:lnTo>
                <a:lnTo>
                  <a:pt x="76813" y="1050513"/>
                </a:lnTo>
                <a:lnTo>
                  <a:pt x="110176" y="1015746"/>
                </a:lnTo>
                <a:lnTo>
                  <a:pt x="116272" y="1011174"/>
                </a:lnTo>
                <a:lnTo>
                  <a:pt x="123130" y="1005840"/>
                </a:lnTo>
                <a:lnTo>
                  <a:pt x="162857" y="983243"/>
                </a:lnTo>
                <a:lnTo>
                  <a:pt x="205854" y="964605"/>
                </a:lnTo>
                <a:lnTo>
                  <a:pt x="251184" y="949653"/>
                </a:lnTo>
                <a:lnTo>
                  <a:pt x="297908" y="938115"/>
                </a:lnTo>
                <a:lnTo>
                  <a:pt x="345090" y="929718"/>
                </a:lnTo>
                <a:lnTo>
                  <a:pt x="391791" y="924190"/>
                </a:lnTo>
                <a:lnTo>
                  <a:pt x="437074" y="921258"/>
                </a:lnTo>
                <a:lnTo>
                  <a:pt x="459172" y="919734"/>
                </a:lnTo>
                <a:lnTo>
                  <a:pt x="481270" y="919021"/>
                </a:lnTo>
                <a:lnTo>
                  <a:pt x="482794" y="918972"/>
                </a:lnTo>
                <a:lnTo>
                  <a:pt x="531562" y="918210"/>
                </a:lnTo>
                <a:lnTo>
                  <a:pt x="583378" y="917448"/>
                </a:lnTo>
                <a:lnTo>
                  <a:pt x="638242" y="917460"/>
                </a:lnTo>
                <a:lnTo>
                  <a:pt x="687066" y="918285"/>
                </a:lnTo>
                <a:lnTo>
                  <a:pt x="736647" y="919321"/>
                </a:lnTo>
                <a:lnTo>
                  <a:pt x="786225" y="920520"/>
                </a:lnTo>
                <a:lnTo>
                  <a:pt x="835800" y="921848"/>
                </a:lnTo>
                <a:lnTo>
                  <a:pt x="885373" y="923270"/>
                </a:lnTo>
                <a:lnTo>
                  <a:pt x="1034052" y="927748"/>
                </a:lnTo>
                <a:lnTo>
                  <a:pt x="1083522" y="929193"/>
                </a:lnTo>
                <a:lnTo>
                  <a:pt x="1132995" y="930558"/>
                </a:lnTo>
                <a:lnTo>
                  <a:pt x="1182471" y="931809"/>
                </a:lnTo>
                <a:lnTo>
                  <a:pt x="1231951" y="932909"/>
                </a:lnTo>
                <a:lnTo>
                  <a:pt x="1281437" y="933825"/>
                </a:lnTo>
                <a:lnTo>
                  <a:pt x="1330930" y="934523"/>
                </a:lnTo>
                <a:lnTo>
                  <a:pt x="1381192" y="934974"/>
                </a:lnTo>
                <a:lnTo>
                  <a:pt x="1442152" y="934974"/>
                </a:lnTo>
                <a:lnTo>
                  <a:pt x="1500826" y="933488"/>
                </a:lnTo>
                <a:lnTo>
                  <a:pt x="1549249" y="932203"/>
                </a:lnTo>
                <a:lnTo>
                  <a:pt x="1597137" y="930381"/>
                </a:lnTo>
                <a:lnTo>
                  <a:pt x="1645638" y="927727"/>
                </a:lnTo>
                <a:lnTo>
                  <a:pt x="1694374" y="923986"/>
                </a:lnTo>
                <a:lnTo>
                  <a:pt x="1742967" y="918905"/>
                </a:lnTo>
                <a:lnTo>
                  <a:pt x="1791040" y="912227"/>
                </a:lnTo>
                <a:lnTo>
                  <a:pt x="1838214" y="903698"/>
                </a:lnTo>
                <a:lnTo>
                  <a:pt x="1884112" y="893064"/>
                </a:lnTo>
                <a:lnTo>
                  <a:pt x="1922212" y="881634"/>
                </a:lnTo>
                <a:lnTo>
                  <a:pt x="1990664" y="851582"/>
                </a:lnTo>
                <a:lnTo>
                  <a:pt x="2034722" y="824383"/>
                </a:lnTo>
                <a:lnTo>
                  <a:pt x="2072982" y="794126"/>
                </a:lnTo>
                <a:lnTo>
                  <a:pt x="2105750" y="760995"/>
                </a:lnTo>
                <a:lnTo>
                  <a:pt x="2133332" y="725177"/>
                </a:lnTo>
                <a:lnTo>
                  <a:pt x="2156036" y="686857"/>
                </a:lnTo>
                <a:lnTo>
                  <a:pt x="2156346" y="686161"/>
                </a:lnTo>
                <a:close/>
              </a:path>
              <a:path w="2220595" h="1303020">
                <a:moveTo>
                  <a:pt x="80458" y="1288542"/>
                </a:moveTo>
                <a:lnTo>
                  <a:pt x="61408" y="1219200"/>
                </a:lnTo>
                <a:lnTo>
                  <a:pt x="52892" y="1171825"/>
                </a:lnTo>
                <a:lnTo>
                  <a:pt x="50841" y="1128173"/>
                </a:lnTo>
                <a:lnTo>
                  <a:pt x="50841" y="1297334"/>
                </a:lnTo>
                <a:lnTo>
                  <a:pt x="80458" y="1288542"/>
                </a:lnTo>
                <a:close/>
              </a:path>
              <a:path w="2220595" h="1303020">
                <a:moveTo>
                  <a:pt x="2220154" y="133350"/>
                </a:moveTo>
                <a:lnTo>
                  <a:pt x="2113474" y="0"/>
                </a:lnTo>
                <a:lnTo>
                  <a:pt x="2071564" y="165354"/>
                </a:lnTo>
                <a:lnTo>
                  <a:pt x="2115760" y="155834"/>
                </a:lnTo>
                <a:lnTo>
                  <a:pt x="2115760" y="129540"/>
                </a:lnTo>
                <a:lnTo>
                  <a:pt x="2165290" y="119634"/>
                </a:lnTo>
                <a:lnTo>
                  <a:pt x="2170292" y="144089"/>
                </a:lnTo>
                <a:lnTo>
                  <a:pt x="2220154" y="133350"/>
                </a:lnTo>
                <a:close/>
              </a:path>
              <a:path w="2220595" h="1303020">
                <a:moveTo>
                  <a:pt x="2170292" y="144089"/>
                </a:moveTo>
                <a:lnTo>
                  <a:pt x="2165290" y="119634"/>
                </a:lnTo>
                <a:lnTo>
                  <a:pt x="2115760" y="129540"/>
                </a:lnTo>
                <a:lnTo>
                  <a:pt x="2120856" y="154737"/>
                </a:lnTo>
                <a:lnTo>
                  <a:pt x="2170292" y="144089"/>
                </a:lnTo>
                <a:close/>
              </a:path>
              <a:path w="2220595" h="1303020">
                <a:moveTo>
                  <a:pt x="2120856" y="154737"/>
                </a:moveTo>
                <a:lnTo>
                  <a:pt x="2115760" y="129540"/>
                </a:lnTo>
                <a:lnTo>
                  <a:pt x="2115760" y="155834"/>
                </a:lnTo>
                <a:lnTo>
                  <a:pt x="2120856" y="154737"/>
                </a:lnTo>
                <a:close/>
              </a:path>
              <a:path w="2220595" h="1303020">
                <a:moveTo>
                  <a:pt x="2207103" y="464195"/>
                </a:moveTo>
                <a:lnTo>
                  <a:pt x="2206972" y="414748"/>
                </a:lnTo>
                <a:lnTo>
                  <a:pt x="2204108" y="364094"/>
                </a:lnTo>
                <a:lnTo>
                  <a:pt x="2198818" y="312420"/>
                </a:lnTo>
                <a:lnTo>
                  <a:pt x="2189674" y="249936"/>
                </a:lnTo>
                <a:lnTo>
                  <a:pt x="2179006" y="186690"/>
                </a:lnTo>
                <a:lnTo>
                  <a:pt x="2170292" y="144089"/>
                </a:lnTo>
                <a:lnTo>
                  <a:pt x="2120856" y="154737"/>
                </a:lnTo>
                <a:lnTo>
                  <a:pt x="2129476" y="197358"/>
                </a:lnTo>
                <a:lnTo>
                  <a:pt x="2140144" y="259080"/>
                </a:lnTo>
                <a:lnTo>
                  <a:pt x="2148526" y="319278"/>
                </a:lnTo>
                <a:lnTo>
                  <a:pt x="2153600" y="369129"/>
                </a:lnTo>
                <a:lnTo>
                  <a:pt x="2156346" y="418065"/>
                </a:lnTo>
                <a:lnTo>
                  <a:pt x="2156346" y="686161"/>
                </a:lnTo>
                <a:lnTo>
                  <a:pt x="2174168" y="646218"/>
                </a:lnTo>
                <a:lnTo>
                  <a:pt x="2188033" y="603448"/>
                </a:lnTo>
                <a:lnTo>
                  <a:pt x="2197940" y="558731"/>
                </a:lnTo>
                <a:lnTo>
                  <a:pt x="2204108" y="512893"/>
                </a:lnTo>
                <a:lnTo>
                  <a:pt x="2204108" y="513677"/>
                </a:lnTo>
                <a:lnTo>
                  <a:pt x="2207103" y="464195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887349" y="2714505"/>
            <a:ext cx="1370330" cy="7880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 marL="850900">
              <a:lnSpc>
                <a:spcPct val="100000"/>
              </a:lnSpc>
              <a:spcBef>
                <a:spcPts val="108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353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25" dirty="0"/>
              <a:t>(Write-</a:t>
            </a:r>
            <a:r>
              <a:rPr dirty="0"/>
              <a:t>Through</a:t>
            </a:r>
            <a:r>
              <a:rPr spc="-8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586980" cy="192468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3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P3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writes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u,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changing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value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0" dirty="0">
                <a:latin typeface="Arial MT"/>
                <a:cs typeface="Arial MT"/>
              </a:rPr>
              <a:t>7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(u=7)</a:t>
            </a:r>
            <a:endParaRPr sz="260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900" algn="l"/>
              </a:tabLst>
            </a:pPr>
            <a:r>
              <a:rPr sz="2600" dirty="0">
                <a:latin typeface="Arial MT"/>
                <a:cs typeface="Arial MT"/>
              </a:rPr>
              <a:t>P3’s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20" dirty="0">
                <a:latin typeface="Arial MT"/>
                <a:cs typeface="Arial MT"/>
              </a:rPr>
              <a:t> up-</a:t>
            </a:r>
            <a:r>
              <a:rPr sz="2600" dirty="0">
                <a:latin typeface="Arial MT"/>
                <a:cs typeface="Arial MT"/>
              </a:rPr>
              <a:t>dated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(no-write-</a:t>
            </a:r>
            <a:r>
              <a:rPr sz="2600" spc="-10" dirty="0">
                <a:latin typeface="Arial MT"/>
                <a:cs typeface="Arial MT"/>
              </a:rPr>
              <a:t>allocate), </a:t>
            </a:r>
            <a:r>
              <a:rPr sz="2600" dirty="0">
                <a:latin typeface="Arial MT"/>
                <a:cs typeface="Arial MT"/>
              </a:rPr>
              <a:t>but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block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invalidated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19539" y="2285745"/>
            <a:ext cx="3810000" cy="1295400"/>
            <a:chOff x="2819539" y="2285745"/>
            <a:chExt cx="3810000" cy="1295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19539" y="2502153"/>
              <a:ext cx="3810000" cy="1079500"/>
            </a:xfrm>
            <a:custGeom>
              <a:avLst/>
              <a:gdLst/>
              <a:ahLst/>
              <a:cxnLst/>
              <a:rect l="l" t="t" r="r" b="b"/>
              <a:pathLst>
                <a:path w="3810000" h="1079500">
                  <a:moveTo>
                    <a:pt x="2603754" y="0"/>
                  </a:moveTo>
                  <a:lnTo>
                    <a:pt x="2578608" y="0"/>
                  </a:lnTo>
                  <a:lnTo>
                    <a:pt x="2578608" y="25146"/>
                  </a:lnTo>
                  <a:lnTo>
                    <a:pt x="2578608" y="381000"/>
                  </a:lnTo>
                  <a:lnTo>
                    <a:pt x="1613154" y="381000"/>
                  </a:lnTo>
                  <a:lnTo>
                    <a:pt x="1613154" y="25146"/>
                  </a:lnTo>
                  <a:lnTo>
                    <a:pt x="2578608" y="25146"/>
                  </a:lnTo>
                  <a:lnTo>
                    <a:pt x="2578608" y="0"/>
                  </a:lnTo>
                  <a:lnTo>
                    <a:pt x="1588008" y="0"/>
                  </a:lnTo>
                  <a:lnTo>
                    <a:pt x="1588008" y="406146"/>
                  </a:lnTo>
                  <a:lnTo>
                    <a:pt x="1600200" y="406146"/>
                  </a:lnTo>
                  <a:lnTo>
                    <a:pt x="1613154" y="406146"/>
                  </a:lnTo>
                  <a:lnTo>
                    <a:pt x="2578608" y="406146"/>
                  </a:lnTo>
                  <a:lnTo>
                    <a:pt x="2590800" y="406146"/>
                  </a:lnTo>
                  <a:lnTo>
                    <a:pt x="2603754" y="406146"/>
                  </a:lnTo>
                  <a:lnTo>
                    <a:pt x="2603754" y="0"/>
                  </a:lnTo>
                  <a:close/>
                </a:path>
                <a:path w="3810000" h="1079500">
                  <a:moveTo>
                    <a:pt x="3810000" y="659892"/>
                  </a:moveTo>
                  <a:lnTo>
                    <a:pt x="0" y="659892"/>
                  </a:lnTo>
                  <a:lnTo>
                    <a:pt x="0" y="736092"/>
                  </a:lnTo>
                  <a:lnTo>
                    <a:pt x="1283208" y="736092"/>
                  </a:lnTo>
                  <a:lnTo>
                    <a:pt x="1283208" y="1078992"/>
                  </a:lnTo>
                  <a:lnTo>
                    <a:pt x="1308354" y="1078992"/>
                  </a:lnTo>
                  <a:lnTo>
                    <a:pt x="1308354" y="736092"/>
                  </a:lnTo>
                  <a:lnTo>
                    <a:pt x="3810000" y="736092"/>
                  </a:lnTo>
                  <a:lnTo>
                    <a:pt x="3810000" y="659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55335" y="1511553"/>
            <a:ext cx="787400" cy="786765"/>
            <a:chOff x="5855335" y="1511553"/>
            <a:chExt cx="787400" cy="786765"/>
          </a:xfrm>
        </p:grpSpPr>
        <p:sp>
          <p:nvSpPr>
            <p:cNvPr id="22" name="object 22"/>
            <p:cNvSpPr/>
            <p:nvPr/>
          </p:nvSpPr>
          <p:spPr>
            <a:xfrm>
              <a:off x="5867527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6" name="object 26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35436" y="2546694"/>
            <a:ext cx="1037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r>
              <a:rPr sz="1600" spc="-20" dirty="0">
                <a:solidFill>
                  <a:srgbClr val="7D9CE8"/>
                </a:solidFill>
                <a:latin typeface="Verdana"/>
                <a:cs typeface="Verdana"/>
              </a:rPr>
              <a:t> (Inv)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085971" y="2280411"/>
            <a:ext cx="2256155" cy="1301115"/>
          </a:xfrm>
          <a:custGeom>
            <a:avLst/>
            <a:gdLst/>
            <a:ahLst/>
            <a:cxnLst/>
            <a:rect l="l" t="t" r="r" b="b"/>
            <a:pathLst>
              <a:path w="2256154" h="1301114">
                <a:moveTo>
                  <a:pt x="104393" y="1299767"/>
                </a:moveTo>
                <a:lnTo>
                  <a:pt x="104393" y="1171956"/>
                </a:lnTo>
                <a:lnTo>
                  <a:pt x="54863" y="1181100"/>
                </a:lnTo>
                <a:lnTo>
                  <a:pt x="50505" y="1156818"/>
                </a:lnTo>
                <a:lnTo>
                  <a:pt x="0" y="1167384"/>
                </a:lnTo>
                <a:lnTo>
                  <a:pt x="104393" y="1299767"/>
                </a:lnTo>
                <a:close/>
              </a:path>
              <a:path w="2256154" h="1301114">
                <a:moveTo>
                  <a:pt x="2205471" y="691318"/>
                </a:moveTo>
                <a:lnTo>
                  <a:pt x="2205471" y="471813"/>
                </a:lnTo>
                <a:lnTo>
                  <a:pt x="2202595" y="516018"/>
                </a:lnTo>
                <a:lnTo>
                  <a:pt x="2196442" y="559203"/>
                </a:lnTo>
                <a:lnTo>
                  <a:pt x="2186571" y="601067"/>
                </a:lnTo>
                <a:lnTo>
                  <a:pt x="2172543" y="641310"/>
                </a:lnTo>
                <a:lnTo>
                  <a:pt x="2153918" y="679632"/>
                </a:lnTo>
                <a:lnTo>
                  <a:pt x="2130254" y="715735"/>
                </a:lnTo>
                <a:lnTo>
                  <a:pt x="2101112" y="749316"/>
                </a:lnTo>
                <a:lnTo>
                  <a:pt x="2066052" y="780078"/>
                </a:lnTo>
                <a:lnTo>
                  <a:pt x="2024633" y="807720"/>
                </a:lnTo>
                <a:lnTo>
                  <a:pt x="1985009" y="827532"/>
                </a:lnTo>
                <a:lnTo>
                  <a:pt x="1922284" y="848961"/>
                </a:lnTo>
                <a:lnTo>
                  <a:pt x="1870095" y="860740"/>
                </a:lnTo>
                <a:lnTo>
                  <a:pt x="1817261" y="869441"/>
                </a:lnTo>
                <a:lnTo>
                  <a:pt x="1767077" y="875538"/>
                </a:lnTo>
                <a:lnTo>
                  <a:pt x="1716024" y="880110"/>
                </a:lnTo>
                <a:lnTo>
                  <a:pt x="1662683" y="883919"/>
                </a:lnTo>
                <a:lnTo>
                  <a:pt x="1611080" y="886316"/>
                </a:lnTo>
                <a:lnTo>
                  <a:pt x="1559277" y="888014"/>
                </a:lnTo>
                <a:lnTo>
                  <a:pt x="1507310" y="889080"/>
                </a:lnTo>
                <a:lnTo>
                  <a:pt x="1462336" y="889512"/>
                </a:lnTo>
                <a:lnTo>
                  <a:pt x="1403035" y="889578"/>
                </a:lnTo>
                <a:lnTo>
                  <a:pt x="1358704" y="889206"/>
                </a:lnTo>
                <a:lnTo>
                  <a:pt x="1350800" y="889140"/>
                </a:lnTo>
                <a:lnTo>
                  <a:pt x="1298550" y="888330"/>
                </a:lnTo>
                <a:lnTo>
                  <a:pt x="1246321" y="887216"/>
                </a:lnTo>
                <a:lnTo>
                  <a:pt x="1194150" y="885861"/>
                </a:lnTo>
                <a:lnTo>
                  <a:pt x="1142075" y="884332"/>
                </a:lnTo>
                <a:lnTo>
                  <a:pt x="1090131" y="882693"/>
                </a:lnTo>
                <a:lnTo>
                  <a:pt x="986789" y="879347"/>
                </a:lnTo>
                <a:lnTo>
                  <a:pt x="924305" y="877062"/>
                </a:lnTo>
                <a:lnTo>
                  <a:pt x="803147" y="874013"/>
                </a:lnTo>
                <a:lnTo>
                  <a:pt x="744473" y="872490"/>
                </a:lnTo>
                <a:lnTo>
                  <a:pt x="674343" y="871426"/>
                </a:lnTo>
                <a:lnTo>
                  <a:pt x="642205" y="871200"/>
                </a:lnTo>
                <a:lnTo>
                  <a:pt x="632985" y="871135"/>
                </a:lnTo>
                <a:lnTo>
                  <a:pt x="591097" y="871413"/>
                </a:lnTo>
                <a:lnTo>
                  <a:pt x="588434" y="871431"/>
                </a:lnTo>
                <a:lnTo>
                  <a:pt x="541440" y="872636"/>
                </a:lnTo>
                <a:lnTo>
                  <a:pt x="492757" y="875072"/>
                </a:lnTo>
                <a:lnTo>
                  <a:pt x="443135" y="879058"/>
                </a:lnTo>
                <a:lnTo>
                  <a:pt x="393325" y="884917"/>
                </a:lnTo>
                <a:lnTo>
                  <a:pt x="344081" y="892968"/>
                </a:lnTo>
                <a:lnTo>
                  <a:pt x="296152" y="903534"/>
                </a:lnTo>
                <a:lnTo>
                  <a:pt x="250291" y="916935"/>
                </a:lnTo>
                <a:lnTo>
                  <a:pt x="207249" y="933492"/>
                </a:lnTo>
                <a:lnTo>
                  <a:pt x="167779" y="953526"/>
                </a:lnTo>
                <a:lnTo>
                  <a:pt x="132630" y="977359"/>
                </a:lnTo>
                <a:lnTo>
                  <a:pt x="102556" y="1005310"/>
                </a:lnTo>
                <a:lnTo>
                  <a:pt x="78307" y="1037702"/>
                </a:lnTo>
                <a:lnTo>
                  <a:pt x="60635" y="1074856"/>
                </a:lnTo>
                <a:lnTo>
                  <a:pt x="50291" y="1117092"/>
                </a:lnTo>
                <a:lnTo>
                  <a:pt x="48768" y="1146810"/>
                </a:lnTo>
                <a:lnTo>
                  <a:pt x="48768" y="1149858"/>
                </a:lnTo>
                <a:lnTo>
                  <a:pt x="49529" y="1151382"/>
                </a:lnTo>
                <a:lnTo>
                  <a:pt x="50505" y="1156818"/>
                </a:lnTo>
                <a:lnTo>
                  <a:pt x="99059" y="1146662"/>
                </a:lnTo>
                <a:lnTo>
                  <a:pt x="99059" y="1142238"/>
                </a:lnTo>
                <a:lnTo>
                  <a:pt x="99821" y="1146483"/>
                </a:lnTo>
                <a:lnTo>
                  <a:pt x="99821" y="1135380"/>
                </a:lnTo>
                <a:lnTo>
                  <a:pt x="100583" y="1123950"/>
                </a:lnTo>
                <a:lnTo>
                  <a:pt x="117268" y="1069573"/>
                </a:lnTo>
                <a:lnTo>
                  <a:pt x="144813" y="1033933"/>
                </a:lnTo>
                <a:lnTo>
                  <a:pt x="180723" y="1005583"/>
                </a:lnTo>
                <a:lnTo>
                  <a:pt x="220979" y="984504"/>
                </a:lnTo>
                <a:lnTo>
                  <a:pt x="288450" y="958476"/>
                </a:lnTo>
                <a:lnTo>
                  <a:pt x="337281" y="945640"/>
                </a:lnTo>
                <a:lnTo>
                  <a:pt x="387059" y="936309"/>
                </a:lnTo>
                <a:lnTo>
                  <a:pt x="437556" y="929941"/>
                </a:lnTo>
                <a:lnTo>
                  <a:pt x="488546" y="925991"/>
                </a:lnTo>
                <a:lnTo>
                  <a:pt x="539802" y="923919"/>
                </a:lnTo>
                <a:lnTo>
                  <a:pt x="588434" y="923219"/>
                </a:lnTo>
                <a:lnTo>
                  <a:pt x="642205" y="923234"/>
                </a:lnTo>
                <a:lnTo>
                  <a:pt x="674343" y="923425"/>
                </a:lnTo>
                <a:lnTo>
                  <a:pt x="742949" y="923544"/>
                </a:lnTo>
                <a:lnTo>
                  <a:pt x="801623" y="925068"/>
                </a:lnTo>
                <a:lnTo>
                  <a:pt x="922782" y="928116"/>
                </a:lnTo>
                <a:lnTo>
                  <a:pt x="985265" y="930402"/>
                </a:lnTo>
                <a:lnTo>
                  <a:pt x="1048511" y="931926"/>
                </a:lnTo>
                <a:lnTo>
                  <a:pt x="1100034" y="933384"/>
                </a:lnTo>
                <a:lnTo>
                  <a:pt x="1151651" y="934883"/>
                </a:lnTo>
                <a:lnTo>
                  <a:pt x="1203344" y="936340"/>
                </a:lnTo>
                <a:lnTo>
                  <a:pt x="1255096" y="937678"/>
                </a:lnTo>
                <a:lnTo>
                  <a:pt x="1306888" y="938816"/>
                </a:lnTo>
                <a:lnTo>
                  <a:pt x="1358704" y="939675"/>
                </a:lnTo>
                <a:lnTo>
                  <a:pt x="1403035" y="940102"/>
                </a:lnTo>
                <a:lnTo>
                  <a:pt x="1455217" y="940226"/>
                </a:lnTo>
                <a:lnTo>
                  <a:pt x="1462336" y="940234"/>
                </a:lnTo>
                <a:lnTo>
                  <a:pt x="1507310" y="939836"/>
                </a:lnTo>
                <a:lnTo>
                  <a:pt x="1514117" y="939776"/>
                </a:lnTo>
                <a:lnTo>
                  <a:pt x="1565851" y="938720"/>
                </a:lnTo>
                <a:lnTo>
                  <a:pt x="1617520" y="936985"/>
                </a:lnTo>
                <a:lnTo>
                  <a:pt x="1669108" y="934493"/>
                </a:lnTo>
                <a:lnTo>
                  <a:pt x="1720595" y="931163"/>
                </a:lnTo>
                <a:lnTo>
                  <a:pt x="1773174" y="925830"/>
                </a:lnTo>
                <a:lnTo>
                  <a:pt x="1821941" y="920496"/>
                </a:lnTo>
                <a:lnTo>
                  <a:pt x="1868893" y="912722"/>
                </a:lnTo>
                <a:lnTo>
                  <a:pt x="1915620" y="902893"/>
                </a:lnTo>
                <a:lnTo>
                  <a:pt x="1961609" y="890245"/>
                </a:lnTo>
                <a:lnTo>
                  <a:pt x="2006345" y="874013"/>
                </a:lnTo>
                <a:lnTo>
                  <a:pt x="2051303" y="850391"/>
                </a:lnTo>
                <a:lnTo>
                  <a:pt x="2118384" y="802604"/>
                </a:lnTo>
                <a:lnTo>
                  <a:pt x="2152650" y="768713"/>
                </a:lnTo>
                <a:lnTo>
                  <a:pt x="2181296" y="732121"/>
                </a:lnTo>
                <a:lnTo>
                  <a:pt x="2204610" y="693230"/>
                </a:lnTo>
                <a:lnTo>
                  <a:pt x="2205471" y="691318"/>
                </a:lnTo>
                <a:close/>
              </a:path>
              <a:path w="2256154" h="1301114">
                <a:moveTo>
                  <a:pt x="99821" y="1172800"/>
                </a:moveTo>
                <a:lnTo>
                  <a:pt x="99821" y="1147572"/>
                </a:lnTo>
                <a:lnTo>
                  <a:pt x="99673" y="1146533"/>
                </a:lnTo>
                <a:lnTo>
                  <a:pt x="50505" y="1156818"/>
                </a:lnTo>
                <a:lnTo>
                  <a:pt x="54863" y="1181100"/>
                </a:lnTo>
                <a:lnTo>
                  <a:pt x="99059" y="1172940"/>
                </a:lnTo>
                <a:lnTo>
                  <a:pt x="99673" y="1172827"/>
                </a:lnTo>
                <a:lnTo>
                  <a:pt x="99821" y="1172800"/>
                </a:lnTo>
                <a:close/>
              </a:path>
              <a:path w="2256154" h="1301114">
                <a:moveTo>
                  <a:pt x="99821" y="1146502"/>
                </a:moveTo>
                <a:lnTo>
                  <a:pt x="99059" y="1142238"/>
                </a:lnTo>
                <a:lnTo>
                  <a:pt x="99673" y="1146533"/>
                </a:lnTo>
                <a:lnTo>
                  <a:pt x="99821" y="1146502"/>
                </a:lnTo>
                <a:close/>
              </a:path>
              <a:path w="2256154" h="1301114">
                <a:moveTo>
                  <a:pt x="99673" y="1146533"/>
                </a:moveTo>
                <a:lnTo>
                  <a:pt x="99059" y="1142238"/>
                </a:lnTo>
                <a:lnTo>
                  <a:pt x="99059" y="1146662"/>
                </a:lnTo>
                <a:lnTo>
                  <a:pt x="99673" y="1146533"/>
                </a:lnTo>
                <a:close/>
              </a:path>
              <a:path w="2256154" h="1301114">
                <a:moveTo>
                  <a:pt x="104393" y="1171956"/>
                </a:moveTo>
                <a:lnTo>
                  <a:pt x="99821" y="1146502"/>
                </a:lnTo>
                <a:lnTo>
                  <a:pt x="99673" y="1146533"/>
                </a:lnTo>
                <a:lnTo>
                  <a:pt x="99821" y="1147572"/>
                </a:lnTo>
                <a:lnTo>
                  <a:pt x="99821" y="1172800"/>
                </a:lnTo>
                <a:lnTo>
                  <a:pt x="104393" y="1171956"/>
                </a:lnTo>
                <a:close/>
              </a:path>
              <a:path w="2256154" h="1301114">
                <a:moveTo>
                  <a:pt x="149351" y="1136142"/>
                </a:moveTo>
                <a:lnTo>
                  <a:pt x="99821" y="1146502"/>
                </a:lnTo>
                <a:lnTo>
                  <a:pt x="104393" y="1171956"/>
                </a:lnTo>
                <a:lnTo>
                  <a:pt x="104393" y="1299767"/>
                </a:lnTo>
                <a:lnTo>
                  <a:pt x="105156" y="1300734"/>
                </a:lnTo>
                <a:lnTo>
                  <a:pt x="149351" y="1136142"/>
                </a:lnTo>
                <a:close/>
              </a:path>
              <a:path w="2256154" h="1301114">
                <a:moveTo>
                  <a:pt x="2256031" y="473709"/>
                </a:moveTo>
                <a:lnTo>
                  <a:pt x="2256031" y="424752"/>
                </a:lnTo>
                <a:lnTo>
                  <a:pt x="2253787" y="379526"/>
                </a:lnTo>
                <a:lnTo>
                  <a:pt x="2249404" y="332210"/>
                </a:lnTo>
                <a:lnTo>
                  <a:pt x="2243388" y="285124"/>
                </a:lnTo>
                <a:lnTo>
                  <a:pt x="2236147" y="238554"/>
                </a:lnTo>
                <a:lnTo>
                  <a:pt x="2228088" y="192786"/>
                </a:lnTo>
                <a:lnTo>
                  <a:pt x="2215896" y="128778"/>
                </a:lnTo>
                <a:lnTo>
                  <a:pt x="2187702" y="0"/>
                </a:lnTo>
                <a:lnTo>
                  <a:pt x="2138172" y="11430"/>
                </a:lnTo>
                <a:lnTo>
                  <a:pt x="2152650" y="75438"/>
                </a:lnTo>
                <a:lnTo>
                  <a:pt x="2178558" y="201930"/>
                </a:lnTo>
                <a:lnTo>
                  <a:pt x="2186100" y="245964"/>
                </a:lnTo>
                <a:lnTo>
                  <a:pt x="2193007" y="290777"/>
                </a:lnTo>
                <a:lnTo>
                  <a:pt x="2198838" y="336068"/>
                </a:lnTo>
                <a:lnTo>
                  <a:pt x="2203152" y="381538"/>
                </a:lnTo>
                <a:lnTo>
                  <a:pt x="2205471" y="426136"/>
                </a:lnTo>
                <a:lnTo>
                  <a:pt x="2205471" y="691318"/>
                </a:lnTo>
                <a:lnTo>
                  <a:pt x="2223039" y="652288"/>
                </a:lnTo>
                <a:lnTo>
                  <a:pt x="2236988" y="609580"/>
                </a:lnTo>
                <a:lnTo>
                  <a:pt x="2246866" y="565390"/>
                </a:lnTo>
                <a:lnTo>
                  <a:pt x="2253078" y="520005"/>
                </a:lnTo>
                <a:lnTo>
                  <a:pt x="2256031" y="473709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554099" y="2553461"/>
            <a:ext cx="2093595" cy="948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</a:tabLst>
            </a:pPr>
            <a:r>
              <a:rPr sz="1800" spc="-10" dirty="0">
                <a:latin typeface="Verdana"/>
                <a:cs typeface="Verdana"/>
              </a:rPr>
              <a:t>Cache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8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</a:pPr>
            <a:r>
              <a:rPr sz="1600" dirty="0">
                <a:solidFill>
                  <a:srgbClr val="D8D8EC"/>
                </a:solidFill>
                <a:latin typeface="Verdana"/>
                <a:cs typeface="Verdana"/>
              </a:rPr>
              <a:t>Write</a:t>
            </a:r>
            <a:r>
              <a:rPr sz="1600" spc="-85" dirty="0">
                <a:solidFill>
                  <a:srgbClr val="D8D8E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D8D8EC"/>
                </a:solidFill>
                <a:latin typeface="Verdana"/>
                <a:cs typeface="Verdana"/>
              </a:rPr>
              <a:t>Through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58566" y="2546560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BCF32CC-B61D-89A5-5607-4FF11BD79DF6}"/>
                  </a:ext>
                </a:extLst>
              </p14:cNvPr>
              <p14:cNvContentPartPr/>
              <p14:nvPr/>
            </p14:nvContentPartPr>
            <p14:xfrm>
              <a:off x="5814720" y="2218680"/>
              <a:ext cx="3333240" cy="1643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BCF32CC-B61D-89A5-5607-4FF11BD79D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5360" y="2209320"/>
                <a:ext cx="3351960" cy="16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61370CC-9D96-AAF1-DFA2-0A7FA24D3863}"/>
                  </a:ext>
                </a:extLst>
              </p14:cNvPr>
              <p14:cNvContentPartPr/>
              <p14:nvPr/>
            </p14:nvContentPartPr>
            <p14:xfrm>
              <a:off x="1940400" y="2382480"/>
              <a:ext cx="5965200" cy="3560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61370CC-9D96-AAF1-DFA2-0A7FA24D38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1040" y="2373120"/>
                <a:ext cx="5983920" cy="357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25" dirty="0"/>
              <a:t>(Write-</a:t>
            </a:r>
            <a:r>
              <a:rPr dirty="0"/>
              <a:t>Through</a:t>
            </a:r>
            <a:r>
              <a:rPr spc="-8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804150" cy="14490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4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P1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value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again</a:t>
            </a:r>
            <a:endParaRPr sz="300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900" algn="l"/>
              </a:tabLst>
            </a:pPr>
            <a:r>
              <a:rPr sz="2600" dirty="0">
                <a:latin typeface="Arial MT"/>
                <a:cs typeface="Arial MT"/>
              </a:rPr>
              <a:t>P1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(u=5),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which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correct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value!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975735" cy="2070100"/>
            <a:chOff x="2819539" y="1511553"/>
            <a:chExt cx="39757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1689100"/>
            </a:xfrm>
            <a:custGeom>
              <a:avLst/>
              <a:gdLst/>
              <a:ahLst/>
              <a:cxnLst/>
              <a:rect l="l" t="t" r="r" b="b"/>
              <a:pathLst>
                <a:path w="787400" h="1689100">
                  <a:moveTo>
                    <a:pt x="406158" y="1383792"/>
                  </a:moveTo>
                  <a:lnTo>
                    <a:pt x="381012" y="1383792"/>
                  </a:lnTo>
                  <a:lnTo>
                    <a:pt x="381012" y="1688592"/>
                  </a:lnTo>
                  <a:lnTo>
                    <a:pt x="406158" y="1688592"/>
                  </a:lnTo>
                  <a:lnTo>
                    <a:pt x="406158" y="1383792"/>
                  </a:lnTo>
                  <a:close/>
                </a:path>
                <a:path w="787400" h="1689100">
                  <a:moveTo>
                    <a:pt x="787146" y="393192"/>
                  </a:moveTo>
                  <a:lnTo>
                    <a:pt x="784860" y="352806"/>
                  </a:lnTo>
                  <a:lnTo>
                    <a:pt x="771842" y="283933"/>
                  </a:lnTo>
                  <a:lnTo>
                    <a:pt x="762000" y="256400"/>
                  </a:lnTo>
                  <a:lnTo>
                    <a:pt x="762000" y="393954"/>
                  </a:lnTo>
                  <a:lnTo>
                    <a:pt x="761238" y="413004"/>
                  </a:lnTo>
                  <a:lnTo>
                    <a:pt x="755586" y="455828"/>
                  </a:lnTo>
                  <a:lnTo>
                    <a:pt x="746366" y="495896"/>
                  </a:lnTo>
                  <a:lnTo>
                    <a:pt x="733793" y="533196"/>
                  </a:lnTo>
                  <a:lnTo>
                    <a:pt x="699617" y="599427"/>
                  </a:lnTo>
                  <a:lnTo>
                    <a:pt x="655015" y="654443"/>
                  </a:lnTo>
                  <a:lnTo>
                    <a:pt x="601865" y="698195"/>
                  </a:lnTo>
                  <a:lnTo>
                    <a:pt x="542442" y="730415"/>
                  </a:lnTo>
                  <a:lnTo>
                    <a:pt x="478396" y="751192"/>
                  </a:lnTo>
                  <a:lnTo>
                    <a:pt x="413766" y="760171"/>
                  </a:lnTo>
                  <a:lnTo>
                    <a:pt x="413004" y="760247"/>
                  </a:lnTo>
                  <a:lnTo>
                    <a:pt x="411810" y="760349"/>
                  </a:lnTo>
                  <a:lnTo>
                    <a:pt x="393954" y="760463"/>
                  </a:lnTo>
                  <a:lnTo>
                    <a:pt x="378167" y="760552"/>
                  </a:lnTo>
                  <a:lnTo>
                    <a:pt x="345287" y="757872"/>
                  </a:lnTo>
                  <a:lnTo>
                    <a:pt x="344639" y="757821"/>
                  </a:lnTo>
                  <a:lnTo>
                    <a:pt x="278853" y="743496"/>
                  </a:lnTo>
                  <a:lnTo>
                    <a:pt x="216420" y="717270"/>
                  </a:lnTo>
                  <a:lnTo>
                    <a:pt x="159308" y="679069"/>
                  </a:lnTo>
                  <a:lnTo>
                    <a:pt x="109474" y="628789"/>
                  </a:lnTo>
                  <a:lnTo>
                    <a:pt x="68910" y="566318"/>
                  </a:lnTo>
                  <a:lnTo>
                    <a:pt x="52705" y="530491"/>
                  </a:lnTo>
                  <a:lnTo>
                    <a:pt x="39560" y="491591"/>
                  </a:lnTo>
                  <a:lnTo>
                    <a:pt x="29718" y="449580"/>
                  </a:lnTo>
                  <a:lnTo>
                    <a:pt x="25146" y="393192"/>
                  </a:lnTo>
                  <a:lnTo>
                    <a:pt x="25908" y="374142"/>
                  </a:lnTo>
                  <a:lnTo>
                    <a:pt x="40233" y="289229"/>
                  </a:lnTo>
                  <a:lnTo>
                    <a:pt x="56680" y="244309"/>
                  </a:lnTo>
                  <a:lnTo>
                    <a:pt x="78587" y="202438"/>
                  </a:lnTo>
                  <a:lnTo>
                    <a:pt x="105486" y="164020"/>
                  </a:lnTo>
                  <a:lnTo>
                    <a:pt x="136893" y="129438"/>
                  </a:lnTo>
                  <a:lnTo>
                    <a:pt x="172351" y="99110"/>
                  </a:lnTo>
                  <a:lnTo>
                    <a:pt x="211391" y="73431"/>
                  </a:lnTo>
                  <a:lnTo>
                    <a:pt x="253542" y="52793"/>
                  </a:lnTo>
                  <a:lnTo>
                    <a:pt x="298323" y="37604"/>
                  </a:lnTo>
                  <a:lnTo>
                    <a:pt x="345287" y="28257"/>
                  </a:lnTo>
                  <a:lnTo>
                    <a:pt x="393954" y="25146"/>
                  </a:lnTo>
                  <a:lnTo>
                    <a:pt x="411810" y="25869"/>
                  </a:lnTo>
                  <a:lnTo>
                    <a:pt x="477291" y="34823"/>
                  </a:lnTo>
                  <a:lnTo>
                    <a:pt x="521335" y="47955"/>
                  </a:lnTo>
                  <a:lnTo>
                    <a:pt x="563003" y="66421"/>
                  </a:lnTo>
                  <a:lnTo>
                    <a:pt x="601865" y="89801"/>
                  </a:lnTo>
                  <a:lnTo>
                    <a:pt x="637501" y="117678"/>
                  </a:lnTo>
                  <a:lnTo>
                    <a:pt x="669480" y="149631"/>
                  </a:lnTo>
                  <a:lnTo>
                    <a:pt x="697382" y="185242"/>
                  </a:lnTo>
                  <a:lnTo>
                    <a:pt x="720775" y="224091"/>
                  </a:lnTo>
                  <a:lnTo>
                    <a:pt x="739254" y="265747"/>
                  </a:lnTo>
                  <a:lnTo>
                    <a:pt x="752373" y="309816"/>
                  </a:lnTo>
                  <a:lnTo>
                    <a:pt x="759714" y="355854"/>
                  </a:lnTo>
                  <a:lnTo>
                    <a:pt x="762000" y="393954"/>
                  </a:lnTo>
                  <a:lnTo>
                    <a:pt x="762000" y="256400"/>
                  </a:lnTo>
                  <a:lnTo>
                    <a:pt x="733259" y="194132"/>
                  </a:lnTo>
                  <a:lnTo>
                    <a:pt x="706259" y="154114"/>
                  </a:lnTo>
                  <a:lnTo>
                    <a:pt x="674700" y="117868"/>
                  </a:lnTo>
                  <a:lnTo>
                    <a:pt x="639025" y="85750"/>
                  </a:lnTo>
                  <a:lnTo>
                    <a:pt x="599643" y="58127"/>
                  </a:lnTo>
                  <a:lnTo>
                    <a:pt x="556983" y="35369"/>
                  </a:lnTo>
                  <a:lnTo>
                    <a:pt x="511505" y="17856"/>
                  </a:lnTo>
                  <a:lnTo>
                    <a:pt x="463613" y="5943"/>
                  </a:lnTo>
                  <a:lnTo>
                    <a:pt x="413766" y="0"/>
                  </a:lnTo>
                  <a:lnTo>
                    <a:pt x="372618" y="0"/>
                  </a:lnTo>
                  <a:lnTo>
                    <a:pt x="322732" y="5956"/>
                  </a:lnTo>
                  <a:lnTo>
                    <a:pt x="274866" y="17932"/>
                  </a:lnTo>
                  <a:lnTo>
                    <a:pt x="229425" y="35534"/>
                  </a:lnTo>
                  <a:lnTo>
                    <a:pt x="187071" y="58267"/>
                  </a:lnTo>
                  <a:lnTo>
                    <a:pt x="186855" y="58381"/>
                  </a:lnTo>
                  <a:lnTo>
                    <a:pt x="147561" y="86118"/>
                  </a:lnTo>
                  <a:lnTo>
                    <a:pt x="111963" y="118351"/>
                  </a:lnTo>
                  <a:lnTo>
                    <a:pt x="80518" y="154698"/>
                  </a:lnTo>
                  <a:lnTo>
                    <a:pt x="53619" y="194805"/>
                  </a:lnTo>
                  <a:lnTo>
                    <a:pt x="31711" y="238264"/>
                  </a:lnTo>
                  <a:lnTo>
                    <a:pt x="15227" y="284708"/>
                  </a:lnTo>
                  <a:lnTo>
                    <a:pt x="4572" y="333756"/>
                  </a:lnTo>
                  <a:lnTo>
                    <a:pt x="0" y="373380"/>
                  </a:lnTo>
                  <a:lnTo>
                    <a:pt x="0" y="413766"/>
                  </a:lnTo>
                  <a:lnTo>
                    <a:pt x="1524" y="434340"/>
                  </a:lnTo>
                  <a:lnTo>
                    <a:pt x="7620" y="473202"/>
                  </a:lnTo>
                  <a:lnTo>
                    <a:pt x="20142" y="519303"/>
                  </a:lnTo>
                  <a:lnTo>
                    <a:pt x="25146" y="531571"/>
                  </a:lnTo>
                  <a:lnTo>
                    <a:pt x="37884" y="562864"/>
                  </a:lnTo>
                  <a:lnTo>
                    <a:pt x="60426" y="603542"/>
                  </a:lnTo>
                  <a:lnTo>
                    <a:pt x="87376" y="641032"/>
                  </a:lnTo>
                  <a:lnTo>
                    <a:pt x="118338" y="674992"/>
                  </a:lnTo>
                  <a:lnTo>
                    <a:pt x="152895" y="705091"/>
                  </a:lnTo>
                  <a:lnTo>
                    <a:pt x="190677" y="731012"/>
                  </a:lnTo>
                  <a:lnTo>
                    <a:pt x="231267" y="752411"/>
                  </a:lnTo>
                  <a:lnTo>
                    <a:pt x="274269" y="768985"/>
                  </a:lnTo>
                  <a:lnTo>
                    <a:pt x="319278" y="780389"/>
                  </a:lnTo>
                  <a:lnTo>
                    <a:pt x="365912" y="786295"/>
                  </a:lnTo>
                  <a:lnTo>
                    <a:pt x="381012" y="786333"/>
                  </a:lnTo>
                  <a:lnTo>
                    <a:pt x="381012" y="1002792"/>
                  </a:lnTo>
                  <a:lnTo>
                    <a:pt x="406158" y="1002792"/>
                  </a:lnTo>
                  <a:lnTo>
                    <a:pt x="406158" y="786371"/>
                  </a:lnTo>
                  <a:lnTo>
                    <a:pt x="413766" y="786384"/>
                  </a:lnTo>
                  <a:lnTo>
                    <a:pt x="454152" y="782574"/>
                  </a:lnTo>
                  <a:lnTo>
                    <a:pt x="503148" y="771867"/>
                  </a:lnTo>
                  <a:lnTo>
                    <a:pt x="549541" y="755281"/>
                  </a:lnTo>
                  <a:lnTo>
                    <a:pt x="592937" y="733272"/>
                  </a:lnTo>
                  <a:lnTo>
                    <a:pt x="632955" y="706272"/>
                  </a:lnTo>
                  <a:lnTo>
                    <a:pt x="669213" y="674700"/>
                  </a:lnTo>
                  <a:lnTo>
                    <a:pt x="701370" y="639000"/>
                  </a:lnTo>
                  <a:lnTo>
                    <a:pt x="729018" y="599605"/>
                  </a:lnTo>
                  <a:lnTo>
                    <a:pt x="751789" y="556958"/>
                  </a:lnTo>
                  <a:lnTo>
                    <a:pt x="769327" y="511479"/>
                  </a:lnTo>
                  <a:lnTo>
                    <a:pt x="781227" y="463600"/>
                  </a:lnTo>
                  <a:lnTo>
                    <a:pt x="787146" y="413766"/>
                  </a:lnTo>
                  <a:lnTo>
                    <a:pt x="787146" y="3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326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9135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35349" y="2546604"/>
            <a:ext cx="1037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r>
              <a:rPr sz="1600" spc="-20" dirty="0">
                <a:solidFill>
                  <a:srgbClr val="7D9CE8"/>
                </a:solidFill>
                <a:latin typeface="Verdana"/>
                <a:cs typeface="Verdana"/>
              </a:rPr>
              <a:t> (Inv)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63662" y="361331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58556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48139" y="2133345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152400" y="152400"/>
                </a:moveTo>
                <a:lnTo>
                  <a:pt x="76200" y="0"/>
                </a:lnTo>
                <a:lnTo>
                  <a:pt x="0" y="152400"/>
                </a:lnTo>
                <a:lnTo>
                  <a:pt x="51053" y="152400"/>
                </a:lnTo>
                <a:lnTo>
                  <a:pt x="51053" y="127254"/>
                </a:lnTo>
                <a:lnTo>
                  <a:pt x="102107" y="127254"/>
                </a:lnTo>
                <a:lnTo>
                  <a:pt x="102107" y="152400"/>
                </a:lnTo>
                <a:lnTo>
                  <a:pt x="152400" y="152400"/>
                </a:lnTo>
                <a:close/>
              </a:path>
              <a:path w="152400" h="457200">
                <a:moveTo>
                  <a:pt x="102107" y="152400"/>
                </a:moveTo>
                <a:lnTo>
                  <a:pt x="102107" y="127254"/>
                </a:lnTo>
                <a:lnTo>
                  <a:pt x="51053" y="127254"/>
                </a:lnTo>
                <a:lnTo>
                  <a:pt x="51053" y="152400"/>
                </a:lnTo>
                <a:lnTo>
                  <a:pt x="102107" y="152400"/>
                </a:lnTo>
                <a:close/>
              </a:path>
              <a:path w="152400" h="457200">
                <a:moveTo>
                  <a:pt x="102107" y="457200"/>
                </a:moveTo>
                <a:lnTo>
                  <a:pt x="102107" y="152400"/>
                </a:lnTo>
                <a:lnTo>
                  <a:pt x="51053" y="152400"/>
                </a:lnTo>
                <a:lnTo>
                  <a:pt x="51053" y="457200"/>
                </a:lnTo>
                <a:lnTo>
                  <a:pt x="102107" y="45720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350649" y="1598393"/>
            <a:ext cx="4053840" cy="83693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1320"/>
              </a:spcBef>
              <a:tabLst>
                <a:tab pos="2408555" algn="l"/>
                <a:tab pos="3780154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959D484-EF17-E500-7B78-F0B0F7380800}"/>
                  </a:ext>
                </a:extLst>
              </p14:cNvPr>
              <p14:cNvContentPartPr/>
              <p14:nvPr/>
            </p14:nvContentPartPr>
            <p14:xfrm>
              <a:off x="1896840" y="2045520"/>
              <a:ext cx="6305400" cy="33670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959D484-EF17-E500-7B78-F0B0F73808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7480" y="2036160"/>
                <a:ext cx="6324120" cy="33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63BF91C-07C6-2429-46CA-E35410E89D0E}"/>
                  </a:ext>
                </a:extLst>
              </p14:cNvPr>
              <p14:cNvContentPartPr/>
              <p14:nvPr/>
            </p14:nvContentPartPr>
            <p14:xfrm>
              <a:off x="1726200" y="3121920"/>
              <a:ext cx="7254000" cy="26766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63BF91C-07C6-2429-46CA-E35410E89D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6840" y="3112560"/>
                <a:ext cx="7272720" cy="269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25" dirty="0"/>
              <a:t>(Write-</a:t>
            </a:r>
            <a:r>
              <a:rPr dirty="0"/>
              <a:t>Through</a:t>
            </a:r>
            <a:r>
              <a:rPr spc="-8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893684" cy="105283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5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P2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P2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(u=7)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92400" cy="2463800"/>
            <a:chOff x="2654947" y="1511553"/>
            <a:chExt cx="2692400" cy="24638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71939" y="3581146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19539" y="1511553"/>
            <a:ext cx="3975735" cy="2070100"/>
            <a:chOff x="2819539" y="1511553"/>
            <a:chExt cx="3975735" cy="2070100"/>
          </a:xfrm>
        </p:grpSpPr>
        <p:sp>
          <p:nvSpPr>
            <p:cNvPr id="15" name="object 15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197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19539" y="2502153"/>
              <a:ext cx="3810000" cy="1079500"/>
            </a:xfrm>
            <a:custGeom>
              <a:avLst/>
              <a:gdLst/>
              <a:ahLst/>
              <a:cxnLst/>
              <a:rect l="l" t="t" r="r" b="b"/>
              <a:pathLst>
                <a:path w="3810000" h="1079500">
                  <a:moveTo>
                    <a:pt x="2603754" y="0"/>
                  </a:moveTo>
                  <a:lnTo>
                    <a:pt x="2578608" y="0"/>
                  </a:lnTo>
                  <a:lnTo>
                    <a:pt x="2578608" y="25146"/>
                  </a:lnTo>
                  <a:lnTo>
                    <a:pt x="2578608" y="381000"/>
                  </a:lnTo>
                  <a:lnTo>
                    <a:pt x="1613154" y="381000"/>
                  </a:lnTo>
                  <a:lnTo>
                    <a:pt x="1613154" y="25146"/>
                  </a:lnTo>
                  <a:lnTo>
                    <a:pt x="2578608" y="25146"/>
                  </a:lnTo>
                  <a:lnTo>
                    <a:pt x="2578608" y="0"/>
                  </a:lnTo>
                  <a:lnTo>
                    <a:pt x="1588008" y="0"/>
                  </a:lnTo>
                  <a:lnTo>
                    <a:pt x="1588008" y="406146"/>
                  </a:lnTo>
                  <a:lnTo>
                    <a:pt x="1600200" y="406146"/>
                  </a:lnTo>
                  <a:lnTo>
                    <a:pt x="1613154" y="406146"/>
                  </a:lnTo>
                  <a:lnTo>
                    <a:pt x="2578608" y="406146"/>
                  </a:lnTo>
                  <a:lnTo>
                    <a:pt x="2590800" y="406146"/>
                  </a:lnTo>
                  <a:lnTo>
                    <a:pt x="2603754" y="406146"/>
                  </a:lnTo>
                  <a:lnTo>
                    <a:pt x="2603754" y="0"/>
                  </a:lnTo>
                  <a:close/>
                </a:path>
                <a:path w="3810000" h="1079500">
                  <a:moveTo>
                    <a:pt x="3810000" y="659892"/>
                  </a:moveTo>
                  <a:lnTo>
                    <a:pt x="0" y="659892"/>
                  </a:lnTo>
                  <a:lnTo>
                    <a:pt x="0" y="736092"/>
                  </a:lnTo>
                  <a:lnTo>
                    <a:pt x="1283208" y="736092"/>
                  </a:lnTo>
                  <a:lnTo>
                    <a:pt x="1283208" y="1078992"/>
                  </a:lnTo>
                  <a:lnTo>
                    <a:pt x="1308354" y="1078992"/>
                  </a:lnTo>
                  <a:lnTo>
                    <a:pt x="1308354" y="736092"/>
                  </a:lnTo>
                  <a:lnTo>
                    <a:pt x="3810000" y="736092"/>
                  </a:lnTo>
                  <a:lnTo>
                    <a:pt x="3810000" y="659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55335" y="1511553"/>
              <a:ext cx="787400" cy="1689100"/>
            </a:xfrm>
            <a:custGeom>
              <a:avLst/>
              <a:gdLst/>
              <a:ahLst/>
              <a:cxnLst/>
              <a:rect l="l" t="t" r="r" b="b"/>
              <a:pathLst>
                <a:path w="787400" h="1689100">
                  <a:moveTo>
                    <a:pt x="406158" y="1383792"/>
                  </a:moveTo>
                  <a:lnTo>
                    <a:pt x="381012" y="1383792"/>
                  </a:lnTo>
                  <a:lnTo>
                    <a:pt x="381012" y="1688592"/>
                  </a:lnTo>
                  <a:lnTo>
                    <a:pt x="406158" y="1688592"/>
                  </a:lnTo>
                  <a:lnTo>
                    <a:pt x="406158" y="1383792"/>
                  </a:lnTo>
                  <a:close/>
                </a:path>
                <a:path w="787400" h="1689100">
                  <a:moveTo>
                    <a:pt x="787146" y="393192"/>
                  </a:moveTo>
                  <a:lnTo>
                    <a:pt x="784860" y="352806"/>
                  </a:lnTo>
                  <a:lnTo>
                    <a:pt x="771842" y="283933"/>
                  </a:lnTo>
                  <a:lnTo>
                    <a:pt x="762000" y="256400"/>
                  </a:lnTo>
                  <a:lnTo>
                    <a:pt x="762000" y="393954"/>
                  </a:lnTo>
                  <a:lnTo>
                    <a:pt x="761238" y="413004"/>
                  </a:lnTo>
                  <a:lnTo>
                    <a:pt x="755586" y="455828"/>
                  </a:lnTo>
                  <a:lnTo>
                    <a:pt x="746366" y="495896"/>
                  </a:lnTo>
                  <a:lnTo>
                    <a:pt x="733793" y="533196"/>
                  </a:lnTo>
                  <a:lnTo>
                    <a:pt x="699617" y="599427"/>
                  </a:lnTo>
                  <a:lnTo>
                    <a:pt x="655015" y="654443"/>
                  </a:lnTo>
                  <a:lnTo>
                    <a:pt x="601865" y="698195"/>
                  </a:lnTo>
                  <a:lnTo>
                    <a:pt x="542442" y="730415"/>
                  </a:lnTo>
                  <a:lnTo>
                    <a:pt x="478396" y="751192"/>
                  </a:lnTo>
                  <a:lnTo>
                    <a:pt x="413766" y="760171"/>
                  </a:lnTo>
                  <a:lnTo>
                    <a:pt x="413004" y="760247"/>
                  </a:lnTo>
                  <a:lnTo>
                    <a:pt x="411810" y="760349"/>
                  </a:lnTo>
                  <a:lnTo>
                    <a:pt x="393954" y="760463"/>
                  </a:lnTo>
                  <a:lnTo>
                    <a:pt x="378167" y="760552"/>
                  </a:lnTo>
                  <a:lnTo>
                    <a:pt x="345287" y="757872"/>
                  </a:lnTo>
                  <a:lnTo>
                    <a:pt x="344639" y="757821"/>
                  </a:lnTo>
                  <a:lnTo>
                    <a:pt x="278853" y="743496"/>
                  </a:lnTo>
                  <a:lnTo>
                    <a:pt x="216420" y="717270"/>
                  </a:lnTo>
                  <a:lnTo>
                    <a:pt x="159308" y="679069"/>
                  </a:lnTo>
                  <a:lnTo>
                    <a:pt x="109474" y="628789"/>
                  </a:lnTo>
                  <a:lnTo>
                    <a:pt x="68910" y="566318"/>
                  </a:lnTo>
                  <a:lnTo>
                    <a:pt x="52705" y="530491"/>
                  </a:lnTo>
                  <a:lnTo>
                    <a:pt x="39560" y="491591"/>
                  </a:lnTo>
                  <a:lnTo>
                    <a:pt x="29718" y="449580"/>
                  </a:lnTo>
                  <a:lnTo>
                    <a:pt x="25146" y="393192"/>
                  </a:lnTo>
                  <a:lnTo>
                    <a:pt x="25908" y="374142"/>
                  </a:lnTo>
                  <a:lnTo>
                    <a:pt x="40233" y="289229"/>
                  </a:lnTo>
                  <a:lnTo>
                    <a:pt x="56680" y="244309"/>
                  </a:lnTo>
                  <a:lnTo>
                    <a:pt x="78587" y="202438"/>
                  </a:lnTo>
                  <a:lnTo>
                    <a:pt x="105486" y="164020"/>
                  </a:lnTo>
                  <a:lnTo>
                    <a:pt x="136893" y="129438"/>
                  </a:lnTo>
                  <a:lnTo>
                    <a:pt x="172351" y="99110"/>
                  </a:lnTo>
                  <a:lnTo>
                    <a:pt x="211391" y="73431"/>
                  </a:lnTo>
                  <a:lnTo>
                    <a:pt x="253542" y="52793"/>
                  </a:lnTo>
                  <a:lnTo>
                    <a:pt x="298323" y="37604"/>
                  </a:lnTo>
                  <a:lnTo>
                    <a:pt x="345287" y="28257"/>
                  </a:lnTo>
                  <a:lnTo>
                    <a:pt x="393954" y="25146"/>
                  </a:lnTo>
                  <a:lnTo>
                    <a:pt x="411810" y="25869"/>
                  </a:lnTo>
                  <a:lnTo>
                    <a:pt x="477291" y="34823"/>
                  </a:lnTo>
                  <a:lnTo>
                    <a:pt x="521335" y="47955"/>
                  </a:lnTo>
                  <a:lnTo>
                    <a:pt x="563003" y="66421"/>
                  </a:lnTo>
                  <a:lnTo>
                    <a:pt x="601865" y="89801"/>
                  </a:lnTo>
                  <a:lnTo>
                    <a:pt x="637501" y="117678"/>
                  </a:lnTo>
                  <a:lnTo>
                    <a:pt x="669480" y="149631"/>
                  </a:lnTo>
                  <a:lnTo>
                    <a:pt x="697382" y="185242"/>
                  </a:lnTo>
                  <a:lnTo>
                    <a:pt x="720775" y="224091"/>
                  </a:lnTo>
                  <a:lnTo>
                    <a:pt x="739254" y="265747"/>
                  </a:lnTo>
                  <a:lnTo>
                    <a:pt x="752373" y="309816"/>
                  </a:lnTo>
                  <a:lnTo>
                    <a:pt x="759714" y="355854"/>
                  </a:lnTo>
                  <a:lnTo>
                    <a:pt x="762000" y="393954"/>
                  </a:lnTo>
                  <a:lnTo>
                    <a:pt x="762000" y="256400"/>
                  </a:lnTo>
                  <a:lnTo>
                    <a:pt x="733259" y="194132"/>
                  </a:lnTo>
                  <a:lnTo>
                    <a:pt x="706259" y="154114"/>
                  </a:lnTo>
                  <a:lnTo>
                    <a:pt x="674700" y="117868"/>
                  </a:lnTo>
                  <a:lnTo>
                    <a:pt x="639025" y="85750"/>
                  </a:lnTo>
                  <a:lnTo>
                    <a:pt x="599643" y="58127"/>
                  </a:lnTo>
                  <a:lnTo>
                    <a:pt x="556983" y="35369"/>
                  </a:lnTo>
                  <a:lnTo>
                    <a:pt x="511505" y="17856"/>
                  </a:lnTo>
                  <a:lnTo>
                    <a:pt x="463613" y="5943"/>
                  </a:lnTo>
                  <a:lnTo>
                    <a:pt x="413766" y="0"/>
                  </a:lnTo>
                  <a:lnTo>
                    <a:pt x="372618" y="0"/>
                  </a:lnTo>
                  <a:lnTo>
                    <a:pt x="322732" y="5956"/>
                  </a:lnTo>
                  <a:lnTo>
                    <a:pt x="274866" y="17932"/>
                  </a:lnTo>
                  <a:lnTo>
                    <a:pt x="229425" y="35534"/>
                  </a:lnTo>
                  <a:lnTo>
                    <a:pt x="187071" y="58267"/>
                  </a:lnTo>
                  <a:lnTo>
                    <a:pt x="186855" y="58381"/>
                  </a:lnTo>
                  <a:lnTo>
                    <a:pt x="147561" y="86118"/>
                  </a:lnTo>
                  <a:lnTo>
                    <a:pt x="111963" y="118351"/>
                  </a:lnTo>
                  <a:lnTo>
                    <a:pt x="80518" y="154698"/>
                  </a:lnTo>
                  <a:lnTo>
                    <a:pt x="53619" y="194805"/>
                  </a:lnTo>
                  <a:lnTo>
                    <a:pt x="31711" y="238264"/>
                  </a:lnTo>
                  <a:lnTo>
                    <a:pt x="15227" y="284708"/>
                  </a:lnTo>
                  <a:lnTo>
                    <a:pt x="4572" y="333756"/>
                  </a:lnTo>
                  <a:lnTo>
                    <a:pt x="0" y="373380"/>
                  </a:lnTo>
                  <a:lnTo>
                    <a:pt x="0" y="413766"/>
                  </a:lnTo>
                  <a:lnTo>
                    <a:pt x="1524" y="434340"/>
                  </a:lnTo>
                  <a:lnTo>
                    <a:pt x="7620" y="473202"/>
                  </a:lnTo>
                  <a:lnTo>
                    <a:pt x="20142" y="519303"/>
                  </a:lnTo>
                  <a:lnTo>
                    <a:pt x="25146" y="531571"/>
                  </a:lnTo>
                  <a:lnTo>
                    <a:pt x="37884" y="562864"/>
                  </a:lnTo>
                  <a:lnTo>
                    <a:pt x="60426" y="603542"/>
                  </a:lnTo>
                  <a:lnTo>
                    <a:pt x="87376" y="641032"/>
                  </a:lnTo>
                  <a:lnTo>
                    <a:pt x="118338" y="674992"/>
                  </a:lnTo>
                  <a:lnTo>
                    <a:pt x="152895" y="705091"/>
                  </a:lnTo>
                  <a:lnTo>
                    <a:pt x="190677" y="731012"/>
                  </a:lnTo>
                  <a:lnTo>
                    <a:pt x="231267" y="752411"/>
                  </a:lnTo>
                  <a:lnTo>
                    <a:pt x="274269" y="768985"/>
                  </a:lnTo>
                  <a:lnTo>
                    <a:pt x="319278" y="780389"/>
                  </a:lnTo>
                  <a:lnTo>
                    <a:pt x="365912" y="786295"/>
                  </a:lnTo>
                  <a:lnTo>
                    <a:pt x="381012" y="786333"/>
                  </a:lnTo>
                  <a:lnTo>
                    <a:pt x="381012" y="1002792"/>
                  </a:lnTo>
                  <a:lnTo>
                    <a:pt x="406158" y="1002792"/>
                  </a:lnTo>
                  <a:lnTo>
                    <a:pt x="406158" y="786371"/>
                  </a:lnTo>
                  <a:lnTo>
                    <a:pt x="413766" y="786384"/>
                  </a:lnTo>
                  <a:lnTo>
                    <a:pt x="454152" y="782574"/>
                  </a:lnTo>
                  <a:lnTo>
                    <a:pt x="503148" y="771867"/>
                  </a:lnTo>
                  <a:lnTo>
                    <a:pt x="549541" y="755281"/>
                  </a:lnTo>
                  <a:lnTo>
                    <a:pt x="592937" y="733272"/>
                  </a:lnTo>
                  <a:lnTo>
                    <a:pt x="632955" y="706272"/>
                  </a:lnTo>
                  <a:lnTo>
                    <a:pt x="669213" y="674700"/>
                  </a:lnTo>
                  <a:lnTo>
                    <a:pt x="701370" y="639000"/>
                  </a:lnTo>
                  <a:lnTo>
                    <a:pt x="729018" y="599605"/>
                  </a:lnTo>
                  <a:lnTo>
                    <a:pt x="751789" y="556958"/>
                  </a:lnTo>
                  <a:lnTo>
                    <a:pt x="769327" y="511479"/>
                  </a:lnTo>
                  <a:lnTo>
                    <a:pt x="781227" y="463600"/>
                  </a:lnTo>
                  <a:lnTo>
                    <a:pt x="787146" y="413766"/>
                  </a:lnTo>
                  <a:lnTo>
                    <a:pt x="787146" y="3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91326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79135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801499" y="2526920"/>
            <a:ext cx="3846195" cy="5943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1764664" algn="l"/>
                <a:tab pos="3136265" algn="l"/>
              </a:tabLst>
            </a:pPr>
            <a:r>
              <a:rPr sz="1800" spc="-10" dirty="0">
                <a:latin typeface="Verdana"/>
                <a:cs typeface="Verdana"/>
              </a:rPr>
              <a:t>Cache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Cache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  <a:p>
            <a:pPr marL="1098550">
              <a:lnSpc>
                <a:spcPct val="100000"/>
              </a:lnSpc>
              <a:spcBef>
                <a:spcPts val="19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5349" y="2546604"/>
            <a:ext cx="1037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r>
              <a:rPr sz="1600" spc="-20" dirty="0">
                <a:solidFill>
                  <a:srgbClr val="7D9CE8"/>
                </a:solidFill>
                <a:latin typeface="Verdana"/>
                <a:cs typeface="Verdana"/>
              </a:rPr>
              <a:t> (Inv)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63662" y="361331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58556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48339" y="2285745"/>
            <a:ext cx="152400" cy="1447800"/>
          </a:xfrm>
          <a:custGeom>
            <a:avLst/>
            <a:gdLst/>
            <a:ahLst/>
            <a:cxnLst/>
            <a:rect l="l" t="t" r="r" b="b"/>
            <a:pathLst>
              <a:path w="152400" h="1447800">
                <a:moveTo>
                  <a:pt x="152400" y="152400"/>
                </a:moveTo>
                <a:lnTo>
                  <a:pt x="76200" y="0"/>
                </a:lnTo>
                <a:lnTo>
                  <a:pt x="0" y="152400"/>
                </a:lnTo>
                <a:lnTo>
                  <a:pt x="51053" y="152400"/>
                </a:lnTo>
                <a:lnTo>
                  <a:pt x="51053" y="127254"/>
                </a:lnTo>
                <a:lnTo>
                  <a:pt x="102107" y="127254"/>
                </a:lnTo>
                <a:lnTo>
                  <a:pt x="102107" y="152400"/>
                </a:lnTo>
                <a:lnTo>
                  <a:pt x="152400" y="152400"/>
                </a:lnTo>
                <a:close/>
              </a:path>
              <a:path w="152400" h="1447800">
                <a:moveTo>
                  <a:pt x="102107" y="152400"/>
                </a:moveTo>
                <a:lnTo>
                  <a:pt x="102107" y="127254"/>
                </a:lnTo>
                <a:lnTo>
                  <a:pt x="51053" y="127254"/>
                </a:lnTo>
                <a:lnTo>
                  <a:pt x="51053" y="152400"/>
                </a:lnTo>
                <a:lnTo>
                  <a:pt x="102107" y="152400"/>
                </a:lnTo>
                <a:close/>
              </a:path>
              <a:path w="152400" h="1447800">
                <a:moveTo>
                  <a:pt x="102107" y="1447800"/>
                </a:moveTo>
                <a:lnTo>
                  <a:pt x="102107" y="152400"/>
                </a:lnTo>
                <a:lnTo>
                  <a:pt x="51053" y="152400"/>
                </a:lnTo>
                <a:lnTo>
                  <a:pt x="51053" y="1447800"/>
                </a:lnTo>
                <a:lnTo>
                  <a:pt x="102107" y="144780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57785" y="1753361"/>
            <a:ext cx="333375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Verdana"/>
              <a:cs typeface="Verdana"/>
            </a:endParaRPr>
          </a:p>
          <a:p>
            <a:pPr marL="918210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C7989A4-1F2C-9AF2-5BE7-A4D5161F13BD}"/>
                  </a:ext>
                </a:extLst>
              </p14:cNvPr>
              <p14:cNvContentPartPr/>
              <p14:nvPr/>
            </p14:nvContentPartPr>
            <p14:xfrm>
              <a:off x="4953960" y="2881080"/>
              <a:ext cx="3834360" cy="1985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C7989A4-1F2C-9AF2-5BE7-A4D5161F13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44600" y="2871720"/>
                <a:ext cx="3853080" cy="20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67C676B-83EA-C3A3-5946-75F6DDEAACCC}"/>
                  </a:ext>
                </a:extLst>
              </p14:cNvPr>
              <p14:cNvContentPartPr/>
              <p14:nvPr/>
            </p14:nvContentPartPr>
            <p14:xfrm>
              <a:off x="2066040" y="2732760"/>
              <a:ext cx="6035040" cy="1343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67C676B-83EA-C3A3-5946-75F6DDEAAC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56680" y="2723400"/>
                <a:ext cx="6053760" cy="136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30" dirty="0"/>
              <a:t>(Write-</a:t>
            </a:r>
            <a:r>
              <a:rPr dirty="0"/>
              <a:t>Back</a:t>
            </a:r>
            <a:r>
              <a:rPr spc="-3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236720"/>
            <a:ext cx="7121525" cy="141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AutoNum type="arabicPeriod"/>
              <a:tabLst>
                <a:tab pos="469900" algn="l"/>
              </a:tabLst>
            </a:pPr>
            <a:r>
              <a:rPr sz="3000" dirty="0">
                <a:latin typeface="Arial MT"/>
                <a:cs typeface="Arial MT"/>
              </a:rPr>
              <a:t>P1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(value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5)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0" dirty="0">
                <a:latin typeface="Arial MT"/>
                <a:cs typeface="Arial MT"/>
              </a:rPr>
              <a:t> main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P1’s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(u=5)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19539" y="3162045"/>
            <a:ext cx="3810000" cy="419100"/>
          </a:xfrm>
          <a:custGeom>
            <a:avLst/>
            <a:gdLst/>
            <a:ahLst/>
            <a:cxnLst/>
            <a:rect l="l" t="t" r="r" b="b"/>
            <a:pathLst>
              <a:path w="3810000" h="419100">
                <a:moveTo>
                  <a:pt x="3810000" y="0"/>
                </a:moveTo>
                <a:lnTo>
                  <a:pt x="0" y="0"/>
                </a:lnTo>
                <a:lnTo>
                  <a:pt x="0" y="76200"/>
                </a:lnTo>
                <a:lnTo>
                  <a:pt x="1283208" y="76200"/>
                </a:lnTo>
                <a:lnTo>
                  <a:pt x="1283208" y="419100"/>
                </a:lnTo>
                <a:lnTo>
                  <a:pt x="1308354" y="419100"/>
                </a:lnTo>
                <a:lnTo>
                  <a:pt x="1308354" y="76200"/>
                </a:lnTo>
                <a:lnTo>
                  <a:pt x="3810000" y="76200"/>
                </a:lnTo>
                <a:lnTo>
                  <a:pt x="3810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55335" y="1511553"/>
            <a:ext cx="787400" cy="786765"/>
            <a:chOff x="5855335" y="1511553"/>
            <a:chExt cx="787400" cy="786765"/>
          </a:xfrm>
        </p:grpSpPr>
        <p:sp>
          <p:nvSpPr>
            <p:cNvPr id="24" name="object 24"/>
            <p:cNvSpPr/>
            <p:nvPr/>
          </p:nvSpPr>
          <p:spPr>
            <a:xfrm>
              <a:off x="5867527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8" name="object 28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93859" y="2209545"/>
            <a:ext cx="969644" cy="1381125"/>
          </a:xfrm>
          <a:custGeom>
            <a:avLst/>
            <a:gdLst/>
            <a:ahLst/>
            <a:cxnLst/>
            <a:rect l="l" t="t" r="r" b="b"/>
            <a:pathLst>
              <a:path w="969645" h="1381125">
                <a:moveTo>
                  <a:pt x="149352" y="165353"/>
                </a:moveTo>
                <a:lnTo>
                  <a:pt x="106680" y="0"/>
                </a:lnTo>
                <a:lnTo>
                  <a:pt x="0" y="133349"/>
                </a:lnTo>
                <a:lnTo>
                  <a:pt x="49832" y="144028"/>
                </a:lnTo>
                <a:lnTo>
                  <a:pt x="54864" y="118871"/>
                </a:lnTo>
                <a:lnTo>
                  <a:pt x="105156" y="129539"/>
                </a:lnTo>
                <a:lnTo>
                  <a:pt x="105156" y="155883"/>
                </a:lnTo>
                <a:lnTo>
                  <a:pt x="149352" y="165353"/>
                </a:lnTo>
                <a:close/>
              </a:path>
              <a:path w="969645" h="1381125">
                <a:moveTo>
                  <a:pt x="99665" y="154706"/>
                </a:moveTo>
                <a:lnTo>
                  <a:pt x="49832" y="144028"/>
                </a:lnTo>
                <a:lnTo>
                  <a:pt x="38862" y="202691"/>
                </a:lnTo>
                <a:lnTo>
                  <a:pt x="29139" y="273144"/>
                </a:lnTo>
                <a:lnTo>
                  <a:pt x="24639" y="323562"/>
                </a:lnTo>
                <a:lnTo>
                  <a:pt x="22996" y="374169"/>
                </a:lnTo>
                <a:lnTo>
                  <a:pt x="24894" y="424617"/>
                </a:lnTo>
                <a:lnTo>
                  <a:pt x="31017" y="474554"/>
                </a:lnTo>
                <a:lnTo>
                  <a:pt x="42049" y="523632"/>
                </a:lnTo>
                <a:lnTo>
                  <a:pt x="58674" y="571499"/>
                </a:lnTo>
                <a:lnTo>
                  <a:pt x="73975" y="603109"/>
                </a:lnTo>
                <a:lnTo>
                  <a:pt x="73975" y="385348"/>
                </a:lnTo>
                <a:lnTo>
                  <a:pt x="75138" y="333465"/>
                </a:lnTo>
                <a:lnTo>
                  <a:pt x="79516" y="281806"/>
                </a:lnTo>
                <a:lnTo>
                  <a:pt x="86106" y="230885"/>
                </a:lnTo>
                <a:lnTo>
                  <a:pt x="89154" y="211073"/>
                </a:lnTo>
                <a:lnTo>
                  <a:pt x="96012" y="171449"/>
                </a:lnTo>
                <a:lnTo>
                  <a:pt x="99665" y="154706"/>
                </a:lnTo>
                <a:close/>
              </a:path>
              <a:path w="969645" h="1381125">
                <a:moveTo>
                  <a:pt x="105156" y="129539"/>
                </a:moveTo>
                <a:lnTo>
                  <a:pt x="54864" y="118871"/>
                </a:lnTo>
                <a:lnTo>
                  <a:pt x="49832" y="144028"/>
                </a:lnTo>
                <a:lnTo>
                  <a:pt x="99665" y="154706"/>
                </a:lnTo>
                <a:lnTo>
                  <a:pt x="105156" y="129539"/>
                </a:lnTo>
                <a:close/>
              </a:path>
              <a:path w="969645" h="1381125">
                <a:moveTo>
                  <a:pt x="969264" y="1363217"/>
                </a:moveTo>
                <a:lnTo>
                  <a:pt x="952500" y="1315211"/>
                </a:lnTo>
                <a:lnTo>
                  <a:pt x="943356" y="1291589"/>
                </a:lnTo>
                <a:lnTo>
                  <a:pt x="934212" y="1267205"/>
                </a:lnTo>
                <a:lnTo>
                  <a:pt x="912408" y="1216115"/>
                </a:lnTo>
                <a:lnTo>
                  <a:pt x="888333" y="1167962"/>
                </a:lnTo>
                <a:lnTo>
                  <a:pt x="861507" y="1122345"/>
                </a:lnTo>
                <a:lnTo>
                  <a:pt x="831449" y="1078862"/>
                </a:lnTo>
                <a:lnTo>
                  <a:pt x="797650" y="1037083"/>
                </a:lnTo>
                <a:lnTo>
                  <a:pt x="759714" y="996695"/>
                </a:lnTo>
                <a:lnTo>
                  <a:pt x="746760" y="984503"/>
                </a:lnTo>
                <a:lnTo>
                  <a:pt x="733806" y="971549"/>
                </a:lnTo>
                <a:lnTo>
                  <a:pt x="695334" y="941796"/>
                </a:lnTo>
                <a:lnTo>
                  <a:pt x="654056" y="914748"/>
                </a:lnTo>
                <a:lnTo>
                  <a:pt x="610667" y="889903"/>
                </a:lnTo>
                <a:lnTo>
                  <a:pt x="565861" y="866755"/>
                </a:lnTo>
                <a:lnTo>
                  <a:pt x="520330" y="844801"/>
                </a:lnTo>
                <a:lnTo>
                  <a:pt x="474770" y="823535"/>
                </a:lnTo>
                <a:lnTo>
                  <a:pt x="429873" y="802452"/>
                </a:lnTo>
                <a:lnTo>
                  <a:pt x="386334" y="781049"/>
                </a:lnTo>
                <a:lnTo>
                  <a:pt x="363474" y="769619"/>
                </a:lnTo>
                <a:lnTo>
                  <a:pt x="341376" y="758951"/>
                </a:lnTo>
                <a:lnTo>
                  <a:pt x="298704" y="736091"/>
                </a:lnTo>
                <a:lnTo>
                  <a:pt x="255180" y="710029"/>
                </a:lnTo>
                <a:lnTo>
                  <a:pt x="212480" y="681424"/>
                </a:lnTo>
                <a:lnTo>
                  <a:pt x="172948" y="649011"/>
                </a:lnTo>
                <a:lnTo>
                  <a:pt x="138931" y="611522"/>
                </a:lnTo>
                <a:lnTo>
                  <a:pt x="112776" y="567689"/>
                </a:lnTo>
                <a:lnTo>
                  <a:pt x="85313" y="487733"/>
                </a:lnTo>
                <a:lnTo>
                  <a:pt x="77032" y="436942"/>
                </a:lnTo>
                <a:lnTo>
                  <a:pt x="73975" y="385348"/>
                </a:lnTo>
                <a:lnTo>
                  <a:pt x="73975" y="603109"/>
                </a:lnTo>
                <a:lnTo>
                  <a:pt x="101993" y="646811"/>
                </a:lnTo>
                <a:lnTo>
                  <a:pt x="134456" y="682695"/>
                </a:lnTo>
                <a:lnTo>
                  <a:pt x="171440" y="714284"/>
                </a:lnTo>
                <a:lnTo>
                  <a:pt x="211559" y="742422"/>
                </a:lnTo>
                <a:lnTo>
                  <a:pt x="253426" y="767952"/>
                </a:lnTo>
                <a:lnTo>
                  <a:pt x="295656" y="791717"/>
                </a:lnTo>
                <a:lnTo>
                  <a:pt x="363474" y="826769"/>
                </a:lnTo>
                <a:lnTo>
                  <a:pt x="386334" y="837438"/>
                </a:lnTo>
                <a:lnTo>
                  <a:pt x="431643" y="859499"/>
                </a:lnTo>
                <a:lnTo>
                  <a:pt x="480379" y="882202"/>
                </a:lnTo>
                <a:lnTo>
                  <a:pt x="530722" y="905996"/>
                </a:lnTo>
                <a:lnTo>
                  <a:pt x="580848" y="931331"/>
                </a:lnTo>
                <a:lnTo>
                  <a:pt x="628936" y="958657"/>
                </a:lnTo>
                <a:lnTo>
                  <a:pt x="673163" y="988423"/>
                </a:lnTo>
                <a:lnTo>
                  <a:pt x="711708" y="1021079"/>
                </a:lnTo>
                <a:lnTo>
                  <a:pt x="768423" y="1081256"/>
                </a:lnTo>
                <a:lnTo>
                  <a:pt x="797650" y="1118666"/>
                </a:lnTo>
                <a:lnTo>
                  <a:pt x="823564" y="1157401"/>
                </a:lnTo>
                <a:lnTo>
                  <a:pt x="846720" y="1197931"/>
                </a:lnTo>
                <a:lnTo>
                  <a:pt x="867670" y="1240726"/>
                </a:lnTo>
                <a:lnTo>
                  <a:pt x="886968" y="1286255"/>
                </a:lnTo>
                <a:lnTo>
                  <a:pt x="904494" y="1332737"/>
                </a:lnTo>
                <a:lnTo>
                  <a:pt x="921258" y="1380743"/>
                </a:lnTo>
                <a:lnTo>
                  <a:pt x="969264" y="1363217"/>
                </a:lnTo>
                <a:close/>
              </a:path>
              <a:path w="969645" h="1381125">
                <a:moveTo>
                  <a:pt x="105156" y="155883"/>
                </a:moveTo>
                <a:lnTo>
                  <a:pt x="105156" y="129539"/>
                </a:lnTo>
                <a:lnTo>
                  <a:pt x="99665" y="154706"/>
                </a:lnTo>
                <a:lnTo>
                  <a:pt x="105156" y="155883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0585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30" dirty="0"/>
              <a:t>(Write-</a:t>
            </a:r>
            <a:r>
              <a:rPr dirty="0"/>
              <a:t>Back</a:t>
            </a:r>
            <a:r>
              <a:rPr spc="-3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016750" cy="105283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2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P3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P3’s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(u=5)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823335" cy="2070100"/>
            <a:chOff x="2819539" y="1511553"/>
            <a:chExt cx="38233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7" name="object 27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58643" y="254669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135065" y="2285745"/>
            <a:ext cx="2220595" cy="1303020"/>
          </a:xfrm>
          <a:custGeom>
            <a:avLst/>
            <a:gdLst/>
            <a:ahLst/>
            <a:cxnLst/>
            <a:rect l="l" t="t" r="r" b="b"/>
            <a:pathLst>
              <a:path w="2220595" h="1303020">
                <a:moveTo>
                  <a:pt x="2156346" y="686161"/>
                </a:moveTo>
                <a:lnTo>
                  <a:pt x="2156346" y="466281"/>
                </a:lnTo>
                <a:lnTo>
                  <a:pt x="2153296" y="512244"/>
                </a:lnTo>
                <a:lnTo>
                  <a:pt x="2146721" y="557015"/>
                </a:lnTo>
                <a:lnTo>
                  <a:pt x="2136258" y="599923"/>
                </a:lnTo>
                <a:lnTo>
                  <a:pt x="2121519" y="640734"/>
                </a:lnTo>
                <a:lnTo>
                  <a:pt x="2102114" y="679210"/>
                </a:lnTo>
                <a:lnTo>
                  <a:pt x="2077653" y="715115"/>
                </a:lnTo>
                <a:lnTo>
                  <a:pt x="2047745" y="748212"/>
                </a:lnTo>
                <a:lnTo>
                  <a:pt x="2012002" y="778265"/>
                </a:lnTo>
                <a:lnTo>
                  <a:pt x="1970034" y="805038"/>
                </a:lnTo>
                <a:lnTo>
                  <a:pt x="1921450" y="828294"/>
                </a:lnTo>
                <a:lnTo>
                  <a:pt x="1870396" y="844296"/>
                </a:lnTo>
                <a:lnTo>
                  <a:pt x="1819181" y="855594"/>
                </a:lnTo>
                <a:lnTo>
                  <a:pt x="1766744" y="864321"/>
                </a:lnTo>
                <a:lnTo>
                  <a:pt x="1713503" y="870870"/>
                </a:lnTo>
                <a:lnTo>
                  <a:pt x="1659875" y="875636"/>
                </a:lnTo>
                <a:lnTo>
                  <a:pt x="1606274" y="879010"/>
                </a:lnTo>
                <a:lnTo>
                  <a:pt x="1553119" y="881386"/>
                </a:lnTo>
                <a:lnTo>
                  <a:pt x="1502350" y="883106"/>
                </a:lnTo>
                <a:lnTo>
                  <a:pt x="1500826" y="883158"/>
                </a:lnTo>
                <a:lnTo>
                  <a:pt x="1442152" y="883910"/>
                </a:lnTo>
                <a:lnTo>
                  <a:pt x="1330930" y="883877"/>
                </a:lnTo>
                <a:lnTo>
                  <a:pt x="1281994" y="883451"/>
                </a:lnTo>
                <a:lnTo>
                  <a:pt x="1232405" y="882685"/>
                </a:lnTo>
                <a:lnTo>
                  <a:pt x="1182820" y="881634"/>
                </a:lnTo>
                <a:lnTo>
                  <a:pt x="1133240" y="880350"/>
                </a:lnTo>
                <a:lnTo>
                  <a:pt x="1083664" y="878887"/>
                </a:lnTo>
                <a:lnTo>
                  <a:pt x="1034052" y="877295"/>
                </a:lnTo>
                <a:lnTo>
                  <a:pt x="935114" y="873954"/>
                </a:lnTo>
                <a:lnTo>
                  <a:pt x="885644" y="872306"/>
                </a:lnTo>
                <a:lnTo>
                  <a:pt x="836172" y="870743"/>
                </a:lnTo>
                <a:lnTo>
                  <a:pt x="786697" y="869317"/>
                </a:lnTo>
                <a:lnTo>
                  <a:pt x="737218" y="868082"/>
                </a:lnTo>
                <a:lnTo>
                  <a:pt x="687733" y="867090"/>
                </a:lnTo>
                <a:lnTo>
                  <a:pt x="638242" y="866394"/>
                </a:lnTo>
                <a:lnTo>
                  <a:pt x="583378" y="866394"/>
                </a:lnTo>
                <a:lnTo>
                  <a:pt x="531562" y="867156"/>
                </a:lnTo>
                <a:lnTo>
                  <a:pt x="482794" y="868633"/>
                </a:lnTo>
                <a:lnTo>
                  <a:pt x="437074" y="870129"/>
                </a:lnTo>
                <a:lnTo>
                  <a:pt x="384185" y="873944"/>
                </a:lnTo>
                <a:lnTo>
                  <a:pt x="333510" y="880131"/>
                </a:lnTo>
                <a:lnTo>
                  <a:pt x="283218" y="889225"/>
                </a:lnTo>
                <a:lnTo>
                  <a:pt x="233761" y="901689"/>
                </a:lnTo>
                <a:lnTo>
                  <a:pt x="185593" y="917986"/>
                </a:lnTo>
                <a:lnTo>
                  <a:pt x="139167" y="938579"/>
                </a:lnTo>
                <a:lnTo>
                  <a:pt x="94936" y="963930"/>
                </a:lnTo>
                <a:lnTo>
                  <a:pt x="43689" y="1010069"/>
                </a:lnTo>
                <a:lnTo>
                  <a:pt x="19244" y="1048373"/>
                </a:lnTo>
                <a:lnTo>
                  <a:pt x="5101" y="1089888"/>
                </a:lnTo>
                <a:lnTo>
                  <a:pt x="0" y="1134231"/>
                </a:lnTo>
                <a:lnTo>
                  <a:pt x="2679" y="1181018"/>
                </a:lnTo>
                <a:lnTo>
                  <a:pt x="11878" y="1229868"/>
                </a:lnTo>
                <a:lnTo>
                  <a:pt x="15688" y="1245108"/>
                </a:lnTo>
                <a:lnTo>
                  <a:pt x="23308" y="1274064"/>
                </a:lnTo>
                <a:lnTo>
                  <a:pt x="31690" y="1303020"/>
                </a:lnTo>
                <a:lnTo>
                  <a:pt x="50841" y="1297334"/>
                </a:lnTo>
                <a:lnTo>
                  <a:pt x="50841" y="1128173"/>
                </a:lnTo>
                <a:lnTo>
                  <a:pt x="57924" y="1087862"/>
                </a:lnTo>
                <a:lnTo>
                  <a:pt x="76813" y="1050513"/>
                </a:lnTo>
                <a:lnTo>
                  <a:pt x="110176" y="1015746"/>
                </a:lnTo>
                <a:lnTo>
                  <a:pt x="116272" y="1011174"/>
                </a:lnTo>
                <a:lnTo>
                  <a:pt x="123130" y="1005840"/>
                </a:lnTo>
                <a:lnTo>
                  <a:pt x="162857" y="983243"/>
                </a:lnTo>
                <a:lnTo>
                  <a:pt x="205854" y="964605"/>
                </a:lnTo>
                <a:lnTo>
                  <a:pt x="251184" y="949653"/>
                </a:lnTo>
                <a:lnTo>
                  <a:pt x="297908" y="938115"/>
                </a:lnTo>
                <a:lnTo>
                  <a:pt x="345090" y="929718"/>
                </a:lnTo>
                <a:lnTo>
                  <a:pt x="391791" y="924190"/>
                </a:lnTo>
                <a:lnTo>
                  <a:pt x="437074" y="921258"/>
                </a:lnTo>
                <a:lnTo>
                  <a:pt x="459172" y="919734"/>
                </a:lnTo>
                <a:lnTo>
                  <a:pt x="481270" y="919021"/>
                </a:lnTo>
                <a:lnTo>
                  <a:pt x="482794" y="918972"/>
                </a:lnTo>
                <a:lnTo>
                  <a:pt x="531562" y="918210"/>
                </a:lnTo>
                <a:lnTo>
                  <a:pt x="583378" y="917448"/>
                </a:lnTo>
                <a:lnTo>
                  <a:pt x="638242" y="917460"/>
                </a:lnTo>
                <a:lnTo>
                  <a:pt x="687066" y="918285"/>
                </a:lnTo>
                <a:lnTo>
                  <a:pt x="736647" y="919321"/>
                </a:lnTo>
                <a:lnTo>
                  <a:pt x="786225" y="920520"/>
                </a:lnTo>
                <a:lnTo>
                  <a:pt x="835800" y="921848"/>
                </a:lnTo>
                <a:lnTo>
                  <a:pt x="885373" y="923270"/>
                </a:lnTo>
                <a:lnTo>
                  <a:pt x="1034052" y="927748"/>
                </a:lnTo>
                <a:lnTo>
                  <a:pt x="1083522" y="929193"/>
                </a:lnTo>
                <a:lnTo>
                  <a:pt x="1132995" y="930558"/>
                </a:lnTo>
                <a:lnTo>
                  <a:pt x="1182471" y="931809"/>
                </a:lnTo>
                <a:lnTo>
                  <a:pt x="1231951" y="932909"/>
                </a:lnTo>
                <a:lnTo>
                  <a:pt x="1281437" y="933825"/>
                </a:lnTo>
                <a:lnTo>
                  <a:pt x="1330930" y="934523"/>
                </a:lnTo>
                <a:lnTo>
                  <a:pt x="1381192" y="934974"/>
                </a:lnTo>
                <a:lnTo>
                  <a:pt x="1442152" y="934974"/>
                </a:lnTo>
                <a:lnTo>
                  <a:pt x="1500826" y="933488"/>
                </a:lnTo>
                <a:lnTo>
                  <a:pt x="1549249" y="932203"/>
                </a:lnTo>
                <a:lnTo>
                  <a:pt x="1597137" y="930381"/>
                </a:lnTo>
                <a:lnTo>
                  <a:pt x="1645638" y="927727"/>
                </a:lnTo>
                <a:lnTo>
                  <a:pt x="1694374" y="923986"/>
                </a:lnTo>
                <a:lnTo>
                  <a:pt x="1742967" y="918905"/>
                </a:lnTo>
                <a:lnTo>
                  <a:pt x="1791040" y="912227"/>
                </a:lnTo>
                <a:lnTo>
                  <a:pt x="1838214" y="903698"/>
                </a:lnTo>
                <a:lnTo>
                  <a:pt x="1884112" y="893064"/>
                </a:lnTo>
                <a:lnTo>
                  <a:pt x="1922212" y="881634"/>
                </a:lnTo>
                <a:lnTo>
                  <a:pt x="1990664" y="851582"/>
                </a:lnTo>
                <a:lnTo>
                  <a:pt x="2034722" y="824383"/>
                </a:lnTo>
                <a:lnTo>
                  <a:pt x="2072982" y="794126"/>
                </a:lnTo>
                <a:lnTo>
                  <a:pt x="2105750" y="760995"/>
                </a:lnTo>
                <a:lnTo>
                  <a:pt x="2133332" y="725177"/>
                </a:lnTo>
                <a:lnTo>
                  <a:pt x="2156036" y="686857"/>
                </a:lnTo>
                <a:lnTo>
                  <a:pt x="2156346" y="686161"/>
                </a:lnTo>
                <a:close/>
              </a:path>
              <a:path w="2220595" h="1303020">
                <a:moveTo>
                  <a:pt x="80458" y="1288542"/>
                </a:moveTo>
                <a:lnTo>
                  <a:pt x="61408" y="1219200"/>
                </a:lnTo>
                <a:lnTo>
                  <a:pt x="52892" y="1171825"/>
                </a:lnTo>
                <a:lnTo>
                  <a:pt x="50841" y="1128173"/>
                </a:lnTo>
                <a:lnTo>
                  <a:pt x="50841" y="1297334"/>
                </a:lnTo>
                <a:lnTo>
                  <a:pt x="80458" y="1288542"/>
                </a:lnTo>
                <a:close/>
              </a:path>
              <a:path w="2220595" h="1303020">
                <a:moveTo>
                  <a:pt x="2220154" y="133350"/>
                </a:moveTo>
                <a:lnTo>
                  <a:pt x="2113474" y="0"/>
                </a:lnTo>
                <a:lnTo>
                  <a:pt x="2071564" y="165354"/>
                </a:lnTo>
                <a:lnTo>
                  <a:pt x="2115760" y="155834"/>
                </a:lnTo>
                <a:lnTo>
                  <a:pt x="2115760" y="129540"/>
                </a:lnTo>
                <a:lnTo>
                  <a:pt x="2165290" y="119634"/>
                </a:lnTo>
                <a:lnTo>
                  <a:pt x="2170292" y="144089"/>
                </a:lnTo>
                <a:lnTo>
                  <a:pt x="2220154" y="133350"/>
                </a:lnTo>
                <a:close/>
              </a:path>
              <a:path w="2220595" h="1303020">
                <a:moveTo>
                  <a:pt x="2170292" y="144089"/>
                </a:moveTo>
                <a:lnTo>
                  <a:pt x="2165290" y="119634"/>
                </a:lnTo>
                <a:lnTo>
                  <a:pt x="2115760" y="129540"/>
                </a:lnTo>
                <a:lnTo>
                  <a:pt x="2120856" y="154737"/>
                </a:lnTo>
                <a:lnTo>
                  <a:pt x="2170292" y="144089"/>
                </a:lnTo>
                <a:close/>
              </a:path>
              <a:path w="2220595" h="1303020">
                <a:moveTo>
                  <a:pt x="2120856" y="154737"/>
                </a:moveTo>
                <a:lnTo>
                  <a:pt x="2115760" y="129540"/>
                </a:lnTo>
                <a:lnTo>
                  <a:pt x="2115760" y="155834"/>
                </a:lnTo>
                <a:lnTo>
                  <a:pt x="2120856" y="154737"/>
                </a:lnTo>
                <a:close/>
              </a:path>
              <a:path w="2220595" h="1303020">
                <a:moveTo>
                  <a:pt x="2207103" y="464195"/>
                </a:moveTo>
                <a:lnTo>
                  <a:pt x="2206972" y="414748"/>
                </a:lnTo>
                <a:lnTo>
                  <a:pt x="2204108" y="364094"/>
                </a:lnTo>
                <a:lnTo>
                  <a:pt x="2198818" y="312420"/>
                </a:lnTo>
                <a:lnTo>
                  <a:pt x="2189674" y="249936"/>
                </a:lnTo>
                <a:lnTo>
                  <a:pt x="2179006" y="186690"/>
                </a:lnTo>
                <a:lnTo>
                  <a:pt x="2170292" y="144089"/>
                </a:lnTo>
                <a:lnTo>
                  <a:pt x="2120856" y="154737"/>
                </a:lnTo>
                <a:lnTo>
                  <a:pt x="2129476" y="197358"/>
                </a:lnTo>
                <a:lnTo>
                  <a:pt x="2140144" y="259080"/>
                </a:lnTo>
                <a:lnTo>
                  <a:pt x="2148526" y="319278"/>
                </a:lnTo>
                <a:lnTo>
                  <a:pt x="2153600" y="369129"/>
                </a:lnTo>
                <a:lnTo>
                  <a:pt x="2156346" y="418065"/>
                </a:lnTo>
                <a:lnTo>
                  <a:pt x="2156346" y="686161"/>
                </a:lnTo>
                <a:lnTo>
                  <a:pt x="2174168" y="646218"/>
                </a:lnTo>
                <a:lnTo>
                  <a:pt x="2188033" y="603448"/>
                </a:lnTo>
                <a:lnTo>
                  <a:pt x="2197940" y="558731"/>
                </a:lnTo>
                <a:lnTo>
                  <a:pt x="2204108" y="512893"/>
                </a:lnTo>
                <a:lnTo>
                  <a:pt x="2204108" y="513677"/>
                </a:lnTo>
                <a:lnTo>
                  <a:pt x="2207103" y="464195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887349" y="2714505"/>
            <a:ext cx="1370330" cy="7880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 marL="850900">
              <a:lnSpc>
                <a:spcPct val="100000"/>
              </a:lnSpc>
              <a:spcBef>
                <a:spcPts val="108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353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30" dirty="0"/>
              <a:t>(Write-</a:t>
            </a:r>
            <a:r>
              <a:rPr dirty="0"/>
              <a:t>Back</a:t>
            </a:r>
            <a:r>
              <a:rPr spc="-3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453630" cy="192468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3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P3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writes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u,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changing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value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0" dirty="0">
                <a:latin typeface="Arial MT"/>
                <a:cs typeface="Arial MT"/>
              </a:rPr>
              <a:t>7</a:t>
            </a:r>
            <a:endParaRPr sz="300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900" algn="l"/>
              </a:tabLst>
            </a:pPr>
            <a:r>
              <a:rPr sz="2600" dirty="0">
                <a:latin typeface="Arial MT"/>
                <a:cs typeface="Arial MT"/>
              </a:rPr>
              <a:t>P3’s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(u=7)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is </a:t>
            </a:r>
            <a:r>
              <a:rPr sz="2600" spc="-10" dirty="0">
                <a:latin typeface="Arial MT"/>
                <a:cs typeface="Arial MT"/>
              </a:rPr>
              <a:t>marked</a:t>
            </a:r>
            <a:endParaRPr sz="26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updated!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975735" cy="2070100"/>
            <a:chOff x="2819539" y="1511553"/>
            <a:chExt cx="39757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1689100"/>
            </a:xfrm>
            <a:custGeom>
              <a:avLst/>
              <a:gdLst/>
              <a:ahLst/>
              <a:cxnLst/>
              <a:rect l="l" t="t" r="r" b="b"/>
              <a:pathLst>
                <a:path w="787400" h="1689100">
                  <a:moveTo>
                    <a:pt x="406158" y="1383792"/>
                  </a:moveTo>
                  <a:lnTo>
                    <a:pt x="381012" y="1383792"/>
                  </a:lnTo>
                  <a:lnTo>
                    <a:pt x="381012" y="1688592"/>
                  </a:lnTo>
                  <a:lnTo>
                    <a:pt x="406158" y="1688592"/>
                  </a:lnTo>
                  <a:lnTo>
                    <a:pt x="406158" y="1383792"/>
                  </a:lnTo>
                  <a:close/>
                </a:path>
                <a:path w="787400" h="1689100">
                  <a:moveTo>
                    <a:pt x="787146" y="393192"/>
                  </a:moveTo>
                  <a:lnTo>
                    <a:pt x="784860" y="352806"/>
                  </a:lnTo>
                  <a:lnTo>
                    <a:pt x="771842" y="283933"/>
                  </a:lnTo>
                  <a:lnTo>
                    <a:pt x="762000" y="256400"/>
                  </a:lnTo>
                  <a:lnTo>
                    <a:pt x="762000" y="393954"/>
                  </a:lnTo>
                  <a:lnTo>
                    <a:pt x="761238" y="413004"/>
                  </a:lnTo>
                  <a:lnTo>
                    <a:pt x="755586" y="455828"/>
                  </a:lnTo>
                  <a:lnTo>
                    <a:pt x="746366" y="495896"/>
                  </a:lnTo>
                  <a:lnTo>
                    <a:pt x="733793" y="533196"/>
                  </a:lnTo>
                  <a:lnTo>
                    <a:pt x="699617" y="599427"/>
                  </a:lnTo>
                  <a:lnTo>
                    <a:pt x="655015" y="654443"/>
                  </a:lnTo>
                  <a:lnTo>
                    <a:pt x="601865" y="698195"/>
                  </a:lnTo>
                  <a:lnTo>
                    <a:pt x="542442" y="730415"/>
                  </a:lnTo>
                  <a:lnTo>
                    <a:pt x="478396" y="751192"/>
                  </a:lnTo>
                  <a:lnTo>
                    <a:pt x="413766" y="760171"/>
                  </a:lnTo>
                  <a:lnTo>
                    <a:pt x="413004" y="760247"/>
                  </a:lnTo>
                  <a:lnTo>
                    <a:pt x="411810" y="760349"/>
                  </a:lnTo>
                  <a:lnTo>
                    <a:pt x="393954" y="760463"/>
                  </a:lnTo>
                  <a:lnTo>
                    <a:pt x="378167" y="760552"/>
                  </a:lnTo>
                  <a:lnTo>
                    <a:pt x="345287" y="757872"/>
                  </a:lnTo>
                  <a:lnTo>
                    <a:pt x="344639" y="757821"/>
                  </a:lnTo>
                  <a:lnTo>
                    <a:pt x="278853" y="743496"/>
                  </a:lnTo>
                  <a:lnTo>
                    <a:pt x="216420" y="717270"/>
                  </a:lnTo>
                  <a:lnTo>
                    <a:pt x="159308" y="679069"/>
                  </a:lnTo>
                  <a:lnTo>
                    <a:pt x="109474" y="628789"/>
                  </a:lnTo>
                  <a:lnTo>
                    <a:pt x="68910" y="566318"/>
                  </a:lnTo>
                  <a:lnTo>
                    <a:pt x="52705" y="530491"/>
                  </a:lnTo>
                  <a:lnTo>
                    <a:pt x="39560" y="491591"/>
                  </a:lnTo>
                  <a:lnTo>
                    <a:pt x="29718" y="449580"/>
                  </a:lnTo>
                  <a:lnTo>
                    <a:pt x="25146" y="393192"/>
                  </a:lnTo>
                  <a:lnTo>
                    <a:pt x="25908" y="374142"/>
                  </a:lnTo>
                  <a:lnTo>
                    <a:pt x="40233" y="289229"/>
                  </a:lnTo>
                  <a:lnTo>
                    <a:pt x="56680" y="244309"/>
                  </a:lnTo>
                  <a:lnTo>
                    <a:pt x="78587" y="202438"/>
                  </a:lnTo>
                  <a:lnTo>
                    <a:pt x="105486" y="164020"/>
                  </a:lnTo>
                  <a:lnTo>
                    <a:pt x="136893" y="129438"/>
                  </a:lnTo>
                  <a:lnTo>
                    <a:pt x="172351" y="99110"/>
                  </a:lnTo>
                  <a:lnTo>
                    <a:pt x="211391" y="73431"/>
                  </a:lnTo>
                  <a:lnTo>
                    <a:pt x="253542" y="52793"/>
                  </a:lnTo>
                  <a:lnTo>
                    <a:pt x="298323" y="37604"/>
                  </a:lnTo>
                  <a:lnTo>
                    <a:pt x="345287" y="28257"/>
                  </a:lnTo>
                  <a:lnTo>
                    <a:pt x="393954" y="25146"/>
                  </a:lnTo>
                  <a:lnTo>
                    <a:pt x="411810" y="25869"/>
                  </a:lnTo>
                  <a:lnTo>
                    <a:pt x="477291" y="34823"/>
                  </a:lnTo>
                  <a:lnTo>
                    <a:pt x="521335" y="47955"/>
                  </a:lnTo>
                  <a:lnTo>
                    <a:pt x="563003" y="66421"/>
                  </a:lnTo>
                  <a:lnTo>
                    <a:pt x="601865" y="89801"/>
                  </a:lnTo>
                  <a:lnTo>
                    <a:pt x="637501" y="117678"/>
                  </a:lnTo>
                  <a:lnTo>
                    <a:pt x="669480" y="149631"/>
                  </a:lnTo>
                  <a:lnTo>
                    <a:pt x="697382" y="185242"/>
                  </a:lnTo>
                  <a:lnTo>
                    <a:pt x="720775" y="224091"/>
                  </a:lnTo>
                  <a:lnTo>
                    <a:pt x="739254" y="265747"/>
                  </a:lnTo>
                  <a:lnTo>
                    <a:pt x="752373" y="309816"/>
                  </a:lnTo>
                  <a:lnTo>
                    <a:pt x="759714" y="355854"/>
                  </a:lnTo>
                  <a:lnTo>
                    <a:pt x="762000" y="393954"/>
                  </a:lnTo>
                  <a:lnTo>
                    <a:pt x="762000" y="256400"/>
                  </a:lnTo>
                  <a:lnTo>
                    <a:pt x="733259" y="194132"/>
                  </a:lnTo>
                  <a:lnTo>
                    <a:pt x="706259" y="154114"/>
                  </a:lnTo>
                  <a:lnTo>
                    <a:pt x="674700" y="117868"/>
                  </a:lnTo>
                  <a:lnTo>
                    <a:pt x="639025" y="85750"/>
                  </a:lnTo>
                  <a:lnTo>
                    <a:pt x="599643" y="58127"/>
                  </a:lnTo>
                  <a:lnTo>
                    <a:pt x="556983" y="35369"/>
                  </a:lnTo>
                  <a:lnTo>
                    <a:pt x="511505" y="17856"/>
                  </a:lnTo>
                  <a:lnTo>
                    <a:pt x="463613" y="5943"/>
                  </a:lnTo>
                  <a:lnTo>
                    <a:pt x="413766" y="0"/>
                  </a:lnTo>
                  <a:lnTo>
                    <a:pt x="372618" y="0"/>
                  </a:lnTo>
                  <a:lnTo>
                    <a:pt x="322732" y="5956"/>
                  </a:lnTo>
                  <a:lnTo>
                    <a:pt x="274866" y="17932"/>
                  </a:lnTo>
                  <a:lnTo>
                    <a:pt x="229425" y="35534"/>
                  </a:lnTo>
                  <a:lnTo>
                    <a:pt x="187071" y="58267"/>
                  </a:lnTo>
                  <a:lnTo>
                    <a:pt x="186855" y="58381"/>
                  </a:lnTo>
                  <a:lnTo>
                    <a:pt x="147561" y="86118"/>
                  </a:lnTo>
                  <a:lnTo>
                    <a:pt x="111963" y="118351"/>
                  </a:lnTo>
                  <a:lnTo>
                    <a:pt x="80518" y="154698"/>
                  </a:lnTo>
                  <a:lnTo>
                    <a:pt x="53619" y="194805"/>
                  </a:lnTo>
                  <a:lnTo>
                    <a:pt x="31711" y="238264"/>
                  </a:lnTo>
                  <a:lnTo>
                    <a:pt x="15227" y="284708"/>
                  </a:lnTo>
                  <a:lnTo>
                    <a:pt x="4572" y="333756"/>
                  </a:lnTo>
                  <a:lnTo>
                    <a:pt x="0" y="373380"/>
                  </a:lnTo>
                  <a:lnTo>
                    <a:pt x="0" y="413766"/>
                  </a:lnTo>
                  <a:lnTo>
                    <a:pt x="1524" y="434340"/>
                  </a:lnTo>
                  <a:lnTo>
                    <a:pt x="7620" y="473202"/>
                  </a:lnTo>
                  <a:lnTo>
                    <a:pt x="20142" y="519303"/>
                  </a:lnTo>
                  <a:lnTo>
                    <a:pt x="25146" y="531571"/>
                  </a:lnTo>
                  <a:lnTo>
                    <a:pt x="37884" y="562864"/>
                  </a:lnTo>
                  <a:lnTo>
                    <a:pt x="60426" y="603542"/>
                  </a:lnTo>
                  <a:lnTo>
                    <a:pt x="87376" y="641032"/>
                  </a:lnTo>
                  <a:lnTo>
                    <a:pt x="118338" y="674992"/>
                  </a:lnTo>
                  <a:lnTo>
                    <a:pt x="152895" y="705091"/>
                  </a:lnTo>
                  <a:lnTo>
                    <a:pt x="190677" y="731012"/>
                  </a:lnTo>
                  <a:lnTo>
                    <a:pt x="231267" y="752411"/>
                  </a:lnTo>
                  <a:lnTo>
                    <a:pt x="274269" y="768985"/>
                  </a:lnTo>
                  <a:lnTo>
                    <a:pt x="319278" y="780389"/>
                  </a:lnTo>
                  <a:lnTo>
                    <a:pt x="365912" y="786295"/>
                  </a:lnTo>
                  <a:lnTo>
                    <a:pt x="381012" y="786333"/>
                  </a:lnTo>
                  <a:lnTo>
                    <a:pt x="381012" y="1002792"/>
                  </a:lnTo>
                  <a:lnTo>
                    <a:pt x="406158" y="1002792"/>
                  </a:lnTo>
                  <a:lnTo>
                    <a:pt x="406158" y="786371"/>
                  </a:lnTo>
                  <a:lnTo>
                    <a:pt x="413766" y="786384"/>
                  </a:lnTo>
                  <a:lnTo>
                    <a:pt x="454152" y="782574"/>
                  </a:lnTo>
                  <a:lnTo>
                    <a:pt x="503148" y="771867"/>
                  </a:lnTo>
                  <a:lnTo>
                    <a:pt x="549541" y="755281"/>
                  </a:lnTo>
                  <a:lnTo>
                    <a:pt x="592937" y="733272"/>
                  </a:lnTo>
                  <a:lnTo>
                    <a:pt x="632955" y="706272"/>
                  </a:lnTo>
                  <a:lnTo>
                    <a:pt x="669213" y="674700"/>
                  </a:lnTo>
                  <a:lnTo>
                    <a:pt x="701370" y="639000"/>
                  </a:lnTo>
                  <a:lnTo>
                    <a:pt x="729018" y="599605"/>
                  </a:lnTo>
                  <a:lnTo>
                    <a:pt x="751789" y="556958"/>
                  </a:lnTo>
                  <a:lnTo>
                    <a:pt x="769327" y="511479"/>
                  </a:lnTo>
                  <a:lnTo>
                    <a:pt x="781227" y="463600"/>
                  </a:lnTo>
                  <a:lnTo>
                    <a:pt x="787146" y="413766"/>
                  </a:lnTo>
                  <a:lnTo>
                    <a:pt x="787146" y="3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326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9135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45085" y="1598369"/>
            <a:ext cx="4568825" cy="83693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20"/>
              </a:spcBef>
              <a:tabLst>
                <a:tab pos="1713864" algn="l"/>
                <a:tab pos="30854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  <a:p>
            <a:pPr marR="17780" algn="r">
              <a:lnSpc>
                <a:spcPct val="100000"/>
              </a:lnSpc>
              <a:spcBef>
                <a:spcPts val="1085"/>
              </a:spcBef>
            </a:pPr>
            <a:r>
              <a:rPr sz="1600" dirty="0">
                <a:solidFill>
                  <a:srgbClr val="D8D8EC"/>
                </a:solidFill>
                <a:latin typeface="Verdana"/>
                <a:cs typeface="Verdana"/>
              </a:rPr>
              <a:t>Write</a:t>
            </a:r>
            <a:r>
              <a:rPr sz="1600" spc="-90" dirty="0">
                <a:solidFill>
                  <a:srgbClr val="D8D8EC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Back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35436" y="254669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58643" y="254669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172327" y="2133345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152400" y="304800"/>
                </a:moveTo>
                <a:lnTo>
                  <a:pt x="0" y="304800"/>
                </a:lnTo>
                <a:lnTo>
                  <a:pt x="51066" y="406933"/>
                </a:lnTo>
                <a:lnTo>
                  <a:pt x="51066" y="330707"/>
                </a:lnTo>
                <a:lnTo>
                  <a:pt x="102120" y="330707"/>
                </a:lnTo>
                <a:lnTo>
                  <a:pt x="102120" y="405358"/>
                </a:lnTo>
                <a:lnTo>
                  <a:pt x="152400" y="304800"/>
                </a:lnTo>
                <a:close/>
              </a:path>
              <a:path w="152400" h="457200">
                <a:moveTo>
                  <a:pt x="102120" y="304800"/>
                </a:moveTo>
                <a:lnTo>
                  <a:pt x="102120" y="0"/>
                </a:lnTo>
                <a:lnTo>
                  <a:pt x="51066" y="0"/>
                </a:lnTo>
                <a:lnTo>
                  <a:pt x="51066" y="304800"/>
                </a:lnTo>
                <a:lnTo>
                  <a:pt x="102120" y="304800"/>
                </a:lnTo>
                <a:close/>
              </a:path>
              <a:path w="152400" h="457200">
                <a:moveTo>
                  <a:pt x="102120" y="405358"/>
                </a:moveTo>
                <a:lnTo>
                  <a:pt x="102120" y="330707"/>
                </a:lnTo>
                <a:lnTo>
                  <a:pt x="51066" y="330707"/>
                </a:lnTo>
                <a:lnTo>
                  <a:pt x="51066" y="406933"/>
                </a:lnTo>
                <a:lnTo>
                  <a:pt x="76200" y="457200"/>
                </a:lnTo>
                <a:lnTo>
                  <a:pt x="102120" y="405358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2487941-504B-4A00-6F78-0FC3E00ED163}"/>
                  </a:ext>
                </a:extLst>
              </p14:cNvPr>
              <p14:cNvContentPartPr/>
              <p14:nvPr/>
            </p14:nvContentPartPr>
            <p14:xfrm>
              <a:off x="6257880" y="2489760"/>
              <a:ext cx="2156760" cy="1337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2487941-504B-4A00-6F78-0FC3E00ED1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48520" y="2480400"/>
                <a:ext cx="2175480" cy="13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96534AC-5893-FB25-1BD2-9CA735B12D8E}"/>
                  </a:ext>
                </a:extLst>
              </p14:cNvPr>
              <p14:cNvContentPartPr/>
              <p14:nvPr/>
            </p14:nvContentPartPr>
            <p14:xfrm>
              <a:off x="2043720" y="2166480"/>
              <a:ext cx="6744240" cy="1993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96534AC-5893-FB25-1BD2-9CA735B12D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34360" y="2157120"/>
                <a:ext cx="6762960" cy="201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30" dirty="0"/>
              <a:t>(Write-</a:t>
            </a:r>
            <a:r>
              <a:rPr dirty="0"/>
              <a:t>Back</a:t>
            </a:r>
            <a:r>
              <a:rPr spc="-3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804150" cy="14490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4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P1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value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again</a:t>
            </a:r>
            <a:endParaRPr sz="300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900" algn="l"/>
              </a:tabLst>
            </a:pPr>
            <a:r>
              <a:rPr sz="2600" dirty="0">
                <a:latin typeface="Arial MT"/>
                <a:cs typeface="Arial MT"/>
              </a:rPr>
              <a:t>P1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(u=5),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which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correct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value!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975735" cy="2070100"/>
            <a:chOff x="2819539" y="1511553"/>
            <a:chExt cx="39757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1689100"/>
            </a:xfrm>
            <a:custGeom>
              <a:avLst/>
              <a:gdLst/>
              <a:ahLst/>
              <a:cxnLst/>
              <a:rect l="l" t="t" r="r" b="b"/>
              <a:pathLst>
                <a:path w="787400" h="1689100">
                  <a:moveTo>
                    <a:pt x="406158" y="1383792"/>
                  </a:moveTo>
                  <a:lnTo>
                    <a:pt x="381012" y="1383792"/>
                  </a:lnTo>
                  <a:lnTo>
                    <a:pt x="381012" y="1688592"/>
                  </a:lnTo>
                  <a:lnTo>
                    <a:pt x="406158" y="1688592"/>
                  </a:lnTo>
                  <a:lnTo>
                    <a:pt x="406158" y="1383792"/>
                  </a:lnTo>
                  <a:close/>
                </a:path>
                <a:path w="787400" h="1689100">
                  <a:moveTo>
                    <a:pt x="787146" y="393192"/>
                  </a:moveTo>
                  <a:lnTo>
                    <a:pt x="784860" y="352806"/>
                  </a:lnTo>
                  <a:lnTo>
                    <a:pt x="771842" y="283933"/>
                  </a:lnTo>
                  <a:lnTo>
                    <a:pt x="762000" y="256400"/>
                  </a:lnTo>
                  <a:lnTo>
                    <a:pt x="762000" y="393954"/>
                  </a:lnTo>
                  <a:lnTo>
                    <a:pt x="761238" y="413004"/>
                  </a:lnTo>
                  <a:lnTo>
                    <a:pt x="755586" y="455828"/>
                  </a:lnTo>
                  <a:lnTo>
                    <a:pt x="746366" y="495896"/>
                  </a:lnTo>
                  <a:lnTo>
                    <a:pt x="733793" y="533196"/>
                  </a:lnTo>
                  <a:lnTo>
                    <a:pt x="699617" y="599427"/>
                  </a:lnTo>
                  <a:lnTo>
                    <a:pt x="655015" y="654443"/>
                  </a:lnTo>
                  <a:lnTo>
                    <a:pt x="601865" y="698195"/>
                  </a:lnTo>
                  <a:lnTo>
                    <a:pt x="542442" y="730415"/>
                  </a:lnTo>
                  <a:lnTo>
                    <a:pt x="478396" y="751192"/>
                  </a:lnTo>
                  <a:lnTo>
                    <a:pt x="413766" y="760171"/>
                  </a:lnTo>
                  <a:lnTo>
                    <a:pt x="413004" y="760247"/>
                  </a:lnTo>
                  <a:lnTo>
                    <a:pt x="411810" y="760349"/>
                  </a:lnTo>
                  <a:lnTo>
                    <a:pt x="393954" y="760463"/>
                  </a:lnTo>
                  <a:lnTo>
                    <a:pt x="378167" y="760552"/>
                  </a:lnTo>
                  <a:lnTo>
                    <a:pt x="345287" y="757872"/>
                  </a:lnTo>
                  <a:lnTo>
                    <a:pt x="344639" y="757821"/>
                  </a:lnTo>
                  <a:lnTo>
                    <a:pt x="278853" y="743496"/>
                  </a:lnTo>
                  <a:lnTo>
                    <a:pt x="216420" y="717270"/>
                  </a:lnTo>
                  <a:lnTo>
                    <a:pt x="159308" y="679069"/>
                  </a:lnTo>
                  <a:lnTo>
                    <a:pt x="109474" y="628789"/>
                  </a:lnTo>
                  <a:lnTo>
                    <a:pt x="68910" y="566318"/>
                  </a:lnTo>
                  <a:lnTo>
                    <a:pt x="52705" y="530491"/>
                  </a:lnTo>
                  <a:lnTo>
                    <a:pt x="39560" y="491591"/>
                  </a:lnTo>
                  <a:lnTo>
                    <a:pt x="29718" y="449580"/>
                  </a:lnTo>
                  <a:lnTo>
                    <a:pt x="25146" y="393192"/>
                  </a:lnTo>
                  <a:lnTo>
                    <a:pt x="25908" y="374142"/>
                  </a:lnTo>
                  <a:lnTo>
                    <a:pt x="40233" y="289229"/>
                  </a:lnTo>
                  <a:lnTo>
                    <a:pt x="56680" y="244309"/>
                  </a:lnTo>
                  <a:lnTo>
                    <a:pt x="78587" y="202438"/>
                  </a:lnTo>
                  <a:lnTo>
                    <a:pt x="105486" y="164020"/>
                  </a:lnTo>
                  <a:lnTo>
                    <a:pt x="136893" y="129438"/>
                  </a:lnTo>
                  <a:lnTo>
                    <a:pt x="172351" y="99110"/>
                  </a:lnTo>
                  <a:lnTo>
                    <a:pt x="211391" y="73431"/>
                  </a:lnTo>
                  <a:lnTo>
                    <a:pt x="253542" y="52793"/>
                  </a:lnTo>
                  <a:lnTo>
                    <a:pt x="298323" y="37604"/>
                  </a:lnTo>
                  <a:lnTo>
                    <a:pt x="345287" y="28257"/>
                  </a:lnTo>
                  <a:lnTo>
                    <a:pt x="393954" y="25146"/>
                  </a:lnTo>
                  <a:lnTo>
                    <a:pt x="411810" y="25869"/>
                  </a:lnTo>
                  <a:lnTo>
                    <a:pt x="477291" y="34823"/>
                  </a:lnTo>
                  <a:lnTo>
                    <a:pt x="521335" y="47955"/>
                  </a:lnTo>
                  <a:lnTo>
                    <a:pt x="563003" y="66421"/>
                  </a:lnTo>
                  <a:lnTo>
                    <a:pt x="601865" y="89801"/>
                  </a:lnTo>
                  <a:lnTo>
                    <a:pt x="637501" y="117678"/>
                  </a:lnTo>
                  <a:lnTo>
                    <a:pt x="669480" y="149631"/>
                  </a:lnTo>
                  <a:lnTo>
                    <a:pt x="697382" y="185242"/>
                  </a:lnTo>
                  <a:lnTo>
                    <a:pt x="720775" y="224091"/>
                  </a:lnTo>
                  <a:lnTo>
                    <a:pt x="739254" y="265747"/>
                  </a:lnTo>
                  <a:lnTo>
                    <a:pt x="752373" y="309816"/>
                  </a:lnTo>
                  <a:lnTo>
                    <a:pt x="759714" y="355854"/>
                  </a:lnTo>
                  <a:lnTo>
                    <a:pt x="762000" y="393954"/>
                  </a:lnTo>
                  <a:lnTo>
                    <a:pt x="762000" y="256400"/>
                  </a:lnTo>
                  <a:lnTo>
                    <a:pt x="733259" y="194132"/>
                  </a:lnTo>
                  <a:lnTo>
                    <a:pt x="706259" y="154114"/>
                  </a:lnTo>
                  <a:lnTo>
                    <a:pt x="674700" y="117868"/>
                  </a:lnTo>
                  <a:lnTo>
                    <a:pt x="639025" y="85750"/>
                  </a:lnTo>
                  <a:lnTo>
                    <a:pt x="599643" y="58127"/>
                  </a:lnTo>
                  <a:lnTo>
                    <a:pt x="556983" y="35369"/>
                  </a:lnTo>
                  <a:lnTo>
                    <a:pt x="511505" y="17856"/>
                  </a:lnTo>
                  <a:lnTo>
                    <a:pt x="463613" y="5943"/>
                  </a:lnTo>
                  <a:lnTo>
                    <a:pt x="413766" y="0"/>
                  </a:lnTo>
                  <a:lnTo>
                    <a:pt x="372618" y="0"/>
                  </a:lnTo>
                  <a:lnTo>
                    <a:pt x="322732" y="5956"/>
                  </a:lnTo>
                  <a:lnTo>
                    <a:pt x="274866" y="17932"/>
                  </a:lnTo>
                  <a:lnTo>
                    <a:pt x="229425" y="35534"/>
                  </a:lnTo>
                  <a:lnTo>
                    <a:pt x="187071" y="58267"/>
                  </a:lnTo>
                  <a:lnTo>
                    <a:pt x="186855" y="58381"/>
                  </a:lnTo>
                  <a:lnTo>
                    <a:pt x="147561" y="86118"/>
                  </a:lnTo>
                  <a:lnTo>
                    <a:pt x="111963" y="118351"/>
                  </a:lnTo>
                  <a:lnTo>
                    <a:pt x="80518" y="154698"/>
                  </a:lnTo>
                  <a:lnTo>
                    <a:pt x="53619" y="194805"/>
                  </a:lnTo>
                  <a:lnTo>
                    <a:pt x="31711" y="238264"/>
                  </a:lnTo>
                  <a:lnTo>
                    <a:pt x="15227" y="284708"/>
                  </a:lnTo>
                  <a:lnTo>
                    <a:pt x="4572" y="333756"/>
                  </a:lnTo>
                  <a:lnTo>
                    <a:pt x="0" y="373380"/>
                  </a:lnTo>
                  <a:lnTo>
                    <a:pt x="0" y="413766"/>
                  </a:lnTo>
                  <a:lnTo>
                    <a:pt x="1524" y="434340"/>
                  </a:lnTo>
                  <a:lnTo>
                    <a:pt x="7620" y="473202"/>
                  </a:lnTo>
                  <a:lnTo>
                    <a:pt x="20142" y="519303"/>
                  </a:lnTo>
                  <a:lnTo>
                    <a:pt x="25146" y="531571"/>
                  </a:lnTo>
                  <a:lnTo>
                    <a:pt x="37884" y="562864"/>
                  </a:lnTo>
                  <a:lnTo>
                    <a:pt x="60426" y="603542"/>
                  </a:lnTo>
                  <a:lnTo>
                    <a:pt x="87376" y="641032"/>
                  </a:lnTo>
                  <a:lnTo>
                    <a:pt x="118338" y="674992"/>
                  </a:lnTo>
                  <a:lnTo>
                    <a:pt x="152895" y="705091"/>
                  </a:lnTo>
                  <a:lnTo>
                    <a:pt x="190677" y="731012"/>
                  </a:lnTo>
                  <a:lnTo>
                    <a:pt x="231267" y="752411"/>
                  </a:lnTo>
                  <a:lnTo>
                    <a:pt x="274269" y="768985"/>
                  </a:lnTo>
                  <a:lnTo>
                    <a:pt x="319278" y="780389"/>
                  </a:lnTo>
                  <a:lnTo>
                    <a:pt x="365912" y="786295"/>
                  </a:lnTo>
                  <a:lnTo>
                    <a:pt x="381012" y="786333"/>
                  </a:lnTo>
                  <a:lnTo>
                    <a:pt x="381012" y="1002792"/>
                  </a:lnTo>
                  <a:lnTo>
                    <a:pt x="406158" y="1002792"/>
                  </a:lnTo>
                  <a:lnTo>
                    <a:pt x="406158" y="786371"/>
                  </a:lnTo>
                  <a:lnTo>
                    <a:pt x="413766" y="786384"/>
                  </a:lnTo>
                  <a:lnTo>
                    <a:pt x="454152" y="782574"/>
                  </a:lnTo>
                  <a:lnTo>
                    <a:pt x="503148" y="771867"/>
                  </a:lnTo>
                  <a:lnTo>
                    <a:pt x="549541" y="755281"/>
                  </a:lnTo>
                  <a:lnTo>
                    <a:pt x="592937" y="733272"/>
                  </a:lnTo>
                  <a:lnTo>
                    <a:pt x="632955" y="706272"/>
                  </a:lnTo>
                  <a:lnTo>
                    <a:pt x="669213" y="674700"/>
                  </a:lnTo>
                  <a:lnTo>
                    <a:pt x="701370" y="639000"/>
                  </a:lnTo>
                  <a:lnTo>
                    <a:pt x="729018" y="599605"/>
                  </a:lnTo>
                  <a:lnTo>
                    <a:pt x="751789" y="556958"/>
                  </a:lnTo>
                  <a:lnTo>
                    <a:pt x="769327" y="511479"/>
                  </a:lnTo>
                  <a:lnTo>
                    <a:pt x="781227" y="463600"/>
                  </a:lnTo>
                  <a:lnTo>
                    <a:pt x="787146" y="413766"/>
                  </a:lnTo>
                  <a:lnTo>
                    <a:pt x="787146" y="3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326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9135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353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63662" y="361331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58556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48139" y="2133345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152400" y="152400"/>
                </a:moveTo>
                <a:lnTo>
                  <a:pt x="76200" y="0"/>
                </a:lnTo>
                <a:lnTo>
                  <a:pt x="0" y="152400"/>
                </a:lnTo>
                <a:lnTo>
                  <a:pt x="51053" y="152400"/>
                </a:lnTo>
                <a:lnTo>
                  <a:pt x="51053" y="127254"/>
                </a:lnTo>
                <a:lnTo>
                  <a:pt x="102107" y="127254"/>
                </a:lnTo>
                <a:lnTo>
                  <a:pt x="102107" y="152400"/>
                </a:lnTo>
                <a:lnTo>
                  <a:pt x="152400" y="152400"/>
                </a:lnTo>
                <a:close/>
              </a:path>
              <a:path w="152400" h="457200">
                <a:moveTo>
                  <a:pt x="102107" y="152400"/>
                </a:moveTo>
                <a:lnTo>
                  <a:pt x="102107" y="127254"/>
                </a:lnTo>
                <a:lnTo>
                  <a:pt x="51053" y="127254"/>
                </a:lnTo>
                <a:lnTo>
                  <a:pt x="51053" y="152400"/>
                </a:lnTo>
                <a:lnTo>
                  <a:pt x="102107" y="152400"/>
                </a:lnTo>
                <a:close/>
              </a:path>
              <a:path w="152400" h="457200">
                <a:moveTo>
                  <a:pt x="102107" y="457200"/>
                </a:moveTo>
                <a:lnTo>
                  <a:pt x="102107" y="152400"/>
                </a:lnTo>
                <a:lnTo>
                  <a:pt x="51053" y="152400"/>
                </a:lnTo>
                <a:lnTo>
                  <a:pt x="51053" y="457200"/>
                </a:lnTo>
                <a:lnTo>
                  <a:pt x="102107" y="45720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791307" y="1322839"/>
            <a:ext cx="4053840" cy="83693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1320"/>
              </a:spcBef>
              <a:tabLst>
                <a:tab pos="2408555" algn="l"/>
                <a:tab pos="3780154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202EFC3-0CDF-A379-0FD6-A8682B84402A}"/>
                  </a:ext>
                </a:extLst>
              </p14:cNvPr>
              <p14:cNvContentPartPr/>
              <p14:nvPr/>
            </p14:nvContentPartPr>
            <p14:xfrm>
              <a:off x="1118880" y="2757600"/>
              <a:ext cx="6365880" cy="3412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202EFC3-0CDF-A379-0FD6-A8682B8440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9520" y="2748240"/>
                <a:ext cx="63846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3876268-4046-CA6F-046F-39FCDCC7BDA7}"/>
                  </a:ext>
                </a:extLst>
              </p14:cNvPr>
              <p14:cNvContentPartPr/>
              <p14:nvPr/>
            </p14:nvContentPartPr>
            <p14:xfrm>
              <a:off x="1881000" y="2332440"/>
              <a:ext cx="712440" cy="8168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3876268-4046-CA6F-046F-39FCDCC7BD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1640" y="2323080"/>
                <a:ext cx="731160" cy="83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30" dirty="0"/>
              <a:t>(Write-</a:t>
            </a:r>
            <a:r>
              <a:rPr dirty="0"/>
              <a:t>Back</a:t>
            </a:r>
            <a:r>
              <a:rPr spc="-3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804150" cy="14490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5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P2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900" algn="l"/>
              </a:tabLst>
            </a:pPr>
            <a:r>
              <a:rPr sz="2600" dirty="0">
                <a:latin typeface="Arial MT"/>
                <a:cs typeface="Arial MT"/>
              </a:rPr>
              <a:t>P2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(u=5),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which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correct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value!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19539" y="1511553"/>
            <a:ext cx="3823335" cy="2070100"/>
            <a:chOff x="2819539" y="1511553"/>
            <a:chExt cx="3823335" cy="20701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19539" y="2502153"/>
              <a:ext cx="3810000" cy="1079500"/>
            </a:xfrm>
            <a:custGeom>
              <a:avLst/>
              <a:gdLst/>
              <a:ahLst/>
              <a:cxnLst/>
              <a:rect l="l" t="t" r="r" b="b"/>
              <a:pathLst>
                <a:path w="3810000" h="1079500">
                  <a:moveTo>
                    <a:pt x="2603754" y="0"/>
                  </a:moveTo>
                  <a:lnTo>
                    <a:pt x="2578608" y="0"/>
                  </a:lnTo>
                  <a:lnTo>
                    <a:pt x="2578608" y="25146"/>
                  </a:lnTo>
                  <a:lnTo>
                    <a:pt x="2578608" y="381000"/>
                  </a:lnTo>
                  <a:lnTo>
                    <a:pt x="1613154" y="381000"/>
                  </a:lnTo>
                  <a:lnTo>
                    <a:pt x="1613154" y="25146"/>
                  </a:lnTo>
                  <a:lnTo>
                    <a:pt x="2578608" y="25146"/>
                  </a:lnTo>
                  <a:lnTo>
                    <a:pt x="2578608" y="0"/>
                  </a:lnTo>
                  <a:lnTo>
                    <a:pt x="1588008" y="0"/>
                  </a:lnTo>
                  <a:lnTo>
                    <a:pt x="1588008" y="406146"/>
                  </a:lnTo>
                  <a:lnTo>
                    <a:pt x="1600200" y="406146"/>
                  </a:lnTo>
                  <a:lnTo>
                    <a:pt x="1613154" y="406146"/>
                  </a:lnTo>
                  <a:lnTo>
                    <a:pt x="2578608" y="406146"/>
                  </a:lnTo>
                  <a:lnTo>
                    <a:pt x="2590800" y="406146"/>
                  </a:lnTo>
                  <a:lnTo>
                    <a:pt x="2603754" y="406146"/>
                  </a:lnTo>
                  <a:lnTo>
                    <a:pt x="2603754" y="0"/>
                  </a:lnTo>
                  <a:close/>
                </a:path>
                <a:path w="3810000" h="1079500">
                  <a:moveTo>
                    <a:pt x="3810000" y="659892"/>
                  </a:moveTo>
                  <a:lnTo>
                    <a:pt x="0" y="659892"/>
                  </a:lnTo>
                  <a:lnTo>
                    <a:pt x="0" y="736092"/>
                  </a:lnTo>
                  <a:lnTo>
                    <a:pt x="1283208" y="736092"/>
                  </a:lnTo>
                  <a:lnTo>
                    <a:pt x="1283208" y="1078992"/>
                  </a:lnTo>
                  <a:lnTo>
                    <a:pt x="1308354" y="1078992"/>
                  </a:lnTo>
                  <a:lnTo>
                    <a:pt x="1308354" y="736092"/>
                  </a:lnTo>
                  <a:lnTo>
                    <a:pt x="3810000" y="736092"/>
                  </a:lnTo>
                  <a:lnTo>
                    <a:pt x="3810000" y="659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5" name="object 25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353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63662" y="361331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58556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724539" y="2133345"/>
            <a:ext cx="152400" cy="1524000"/>
          </a:xfrm>
          <a:custGeom>
            <a:avLst/>
            <a:gdLst/>
            <a:ahLst/>
            <a:cxnLst/>
            <a:rect l="l" t="t" r="r" b="b"/>
            <a:pathLst>
              <a:path w="152400" h="1524000">
                <a:moveTo>
                  <a:pt x="152400" y="152400"/>
                </a:moveTo>
                <a:lnTo>
                  <a:pt x="76200" y="0"/>
                </a:lnTo>
                <a:lnTo>
                  <a:pt x="0" y="152400"/>
                </a:lnTo>
                <a:lnTo>
                  <a:pt x="51053" y="152400"/>
                </a:lnTo>
                <a:lnTo>
                  <a:pt x="51053" y="127254"/>
                </a:lnTo>
                <a:lnTo>
                  <a:pt x="102107" y="127254"/>
                </a:lnTo>
                <a:lnTo>
                  <a:pt x="102107" y="152400"/>
                </a:lnTo>
                <a:lnTo>
                  <a:pt x="152400" y="152400"/>
                </a:lnTo>
                <a:close/>
              </a:path>
              <a:path w="152400" h="1524000">
                <a:moveTo>
                  <a:pt x="102107" y="152400"/>
                </a:moveTo>
                <a:lnTo>
                  <a:pt x="102107" y="127254"/>
                </a:lnTo>
                <a:lnTo>
                  <a:pt x="51053" y="127254"/>
                </a:lnTo>
                <a:lnTo>
                  <a:pt x="51053" y="152400"/>
                </a:lnTo>
                <a:lnTo>
                  <a:pt x="102107" y="152400"/>
                </a:lnTo>
                <a:close/>
              </a:path>
              <a:path w="152400" h="1524000">
                <a:moveTo>
                  <a:pt x="102107" y="1524000"/>
                </a:moveTo>
                <a:lnTo>
                  <a:pt x="102107" y="152400"/>
                </a:lnTo>
                <a:lnTo>
                  <a:pt x="51053" y="152400"/>
                </a:lnTo>
                <a:lnTo>
                  <a:pt x="51053" y="1524000"/>
                </a:lnTo>
                <a:lnTo>
                  <a:pt x="102107" y="152400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115949" y="2037699"/>
            <a:ext cx="1160145" cy="81597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  <a:p>
            <a:pPr marL="450850">
              <a:lnSpc>
                <a:spcPct val="100000"/>
              </a:lnSpc>
              <a:spcBef>
                <a:spcPts val="113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1E0F910-6EC0-6508-C053-CB1A0DFA8BF2}"/>
                  </a:ext>
                </a:extLst>
              </p14:cNvPr>
              <p14:cNvContentPartPr/>
              <p14:nvPr/>
            </p14:nvContentPartPr>
            <p14:xfrm>
              <a:off x="5338440" y="2472480"/>
              <a:ext cx="3232440" cy="1701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1E0F910-6EC0-6508-C053-CB1A0DFA8B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9080" y="2463120"/>
                <a:ext cx="3251160" cy="17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277E5A8-14E9-15DC-A944-AF80965B24F8}"/>
                  </a:ext>
                </a:extLst>
              </p14:cNvPr>
              <p14:cNvContentPartPr/>
              <p14:nvPr/>
            </p14:nvContentPartPr>
            <p14:xfrm>
              <a:off x="2322720" y="1415520"/>
              <a:ext cx="5713560" cy="25192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277E5A8-14E9-15DC-A944-AF80965B24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3360" y="1406160"/>
                <a:ext cx="5732280" cy="253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Coherence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1741170"/>
            <a:ext cx="7919084" cy="3408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0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Since</a:t>
            </a:r>
            <a:r>
              <a:rPr sz="3000" spc="-7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communication</a:t>
            </a:r>
            <a:r>
              <a:rPr sz="3000" spc="-6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between</a:t>
            </a:r>
            <a:r>
              <a:rPr sz="3000" spc="-6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processors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is </a:t>
            </a:r>
            <a:r>
              <a:rPr sz="3000" dirty="0">
                <a:latin typeface="Arial MT"/>
                <a:cs typeface="Arial MT"/>
              </a:rPr>
              <a:t>done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means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shared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memory,</a:t>
            </a:r>
            <a:r>
              <a:rPr sz="3000" spc="-20" dirty="0">
                <a:latin typeface="Arial MT"/>
                <a:cs typeface="Arial MT"/>
              </a:rPr>
              <a:t> cache </a:t>
            </a:r>
            <a:r>
              <a:rPr sz="3000" dirty="0">
                <a:latin typeface="Arial MT"/>
                <a:cs typeface="Arial MT"/>
              </a:rPr>
              <a:t>coherence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must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guaranteed.</a:t>
            </a:r>
            <a:endParaRPr sz="3000">
              <a:latin typeface="Arial MT"/>
              <a:cs typeface="Arial MT"/>
            </a:endParaRPr>
          </a:p>
          <a:p>
            <a:pPr marL="355600" marR="1487170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hardware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should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support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cache coherence!</a:t>
            </a:r>
            <a:endParaRPr sz="3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Everybody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should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have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same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view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25" dirty="0">
                <a:latin typeface="Arial MT"/>
                <a:cs typeface="Arial MT"/>
              </a:rPr>
              <a:t> the </a:t>
            </a:r>
            <a:r>
              <a:rPr sz="3000" dirty="0">
                <a:latin typeface="Arial MT"/>
                <a:cs typeface="Arial MT"/>
              </a:rPr>
              <a:t>memory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system!</a:t>
            </a:r>
            <a:endParaRPr sz="30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89EDEA-E47C-BE52-AAD1-0E95F2ADE004}"/>
                  </a:ext>
                </a:extLst>
              </p14:cNvPr>
              <p14:cNvContentPartPr/>
              <p14:nvPr/>
            </p14:nvContentPartPr>
            <p14:xfrm>
              <a:off x="1275840" y="2586600"/>
              <a:ext cx="7240680" cy="3585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89EDEA-E47C-BE52-AAD1-0E95F2ADE0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6480" y="2577240"/>
                <a:ext cx="7259400" cy="3604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073" y="156209"/>
            <a:ext cx="6333490" cy="600164"/>
          </a:xfrm>
        </p:spPr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073" y="1653287"/>
            <a:ext cx="7934959" cy="461665"/>
          </a:xfrm>
        </p:spPr>
        <p:txBody>
          <a:bodyPr/>
          <a:lstStyle/>
          <a:p>
            <a:r>
              <a:rPr lang="en-US" dirty="0"/>
              <a:t>Coherence Protocols</a:t>
            </a:r>
          </a:p>
        </p:txBody>
      </p:sp>
    </p:spTree>
    <p:extLst>
      <p:ext uri="{BB962C8B-B14F-4D97-AF65-F5344CB8AC3E}">
        <p14:creationId xmlns:p14="http://schemas.microsoft.com/office/powerpoint/2010/main" val="230730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</TotalTime>
  <Words>1954</Words>
  <Application>Microsoft Office PowerPoint</Application>
  <PresentationFormat>On-screen Show (4:3)</PresentationFormat>
  <Paragraphs>452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Arial MT</vt:lpstr>
      <vt:lpstr>Calibri</vt:lpstr>
      <vt:lpstr>Verdana</vt:lpstr>
      <vt:lpstr>Wingdings</vt:lpstr>
      <vt:lpstr>Office Theme</vt:lpstr>
      <vt:lpstr>Shared Memory Multiprocessors</vt:lpstr>
      <vt:lpstr>Outline</vt:lpstr>
      <vt:lpstr>Shared Memory Architectures</vt:lpstr>
      <vt:lpstr>Shared Memory Architectures</vt:lpstr>
      <vt:lpstr>Shared Memory Architectures</vt:lpstr>
      <vt:lpstr>Memory Bandwidth</vt:lpstr>
      <vt:lpstr>Shared Cache Architecture</vt:lpstr>
      <vt:lpstr>Bus-shared Memory</vt:lpstr>
      <vt:lpstr>Dancehall Architecture</vt:lpstr>
      <vt:lpstr>Distributed Memory</vt:lpstr>
      <vt:lpstr>ARM’s Cortex-A9</vt:lpstr>
      <vt:lpstr>Tilera Gx Architecture</vt:lpstr>
      <vt:lpstr>Cache Coherency</vt:lpstr>
      <vt:lpstr>Caches and Cache Coherence</vt:lpstr>
      <vt:lpstr>Cache Memories</vt:lpstr>
      <vt:lpstr>Cache Memories</vt:lpstr>
      <vt:lpstr>Cache Memories Read Operation</vt:lpstr>
      <vt:lpstr>Cache Memories Write Operation (Write Hit)</vt:lpstr>
      <vt:lpstr>Cache Memories Write Operation (Write Hit)</vt:lpstr>
      <vt:lpstr>Cache Memories Write Operation (Write Miss)</vt:lpstr>
      <vt:lpstr>Cache Memories Write Operation (Write Miss)</vt:lpstr>
      <vt:lpstr>States for Cache Blocks</vt:lpstr>
      <vt:lpstr>Cache Coherence Problem (Uniprocessor)</vt:lpstr>
      <vt:lpstr>Cache Coherence Problem (Uniprocessor)</vt:lpstr>
      <vt:lpstr>Cache Coherence Problem (Uniprocessor)</vt:lpstr>
      <vt:lpstr>Cache Coherence Problem (Uniprocessor)</vt:lpstr>
      <vt:lpstr>Cache Coherence Problem (Uniprocessor)</vt:lpstr>
      <vt:lpstr>Cache Coherence Problem (Uniprocessor)</vt:lpstr>
      <vt:lpstr>Cache Coherence Problem (Uniprocessor)</vt:lpstr>
      <vt:lpstr>Cache Coherence Problem</vt:lpstr>
      <vt:lpstr>Cache Coherence Problem (Write-Through Cache)</vt:lpstr>
      <vt:lpstr>Cache Coherence Problem (Write-Through Cache)</vt:lpstr>
      <vt:lpstr>Cache Coherence Problem (Write-Through Cache)</vt:lpstr>
      <vt:lpstr>Cache Coherence Problem (Write-Through Cache)</vt:lpstr>
      <vt:lpstr>Cache Coherence Problem (Write-Through Cache)</vt:lpstr>
      <vt:lpstr>Cache Coherence Problem (Write-Back Cache)</vt:lpstr>
      <vt:lpstr>Cache Coherence Problem (Write-Back Cache)</vt:lpstr>
      <vt:lpstr>Cache Coherence Problem (Write-Back Cache)</vt:lpstr>
      <vt:lpstr>Cache Coherence Problem (Write-Back Cache)</vt:lpstr>
      <vt:lpstr>Cache Coherence Problem (Write-Back Cache)</vt:lpstr>
      <vt:lpstr>Cache Coherence</vt:lpstr>
      <vt:lpstr>Next Lecture</vt:lpstr>
    </vt:vector>
  </TitlesOfParts>
  <Company>KTH/IMIT/LECS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Performance</dc:title>
  <dc:creator>Ingo Sander</dc:creator>
  <cp:lastModifiedBy>Ncdc</cp:lastModifiedBy>
  <cp:revision>37</cp:revision>
  <dcterms:created xsi:type="dcterms:W3CDTF">2025-08-27T09:45:01Z</dcterms:created>
  <dcterms:modified xsi:type="dcterms:W3CDTF">2025-09-10T06:20:20Z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2011-01-26T00:00:00Z</vt:filetime>
  </property>
  <property fmtid="{D5CDD505-2E9C-101B-9397-08002B2CF9AE}" pid="3" name="Creator">
    <vt:lpwstr>Acrobat PDFMaker 8.1 for PowerPoint</vt:lpwstr>
  </property>
  <property fmtid="{D5CDD505-2E9C-101B-9397-08002B2CF9AE}" pid="4" name="LastSaved">
    <vt:filetime>2025-08-27T00:00:00Z</vt:filetime>
  </property>
  <property fmtid="{D5CDD505-2E9C-101B-9397-08002B2CF9AE}" pid="5" name="Producer">
    <vt:lpwstr>Acrobat Distiller 8.2.5 (Windows)</vt:lpwstr>
  </property>
</Properties>
</file>