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3"/>
  </p:notesMasterIdLst>
  <p:sldIdLst>
    <p:sldId id="256" r:id="rId5"/>
    <p:sldId id="257" r:id="rId6"/>
    <p:sldId id="278" r:id="rId7"/>
    <p:sldId id="279" r:id="rId8"/>
    <p:sldId id="281" r:id="rId9"/>
    <p:sldId id="282" r:id="rId10"/>
    <p:sldId id="283" r:id="rId11"/>
    <p:sldId id="284" r:id="rId12"/>
    <p:sldId id="285" r:id="rId13"/>
    <p:sldId id="313" r:id="rId14"/>
    <p:sldId id="286" r:id="rId15"/>
    <p:sldId id="287" r:id="rId16"/>
    <p:sldId id="288" r:id="rId17"/>
    <p:sldId id="289" r:id="rId18"/>
    <p:sldId id="290" r:id="rId19"/>
    <p:sldId id="291" r:id="rId20"/>
    <p:sldId id="292" r:id="rId21"/>
    <p:sldId id="293" r:id="rId22"/>
    <p:sldId id="294" r:id="rId23"/>
    <p:sldId id="295" r:id="rId24"/>
    <p:sldId id="296" r:id="rId25"/>
    <p:sldId id="297" r:id="rId26"/>
    <p:sldId id="298" r:id="rId27"/>
    <p:sldId id="299" r:id="rId28"/>
    <p:sldId id="300" r:id="rId29"/>
    <p:sldId id="301" r:id="rId30"/>
    <p:sldId id="302" r:id="rId31"/>
    <p:sldId id="303" r:id="rId32"/>
    <p:sldId id="304" r:id="rId33"/>
    <p:sldId id="305" r:id="rId34"/>
    <p:sldId id="306" r:id="rId35"/>
    <p:sldId id="307" r:id="rId36"/>
    <p:sldId id="308" r:id="rId37"/>
    <p:sldId id="309" r:id="rId38"/>
    <p:sldId id="310" r:id="rId39"/>
    <p:sldId id="311" r:id="rId40"/>
    <p:sldId id="312" r:id="rId41"/>
    <p:sldId id="264" r:id="rId42"/>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48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94660"/>
  </p:normalViewPr>
  <p:slideViewPr>
    <p:cSldViewPr snapToGrid="0">
      <p:cViewPr varScale="1">
        <p:scale>
          <a:sx n="105" d="100"/>
          <a:sy n="105" d="100"/>
        </p:scale>
        <p:origin x="84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4:40.84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2266 61,'-1'-1,"1"0,0 0,-1 0,1 0,-1 0,1 0,-1 0,0 0,1 0,-1 0,0 0,0 0,1 1,-1-1,0 0,0 1,0-1,0 1,0-1,0 1,0-1,0 1,0 0,0-1,0 1,-1 0,1 0,-1 0,-42-6,32 6,-575-30,-7 31,209 2,201-1,-195-5,348-1,6-1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4:41.80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0 224,'36'-3,"1"-1,-1-2,-1-1,1-2,33-13,-25 7,0 3,64-9,-36 15,-47 6,0-2,0-1,37-9,-57 10,209-55,-172 48,-1 3,1 1,54 1,-76 3,1-1,27-5,-29 3,7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4:42.72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4:43.91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31,'1'10,"1"0,0 0,1 0,1 0,3 10,-1-7,-3-5,1-1,0 1,1-1,-1 0,1 0,1-1,-1 1,1-1,1 0,-1-1,1 0,0 0,0 0,0-1,1 0,-1 0,1-1,0 0,11 3,14 3,0-2,0-2,52 3,45-3,1-5,224-31,246-80,-119 19,-421 81,0 3,0 3,1 2,-1 3,0 3,76 13,54 28,-114-23,1-4,0-3,150 7,-160-22,-4-2,-1 3,0 3,111 20,-97-6,-49-12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4:44.96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3513 101,'-73'-20,"-323"-7,223 20,-70-7,-603-19,570 57,29 0,-296-16,-82 3,534-7</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4:46.22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4:46.33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4:47.020"/>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1 178,'23'0,"-1"0,1-1,-1-1,1-2,-1 0,0-1,0-1,26-12,2 0,0 2,66-13,-93 24,34-10,-31 8,0 0,38-3,493 1,-353 11,41 0,327-4,-550 2,1-2,39-9,-24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4:47.234"/>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4:47.795"/>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0 157,'5'0,"5"-4,18-6,43-6,36-4,26 1,2 0,-12-2,-19 4,-22 3,-17 5,-24 4,-23 3,-19 2,-9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4:50.65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11,'4'-4,"2"-2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4:50.841"/>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4:52.24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3331 0,'-19'2,"1"0,-1 0,1 2,-34 11,32-8,-1-1,0-1,-38 3,-95 1,-302 8,-675-18,1116 3,-1 0,0 0,1 2,-1 0,-28 12,-37 9,16-13,-1-4,-70 0,-138-10,77-2,-178 4,349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4:52.46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4:52.637"/>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4:53.407"/>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595 5,'-103'-2,"33"0,-84 7,120 1,-44 12,48-10,-62 9,59-15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5:07.86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3,'0'0,"1"0,-1-1,1 1,-1 0,0 0,1-1,-1 1,1 0,-1 0,1 0,0 0,-1 0,1 0,-1 0,1 0,-1 0,1 0,-1 0,1 0,-1 0,1 0,-1 0,1 0,-1 0,1 1,-1-1,1 0,-1 0,1 1,-1-1,1 0,0 2,15 14,-13-13,63 85,-49-63,0-1,1-1,29 28,-40-44,0-2,0 1,1-1,-1 0,1 0,0-1,0 0,1-1,-1 0,1 0,0-1,0 0,-1 0,1-1,12 0,62-3,145-23,75-35,-29-8,-135 30,234-32,-280 64,-64 6</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5:10.17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1653 86,'-1'-1,"1"1,0-1,0 0,0 0,-1 1,1-1,0 0,-1 1,1-1,-1 0,1 1,-1-1,1 0,-1 1,1-1,-1 1,0-1,1 1,-1-1,0 1,1 0,-1-1,0 1,1 0,-1-1,0 1,0 0,0 0,-1 0,-32-4,25 4,-713-9,451 11,-327-1,646-4,85-15,-24 1,272 7,-71 7,-280-1,-4-2</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5:10.43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5:10.611"/>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5:10.847"/>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0,'4'0,"2"0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5:11.19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5:11.36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5:11.50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11 0,'0'9,"-5"2,0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5:14.370"/>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0 330,'10'0,"-1"-1,1 0,-1-1,0 0,12-4,5-2,342-84,3 15,587-43,-304 99,-551 23,187 26,-105 2,2-7,203-3,1333-22,-1672 2</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5:15.31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2189 2,'-171'-2,"-185"5,332-1,0 2,0 0,-32 12,35-10,-1 0,1-1,-1-1,-32 1,-1285-7,1284 2</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5:15.510"/>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5:15.635"/>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5:15.78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5:15.91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5:16.10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1:15:28.432"/>
    </inkml:context>
    <inkml:brush xml:id="br0">
      <inkml:brushProperty name="width" value="0.035" units="cm"/>
      <inkml:brushProperty name="height" value="0.035" units="cm"/>
      <inkml:brushProperty name="color" value="#FFFFFF"/>
    </inkml:brush>
  </inkml:definitions>
  <inkml:trace contextRef="#ctx0" brushRef="#br0">737 277 24575,'0'0'0,"0"-1"0,1 1 0,-1-1 0,0 1 0,1-1 0,-1 1 0,0 0 0,1-1 0,-1 1 0,0 0 0,1-1 0,-1 1 0,1 0 0,-1 0 0,1-1 0,-1 1 0,1 0 0,-1 0 0,1 0 0,-1 0 0,1 0 0,-1 0 0,1-1 0,-1 1 0,1 0 0,-1 0 0,1 1 0,-1-1 0,1 0 0,-1 0 0,1 0 0,-1 0 0,1 0 0,-1 0 0,0 1 0,1-1 0,-1 0 0,1 0 0,-1 1 0,1 0 0,24 9 0,-24-10 0,41 22 0,-30-14 0,1-1 0,0-1 0,1 0 0,27 7 0,22 2 0,-10-2 0,0-1 0,0-4 0,85 4 0,-138-12 0,1 1 0,-1-1 0,1 0 0,0 0 0,-1 0 0,1 0 0,0 0 0,-1 0 0,1 0 0,0 0 0,-1 0 0,1 0 0,-1 0 0,1-1 0,0 1 0,-1 0 0,1 0 0,-1-1 0,1 1 0,0 0 0,-1-1 0,1 1 0,-1 0 0,1-1 0,-1 1 0,1-1 0,0 0 0,-20-10 0,-21 1 0,0 2 0,-1 2 0,1 1 0,-59 1 0,40 2 0,-864-49 0,892 48 0,61 2 0,-21 0 0,1000-22 0,-2 81 0,-1007-58 0,50 8 0,-45-4 0,-31 0 0,-514 3 0,346-8 0,-349-1 0,501 1 0,83 1 0,771 0 0,-867-2 0,33 0 0,1 1 0,-1 1 0,1 1 0,-1 0 0,1 2 0,-34 8 0,54-11 0,1 0 0,0 0 0,-1 0 0,1 0 0,0 0 0,-1 0 0,1 1 0,0-1 0,0 0 0,-1 0 0,1 0 0,0 0 0,-1 0 0,1 0 0,0 0 0,0 1 0,-1-1 0,1 0 0,0 0 0,0 0 0,-1 1 0,1-1 0,0 0 0,0 0 0,0 1 0,-1-1 0,1 0 0,0 0 0,0 1 0,0-1 0,0 0 0,0 1 0,0-1 0,-1 0 0,1 1 0,0-1 0,0 0 0,0 0 0,0 1 0,0-1 0,0 0 0,0 1 0,0-1 0,1 0 0,-1 1 0,0-1 0,0 0 0,0 1 0,0-1 0,0 0 0,0 0 0,1 1 0,-1-1 0,0 0 0,0 0 0,0 1 0,1-1 0,-1 0 0,1 1 0,9 4 0,1-1 0,0 0 0,1-1 0,-1 0 0,1 0 0,-1-1 0,1-1 0,0 0 0,13-1 0,10 3 0,536 24 0,1-29 0,-552 2 0,8 0 0,-47 2 0,3 0 0,-1170 44 0,1934-48 0,-1951 2 0,2980 0-616,-2970 0 1232,1174 1-616,4-1 0,0 0 0,0-1 0,-24-4 0,32-1 0,17-1 0,25-6 0,295-59 0,-31 8 0,-283 57 0,-22 3 0,-34 1 0,-482 2 0,113 4 0,347-7 0,-96-18 0,97 11 0,-93-4 0,73 16 0,48 1 0,1-2 0,-1-1 0,1-1 0,-50-11 0,54 1 0,28 12 0,0 0 0,0 0 0,0-1 0,0 1 0,-1 0 0,1 0 0,0 0 0,0 0 0,0-1 0,0 1 0,0 0 0,0 0 0,0-1 0,-1 1 0,1 0 0,0 0 0,0 0 0,0-1 0,0 1 0,0 0 0,0 0 0,0-1 0,0 1 0,0 0 0,0 0 0,0-1 0,0 1 0,0 0 0,1 0 0,-1 0 0,0-1 0,0 1 0,0 0 0,0 0 0,0 0 0,0-1 0,0 1 0,1 0 0,-1 0 0,0 0 0,0 0 0,0-1 0,1 1 0,-1 0 0,0 0 0,0 0 0,0 0 0,1 0 0,-1-1 0,6-1 0,0 0 0,0 0 0,1 0 0,-1 1 0,0 0 0,8 0 0,7-2 0,636-48 0,-524 50 0,298-13 0,-412 11 0,-22 1 0,-35 0 0,-538 14 0,103-1 0,437-11 0,16-1 0,-1 1 0,1 1 0,-1 1 0,1 0 0,0 2 0,-30 9 0,35-5 0,13-2 0,4-5 0,0 0 0,0-1 0,1 1 0,-1-1 0,0 1 0,0-1 0,0 1 0,0-1 0,1 0 0,-1 0 0,0 0 0,3-1 0,80-7 0,130-30 0,-104 15 0,568-86-1365,-595 98-5461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5:41.27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0 206,'5'-3,"-1"0,1 0,-1 1,1-1,0 1,0 0,0 1,0-1,1 1,6-1,15-5,123-38,2 6,294-37,272 61,-456 18,-217-3</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5:41.7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5:41.91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5:42.25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26 0,'-4'0,"-6"4,-2 2</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5:42.41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5T11:15:42.53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1:16:23.685"/>
    </inkml:context>
    <inkml:brush xml:id="br0">
      <inkml:brushProperty name="width" value="0.035" units="cm"/>
      <inkml:brushProperty name="height" value="0.035" units="cm"/>
      <inkml:brushProperty name="color" value="#FFFFFF"/>
    </inkml:brush>
  </inkml:definitions>
  <inkml:trace contextRef="#ctx0" brushRef="#br0">0 300 24575,'3'-1'0,"-1"1"0,1 0 0,-1-1 0,1 0 0,-1 1 0,1-1 0,-1 0 0,1 0 0,-1-1 0,0 1 0,1 0 0,-1-1 0,0 1 0,0-1 0,0 0 0,0 0 0,0 1 0,-1-1 0,1-1 0,2-3 0,25-52 0,-19 34 0,59-143 0,-58 147 0,-7 29 0,-7 35 0,-40 152 0,40-181 0,1 9 0,3-24 0,0-1 0,1 0 0,-1 1 0,0-1 0,0 0 0,0 0 0,0 0 0,0 0 0,0 0 0,0 0 0,-1 0 0,1 0 0,0 0 0,0 0 0,-1-1 0,1 1 0,-1 0 0,1-2 0,42-82 0,-37 68 0,1 1 0,1 0 0,0 1 0,1 0 0,22-28 0,-30 42 0,-1 1 0,0-1 0,1 1 0,-1-1 0,0 1 0,1-1 0,-1 1 0,1-1 0,-1 1 0,1 0 0,-1-1 0,1 1 0,-1 0 0,1-1 0,-1 1 0,1 0 0,0 0 0,-1-1 0,1 1 0,-1 0 0,1 0 0,0 0 0,-1 0 0,1 0 0,-1 0 0,1 0 0,0 0 0,-1 0 0,1 0 0,0 0 0,-1 0 0,1 0 0,-1 1 0,1-1 0,-1 0 0,2 1 0,-1 1 0,0-1 0,0 1 0,0 0 0,0 0 0,0-1 0,0 1 0,-1 0 0,1 0 0,0 0 0,-1 0 0,1 3 0,1 64 0,-2-64 0,0-1 0,3 44 0,-3-48 0,0 1 0,1 0 0,-1 0 0,0-1 0,0 1 0,0 0 0,1-1 0,-1 1 0,0 0 0,1-1 0,-1 1 0,0 0 0,1-1 0,-1 1 0,1-1 0,-1 1 0,1-1 0,-1 1 0,1-1 0,0 1 0,-1-1 0,1 0 0,-1 1 0,1-1 0,0 0 0,0 1 0,-1-1 0,1 0 0,0 0 0,-1 0 0,1 1 0,0-1 0,0 0 0,-1 0 0,1 0 0,0 0 0,0 0 0,-1-1 0,1 1 0,0 0 0,-1 0 0,1 0 0,0-1 0,-1 1 0,1 0 0,0-1 0,-1 1 0,1 0 0,0-1 0,-1 1 0,1-1 0,-1 1 0,1-1 0,-1 1 0,1-1 0,-1 0 0,1 0 0,22-20 0,-1-2 0,24-30 0,11-13 0,-56 64 0,-1 1 0,1 0 0,0 0 0,0 0 0,0 0 0,0 0 0,0 0 0,0 0 0,0 1 0,0-1 0,0 0 0,0 0 0,0 1 0,0-1 0,0 1 0,1-1 0,-1 1 0,0-1 0,0 1 0,1 0 0,-1 0 0,0 0 0,1-1 0,-1 1 0,0 0 0,1 1 0,-1-1 0,2 0 0,-1 2 0,-1-1 0,0 1 0,0-1 0,0 1 0,0 0 0,0-1 0,0 1 0,0 0 0,-1 0 0,1 0 0,0-1 0,-1 1 0,0 0 0,1 0 0,-1 0 0,0 3 0,0 10 0,0 0 0,-1 0 0,-4 27 0,-8-6 0,10-30 0,1-1 0,0 1 0,0 0 0,0 0 0,1 0 0,-1 8 0,6-12 0,7-11 0,6-10 0,-10 9 0,0 1 0,0 0 0,1 1 0,12-11 0,-19 18 0,0 0 0,0 0 0,0 0 0,0 1 0,0-1 0,1 0 0,-1 1 0,0-1 0,1 1 0,-1-1 0,0 1 0,1 0 0,-1-1 0,0 1 0,1 0 0,-1 0 0,1 0 0,-1 0 0,2 0 0,-2 1 0,1 0 0,-1 0 0,0 0 0,0 0 0,1 0 0,-1 0 0,0 0 0,0 0 0,0 1 0,0-1 0,0 0 0,0 0 0,-1 1 0,1-1 0,0 1 0,-1-1 0,1 1 0,-1-1 0,1 1 0,-1-1 0,1 3 0,2 20 0,-2-18 0,-1 0 0,1 0 0,1 0 0,-1-1 0,1 1 0,4 10 0,-6-16 0,1 1 0,-1 0 0,1-1 0,-1 1 0,1 0 0,-1-1 0,1 1 0,-1-1 0,1 1 0,0-1 0,-1 0 0,1 1 0,0-1 0,-1 0 0,1 1 0,0-1 0,0 0 0,-1 0 0,1 1 0,0-1 0,0 0 0,1 0 0,0 0 0,0-1 0,0 1 0,0-1 0,0 0 0,0 1 0,0-1 0,-1 0 0,1 0 0,0 0 0,0 0 0,-1-1 0,3-1 0,13-13 0,-1 0 0,25-33 0,-29 34 0,0 0 0,0 1 0,1 1 0,28-22 0,-40 34 0,0 0 0,0 0 0,0 0 0,0 0 0,0 0 0,0 0 0,0 1 0,1-1 0,-1 0 0,0 1 0,1-1 0,-1 1 0,0-1 0,1 1 0,-1 0 0,1 0 0,-1-1 0,0 1 0,1 0 0,-1 0 0,1 1 0,-1-1 0,1 0 0,-1 0 0,0 1 0,1-1 0,-1 0 0,0 1 0,1 0 0,-1-1 0,0 1 0,0 0 0,1-1 0,-1 1 0,0 0 0,0 0 0,0 0 0,0 0 0,0 0 0,0 0 0,0 2 0,3 4 0,0 1 0,-1 0 0,-1 1 0,1-1 0,1 17 0,3 4 0,18 95 0,-20-89 0,-5-33 0,0 0 0,1 0 0,-1-1 0,0 1 0,1 0 0,-1-1 0,1 1 0,-1 0 0,1-1 0,0 1 0,0-1 0,-1 1 0,1-1 0,0 1 0,0-1 0,1 0 0,-1 1 0,3 1 0,-3-3 0,0 0 0,0 0 0,-1 1 0,1-1 0,0 0 0,0 0 0,0 0 0,0 0 0,0-1 0,0 1 0,0 0 0,0 0 0,0 0 0,0-1 0,0 1 0,0-1 0,0 1 0,0-1 0,0 1 0,-1-1 0,1 1 0,0-1 0,1-1 0,4-4 0,0 0 0,0-1 0,0 0 0,-1-1 0,7-12 0,3-8 0,15-44 0,1-5 0,-30 76 0,-1 0 0,0 1 0,0-1 0,1 0 0,-1 0 0,0 1 0,1-1 0,-1 0 0,1 1 0,-1-1 0,1 0 0,-1 1 0,1-1 0,-1 0 0,1 1 0,0-1 0,-1 1 0,1 0 0,0-1 0,-1 1 0,1-1 0,1 1 0,6 13 0,-4 39 0,-4-43 0,0-6 0,1 0 0,-1 0 0,1-1 0,-1 1 0,1 0 0,0-1 0,0 1 0,0 0 0,0-1 0,1 1 0,-1-1 0,1 0 0,-1 1 0,1-1 0,0 0 0,0 0 0,0 0 0,0 0 0,0 0 0,0-1 0,1 1 0,-1-1 0,1 1 0,-1-1 0,1 0 0,-1 0 0,1 0 0,4 1 0,6 0 0,0 0 0,0 0 0,1-2 0,24-1 0,-14 0 0,306-4 0,-676-21 0,88 2 0,-6 22 0,139 4 0,1840-2 0,-2527 0 0,1251 27 0,-287-14 0,318 42 0,70 5 0,-504-59 0,-25-2 0,-1 2 0,1-1 0,19 5 0,-30-5 0,0 0 0,0 0 0,0 0 0,-1 0 0,1 0 0,0 0 0,0 0 0,0 1 0,0-1 0,0 0 0,0 0 0,0 0 0,0 0 0,0 0 0,0 0 0,0 0 0,0 0 0,0 0 0,0 0 0,0 0 0,0 0 0,0 1 0,0-1 0,0 0 0,0 0 0,0 0 0,0 0 0,0 0 0,0 0 0,0 0 0,0 0 0,0 0 0,0 0 0,0 0 0,0 1 0,0-1 0,0 0 0,0 0 0,0 0 0,0 0 0,0 0 0,0 0 0,1 0 0,-1 0 0,0 0 0,0 0 0,0 0 0,0 0 0,0 0 0,0 0 0,0 0 0,0 0 0,0 0 0,0 0 0,1 0 0,-16 4 0,-22 1 0,-788 2 0,481-10 0,2102 3 0,-1722-1-341,-1-1 0,1-2-1,68-18 1,-81 16-6485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1:16:39.834"/>
    </inkml:context>
    <inkml:brush xml:id="br0">
      <inkml:brushProperty name="width" value="0.35" units="cm"/>
      <inkml:brushProperty name="height" value="0.35" units="cm"/>
      <inkml:brushProperty name="color" value="#FFFFFF"/>
    </inkml:brush>
  </inkml:definitions>
  <inkml:trace contextRef="#ctx0" brushRef="#br0">0 0 24461,'2465'153'0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1:16:11.695"/>
    </inkml:context>
    <inkml:brush xml:id="br0">
      <inkml:brushProperty name="width" value="0.035" units="cm"/>
      <inkml:brushProperty name="height" value="0.035" units="cm"/>
      <inkml:brushProperty name="color" value="#FFFFFF"/>
    </inkml:brush>
  </inkml:definitions>
  <inkml:trace contextRef="#ctx0" brushRef="#br0">668 886 24575,'92'3'0,"-1"4"0,122 26 0,-187-26 0,-38-4 0,-47-4 0,51 1 0,-28 0 0,0-2 0,1-2 0,-1-1 0,-37-11 0,39 8 0,-35-11 0,64 18 0,1-1 0,0 1 0,0-1 0,0-1 0,0 1 0,0-1 0,0 1 0,0-1 0,1 0 0,0 0 0,-6-7 0,9 9 0,-1 1 0,1 0 0,0-1 0,0 1 0,0 0 0,0-1 0,0 1 0,0 0 0,0-1 0,0 1 0,0 0 0,1 0 0,-1-1 0,0 1 0,0 0 0,0-1 0,0 1 0,0 0 0,0 0 0,1-1 0,-1 1 0,0 0 0,0 0 0,0-1 0,1 1 0,-1 0 0,0 0 0,0 0 0,1-1 0,-1 1 0,0 0 0,1 0 0,-1 0 0,0 0 0,0 0 0,1 0 0,-1-1 0,0 1 0,1 0 0,-1 0 0,0 0 0,1 0 0,-1 0 0,0 0 0,1 0 0,-1 0 0,0 1 0,0-1 0,1 0 0,-1 0 0,0 0 0,1 0 0,-1 0 0,0 0 0,0 0 0,1 1 0,-1-1 0,0 0 0,24 4 0,-9 0 0,0 2 0,0 0 0,19 10 0,-21-9 0,0-1 0,0 0 0,25 7 0,-32-12 0,0 0 0,0-1 0,-1 1 0,1-1 0,0 0 0,0 0 0,0-1 0,0 0 0,0 0 0,-1 0 0,1-1 0,0 0 0,6-3 0,-5 2 0,0 1 0,0-2 0,0 1 0,0-1 0,-1 0 0,1-1 0,-1 0 0,0 1 0,0-2 0,-1 1 0,0-1 0,6-7 0,-11 12 0,0 0 0,0 0 0,0 0 0,0 0 0,0 1 0,0-1 0,0 0 0,0 0 0,0 0 0,0 0 0,-1 1 0,1-1 0,0 0 0,-1 0 0,1 1 0,-1-1 0,1 0 0,-1 0 0,1 1 0,-1-1 0,1 1 0,-1-1 0,1 0 0,-1 1 0,0-1 0,0 1 0,1-1 0,-1 1 0,0 0 0,0-1 0,1 1 0,-1 0 0,0-1 0,0 1 0,0 0 0,1 0 0,-1 0 0,0 0 0,0 0 0,0 0 0,-1 0 0,-42-5 0,40 5 0,-11 0 0,-54-3 0,-73 7 0,123-3 0,0 2 0,0 0 0,0 1 0,1 0 0,0 2 0,0 0 0,0 1 0,-31 18 0,47-24 0,1 0 0,-1 0 0,1 0 0,-1 0 0,1 0 0,0 0 0,-1 0 0,1 0 0,0 0 0,0 1 0,0-1 0,0 0 0,0 1 0,0-1 0,0 1 0,1 0 0,-2 2 0,2-4 0,0 1 0,0 0 0,1 0 0,-1 0 0,0 0 0,0-1 0,1 1 0,-1 0 0,1 0 0,-1 0 0,0-1 0,1 1 0,-1 0 0,1-1 0,0 1 0,-1 0 0,1-1 0,0 1 0,-1-1 0,1 1 0,0-1 0,-1 1 0,1-1 0,1 1 0,10 3 0,0 0 0,0 0 0,0-1 0,12 2 0,4 1 0,29 12 0,-22-6 0,47 10 0,-177-34 0,62 8 0,32 3 0,-1 1 0,1 0 0,-1 0 0,0 0 0,1 0 0,-1 0 0,0 0 0,1 0 0,-1 0 0,1 1 0,-1-1 0,1 0 0,-1 1 0,1 0 0,-1-1 0,1 1 0,-2 1 0,7-1 0,0 1 0,0-1 0,0 1 0,0-1 0,0-1 0,0 1 0,6 0 0,27 0 0,0-2 0,0-1 0,44-9 0,-3 0 0,-75 11 0,-1 0 0,0 0 0,1 0 0,-1-1 0,0 1 0,1-1 0,-1 1 0,0-1 0,0 0 0,1 0 0,-1 0 0,0 0 0,0-1 0,0 1 0,0-1 0,0 1 0,-1-1 0,1 1 0,0-1 0,1-3 0,-2 4 0,-1 0 0,0 1 0,0-1 0,1 0 0,-1 0 0,0 0 0,0 0 0,0 1 0,0-1 0,0 0 0,0 0 0,0 0 0,-1 0 0,1 1 0,0-1 0,0 0 0,-1 0 0,1 0 0,0 1 0,-1-1 0,0-1 0,-1 0 0,0 0 0,0 0 0,0 0 0,0 0 0,0 0 0,0 0 0,-1 1 0,1-1 0,-5-1 0,-32-14 0,-2 2 0,-44-11 0,-30-11 0,87 27 0,-1 0 0,0 2 0,-36-6 0,48 12 0,1 1 0,0 1 0,-1 0 0,1 1 0,0 0 0,-1 2 0,-24 6 0,-155 28 0,190-36 0,94-24 0,-65 16 0,0 1 0,42-7 0,361 6 0,-249 10 0,934-2 0,-3095-1 0,1980 0 0,0 0 0,0 0 0,0 0 0,1-1 0,-1 1 0,0-1 0,0 0 0,0 0 0,0 0 0,1-1 0,-1 0 0,1 1 0,-1-1 0,1 0 0,-1-1 0,1 1 0,-3-4 0,4 4 0,0-1 0,0 0 0,0 0 0,1 0 0,-1-1 0,1 1 0,0 0 0,0 0 0,0-1 0,0 1 0,0-1 0,1 1 0,0-1 0,0 1 0,0-1 0,0 1 0,0-1 0,1 1 0,1-7 0,-2 7 0,1 0 0,0 1 0,-1-1 0,1 1 0,0-1 0,1 1 0,-1 0 0,0-1 0,1 1 0,-1 0 0,1 0 0,-1 0 0,1 0 0,0 0 0,0 0 0,0 0 0,0 1 0,0-1 0,1 1 0,-1-1 0,0 1 0,1 0 0,-1 0 0,1 0 0,-1 0 0,1 1 0,-1-1 0,1 1 0,0-1 0,-1 1 0,1 0 0,0 0 0,-1 0 0,5 1 0,-2-1 0,0 1 0,1 0 0,-1 1 0,0-1 0,0 1 0,0 0 0,0 0 0,-1 0 0,1 1 0,-1-1 0,1 1 0,-1 0 0,0 1 0,0-1 0,0 1 0,6 8 0,9 18 0,-1 1 0,-2 0 0,18 49 0,-31-71 0,-1 0 0,0-1 0,-1 1 0,0 0 0,-1-1 0,0 1 0,0 0 0,0 0 0,-1 0 0,-1-1 0,0 1 0,-5 16 0,1-1 0,5-23 0,1 0 0,0-1 0,0 1 0,-1-1 0,1 1 0,0 0 0,0-1 0,0 1 0,-1 0 0,1-1 0,0 1 0,0 0 0,0-1 0,0 1 0,0 0 0,0-1 0,1 1 0,-1 0 0,0-1 0,0 1 0,0 0 0,1-1 0,-1 1 0,0-1 0,1 1 0,-1-1 0,0 1 0,1 0 0,-1-1 0,1 1 0,0 0 0,19-9 0,21-28 0,-17 7 0,-2 0 0,-1-2 0,-1 0 0,31-65 0,-50 94 0,0 0 0,0 0 0,0 0 0,0 0 0,-1 0 0,1 0 0,-1 0 0,1 0 0,-1 0 0,1 0 0,-1 0 0,0-1 0,0 1 0,0 0 0,-1 0 0,1 0 0,0 0 0,-1 0 0,1 0 0,-1 0 0,0 0 0,1 0 0,-1 0 0,-1-2 0,-2 1 0,1 0 0,-1-1 0,0 2 0,1-1 0,-1 0 0,-1 1 0,1 0 0,-7-3 0,-25-15 0,33 18 0,0 0 0,0 0 0,1 0 0,-1-1 0,1 1 0,-1 0 0,1-1 0,0 0 0,0 1 0,0-1 0,0 0 0,1 0 0,-1 0 0,1 0 0,0 0 0,0-1 0,0 1 0,0 0 0,0 0 0,1-1 0,-1-3 0,2 2 0,0 1 0,0-1 0,0 1 0,0-1 0,1 1 0,0-1 0,0 1 0,0 0 0,0 0 0,1 0 0,-1 0 0,1 0 0,5-5 0,6-4 0,0 0 0,1 1 0,1 0 0,0 1 0,0 1 0,25-11 0,-18 12 0,2 1 0,-1 2 0,1 0 0,47-3 0,-51 6 0,-5 2 0,0 0 0,0 1 0,-1 0 0,1 2 0,0-1 0,0 2 0,-1 0 0,1 1 0,-1 1 0,20 9 0,9 7 0,-1 2 0,41 30 0,37 21 0,-106-68 0,-1-1 0,1 0 0,-1 0 0,1-2 0,1 0 0,-1 0 0,0-2 0,26 0 0,124-13 0,175-57 0,-291 58 0,-43 10 0,0-1 0,-1 1 0,1-1 0,0 0 0,0 0 0,-1-1 0,0 0 0,1 0 0,-1 0 0,0 0 0,0-1 0,-1 0 0,1 0 0,-1 0 0,0-1 0,0 1 0,0-1 0,-1 0 0,1 0 0,-1 0 0,0-1 0,-1 1 0,1-1 0,-1 0 0,-1 1 0,1-1 0,-1 0 0,0 0 0,0 0 0,0-8 0,1 3 0,-1 0 0,0 0 0,-1-1 0,0 1 0,-1 0 0,0 0 0,-1 0 0,0 0 0,-1 0 0,0 1 0,0-1 0,-1 1 0,-1-1 0,0 1 0,0 1 0,-1-1 0,0 1 0,-1 0 0,-9-11 0,-2 2-119,-96-109-1127,98 105-5580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1:16:14.372"/>
    </inkml:context>
    <inkml:brush xml:id="br0">
      <inkml:brushProperty name="width" value="0.035" units="cm"/>
      <inkml:brushProperty name="height" value="0.035" units="cm"/>
      <inkml:brushProperty name="color" value="#FFFFFF"/>
    </inkml:brush>
  </inkml:definitions>
  <inkml:trace contextRef="#ctx0" brushRef="#br0">214 257 24575,'0'-1'0,"1"0"0,-1 0 0,0 0 0,1 0 0,-1 0 0,1 0 0,-1 1 0,1-1 0,-1 0 0,1 0 0,0 0 0,-1 1 0,1-1 0,0 0 0,0 1 0,-1-1 0,1 1 0,0-1 0,0 1 0,0-1 0,0 1 0,0-1 0,0 1 0,0 0 0,0 0 0,0-1 0,0 1 0,1 0 0,37-5 0,-28 5 0,870-29 0,-988 0 0,-10 5 0,-362-82 0,423 92 0,-1 3 0,0 2 0,0 2 0,-100 2 0,137 6 0,-35 0 0,50 1 0,34 2 0,892 19 0,-619-26 0,-274 5 0,-1 0 0,1 2 0,-1 1 0,0 1 0,0 1 0,47 20 0,-60-17 0,-25-4 0,-33-5 0,-542-61-1365,545 54-5461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1:16:44.976"/>
    </inkml:context>
    <inkml:brush xml:id="br0">
      <inkml:brushProperty name="width" value="0.35" units="cm"/>
      <inkml:brushProperty name="height" value="0.35" units="cm"/>
      <inkml:brushProperty name="color" value="#FFFFFF"/>
    </inkml:brush>
  </inkml:definitions>
  <inkml:trace contextRef="#ctx0" brushRef="#br0">156 133 24575,'-14'0'0,"0"-1"0,0 0 0,1-1 0,-19-4 0,28 5 0,0-1 0,-1 1 0,1-1 0,0 1 0,1-1 0,-1 0 0,0-1 0,0 1 0,1 0 0,0-1 0,-1 0 0,1 0 0,0 0 0,0 0 0,1-1 0,-1 1 0,-3-7 0,6 9 0,-1 0 0,1 0 0,0 0 0,-1 0 0,1 0 0,0 0 0,-1 0 0,1 0 0,0 0 0,0 0 0,0 0 0,0 0 0,0 0 0,0 0 0,1 0 0,-1 0 0,0 0 0,0 0 0,1 0 0,-1 0 0,0 0 0,1 1 0,-1-1 0,1 0 0,0 0 0,-1 0 0,1 0 0,0 1 0,-1-1 0,1 0 0,0 0 0,0 1 0,-1-1 0,1 1 0,0-1 0,0 1 0,0-1 0,0 1 0,0-1 0,0 1 0,1 0 0,49-12 0,-39 10 0,127-13 0,0 6 0,179 11 0,-107 1 0,172 16 0,49-11 0,-251-10 0,887 2-1365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9F1E2E-BDD4-408A-BE75-631B6A813E5F}" type="datetimeFigureOut">
              <a:rPr lang="en-PK" smtClean="0"/>
              <a:t>09/26/2025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0D1A1E-38F7-45F1-BB27-746B7D33024C}" type="slidenum">
              <a:rPr lang="en-PK" smtClean="0"/>
              <a:t>‹#›</a:t>
            </a:fld>
            <a:endParaRPr lang="en-PK"/>
          </a:p>
        </p:txBody>
      </p:sp>
    </p:spTree>
    <p:extLst>
      <p:ext uri="{BB962C8B-B14F-4D97-AF65-F5344CB8AC3E}">
        <p14:creationId xmlns:p14="http://schemas.microsoft.com/office/powerpoint/2010/main" val="4269347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3" name="Picture 2" descr="A close up of a computer chip">
            <a:extLst>
              <a:ext uri="{FF2B5EF4-FFF2-40B4-BE49-F238E27FC236}">
                <a16:creationId xmlns:a16="http://schemas.microsoft.com/office/drawing/2014/main" id="{B7C4D4CB-B007-3AB5-EF06-7C5257827C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3023967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pic>
        <p:nvPicPr>
          <p:cNvPr id="4" name="Picture 3" descr="A colorful rectangles with lines&#10;&#10;Description automatically generated">
            <a:extLst>
              <a:ext uri="{FF2B5EF4-FFF2-40B4-BE49-F238E27FC236}">
                <a16:creationId xmlns:a16="http://schemas.microsoft.com/office/drawing/2014/main" id="{DD488B95-72F4-76CE-3189-8A9477FCF18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1"/>
            <a:ext cx="12192000" cy="6857657"/>
          </a:xfrm>
          <a:prstGeom prst="rect">
            <a:avLst/>
          </a:prstGeom>
        </p:spPr>
      </p:pic>
      <p:sp>
        <p:nvSpPr>
          <p:cNvPr id="7" name="Slide Number Placeholder 5">
            <a:extLst>
              <a:ext uri="{FF2B5EF4-FFF2-40B4-BE49-F238E27FC236}">
                <a16:creationId xmlns:a16="http://schemas.microsoft.com/office/drawing/2014/main" id="{A1D4DF28-AC8A-0D82-B92C-8A5ED786FA38}"/>
              </a:ext>
            </a:extLst>
          </p:cNvPr>
          <p:cNvSpPr>
            <a:spLocks noGrp="1"/>
          </p:cNvSpPr>
          <p:nvPr>
            <p:ph type="sldNum" sz="quarter" idx="4"/>
          </p:nvPr>
        </p:nvSpPr>
        <p:spPr>
          <a:xfrm>
            <a:off x="701965" y="6307970"/>
            <a:ext cx="2743200" cy="365125"/>
          </a:xfrm>
          <a:prstGeom prst="rect">
            <a:avLst/>
          </a:prstGeom>
        </p:spPr>
        <p:txBody>
          <a:bodyPr vert="horz" lIns="91440" tIns="45720" rIns="91440" bIns="45720" rtlCol="0" anchor="ctr"/>
          <a:lstStyle>
            <a:lvl1pPr algn="l">
              <a:defRPr sz="1200">
                <a:solidFill>
                  <a:schemeClr val="tx1"/>
                </a:solidFill>
              </a:defRPr>
            </a:lvl1pPr>
          </a:lstStyle>
          <a:p>
            <a:r>
              <a:rPr lang="en-US" dirty="0">
                <a:solidFill>
                  <a:schemeClr val="bg1"/>
                </a:solidFill>
                <a:latin typeface="Century Gothic" panose="020B0502020202020204" pitchFamily="34" charset="0"/>
              </a:rPr>
              <a:t>Slide Number </a:t>
            </a:r>
            <a:fld id="{6EBC3B51-DE6F-4918-BB1B-21BDA37DE1D0}" type="slidenum">
              <a:rPr lang="en-PK" smtClean="0">
                <a:solidFill>
                  <a:schemeClr val="bg1"/>
                </a:solidFill>
              </a:rPr>
              <a:pPr/>
              <a:t>‹#›</a:t>
            </a:fld>
            <a:endParaRPr lang="en-PK" dirty="0">
              <a:solidFill>
                <a:schemeClr val="bg1"/>
              </a:solidFill>
            </a:endParaRPr>
          </a:p>
        </p:txBody>
      </p:sp>
    </p:spTree>
    <p:extLst>
      <p:ext uri="{BB962C8B-B14F-4D97-AF65-F5344CB8AC3E}">
        <p14:creationId xmlns:p14="http://schemas.microsoft.com/office/powerpoint/2010/main" val="2399814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pic>
        <p:nvPicPr>
          <p:cNvPr id="3" name="Picture 2" descr="A white rectangular object with blue and red lines&#10;&#10;Description automatically generated">
            <a:extLst>
              <a:ext uri="{FF2B5EF4-FFF2-40B4-BE49-F238E27FC236}">
                <a16:creationId xmlns:a16="http://schemas.microsoft.com/office/drawing/2014/main" id="{523AA178-0CC2-6955-92C1-EEEC77DB2A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1"/>
            <a:ext cx="12192000" cy="6857657"/>
          </a:xfrm>
          <a:prstGeom prst="rect">
            <a:avLst/>
          </a:prstGeom>
        </p:spPr>
      </p:pic>
      <p:sp>
        <p:nvSpPr>
          <p:cNvPr id="6" name="Slide Number Placeholder 5">
            <a:extLst>
              <a:ext uri="{FF2B5EF4-FFF2-40B4-BE49-F238E27FC236}">
                <a16:creationId xmlns:a16="http://schemas.microsoft.com/office/drawing/2014/main" id="{7FBF2A5D-78E0-2E04-5D71-B63878460274}"/>
              </a:ext>
            </a:extLst>
          </p:cNvPr>
          <p:cNvSpPr>
            <a:spLocks noGrp="1"/>
          </p:cNvSpPr>
          <p:nvPr>
            <p:ph type="sldNum" sz="quarter" idx="4"/>
          </p:nvPr>
        </p:nvSpPr>
        <p:spPr>
          <a:xfrm>
            <a:off x="701965" y="6307970"/>
            <a:ext cx="2743200" cy="365125"/>
          </a:xfrm>
          <a:prstGeom prst="rect">
            <a:avLst/>
          </a:prstGeom>
        </p:spPr>
        <p:txBody>
          <a:bodyPr vert="horz" lIns="91440" tIns="45720" rIns="91440" bIns="45720" rtlCol="0" anchor="ctr"/>
          <a:lstStyle>
            <a:lvl1pPr algn="l">
              <a:defRPr sz="1200">
                <a:solidFill>
                  <a:srgbClr val="0A48E9"/>
                </a:solidFill>
                <a:latin typeface="Century Gothic" panose="020B0502020202020204" pitchFamily="34" charset="0"/>
              </a:defRPr>
            </a:lvl1pPr>
          </a:lstStyle>
          <a:p>
            <a:r>
              <a:rPr lang="en-US"/>
              <a:t>Slide Number </a:t>
            </a:r>
            <a:fld id="{6EBC3B51-DE6F-4918-BB1B-21BDA37DE1D0}" type="slidenum">
              <a:rPr lang="en-PK" smtClean="0"/>
              <a:pPr/>
              <a:t>‹#›</a:t>
            </a:fld>
            <a:endParaRPr lang="en-PK" dirty="0"/>
          </a:p>
        </p:txBody>
      </p:sp>
    </p:spTree>
    <p:extLst>
      <p:ext uri="{BB962C8B-B14F-4D97-AF65-F5344CB8AC3E}">
        <p14:creationId xmlns:p14="http://schemas.microsoft.com/office/powerpoint/2010/main" val="800160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pic>
        <p:nvPicPr>
          <p:cNvPr id="3" name="Picture 2" descr="A close-up of a computer screen&#10;&#10;Description automatically generated">
            <a:extLst>
              <a:ext uri="{FF2B5EF4-FFF2-40B4-BE49-F238E27FC236}">
                <a16:creationId xmlns:a16="http://schemas.microsoft.com/office/drawing/2014/main" id="{3B2167B4-EDB8-B40B-E472-47EB16BC381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1"/>
            <a:ext cx="12192000" cy="6857657"/>
          </a:xfrm>
          <a:prstGeom prst="rect">
            <a:avLst/>
          </a:prstGeom>
        </p:spPr>
      </p:pic>
      <p:sp>
        <p:nvSpPr>
          <p:cNvPr id="8" name="Slide Number Placeholder 5">
            <a:extLst>
              <a:ext uri="{FF2B5EF4-FFF2-40B4-BE49-F238E27FC236}">
                <a16:creationId xmlns:a16="http://schemas.microsoft.com/office/drawing/2014/main" id="{261293E8-2588-D3AC-2E8E-FFE07F938EE7}"/>
              </a:ext>
            </a:extLst>
          </p:cNvPr>
          <p:cNvSpPr>
            <a:spLocks noGrp="1"/>
          </p:cNvSpPr>
          <p:nvPr>
            <p:ph type="sldNum" sz="quarter" idx="4"/>
          </p:nvPr>
        </p:nvSpPr>
        <p:spPr>
          <a:xfrm>
            <a:off x="701965" y="6307970"/>
            <a:ext cx="2743200" cy="365125"/>
          </a:xfrm>
          <a:prstGeom prst="rect">
            <a:avLst/>
          </a:prstGeom>
        </p:spPr>
        <p:txBody>
          <a:bodyPr vert="horz" lIns="91440" tIns="45720" rIns="91440" bIns="45720" rtlCol="0" anchor="ctr"/>
          <a:lstStyle>
            <a:lvl1pPr algn="l">
              <a:defRPr sz="1200">
                <a:solidFill>
                  <a:srgbClr val="0A48E9"/>
                </a:solidFill>
                <a:latin typeface="Century Gothic" panose="020B0502020202020204" pitchFamily="34" charset="0"/>
              </a:defRPr>
            </a:lvl1pPr>
          </a:lstStyle>
          <a:p>
            <a:r>
              <a:rPr lang="en-US"/>
              <a:t>Slide Number </a:t>
            </a:r>
            <a:fld id="{6EBC3B51-DE6F-4918-BB1B-21BDA37DE1D0}" type="slidenum">
              <a:rPr lang="en-PK" smtClean="0"/>
              <a:pPr/>
              <a:t>‹#›</a:t>
            </a:fld>
            <a:endParaRPr lang="en-PK" dirty="0"/>
          </a:p>
        </p:txBody>
      </p:sp>
    </p:spTree>
    <p:extLst>
      <p:ext uri="{BB962C8B-B14F-4D97-AF65-F5344CB8AC3E}">
        <p14:creationId xmlns:p14="http://schemas.microsoft.com/office/powerpoint/2010/main" val="1053502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3" name="Picture 2" descr="A close up of a circuit board">
            <a:extLst>
              <a:ext uri="{FF2B5EF4-FFF2-40B4-BE49-F238E27FC236}">
                <a16:creationId xmlns:a16="http://schemas.microsoft.com/office/drawing/2014/main" id="{580311C9-E88C-0D0D-C7A0-DE329F5F5D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1"/>
            <a:ext cx="12192000" cy="6857657"/>
          </a:xfrm>
          <a:prstGeom prst="rect">
            <a:avLst/>
          </a:prstGeom>
        </p:spPr>
      </p:pic>
      <p:sp>
        <p:nvSpPr>
          <p:cNvPr id="7" name="Slide Number Placeholder 5">
            <a:extLst>
              <a:ext uri="{FF2B5EF4-FFF2-40B4-BE49-F238E27FC236}">
                <a16:creationId xmlns:a16="http://schemas.microsoft.com/office/drawing/2014/main" id="{BDC63A69-E135-0E4A-4141-17EA3282C090}"/>
              </a:ext>
            </a:extLst>
          </p:cNvPr>
          <p:cNvSpPr>
            <a:spLocks noGrp="1"/>
          </p:cNvSpPr>
          <p:nvPr>
            <p:ph type="sldNum" sz="quarter" idx="4"/>
          </p:nvPr>
        </p:nvSpPr>
        <p:spPr>
          <a:xfrm>
            <a:off x="701965" y="6307970"/>
            <a:ext cx="2743200" cy="365125"/>
          </a:xfrm>
          <a:prstGeom prst="rect">
            <a:avLst/>
          </a:prstGeom>
        </p:spPr>
        <p:txBody>
          <a:bodyPr vert="horz" lIns="91440" tIns="45720" rIns="91440" bIns="45720" rtlCol="0" anchor="ctr"/>
          <a:lstStyle>
            <a:lvl1pPr algn="l">
              <a:defRPr sz="1200">
                <a:solidFill>
                  <a:srgbClr val="0A48E9"/>
                </a:solidFill>
                <a:latin typeface="Century Gothic" panose="020B0502020202020204" pitchFamily="34" charset="0"/>
              </a:defRPr>
            </a:lvl1pPr>
          </a:lstStyle>
          <a:p>
            <a:r>
              <a:rPr lang="en-US"/>
              <a:t>Slide Number </a:t>
            </a:r>
            <a:fld id="{6EBC3B51-DE6F-4918-BB1B-21BDA37DE1D0}" type="slidenum">
              <a:rPr lang="en-PK" smtClean="0"/>
              <a:pPr/>
              <a:t>‹#›</a:t>
            </a:fld>
            <a:endParaRPr lang="en-PK" dirty="0"/>
          </a:p>
        </p:txBody>
      </p:sp>
    </p:spTree>
    <p:extLst>
      <p:ext uri="{BB962C8B-B14F-4D97-AF65-F5344CB8AC3E}">
        <p14:creationId xmlns:p14="http://schemas.microsoft.com/office/powerpoint/2010/main" val="601871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4_Blank">
    <p:spTree>
      <p:nvGrpSpPr>
        <p:cNvPr id="1" name=""/>
        <p:cNvGrpSpPr/>
        <p:nvPr/>
      </p:nvGrpSpPr>
      <p:grpSpPr>
        <a:xfrm>
          <a:off x="0" y="0"/>
          <a:ext cx="0" cy="0"/>
          <a:chOff x="0" y="0"/>
          <a:chExt cx="0" cy="0"/>
        </a:xfrm>
      </p:grpSpPr>
      <p:pic>
        <p:nvPicPr>
          <p:cNvPr id="4" name="Picture 3" descr="A blue and white rectangle with red lines&#10;&#10;Description automatically generated">
            <a:extLst>
              <a:ext uri="{FF2B5EF4-FFF2-40B4-BE49-F238E27FC236}">
                <a16:creationId xmlns:a16="http://schemas.microsoft.com/office/drawing/2014/main" id="{3784EB11-51CF-FB6D-529D-780173816CF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1"/>
            <a:ext cx="12192000" cy="6857657"/>
          </a:xfrm>
          <a:prstGeom prst="rect">
            <a:avLst/>
          </a:prstGeom>
        </p:spPr>
      </p:pic>
      <p:sp>
        <p:nvSpPr>
          <p:cNvPr id="7" name="Slide Number Placeholder 5">
            <a:extLst>
              <a:ext uri="{FF2B5EF4-FFF2-40B4-BE49-F238E27FC236}">
                <a16:creationId xmlns:a16="http://schemas.microsoft.com/office/drawing/2014/main" id="{5E14F1AE-727D-83CD-76EC-0BA31199FDAD}"/>
              </a:ext>
            </a:extLst>
          </p:cNvPr>
          <p:cNvSpPr>
            <a:spLocks noGrp="1"/>
          </p:cNvSpPr>
          <p:nvPr>
            <p:ph type="sldNum" sz="quarter" idx="4"/>
          </p:nvPr>
        </p:nvSpPr>
        <p:spPr>
          <a:xfrm>
            <a:off x="701965" y="6307970"/>
            <a:ext cx="2743200" cy="365125"/>
          </a:xfrm>
          <a:prstGeom prst="rect">
            <a:avLst/>
          </a:prstGeom>
        </p:spPr>
        <p:txBody>
          <a:bodyPr vert="horz" lIns="91440" tIns="45720" rIns="91440" bIns="45720" rtlCol="0" anchor="ctr"/>
          <a:lstStyle>
            <a:lvl1pPr algn="l">
              <a:defRPr sz="1200">
                <a:solidFill>
                  <a:schemeClr val="tx1"/>
                </a:solidFill>
                <a:latin typeface="Century Gothic" panose="020B0502020202020204" pitchFamily="34" charset="0"/>
              </a:defRPr>
            </a:lvl1pPr>
          </a:lstStyle>
          <a:p>
            <a:r>
              <a:rPr lang="en-US">
                <a:solidFill>
                  <a:schemeClr val="bg1"/>
                </a:solidFill>
              </a:rPr>
              <a:t>Slide Number </a:t>
            </a:r>
            <a:fld id="{6EBC3B51-DE6F-4918-BB1B-21BDA37DE1D0}" type="slidenum">
              <a:rPr lang="en-PK" smtClean="0">
                <a:solidFill>
                  <a:schemeClr val="bg1"/>
                </a:solidFill>
              </a:rPr>
              <a:pPr/>
              <a:t>‹#›</a:t>
            </a:fld>
            <a:endParaRPr lang="en-PK" dirty="0">
              <a:solidFill>
                <a:schemeClr val="bg1"/>
              </a:solidFill>
            </a:endParaRPr>
          </a:p>
        </p:txBody>
      </p:sp>
    </p:spTree>
    <p:extLst>
      <p:ext uri="{BB962C8B-B14F-4D97-AF65-F5344CB8AC3E}">
        <p14:creationId xmlns:p14="http://schemas.microsoft.com/office/powerpoint/2010/main" val="2547989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5_Blank">
    <p:spTree>
      <p:nvGrpSpPr>
        <p:cNvPr id="1" name=""/>
        <p:cNvGrpSpPr/>
        <p:nvPr/>
      </p:nvGrpSpPr>
      <p:grpSpPr>
        <a:xfrm>
          <a:off x="0" y="0"/>
          <a:ext cx="0" cy="0"/>
          <a:chOff x="0" y="0"/>
          <a:chExt cx="0" cy="0"/>
        </a:xfrm>
      </p:grpSpPr>
      <p:pic>
        <p:nvPicPr>
          <p:cNvPr id="3" name="Picture 2" descr="A blue and white rectangle with red and white stripes&#10;&#10;Description automatically generated">
            <a:extLst>
              <a:ext uri="{FF2B5EF4-FFF2-40B4-BE49-F238E27FC236}">
                <a16:creationId xmlns:a16="http://schemas.microsoft.com/office/drawing/2014/main" id="{B1EC7180-B643-D62A-51DD-6CC7365EDA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1"/>
            <a:ext cx="12192000" cy="6857657"/>
          </a:xfrm>
          <a:prstGeom prst="rect">
            <a:avLst/>
          </a:prstGeom>
        </p:spPr>
      </p:pic>
      <p:sp>
        <p:nvSpPr>
          <p:cNvPr id="7" name="Slide Number Placeholder 5">
            <a:extLst>
              <a:ext uri="{FF2B5EF4-FFF2-40B4-BE49-F238E27FC236}">
                <a16:creationId xmlns:a16="http://schemas.microsoft.com/office/drawing/2014/main" id="{ABA303DE-3891-9023-236C-F556977CB95E}"/>
              </a:ext>
            </a:extLst>
          </p:cNvPr>
          <p:cNvSpPr>
            <a:spLocks noGrp="1"/>
          </p:cNvSpPr>
          <p:nvPr>
            <p:ph type="sldNum" sz="quarter" idx="4"/>
          </p:nvPr>
        </p:nvSpPr>
        <p:spPr>
          <a:xfrm>
            <a:off x="701965" y="6307970"/>
            <a:ext cx="2743200" cy="365125"/>
          </a:xfrm>
          <a:prstGeom prst="rect">
            <a:avLst/>
          </a:prstGeom>
        </p:spPr>
        <p:txBody>
          <a:bodyPr vert="horz" lIns="91440" tIns="45720" rIns="91440" bIns="45720" rtlCol="0" anchor="ctr"/>
          <a:lstStyle>
            <a:lvl1pPr algn="l">
              <a:defRPr sz="1200">
                <a:solidFill>
                  <a:schemeClr val="tx1"/>
                </a:solidFill>
                <a:latin typeface="Century Gothic" panose="020B0502020202020204" pitchFamily="34" charset="0"/>
              </a:defRPr>
            </a:lvl1pPr>
          </a:lstStyle>
          <a:p>
            <a:r>
              <a:rPr lang="en-US">
                <a:solidFill>
                  <a:schemeClr val="bg1"/>
                </a:solidFill>
              </a:rPr>
              <a:t>Slide Number </a:t>
            </a:r>
            <a:fld id="{6EBC3B51-DE6F-4918-BB1B-21BDA37DE1D0}" type="slidenum">
              <a:rPr lang="en-PK" smtClean="0">
                <a:solidFill>
                  <a:schemeClr val="bg1"/>
                </a:solidFill>
              </a:rPr>
              <a:pPr/>
              <a:t>‹#›</a:t>
            </a:fld>
            <a:endParaRPr lang="en-PK" dirty="0">
              <a:solidFill>
                <a:schemeClr val="bg1"/>
              </a:solidFill>
            </a:endParaRPr>
          </a:p>
        </p:txBody>
      </p:sp>
    </p:spTree>
    <p:extLst>
      <p:ext uri="{BB962C8B-B14F-4D97-AF65-F5344CB8AC3E}">
        <p14:creationId xmlns:p14="http://schemas.microsoft.com/office/powerpoint/2010/main" val="3792646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7_Blank">
    <p:spTree>
      <p:nvGrpSpPr>
        <p:cNvPr id="1" name=""/>
        <p:cNvGrpSpPr/>
        <p:nvPr/>
      </p:nvGrpSpPr>
      <p:grpSpPr>
        <a:xfrm>
          <a:off x="0" y="0"/>
          <a:ext cx="0" cy="0"/>
          <a:chOff x="0" y="0"/>
          <a:chExt cx="0" cy="0"/>
        </a:xfrm>
      </p:grpSpPr>
      <p:pic>
        <p:nvPicPr>
          <p:cNvPr id="4" name="Picture 3" descr="A blue and white triangle&#10;&#10;Description automatically generated">
            <a:extLst>
              <a:ext uri="{FF2B5EF4-FFF2-40B4-BE49-F238E27FC236}">
                <a16:creationId xmlns:a16="http://schemas.microsoft.com/office/drawing/2014/main" id="{1FD40875-6D60-5165-F803-06366A368D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1"/>
            <a:ext cx="12192000" cy="6857657"/>
          </a:xfrm>
          <a:prstGeom prst="rect">
            <a:avLst/>
          </a:prstGeom>
        </p:spPr>
      </p:pic>
      <p:sp>
        <p:nvSpPr>
          <p:cNvPr id="5" name="Slide Number Placeholder 5">
            <a:extLst>
              <a:ext uri="{FF2B5EF4-FFF2-40B4-BE49-F238E27FC236}">
                <a16:creationId xmlns:a16="http://schemas.microsoft.com/office/drawing/2014/main" id="{EC6D1EB7-678E-7245-5293-34C273AEC7CC}"/>
              </a:ext>
            </a:extLst>
          </p:cNvPr>
          <p:cNvSpPr>
            <a:spLocks noGrp="1"/>
          </p:cNvSpPr>
          <p:nvPr>
            <p:ph type="sldNum" sz="quarter" idx="4"/>
          </p:nvPr>
        </p:nvSpPr>
        <p:spPr>
          <a:xfrm>
            <a:off x="701965" y="6307970"/>
            <a:ext cx="2743200" cy="365125"/>
          </a:xfrm>
          <a:prstGeom prst="rect">
            <a:avLst/>
          </a:prstGeom>
        </p:spPr>
        <p:txBody>
          <a:bodyPr vert="horz" lIns="91440" tIns="45720" rIns="91440" bIns="45720" rtlCol="0" anchor="ctr"/>
          <a:lstStyle>
            <a:lvl1pPr algn="l">
              <a:defRPr sz="1200">
                <a:solidFill>
                  <a:schemeClr val="tx1"/>
                </a:solidFill>
                <a:latin typeface="Century Gothic" panose="020B0502020202020204" pitchFamily="34" charset="0"/>
              </a:defRPr>
            </a:lvl1pPr>
          </a:lstStyle>
          <a:p>
            <a:r>
              <a:rPr lang="en-US">
                <a:solidFill>
                  <a:schemeClr val="bg1"/>
                </a:solidFill>
              </a:rPr>
              <a:t>Slide Number </a:t>
            </a:r>
            <a:fld id="{6EBC3B51-DE6F-4918-BB1B-21BDA37DE1D0}" type="slidenum">
              <a:rPr lang="en-PK" smtClean="0">
                <a:solidFill>
                  <a:schemeClr val="bg1"/>
                </a:solidFill>
              </a:rPr>
              <a:pPr/>
              <a:t>‹#›</a:t>
            </a:fld>
            <a:endParaRPr lang="en-PK" dirty="0">
              <a:solidFill>
                <a:schemeClr val="bg1"/>
              </a:solidFill>
            </a:endParaRPr>
          </a:p>
        </p:txBody>
      </p:sp>
    </p:spTree>
    <p:extLst>
      <p:ext uri="{BB962C8B-B14F-4D97-AF65-F5344CB8AC3E}">
        <p14:creationId xmlns:p14="http://schemas.microsoft.com/office/powerpoint/2010/main" val="630844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3" name="Picture 2" descr="A close up of a computer chip">
            <a:extLst>
              <a:ext uri="{FF2B5EF4-FFF2-40B4-BE49-F238E27FC236}">
                <a16:creationId xmlns:a16="http://schemas.microsoft.com/office/drawing/2014/main" id="{5A100EB6-FA84-9FD7-ABD0-BE2715324E9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1"/>
            <a:ext cx="12192000" cy="6857657"/>
          </a:xfrm>
          <a:prstGeom prst="rect">
            <a:avLst/>
          </a:prstGeom>
        </p:spPr>
      </p:pic>
    </p:spTree>
    <p:extLst>
      <p:ext uri="{BB962C8B-B14F-4D97-AF65-F5344CB8AC3E}">
        <p14:creationId xmlns:p14="http://schemas.microsoft.com/office/powerpoint/2010/main" val="2274932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CC1281-A2D0-2D11-F699-7B0E1940B8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24A3F03E-DD81-4036-B5E4-8852BABCF8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50C67E74-68E7-D190-7B2E-3DE4FB7A57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PK"/>
          </a:p>
        </p:txBody>
      </p:sp>
      <p:sp>
        <p:nvSpPr>
          <p:cNvPr id="5" name="Footer Placeholder 4">
            <a:extLst>
              <a:ext uri="{FF2B5EF4-FFF2-40B4-BE49-F238E27FC236}">
                <a16:creationId xmlns:a16="http://schemas.microsoft.com/office/drawing/2014/main" id="{9709AAF7-88AE-2D3B-F147-A710823FE5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D6DEC6B0-9DEC-3CDF-461B-E6905FC115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BC3B51-DE6F-4918-BB1B-21BDA37DE1D0}" type="slidenum">
              <a:rPr lang="en-PK" smtClean="0"/>
              <a:t>‹#›</a:t>
            </a:fld>
            <a:endParaRPr lang="en-PK" dirty="0"/>
          </a:p>
        </p:txBody>
      </p:sp>
    </p:spTree>
    <p:extLst>
      <p:ext uri="{BB962C8B-B14F-4D97-AF65-F5344CB8AC3E}">
        <p14:creationId xmlns:p14="http://schemas.microsoft.com/office/powerpoint/2010/main" val="17899783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customXml" Target="../ink/ink10.xml"/><Relationship Id="rId26" Type="http://schemas.openxmlformats.org/officeDocument/2006/relationships/customXml" Target="../ink/ink15.xml"/><Relationship Id="rId39" Type="http://schemas.openxmlformats.org/officeDocument/2006/relationships/image" Target="../media/image53.png"/><Relationship Id="rId21" Type="http://schemas.openxmlformats.org/officeDocument/2006/relationships/image" Target="../media/image48.png"/><Relationship Id="rId34" Type="http://schemas.openxmlformats.org/officeDocument/2006/relationships/customXml" Target="../ink/ink20.xml"/><Relationship Id="rId42" Type="http://schemas.openxmlformats.org/officeDocument/2006/relationships/customXml" Target="../ink/ink26.xml"/><Relationship Id="rId47" Type="http://schemas.openxmlformats.org/officeDocument/2006/relationships/customXml" Target="../ink/ink30.xml"/><Relationship Id="rId50" Type="http://schemas.openxmlformats.org/officeDocument/2006/relationships/image" Target="../media/image56.png"/><Relationship Id="rId55" Type="http://schemas.openxmlformats.org/officeDocument/2006/relationships/customXml" Target="../ink/ink35.xml"/><Relationship Id="rId63" Type="http://schemas.openxmlformats.org/officeDocument/2006/relationships/image" Target="../media/image61.png"/><Relationship Id="rId68" Type="http://schemas.openxmlformats.org/officeDocument/2006/relationships/customXml" Target="../ink/ink43.xml"/><Relationship Id="rId7" Type="http://schemas.openxmlformats.org/officeDocument/2006/relationships/customXml" Target="../ink/ink3.xml"/><Relationship Id="rId2" Type="http://schemas.openxmlformats.org/officeDocument/2006/relationships/image" Target="../media/image40.png"/><Relationship Id="rId16" Type="http://schemas.openxmlformats.org/officeDocument/2006/relationships/image" Target="../media/image46.png"/><Relationship Id="rId29" Type="http://schemas.openxmlformats.org/officeDocument/2006/relationships/customXml" Target="../ink/ink17.xml"/><Relationship Id="rId1" Type="http://schemas.openxmlformats.org/officeDocument/2006/relationships/slideLayout" Target="../slideLayouts/slideLayout3.xml"/><Relationship Id="rId6" Type="http://schemas.openxmlformats.org/officeDocument/2006/relationships/image" Target="../media/image42.png"/><Relationship Id="rId11" Type="http://schemas.openxmlformats.org/officeDocument/2006/relationships/customXml" Target="../ink/ink5.xml"/><Relationship Id="rId24" Type="http://schemas.openxmlformats.org/officeDocument/2006/relationships/image" Target="../media/image49.png"/><Relationship Id="rId32" Type="http://schemas.openxmlformats.org/officeDocument/2006/relationships/image" Target="../media/image52.png"/><Relationship Id="rId37" Type="http://schemas.openxmlformats.org/officeDocument/2006/relationships/customXml" Target="../ink/ink23.xml"/><Relationship Id="rId40" Type="http://schemas.openxmlformats.org/officeDocument/2006/relationships/customXml" Target="../ink/ink25.xml"/><Relationship Id="rId45" Type="http://schemas.openxmlformats.org/officeDocument/2006/relationships/customXml" Target="../ink/ink28.xml"/><Relationship Id="rId53" Type="http://schemas.openxmlformats.org/officeDocument/2006/relationships/customXml" Target="../ink/ink34.xml"/><Relationship Id="rId58" Type="http://schemas.openxmlformats.org/officeDocument/2006/relationships/customXml" Target="../ink/ink37.xml"/><Relationship Id="rId66" Type="http://schemas.openxmlformats.org/officeDocument/2006/relationships/customXml" Target="../ink/ink42.xml"/><Relationship Id="rId5" Type="http://schemas.openxmlformats.org/officeDocument/2006/relationships/customXml" Target="../ink/ink2.xml"/><Relationship Id="rId15" Type="http://schemas.openxmlformats.org/officeDocument/2006/relationships/customXml" Target="../ink/ink8.xml"/><Relationship Id="rId23" Type="http://schemas.openxmlformats.org/officeDocument/2006/relationships/customXml" Target="../ink/ink13.xml"/><Relationship Id="rId28" Type="http://schemas.openxmlformats.org/officeDocument/2006/relationships/image" Target="../media/image50.png"/><Relationship Id="rId36" Type="http://schemas.openxmlformats.org/officeDocument/2006/relationships/customXml" Target="../ink/ink22.xml"/><Relationship Id="rId49" Type="http://schemas.openxmlformats.org/officeDocument/2006/relationships/customXml" Target="../ink/ink32.xml"/><Relationship Id="rId57" Type="http://schemas.openxmlformats.org/officeDocument/2006/relationships/image" Target="../media/image59.png"/><Relationship Id="rId61" Type="http://schemas.openxmlformats.org/officeDocument/2006/relationships/image" Target="../media/image60.png"/><Relationship Id="rId10" Type="http://schemas.openxmlformats.org/officeDocument/2006/relationships/image" Target="../media/image44.png"/><Relationship Id="rId19" Type="http://schemas.openxmlformats.org/officeDocument/2006/relationships/image" Target="../media/image47.png"/><Relationship Id="rId31" Type="http://schemas.openxmlformats.org/officeDocument/2006/relationships/customXml" Target="../ink/ink18.xml"/><Relationship Id="rId44" Type="http://schemas.openxmlformats.org/officeDocument/2006/relationships/customXml" Target="../ink/ink27.xml"/><Relationship Id="rId52" Type="http://schemas.openxmlformats.org/officeDocument/2006/relationships/image" Target="../media/image57.png"/><Relationship Id="rId60" Type="http://schemas.openxmlformats.org/officeDocument/2006/relationships/customXml" Target="../ink/ink39.xml"/><Relationship Id="rId65" Type="http://schemas.openxmlformats.org/officeDocument/2006/relationships/image" Target="../media/image62.png"/><Relationship Id="rId4" Type="http://schemas.openxmlformats.org/officeDocument/2006/relationships/image" Target="../media/image41.png"/><Relationship Id="rId9" Type="http://schemas.openxmlformats.org/officeDocument/2006/relationships/customXml" Target="../ink/ink4.xml"/><Relationship Id="rId14" Type="http://schemas.openxmlformats.org/officeDocument/2006/relationships/customXml" Target="../ink/ink7.xml"/><Relationship Id="rId22" Type="http://schemas.openxmlformats.org/officeDocument/2006/relationships/customXml" Target="../ink/ink12.xml"/><Relationship Id="rId27" Type="http://schemas.openxmlformats.org/officeDocument/2006/relationships/customXml" Target="../ink/ink16.xml"/><Relationship Id="rId30" Type="http://schemas.openxmlformats.org/officeDocument/2006/relationships/image" Target="../media/image51.png"/><Relationship Id="rId35" Type="http://schemas.openxmlformats.org/officeDocument/2006/relationships/customXml" Target="../ink/ink21.xml"/><Relationship Id="rId43" Type="http://schemas.openxmlformats.org/officeDocument/2006/relationships/image" Target="../media/image55.png"/><Relationship Id="rId48" Type="http://schemas.openxmlformats.org/officeDocument/2006/relationships/customXml" Target="../ink/ink31.xml"/><Relationship Id="rId56" Type="http://schemas.openxmlformats.org/officeDocument/2006/relationships/customXml" Target="../ink/ink36.xml"/><Relationship Id="rId64" Type="http://schemas.openxmlformats.org/officeDocument/2006/relationships/customXml" Target="../ink/ink41.xml"/><Relationship Id="rId69" Type="http://schemas.openxmlformats.org/officeDocument/2006/relationships/image" Target="../media/image64.png"/><Relationship Id="rId8" Type="http://schemas.openxmlformats.org/officeDocument/2006/relationships/image" Target="../media/image43.png"/><Relationship Id="rId51" Type="http://schemas.openxmlformats.org/officeDocument/2006/relationships/customXml" Target="../ink/ink33.xml"/><Relationship Id="rId3" Type="http://schemas.openxmlformats.org/officeDocument/2006/relationships/customXml" Target="../ink/ink1.xml"/><Relationship Id="rId12" Type="http://schemas.openxmlformats.org/officeDocument/2006/relationships/image" Target="../media/image45.png"/><Relationship Id="rId17" Type="http://schemas.openxmlformats.org/officeDocument/2006/relationships/customXml" Target="../ink/ink9.xml"/><Relationship Id="rId25" Type="http://schemas.openxmlformats.org/officeDocument/2006/relationships/customXml" Target="../ink/ink14.xml"/><Relationship Id="rId33" Type="http://schemas.openxmlformats.org/officeDocument/2006/relationships/customXml" Target="../ink/ink19.xml"/><Relationship Id="rId38" Type="http://schemas.openxmlformats.org/officeDocument/2006/relationships/customXml" Target="../ink/ink24.xml"/><Relationship Id="rId46" Type="http://schemas.openxmlformats.org/officeDocument/2006/relationships/customXml" Target="../ink/ink29.xml"/><Relationship Id="rId59" Type="http://schemas.openxmlformats.org/officeDocument/2006/relationships/customXml" Target="../ink/ink38.xml"/><Relationship Id="rId67" Type="http://schemas.openxmlformats.org/officeDocument/2006/relationships/image" Target="../media/image63.png"/><Relationship Id="rId20" Type="http://schemas.openxmlformats.org/officeDocument/2006/relationships/customXml" Target="../ink/ink11.xml"/><Relationship Id="rId41" Type="http://schemas.openxmlformats.org/officeDocument/2006/relationships/image" Target="../media/image54.png"/><Relationship Id="rId54" Type="http://schemas.openxmlformats.org/officeDocument/2006/relationships/image" Target="../media/image58.png"/><Relationship Id="rId62" Type="http://schemas.openxmlformats.org/officeDocument/2006/relationships/customXml" Target="../ink/ink4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051DD2-4AE1-0027-8BDB-E316C3C538E3}"/>
              </a:ext>
            </a:extLst>
          </p:cNvPr>
          <p:cNvSpPr txBox="1"/>
          <p:nvPr/>
        </p:nvSpPr>
        <p:spPr>
          <a:xfrm>
            <a:off x="3539067" y="4885267"/>
            <a:ext cx="4995333" cy="707886"/>
          </a:xfrm>
          <a:prstGeom prst="rect">
            <a:avLst/>
          </a:prstGeom>
          <a:noFill/>
        </p:spPr>
        <p:txBody>
          <a:bodyPr wrap="square" rtlCol="0">
            <a:spAutoFit/>
          </a:bodyPr>
          <a:lstStyle/>
          <a:p>
            <a:pPr algn="ctr"/>
            <a:r>
              <a:rPr lang="en-US" sz="4000" b="1" u="sng" dirty="0">
                <a:solidFill>
                  <a:schemeClr val="bg1"/>
                </a:solidFill>
              </a:rPr>
              <a:t>TCL SCRIPTING</a:t>
            </a:r>
          </a:p>
        </p:txBody>
      </p:sp>
    </p:spTree>
    <p:extLst>
      <p:ext uri="{BB962C8B-B14F-4D97-AF65-F5344CB8AC3E}">
        <p14:creationId xmlns:p14="http://schemas.microsoft.com/office/powerpoint/2010/main" val="3435969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F66578-F16F-9AF9-0D21-29A7F25088CB}"/>
              </a:ext>
            </a:extLst>
          </p:cNvPr>
          <p:cNvSpPr txBox="1"/>
          <p:nvPr/>
        </p:nvSpPr>
        <p:spPr>
          <a:xfrm>
            <a:off x="717755" y="491613"/>
            <a:ext cx="5378245" cy="707886"/>
          </a:xfrm>
          <a:prstGeom prst="rect">
            <a:avLst/>
          </a:prstGeom>
          <a:noFill/>
        </p:spPr>
        <p:txBody>
          <a:bodyPr wrap="square" rtlCol="0">
            <a:spAutoFit/>
          </a:bodyPr>
          <a:lstStyle/>
          <a:p>
            <a:r>
              <a:rPr lang="en-US" sz="4000" dirty="0"/>
              <a:t>Course Objectives </a:t>
            </a:r>
            <a:endParaRPr lang="en-PK" sz="4000" b="1" dirty="0">
              <a:solidFill>
                <a:schemeClr val="bg1"/>
              </a:solidFill>
              <a:latin typeface="Century Gothic" panose="020B0502020202020204" pitchFamily="34" charset="0"/>
            </a:endParaRPr>
          </a:p>
        </p:txBody>
      </p:sp>
      <p:sp>
        <p:nvSpPr>
          <p:cNvPr id="3" name="TextBox 2">
            <a:extLst>
              <a:ext uri="{FF2B5EF4-FFF2-40B4-BE49-F238E27FC236}">
                <a16:creationId xmlns:a16="http://schemas.microsoft.com/office/drawing/2014/main" id="{44B475CF-0606-FCA0-B699-36EC7103A4A4}"/>
              </a:ext>
            </a:extLst>
          </p:cNvPr>
          <p:cNvSpPr txBox="1"/>
          <p:nvPr/>
        </p:nvSpPr>
        <p:spPr>
          <a:xfrm>
            <a:off x="701965" y="2229738"/>
            <a:ext cx="11130116" cy="2103589"/>
          </a:xfrm>
          <a:prstGeom prst="rect">
            <a:avLst/>
          </a:prstGeom>
          <a:noFill/>
        </p:spPr>
        <p:txBody>
          <a:bodyPr wrap="square" rtlCol="0">
            <a:spAutoFit/>
          </a:bodyPr>
          <a:lstStyle/>
          <a:p>
            <a:pPr algn="just">
              <a:lnSpc>
                <a:spcPct val="110000"/>
              </a:lnSpc>
            </a:pPr>
            <a:r>
              <a:rPr lang="en-US" sz="2400" dirty="0"/>
              <a:t>By the end of this course, you will be able to</a:t>
            </a:r>
          </a:p>
          <a:p>
            <a:pPr algn="just">
              <a:lnSpc>
                <a:spcPct val="110000"/>
              </a:lnSpc>
            </a:pPr>
            <a:r>
              <a:rPr lang="en-US" sz="2400" dirty="0"/>
              <a:t> ● Explain </a:t>
            </a:r>
            <a:r>
              <a:rPr lang="en-US" sz="2400" dirty="0" err="1"/>
              <a:t>Tcl</a:t>
            </a:r>
            <a:r>
              <a:rPr lang="en-US" sz="2400" dirty="0"/>
              <a:t> scripting </a:t>
            </a:r>
          </a:p>
          <a:p>
            <a:pPr algn="just">
              <a:lnSpc>
                <a:spcPct val="110000"/>
              </a:lnSpc>
            </a:pPr>
            <a:r>
              <a:rPr lang="en-US" sz="2400" dirty="0"/>
              <a:t>● Identify </a:t>
            </a:r>
            <a:r>
              <a:rPr lang="en-US" sz="2400" dirty="0" err="1"/>
              <a:t>Tcl</a:t>
            </a:r>
            <a:r>
              <a:rPr lang="en-US" sz="2400" dirty="0"/>
              <a:t> uses and strengths </a:t>
            </a:r>
          </a:p>
          <a:p>
            <a:pPr algn="just">
              <a:lnSpc>
                <a:spcPct val="110000"/>
              </a:lnSpc>
            </a:pPr>
            <a:r>
              <a:rPr lang="en-US" sz="2400" dirty="0"/>
              <a:t>● Write simple </a:t>
            </a:r>
            <a:r>
              <a:rPr lang="en-US" sz="2400" dirty="0" err="1"/>
              <a:t>Tcl</a:t>
            </a:r>
            <a:r>
              <a:rPr lang="en-US" sz="2400" dirty="0"/>
              <a:t> scripts </a:t>
            </a:r>
          </a:p>
          <a:p>
            <a:pPr algn="just">
              <a:lnSpc>
                <a:spcPct val="110000"/>
              </a:lnSpc>
            </a:pPr>
            <a:r>
              <a:rPr lang="en-US" sz="2400" dirty="0"/>
              <a:t>● Demonstrate the </a:t>
            </a:r>
            <a:r>
              <a:rPr lang="en-US" sz="2400" dirty="0" err="1"/>
              <a:t>Tcl</a:t>
            </a:r>
            <a:r>
              <a:rPr lang="en-US" sz="2400" dirty="0"/>
              <a:t> usage for EDA scripting</a:t>
            </a:r>
            <a:endParaRPr lang="en-PK" sz="2400" dirty="0">
              <a:solidFill>
                <a:schemeClr val="bg1"/>
              </a:solidFill>
              <a:latin typeface="Century Gothic" panose="020B0502020202020204" pitchFamily="34" charset="0"/>
            </a:endParaRPr>
          </a:p>
        </p:txBody>
      </p:sp>
      <p:sp>
        <p:nvSpPr>
          <p:cNvPr id="5" name="Slide Number Placeholder 4">
            <a:extLst>
              <a:ext uri="{FF2B5EF4-FFF2-40B4-BE49-F238E27FC236}">
                <a16:creationId xmlns:a16="http://schemas.microsoft.com/office/drawing/2014/main" id="{2271112D-6FB4-A3F9-B328-E9207994BF6E}"/>
              </a:ext>
            </a:extLst>
          </p:cNvPr>
          <p:cNvSpPr>
            <a:spLocks noGrp="1"/>
          </p:cNvSpPr>
          <p:nvPr>
            <p:ph type="sldNum" sz="quarter" idx="4"/>
          </p:nvPr>
        </p:nvSpPr>
        <p:spPr/>
        <p:txBody>
          <a:bodyPr/>
          <a:lstStyle/>
          <a:p>
            <a:fld id="{6EBC3B51-DE6F-4918-BB1B-21BDA37DE1D0}" type="slidenum">
              <a:rPr lang="en-PK" smtClean="0"/>
              <a:pPr/>
              <a:t>2</a:t>
            </a:fld>
            <a:endParaRPr lang="en-PK" dirty="0"/>
          </a:p>
        </p:txBody>
      </p:sp>
    </p:spTree>
    <p:extLst>
      <p:ext uri="{BB962C8B-B14F-4D97-AF65-F5344CB8AC3E}">
        <p14:creationId xmlns:p14="http://schemas.microsoft.com/office/powerpoint/2010/main" val="3925105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462E4C-0329-B145-F81A-D52C8BB0D187}"/>
              </a:ext>
            </a:extLst>
          </p:cNvPr>
          <p:cNvSpPr>
            <a:spLocks noGrp="1"/>
          </p:cNvSpPr>
          <p:nvPr>
            <p:ph type="sldNum" sz="quarter" idx="4"/>
          </p:nvPr>
        </p:nvSpPr>
        <p:spPr/>
        <p:txBody>
          <a:bodyPr/>
          <a:lstStyle/>
          <a:p>
            <a:r>
              <a:rPr lang="en-US"/>
              <a:t>Slide Number </a:t>
            </a:r>
            <a:fld id="{6EBC3B51-DE6F-4918-BB1B-21BDA37DE1D0}" type="slidenum">
              <a:rPr lang="en-PK" smtClean="0"/>
              <a:pPr/>
              <a:t>3</a:t>
            </a:fld>
            <a:endParaRPr lang="en-PK" dirty="0"/>
          </a:p>
        </p:txBody>
      </p:sp>
      <p:sp>
        <p:nvSpPr>
          <p:cNvPr id="3" name="TextBox 2">
            <a:extLst>
              <a:ext uri="{FF2B5EF4-FFF2-40B4-BE49-F238E27FC236}">
                <a16:creationId xmlns:a16="http://schemas.microsoft.com/office/drawing/2014/main" id="{91FEA952-E348-A889-FE5F-34C79CF5A626}"/>
              </a:ext>
            </a:extLst>
          </p:cNvPr>
          <p:cNvSpPr txBox="1"/>
          <p:nvPr/>
        </p:nvSpPr>
        <p:spPr>
          <a:xfrm>
            <a:off x="701965" y="575733"/>
            <a:ext cx="5944368" cy="707886"/>
          </a:xfrm>
          <a:prstGeom prst="rect">
            <a:avLst/>
          </a:prstGeom>
          <a:noFill/>
        </p:spPr>
        <p:txBody>
          <a:bodyPr wrap="square" rtlCol="0">
            <a:spAutoFit/>
          </a:bodyPr>
          <a:lstStyle/>
          <a:p>
            <a:r>
              <a:rPr lang="en-US" sz="4000" dirty="0"/>
              <a:t>Basic Procedures </a:t>
            </a:r>
          </a:p>
        </p:txBody>
      </p:sp>
      <p:pic>
        <p:nvPicPr>
          <p:cNvPr id="5" name="Picture 4">
            <a:extLst>
              <a:ext uri="{FF2B5EF4-FFF2-40B4-BE49-F238E27FC236}">
                <a16:creationId xmlns:a16="http://schemas.microsoft.com/office/drawing/2014/main" id="{BF084C8E-1BE6-3F30-DA3C-1389EE9D53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5826" y="1418727"/>
            <a:ext cx="9581307" cy="4529967"/>
          </a:xfrm>
          <a:prstGeom prst="rect">
            <a:avLst/>
          </a:prstGeom>
        </p:spPr>
      </p:pic>
    </p:spTree>
    <p:extLst>
      <p:ext uri="{BB962C8B-B14F-4D97-AF65-F5344CB8AC3E}">
        <p14:creationId xmlns:p14="http://schemas.microsoft.com/office/powerpoint/2010/main" val="950986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622B8F-C0A4-365F-1659-92C4E1A5DCF8}"/>
              </a:ext>
            </a:extLst>
          </p:cNvPr>
          <p:cNvSpPr>
            <a:spLocks noGrp="1"/>
          </p:cNvSpPr>
          <p:nvPr>
            <p:ph type="sldNum" sz="quarter" idx="4"/>
          </p:nvPr>
        </p:nvSpPr>
        <p:spPr/>
        <p:txBody>
          <a:bodyPr/>
          <a:lstStyle/>
          <a:p>
            <a:r>
              <a:rPr lang="en-US"/>
              <a:t>Slide Number </a:t>
            </a:r>
            <a:fld id="{6EBC3B51-DE6F-4918-BB1B-21BDA37DE1D0}" type="slidenum">
              <a:rPr lang="en-PK" smtClean="0"/>
              <a:pPr/>
              <a:t>4</a:t>
            </a:fld>
            <a:endParaRPr lang="en-PK" dirty="0"/>
          </a:p>
        </p:txBody>
      </p:sp>
      <p:sp>
        <p:nvSpPr>
          <p:cNvPr id="8" name="TextBox 7">
            <a:extLst>
              <a:ext uri="{FF2B5EF4-FFF2-40B4-BE49-F238E27FC236}">
                <a16:creationId xmlns:a16="http://schemas.microsoft.com/office/drawing/2014/main" id="{E27B01F7-302E-5EA4-0B22-10578CA08BF4}"/>
              </a:ext>
            </a:extLst>
          </p:cNvPr>
          <p:cNvSpPr txBox="1"/>
          <p:nvPr/>
        </p:nvSpPr>
        <p:spPr>
          <a:xfrm>
            <a:off x="1261872" y="1426464"/>
            <a:ext cx="6748272" cy="4708981"/>
          </a:xfrm>
          <a:prstGeom prst="rect">
            <a:avLst/>
          </a:prstGeom>
          <a:noFill/>
        </p:spPr>
        <p:txBody>
          <a:bodyPr wrap="square" rtlCol="0">
            <a:spAutoFit/>
          </a:bodyPr>
          <a:lstStyle/>
          <a:p>
            <a:r>
              <a:rPr lang="en-US" sz="1500" b="1" dirty="0"/>
              <a:t>Syntax: </a:t>
            </a:r>
          </a:p>
          <a:p>
            <a:r>
              <a:rPr lang="en-US" sz="1500" dirty="0"/>
              <a:t>proc &lt;proc name&gt; &lt;param list&gt; &lt;proc body&gt;</a:t>
            </a:r>
          </a:p>
          <a:p>
            <a:endParaRPr lang="en-US" sz="1500" dirty="0"/>
          </a:p>
          <a:p>
            <a:r>
              <a:rPr lang="en-US" sz="1500" b="1" dirty="0"/>
              <a:t>“info body” returns the body of a procedure:</a:t>
            </a:r>
          </a:p>
          <a:p>
            <a:r>
              <a:rPr lang="en-US" sz="1500" dirty="0"/>
              <a:t>% info body average</a:t>
            </a:r>
          </a:p>
          <a:p>
            <a:r>
              <a:rPr lang="en-US" sz="1500" dirty="0"/>
              <a:t>set sum [expr {($n1+$n2+$n3+$n4)/4.0}]</a:t>
            </a:r>
          </a:p>
          <a:p>
            <a:r>
              <a:rPr lang="en-US" sz="1500" dirty="0"/>
              <a:t>return $sum</a:t>
            </a:r>
          </a:p>
          <a:p>
            <a:endParaRPr lang="en-US" sz="1500" dirty="0"/>
          </a:p>
          <a:p>
            <a:r>
              <a:rPr lang="en-US" sz="1500" b="1" dirty="0"/>
              <a:t>“info </a:t>
            </a:r>
            <a:r>
              <a:rPr lang="en-US" sz="1500" b="1" dirty="0" err="1"/>
              <a:t>args</a:t>
            </a:r>
            <a:r>
              <a:rPr lang="en-US" sz="1500" b="1" dirty="0"/>
              <a:t>” returns the arguments of a procedure:</a:t>
            </a:r>
          </a:p>
          <a:p>
            <a:r>
              <a:rPr lang="en-US" sz="1500" dirty="0"/>
              <a:t>% info </a:t>
            </a:r>
            <a:r>
              <a:rPr lang="en-US" sz="1500" dirty="0" err="1"/>
              <a:t>args</a:t>
            </a:r>
            <a:r>
              <a:rPr lang="en-US" sz="1500" dirty="0"/>
              <a:t> average</a:t>
            </a:r>
          </a:p>
          <a:p>
            <a:r>
              <a:rPr lang="en-US" sz="1500" dirty="0"/>
              <a:t>n1 n2 n3 n4</a:t>
            </a:r>
          </a:p>
          <a:p>
            <a:endParaRPr lang="en-US" sz="1500" dirty="0"/>
          </a:p>
          <a:p>
            <a:r>
              <a:rPr lang="en-US" sz="1500" b="1" dirty="0"/>
              <a:t>“info commands” lists all built-in plus all user-defined commands/procedures:</a:t>
            </a:r>
          </a:p>
          <a:p>
            <a:endParaRPr lang="en-US" sz="1500" b="1" dirty="0"/>
          </a:p>
          <a:p>
            <a:r>
              <a:rPr lang="en-US" sz="1500" dirty="0"/>
              <a:t>% info commands a*</a:t>
            </a:r>
          </a:p>
          <a:p>
            <a:r>
              <a:rPr lang="en-US" sz="1500" dirty="0" err="1"/>
              <a:t>auto_load_index</a:t>
            </a:r>
            <a:r>
              <a:rPr lang="en-US" sz="1500" dirty="0"/>
              <a:t> </a:t>
            </a:r>
            <a:r>
              <a:rPr lang="en-US" sz="1500" dirty="0" err="1"/>
              <a:t>auto_import</a:t>
            </a:r>
            <a:r>
              <a:rPr lang="en-US" sz="1500" dirty="0"/>
              <a:t> </a:t>
            </a:r>
            <a:r>
              <a:rPr lang="en-US" sz="1500" dirty="0" err="1"/>
              <a:t>auto_execok</a:t>
            </a:r>
            <a:r>
              <a:rPr lang="en-US" sz="1500" dirty="0"/>
              <a:t> average array </a:t>
            </a:r>
            <a:r>
              <a:rPr lang="en-US" sz="1500" dirty="0" err="1"/>
              <a:t>auto_mkindex</a:t>
            </a:r>
            <a:r>
              <a:rPr lang="en-US" sz="1500" dirty="0"/>
              <a:t> </a:t>
            </a:r>
            <a:r>
              <a:rPr lang="en-US" sz="1500" dirty="0" err="1"/>
              <a:t>auto_reset</a:t>
            </a:r>
            <a:endParaRPr lang="en-US" sz="1500" dirty="0"/>
          </a:p>
          <a:p>
            <a:r>
              <a:rPr lang="en-US" sz="1500" dirty="0" err="1"/>
              <a:t>auto_qualify</a:t>
            </a:r>
            <a:r>
              <a:rPr lang="en-US" sz="1500" dirty="0"/>
              <a:t> </a:t>
            </a:r>
            <a:r>
              <a:rPr lang="en-US" sz="1500" dirty="0" err="1"/>
              <a:t>auto_load</a:t>
            </a:r>
            <a:r>
              <a:rPr lang="en-US" sz="1500" dirty="0"/>
              <a:t> append after</a:t>
            </a:r>
          </a:p>
          <a:p>
            <a:r>
              <a:rPr lang="en-US" sz="1500" dirty="0" err="1"/>
              <a:t>auto_mkindex_old</a:t>
            </a:r>
            <a:endParaRPr lang="en-US" sz="1500" dirty="0"/>
          </a:p>
        </p:txBody>
      </p:sp>
    </p:spTree>
    <p:extLst>
      <p:ext uri="{BB962C8B-B14F-4D97-AF65-F5344CB8AC3E}">
        <p14:creationId xmlns:p14="http://schemas.microsoft.com/office/powerpoint/2010/main" val="1104982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7DEC9D-2249-8E6F-E388-D7A93830F4A8}"/>
              </a:ext>
            </a:extLst>
          </p:cNvPr>
          <p:cNvSpPr>
            <a:spLocks noGrp="1"/>
          </p:cNvSpPr>
          <p:nvPr>
            <p:ph type="sldNum" sz="quarter" idx="4"/>
          </p:nvPr>
        </p:nvSpPr>
        <p:spPr/>
        <p:txBody>
          <a:bodyPr/>
          <a:lstStyle/>
          <a:p>
            <a:r>
              <a:rPr lang="en-US"/>
              <a:t>Slide Number </a:t>
            </a:r>
            <a:fld id="{6EBC3B51-DE6F-4918-BB1B-21BDA37DE1D0}" type="slidenum">
              <a:rPr lang="en-PK" smtClean="0"/>
              <a:pPr/>
              <a:t>5</a:t>
            </a:fld>
            <a:endParaRPr lang="en-PK" dirty="0"/>
          </a:p>
        </p:txBody>
      </p:sp>
      <p:sp>
        <p:nvSpPr>
          <p:cNvPr id="3" name="TextBox 2">
            <a:extLst>
              <a:ext uri="{FF2B5EF4-FFF2-40B4-BE49-F238E27FC236}">
                <a16:creationId xmlns:a16="http://schemas.microsoft.com/office/drawing/2014/main" id="{721C6584-71ED-68CE-8E52-23D473E0FCAA}"/>
              </a:ext>
            </a:extLst>
          </p:cNvPr>
          <p:cNvSpPr txBox="1"/>
          <p:nvPr/>
        </p:nvSpPr>
        <p:spPr>
          <a:xfrm>
            <a:off x="1124712" y="521208"/>
            <a:ext cx="7315200" cy="707886"/>
          </a:xfrm>
          <a:prstGeom prst="rect">
            <a:avLst/>
          </a:prstGeom>
          <a:noFill/>
        </p:spPr>
        <p:txBody>
          <a:bodyPr wrap="square" rtlCol="0">
            <a:spAutoFit/>
          </a:bodyPr>
          <a:lstStyle/>
          <a:p>
            <a:r>
              <a:rPr lang="en-US" sz="4000" dirty="0"/>
              <a:t>Basic Procedures (continued) </a:t>
            </a:r>
          </a:p>
        </p:txBody>
      </p:sp>
      <p:pic>
        <p:nvPicPr>
          <p:cNvPr id="5" name="Picture 4">
            <a:extLst>
              <a:ext uri="{FF2B5EF4-FFF2-40B4-BE49-F238E27FC236}">
                <a16:creationId xmlns:a16="http://schemas.microsoft.com/office/drawing/2014/main" id="{1BCBA599-ACD0-9321-C9B3-C3DA5C132B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712" y="1429029"/>
            <a:ext cx="7377011" cy="3417292"/>
          </a:xfrm>
          <a:prstGeom prst="rect">
            <a:avLst/>
          </a:prstGeom>
        </p:spPr>
      </p:pic>
      <p:sp>
        <p:nvSpPr>
          <p:cNvPr id="6" name="TextBox 5">
            <a:extLst>
              <a:ext uri="{FF2B5EF4-FFF2-40B4-BE49-F238E27FC236}">
                <a16:creationId xmlns:a16="http://schemas.microsoft.com/office/drawing/2014/main" id="{CBA5F168-51C5-774F-1C11-60984CBF15F4}"/>
              </a:ext>
            </a:extLst>
          </p:cNvPr>
          <p:cNvSpPr txBox="1"/>
          <p:nvPr/>
        </p:nvSpPr>
        <p:spPr>
          <a:xfrm>
            <a:off x="1225296" y="5028861"/>
            <a:ext cx="5879592" cy="1077218"/>
          </a:xfrm>
          <a:prstGeom prst="rect">
            <a:avLst/>
          </a:prstGeom>
          <a:noFill/>
        </p:spPr>
        <p:txBody>
          <a:bodyPr wrap="square" rtlCol="0">
            <a:spAutoFit/>
          </a:bodyPr>
          <a:lstStyle/>
          <a:p>
            <a:r>
              <a:rPr lang="en-US" sz="1600" b="1" dirty="0"/>
              <a:t>Examples</a:t>
            </a:r>
            <a:r>
              <a:rPr lang="en-US" sz="1600" dirty="0"/>
              <a:t> </a:t>
            </a:r>
          </a:p>
          <a:p>
            <a:endParaRPr lang="en-US" dirty="0"/>
          </a:p>
          <a:p>
            <a:r>
              <a:rPr lang="en-US" sz="1400" dirty="0"/>
              <a:t>% average 1 2  	wrong # </a:t>
            </a:r>
            <a:r>
              <a:rPr lang="en-US" sz="1400" dirty="0" err="1"/>
              <a:t>args</a:t>
            </a:r>
            <a:r>
              <a:rPr lang="en-US" sz="1400" dirty="0"/>
              <a:t>: should be "average n1 n2 n3 n4“</a:t>
            </a:r>
          </a:p>
          <a:p>
            <a:r>
              <a:rPr lang="en-US" sz="1400" dirty="0"/>
              <a:t> % average 1 2 3 4 5	wrong # </a:t>
            </a:r>
            <a:r>
              <a:rPr lang="en-US" sz="1400" dirty="0" err="1"/>
              <a:t>args</a:t>
            </a:r>
            <a:r>
              <a:rPr lang="en-US" sz="1400" dirty="0"/>
              <a:t>: should be "average n1 n2 n3 n4“</a:t>
            </a:r>
          </a:p>
        </p:txBody>
      </p:sp>
    </p:spTree>
    <p:extLst>
      <p:ext uri="{BB962C8B-B14F-4D97-AF65-F5344CB8AC3E}">
        <p14:creationId xmlns:p14="http://schemas.microsoft.com/office/powerpoint/2010/main" val="4168591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8389B7-7E7D-2743-F6B8-FE632E157DFB}"/>
              </a:ext>
            </a:extLst>
          </p:cNvPr>
          <p:cNvSpPr>
            <a:spLocks noGrp="1"/>
          </p:cNvSpPr>
          <p:nvPr>
            <p:ph type="sldNum" sz="quarter" idx="4"/>
          </p:nvPr>
        </p:nvSpPr>
        <p:spPr/>
        <p:txBody>
          <a:bodyPr/>
          <a:lstStyle/>
          <a:p>
            <a:r>
              <a:rPr lang="en-US"/>
              <a:t>Slide Number </a:t>
            </a:r>
            <a:fld id="{6EBC3B51-DE6F-4918-BB1B-21BDA37DE1D0}" type="slidenum">
              <a:rPr lang="en-PK" smtClean="0"/>
              <a:pPr/>
              <a:t>6</a:t>
            </a:fld>
            <a:endParaRPr lang="en-PK" dirty="0"/>
          </a:p>
        </p:txBody>
      </p:sp>
      <p:sp>
        <p:nvSpPr>
          <p:cNvPr id="3" name="TextBox 2">
            <a:extLst>
              <a:ext uri="{FF2B5EF4-FFF2-40B4-BE49-F238E27FC236}">
                <a16:creationId xmlns:a16="http://schemas.microsoft.com/office/drawing/2014/main" id="{6D98F21A-6CDB-F315-2C71-A22CF5127684}"/>
              </a:ext>
            </a:extLst>
          </p:cNvPr>
          <p:cNvSpPr txBox="1"/>
          <p:nvPr/>
        </p:nvSpPr>
        <p:spPr>
          <a:xfrm>
            <a:off x="1078992" y="429768"/>
            <a:ext cx="4352544" cy="707886"/>
          </a:xfrm>
          <a:prstGeom prst="rect">
            <a:avLst/>
          </a:prstGeom>
          <a:noFill/>
        </p:spPr>
        <p:txBody>
          <a:bodyPr wrap="square" rtlCol="0">
            <a:spAutoFit/>
          </a:bodyPr>
          <a:lstStyle/>
          <a:p>
            <a:r>
              <a:rPr lang="en-US" sz="4000" dirty="0"/>
              <a:t>Local Variables </a:t>
            </a:r>
          </a:p>
        </p:txBody>
      </p:sp>
      <p:pic>
        <p:nvPicPr>
          <p:cNvPr id="5" name="Picture 4">
            <a:extLst>
              <a:ext uri="{FF2B5EF4-FFF2-40B4-BE49-F238E27FC236}">
                <a16:creationId xmlns:a16="http://schemas.microsoft.com/office/drawing/2014/main" id="{E23D858E-481D-B89B-2FE6-7F2B0A4D52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7403" y="1445387"/>
            <a:ext cx="8308486" cy="3747622"/>
          </a:xfrm>
          <a:prstGeom prst="rect">
            <a:avLst/>
          </a:prstGeom>
        </p:spPr>
      </p:pic>
    </p:spTree>
    <p:extLst>
      <p:ext uri="{BB962C8B-B14F-4D97-AF65-F5344CB8AC3E}">
        <p14:creationId xmlns:p14="http://schemas.microsoft.com/office/powerpoint/2010/main" val="1358766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98E16D-6BA2-D6D6-84DF-D4CDE60D9643}"/>
              </a:ext>
            </a:extLst>
          </p:cNvPr>
          <p:cNvSpPr>
            <a:spLocks noGrp="1"/>
          </p:cNvSpPr>
          <p:nvPr>
            <p:ph type="sldNum" sz="quarter" idx="4"/>
          </p:nvPr>
        </p:nvSpPr>
        <p:spPr/>
        <p:txBody>
          <a:bodyPr/>
          <a:lstStyle/>
          <a:p>
            <a:r>
              <a:rPr lang="en-US"/>
              <a:t>Slide Number </a:t>
            </a:r>
            <a:fld id="{6EBC3B51-DE6F-4918-BB1B-21BDA37DE1D0}" type="slidenum">
              <a:rPr lang="en-PK" smtClean="0"/>
              <a:pPr/>
              <a:t>7</a:t>
            </a:fld>
            <a:endParaRPr lang="en-PK" dirty="0"/>
          </a:p>
        </p:txBody>
      </p:sp>
      <p:sp>
        <p:nvSpPr>
          <p:cNvPr id="3" name="TextBox 2">
            <a:extLst>
              <a:ext uri="{FF2B5EF4-FFF2-40B4-BE49-F238E27FC236}">
                <a16:creationId xmlns:a16="http://schemas.microsoft.com/office/drawing/2014/main" id="{5D697CAB-1AFF-9945-192F-41BAEF10644C}"/>
              </a:ext>
            </a:extLst>
          </p:cNvPr>
          <p:cNvSpPr txBox="1"/>
          <p:nvPr/>
        </p:nvSpPr>
        <p:spPr>
          <a:xfrm>
            <a:off x="914400" y="530352"/>
            <a:ext cx="4059936" cy="707886"/>
          </a:xfrm>
          <a:prstGeom prst="rect">
            <a:avLst/>
          </a:prstGeom>
          <a:noFill/>
        </p:spPr>
        <p:txBody>
          <a:bodyPr wrap="square" rtlCol="0">
            <a:spAutoFit/>
          </a:bodyPr>
          <a:lstStyle/>
          <a:p>
            <a:r>
              <a:rPr lang="en-US" sz="4000" dirty="0"/>
              <a:t>Global Variables </a:t>
            </a:r>
          </a:p>
        </p:txBody>
      </p:sp>
      <p:pic>
        <p:nvPicPr>
          <p:cNvPr id="5" name="Picture 4">
            <a:extLst>
              <a:ext uri="{FF2B5EF4-FFF2-40B4-BE49-F238E27FC236}">
                <a16:creationId xmlns:a16="http://schemas.microsoft.com/office/drawing/2014/main" id="{6973F113-5024-3BE5-986D-B2100990BC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416" y="1553505"/>
            <a:ext cx="8721184" cy="4016449"/>
          </a:xfrm>
          <a:prstGeom prst="rect">
            <a:avLst/>
          </a:prstGeom>
        </p:spPr>
      </p:pic>
    </p:spTree>
    <p:extLst>
      <p:ext uri="{BB962C8B-B14F-4D97-AF65-F5344CB8AC3E}">
        <p14:creationId xmlns:p14="http://schemas.microsoft.com/office/powerpoint/2010/main" val="1766987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6A58E64-7A62-1B09-7E72-DF7ADCD26FF1}"/>
              </a:ext>
            </a:extLst>
          </p:cNvPr>
          <p:cNvSpPr>
            <a:spLocks noGrp="1"/>
          </p:cNvSpPr>
          <p:nvPr>
            <p:ph type="sldNum" sz="quarter" idx="4"/>
          </p:nvPr>
        </p:nvSpPr>
        <p:spPr/>
        <p:txBody>
          <a:bodyPr/>
          <a:lstStyle/>
          <a:p>
            <a:r>
              <a:rPr lang="en-US"/>
              <a:t>Slide Number </a:t>
            </a:r>
            <a:fld id="{6EBC3B51-DE6F-4918-BB1B-21BDA37DE1D0}" type="slidenum">
              <a:rPr lang="en-PK" smtClean="0"/>
              <a:pPr/>
              <a:t>8</a:t>
            </a:fld>
            <a:endParaRPr lang="en-PK" dirty="0"/>
          </a:p>
        </p:txBody>
      </p:sp>
      <p:sp>
        <p:nvSpPr>
          <p:cNvPr id="3" name="TextBox 2">
            <a:extLst>
              <a:ext uri="{FF2B5EF4-FFF2-40B4-BE49-F238E27FC236}">
                <a16:creationId xmlns:a16="http://schemas.microsoft.com/office/drawing/2014/main" id="{8DDBCD91-58BC-CF05-5B72-C21F458CAA15}"/>
              </a:ext>
            </a:extLst>
          </p:cNvPr>
          <p:cNvSpPr txBox="1"/>
          <p:nvPr/>
        </p:nvSpPr>
        <p:spPr>
          <a:xfrm>
            <a:off x="1078992" y="521208"/>
            <a:ext cx="7543800" cy="707886"/>
          </a:xfrm>
          <a:prstGeom prst="rect">
            <a:avLst/>
          </a:prstGeom>
          <a:noFill/>
        </p:spPr>
        <p:txBody>
          <a:bodyPr wrap="square" rtlCol="0">
            <a:spAutoFit/>
          </a:bodyPr>
          <a:lstStyle/>
          <a:p>
            <a:r>
              <a:rPr lang="en-US" sz="4000" dirty="0"/>
              <a:t>When Do I Use "" and {}? </a:t>
            </a:r>
          </a:p>
        </p:txBody>
      </p:sp>
      <p:pic>
        <p:nvPicPr>
          <p:cNvPr id="5" name="Picture 4">
            <a:extLst>
              <a:ext uri="{FF2B5EF4-FFF2-40B4-BE49-F238E27FC236}">
                <a16:creationId xmlns:a16="http://schemas.microsoft.com/office/drawing/2014/main" id="{CE98F29B-3F86-4EC4-BA7E-96E59CCDD3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8992" y="1618965"/>
            <a:ext cx="9231013" cy="4077269"/>
          </a:xfrm>
          <a:prstGeom prst="rect">
            <a:avLst/>
          </a:prstGeom>
        </p:spPr>
      </p:pic>
    </p:spTree>
    <p:extLst>
      <p:ext uri="{BB962C8B-B14F-4D97-AF65-F5344CB8AC3E}">
        <p14:creationId xmlns:p14="http://schemas.microsoft.com/office/powerpoint/2010/main" val="134833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218C06-6714-D3F5-85D0-D515FA349FB1}"/>
              </a:ext>
            </a:extLst>
          </p:cNvPr>
          <p:cNvSpPr>
            <a:spLocks noGrp="1"/>
          </p:cNvSpPr>
          <p:nvPr>
            <p:ph type="sldNum" sz="quarter" idx="4"/>
          </p:nvPr>
        </p:nvSpPr>
        <p:spPr/>
        <p:txBody>
          <a:bodyPr/>
          <a:lstStyle/>
          <a:p>
            <a:r>
              <a:rPr lang="en-US"/>
              <a:t>Slide Number </a:t>
            </a:r>
            <a:fld id="{6EBC3B51-DE6F-4918-BB1B-21BDA37DE1D0}" type="slidenum">
              <a:rPr lang="en-PK" smtClean="0"/>
              <a:pPr/>
              <a:t>9</a:t>
            </a:fld>
            <a:endParaRPr lang="en-PK" dirty="0"/>
          </a:p>
        </p:txBody>
      </p:sp>
      <p:sp>
        <p:nvSpPr>
          <p:cNvPr id="3" name="TextBox 2">
            <a:extLst>
              <a:ext uri="{FF2B5EF4-FFF2-40B4-BE49-F238E27FC236}">
                <a16:creationId xmlns:a16="http://schemas.microsoft.com/office/drawing/2014/main" id="{7B140B9D-353C-9613-5EAE-AECEC71AB722}"/>
              </a:ext>
            </a:extLst>
          </p:cNvPr>
          <p:cNvSpPr txBox="1"/>
          <p:nvPr/>
        </p:nvSpPr>
        <p:spPr>
          <a:xfrm>
            <a:off x="941832" y="580751"/>
            <a:ext cx="7333488" cy="707886"/>
          </a:xfrm>
          <a:prstGeom prst="rect">
            <a:avLst/>
          </a:prstGeom>
          <a:noFill/>
        </p:spPr>
        <p:txBody>
          <a:bodyPr wrap="square" rtlCol="0">
            <a:spAutoFit/>
          </a:bodyPr>
          <a:lstStyle/>
          <a:p>
            <a:r>
              <a:rPr lang="en-US" sz="4000" dirty="0"/>
              <a:t>Extracting Bits from Integers</a:t>
            </a:r>
          </a:p>
        </p:txBody>
      </p:sp>
      <p:sp>
        <p:nvSpPr>
          <p:cNvPr id="4" name="TextBox 3">
            <a:extLst>
              <a:ext uri="{FF2B5EF4-FFF2-40B4-BE49-F238E27FC236}">
                <a16:creationId xmlns:a16="http://schemas.microsoft.com/office/drawing/2014/main" id="{5E687EAB-6D91-E990-52A5-7D5EE9C325FC}"/>
              </a:ext>
            </a:extLst>
          </p:cNvPr>
          <p:cNvSpPr txBox="1"/>
          <p:nvPr/>
        </p:nvSpPr>
        <p:spPr>
          <a:xfrm>
            <a:off x="1106424" y="1563624"/>
            <a:ext cx="7735824" cy="923330"/>
          </a:xfrm>
          <a:prstGeom prst="rect">
            <a:avLst/>
          </a:prstGeom>
          <a:noFill/>
        </p:spPr>
        <p:txBody>
          <a:bodyPr wrap="square" rtlCol="0">
            <a:spAutoFit/>
          </a:bodyPr>
          <a:lstStyle/>
          <a:p>
            <a:r>
              <a:rPr lang="en-US" dirty="0"/>
              <a:t>Using a </a:t>
            </a:r>
            <a:r>
              <a:rPr lang="en-US" dirty="0" err="1"/>
              <a:t>Tcl</a:t>
            </a:r>
            <a:r>
              <a:rPr lang="en-US" dirty="0"/>
              <a:t> interpreter in an interactive mode, extract 4 least significant bits from a positive integer number between 0 and 15. </a:t>
            </a:r>
          </a:p>
          <a:p>
            <a:endParaRPr lang="en-US" dirty="0"/>
          </a:p>
        </p:txBody>
      </p:sp>
      <p:pic>
        <p:nvPicPr>
          <p:cNvPr id="6" name="Picture 5">
            <a:extLst>
              <a:ext uri="{FF2B5EF4-FFF2-40B4-BE49-F238E27FC236}">
                <a16:creationId xmlns:a16="http://schemas.microsoft.com/office/drawing/2014/main" id="{1E067FE6-DDC0-DFC0-8E17-70658D89D8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280" y="2363685"/>
            <a:ext cx="8173591" cy="2686425"/>
          </a:xfrm>
          <a:prstGeom prst="rect">
            <a:avLst/>
          </a:prstGeom>
        </p:spPr>
      </p:pic>
    </p:spTree>
    <p:extLst>
      <p:ext uri="{BB962C8B-B14F-4D97-AF65-F5344CB8AC3E}">
        <p14:creationId xmlns:p14="http://schemas.microsoft.com/office/powerpoint/2010/main" val="2840688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B313916-4DE5-CA65-C080-587270A40E86}"/>
              </a:ext>
            </a:extLst>
          </p:cNvPr>
          <p:cNvSpPr>
            <a:spLocks noGrp="1"/>
          </p:cNvSpPr>
          <p:nvPr>
            <p:ph type="sldNum" sz="quarter" idx="4"/>
          </p:nvPr>
        </p:nvSpPr>
        <p:spPr/>
        <p:txBody>
          <a:bodyPr/>
          <a:lstStyle/>
          <a:p>
            <a:r>
              <a:rPr lang="en-US"/>
              <a:t>Slide Number </a:t>
            </a:r>
            <a:fld id="{6EBC3B51-DE6F-4918-BB1B-21BDA37DE1D0}" type="slidenum">
              <a:rPr lang="en-PK" smtClean="0"/>
              <a:pPr/>
              <a:t>10</a:t>
            </a:fld>
            <a:endParaRPr lang="en-PK" dirty="0"/>
          </a:p>
        </p:txBody>
      </p:sp>
      <p:sp>
        <p:nvSpPr>
          <p:cNvPr id="3" name="TextBox 2">
            <a:extLst>
              <a:ext uri="{FF2B5EF4-FFF2-40B4-BE49-F238E27FC236}">
                <a16:creationId xmlns:a16="http://schemas.microsoft.com/office/drawing/2014/main" id="{EB3255C9-43CA-9DFB-B26B-EB8B63BE989C}"/>
              </a:ext>
            </a:extLst>
          </p:cNvPr>
          <p:cNvSpPr txBox="1"/>
          <p:nvPr/>
        </p:nvSpPr>
        <p:spPr>
          <a:xfrm>
            <a:off x="786384" y="484632"/>
            <a:ext cx="7278624" cy="707886"/>
          </a:xfrm>
          <a:prstGeom prst="rect">
            <a:avLst/>
          </a:prstGeom>
          <a:noFill/>
        </p:spPr>
        <p:txBody>
          <a:bodyPr wrap="square" rtlCol="0">
            <a:spAutoFit/>
          </a:bodyPr>
          <a:lstStyle/>
          <a:p>
            <a:r>
              <a:rPr lang="en-US" sz="4000" dirty="0"/>
              <a:t>Extracting Bits from Integers</a:t>
            </a:r>
          </a:p>
        </p:txBody>
      </p:sp>
      <p:pic>
        <p:nvPicPr>
          <p:cNvPr id="5" name="Picture 4">
            <a:extLst>
              <a:ext uri="{FF2B5EF4-FFF2-40B4-BE49-F238E27FC236}">
                <a16:creationId xmlns:a16="http://schemas.microsoft.com/office/drawing/2014/main" id="{48B571DD-4412-1B80-7237-C0C3376774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384" y="1609471"/>
            <a:ext cx="9469171" cy="3639058"/>
          </a:xfrm>
          <a:prstGeom prst="rect">
            <a:avLst/>
          </a:prstGeom>
        </p:spPr>
      </p:pic>
    </p:spTree>
    <p:extLst>
      <p:ext uri="{BB962C8B-B14F-4D97-AF65-F5344CB8AC3E}">
        <p14:creationId xmlns:p14="http://schemas.microsoft.com/office/powerpoint/2010/main" val="2485283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10B78C-ACF2-A9AA-6D1B-404A350087F6}"/>
              </a:ext>
            </a:extLst>
          </p:cNvPr>
          <p:cNvSpPr>
            <a:spLocks noGrp="1"/>
          </p:cNvSpPr>
          <p:nvPr>
            <p:ph type="sldNum" sz="quarter" idx="4"/>
          </p:nvPr>
        </p:nvSpPr>
        <p:spPr/>
        <p:txBody>
          <a:bodyPr/>
          <a:lstStyle/>
          <a:p>
            <a:r>
              <a:rPr lang="en-US"/>
              <a:t>Slide Number </a:t>
            </a:r>
            <a:fld id="{6EBC3B51-DE6F-4918-BB1B-21BDA37DE1D0}" type="slidenum">
              <a:rPr lang="en-PK" smtClean="0"/>
              <a:pPr/>
              <a:t>11</a:t>
            </a:fld>
            <a:endParaRPr lang="en-PK" dirty="0"/>
          </a:p>
        </p:txBody>
      </p:sp>
      <p:sp>
        <p:nvSpPr>
          <p:cNvPr id="3" name="TextBox 2">
            <a:extLst>
              <a:ext uri="{FF2B5EF4-FFF2-40B4-BE49-F238E27FC236}">
                <a16:creationId xmlns:a16="http://schemas.microsoft.com/office/drawing/2014/main" id="{D3D0B67A-CBA3-E3E1-4D6D-AE28762AE599}"/>
              </a:ext>
            </a:extLst>
          </p:cNvPr>
          <p:cNvSpPr txBox="1"/>
          <p:nvPr/>
        </p:nvSpPr>
        <p:spPr>
          <a:xfrm>
            <a:off x="859536" y="1426464"/>
            <a:ext cx="8613648" cy="646331"/>
          </a:xfrm>
          <a:prstGeom prst="rect">
            <a:avLst/>
          </a:prstGeom>
          <a:noFill/>
        </p:spPr>
        <p:txBody>
          <a:bodyPr wrap="square" rtlCol="0">
            <a:spAutoFit/>
          </a:bodyPr>
          <a:lstStyle/>
          <a:p>
            <a:r>
              <a:rPr lang="en-US" dirty="0"/>
              <a:t>Assign individual bits to four variables (for example, b0, b1, b2 and b3) and then store the result in b with a trailing b to indicate binary format (for example, 1010b). </a:t>
            </a:r>
          </a:p>
        </p:txBody>
      </p:sp>
      <p:sp>
        <p:nvSpPr>
          <p:cNvPr id="4" name="TextBox 3">
            <a:extLst>
              <a:ext uri="{FF2B5EF4-FFF2-40B4-BE49-F238E27FC236}">
                <a16:creationId xmlns:a16="http://schemas.microsoft.com/office/drawing/2014/main" id="{58A7B545-EC6B-2E2F-B46A-6B4E13E9D5D8}"/>
              </a:ext>
            </a:extLst>
          </p:cNvPr>
          <p:cNvSpPr txBox="1"/>
          <p:nvPr/>
        </p:nvSpPr>
        <p:spPr>
          <a:xfrm>
            <a:off x="928717" y="2066724"/>
            <a:ext cx="7818120" cy="4016484"/>
          </a:xfrm>
          <a:prstGeom prst="rect">
            <a:avLst/>
          </a:prstGeom>
          <a:noFill/>
        </p:spPr>
        <p:txBody>
          <a:bodyPr wrap="square" rtlCol="0">
            <a:spAutoFit/>
          </a:bodyPr>
          <a:lstStyle/>
          <a:p>
            <a:r>
              <a:rPr lang="en-US" sz="1500" b="1" dirty="0"/>
              <a:t>Hints</a:t>
            </a:r>
          </a:p>
          <a:p>
            <a:r>
              <a:rPr lang="en-US" sz="1500" dirty="0"/>
              <a:t> ▪ Stage 1</a:t>
            </a:r>
          </a:p>
          <a:p>
            <a:r>
              <a:rPr lang="en-US" sz="1500" dirty="0"/>
              <a:t>	 • Use the expr </a:t>
            </a:r>
            <a:r>
              <a:rPr lang="en-US" sz="1500" dirty="0" err="1"/>
              <a:t>Tcl</a:t>
            </a:r>
            <a:r>
              <a:rPr lang="en-US" sz="1500" dirty="0"/>
              <a:t> command with the following arithmetic operators: 	</a:t>
            </a:r>
          </a:p>
          <a:p>
            <a:r>
              <a:rPr lang="en-US" sz="1500" dirty="0"/>
              <a:t>	$a &gt;&gt; 1		 Shifts content of variable a right by 1 bit </a:t>
            </a:r>
          </a:p>
          <a:p>
            <a:r>
              <a:rPr lang="en-US" sz="1500" dirty="0"/>
              <a:t>	$a &amp; 1 		Applies bit-wise AND on the contents of variable 			a to extract the least significant bit</a:t>
            </a:r>
          </a:p>
          <a:p>
            <a:r>
              <a:rPr lang="en-US" sz="1500" b="1" dirty="0"/>
              <a:t> ▪ Stage 2 </a:t>
            </a:r>
          </a:p>
          <a:p>
            <a:r>
              <a:rPr lang="en-US" sz="1500" dirty="0"/>
              <a:t>• Print a warning message if the input value is outside the valid 0–15 range.</a:t>
            </a:r>
          </a:p>
          <a:p>
            <a:r>
              <a:rPr lang="en-US" sz="1500" dirty="0"/>
              <a:t> • Use the expr </a:t>
            </a:r>
            <a:r>
              <a:rPr lang="en-US" sz="1500" dirty="0" err="1"/>
              <a:t>Tcl</a:t>
            </a:r>
            <a:r>
              <a:rPr lang="en-US" sz="1500" dirty="0"/>
              <a:t> command with the following arithmetic operators:</a:t>
            </a:r>
          </a:p>
          <a:p>
            <a:r>
              <a:rPr lang="en-US" sz="1500" dirty="0"/>
              <a:t> … ? … : … 		Ternary operator</a:t>
            </a:r>
          </a:p>
          <a:p>
            <a:endParaRPr lang="en-US" sz="1500" dirty="0"/>
          </a:p>
          <a:p>
            <a:r>
              <a:rPr lang="en-US" sz="1500" dirty="0"/>
              <a:t>• </a:t>
            </a:r>
            <a:r>
              <a:rPr lang="en-US" sz="1500" b="1" dirty="0"/>
              <a:t>Syntax</a:t>
            </a:r>
            <a:r>
              <a:rPr lang="en-US" sz="1500" dirty="0"/>
              <a:t> </a:t>
            </a:r>
          </a:p>
          <a:p>
            <a:r>
              <a:rPr lang="en-US" sz="1500" dirty="0"/>
              <a:t>expr { </a:t>
            </a:r>
            <a:r>
              <a:rPr lang="en-US" sz="1500" dirty="0" err="1"/>
              <a:t>cond</a:t>
            </a:r>
            <a:r>
              <a:rPr lang="en-US" sz="1500" dirty="0"/>
              <a:t> ? [</a:t>
            </a:r>
            <a:r>
              <a:rPr lang="en-US" sz="1500" dirty="0" err="1"/>
              <a:t>cmd_to_be_executed_if_cond_is_true</a:t>
            </a:r>
            <a:r>
              <a:rPr lang="en-US" sz="1500" dirty="0"/>
              <a:t> ]: \ [</a:t>
            </a:r>
            <a:r>
              <a:rPr lang="en-US" sz="1500" dirty="0" err="1"/>
              <a:t>cmd_to_be_executed_if_cond_is_wrong</a:t>
            </a:r>
            <a:r>
              <a:rPr lang="en-US" sz="1500" dirty="0"/>
              <a:t> ] } </a:t>
            </a:r>
          </a:p>
          <a:p>
            <a:endParaRPr lang="en-US" sz="1500" dirty="0"/>
          </a:p>
          <a:p>
            <a:r>
              <a:rPr lang="en-US" sz="1500" dirty="0"/>
              <a:t>• </a:t>
            </a:r>
            <a:r>
              <a:rPr lang="en-US" sz="1500" b="1" dirty="0"/>
              <a:t>Example</a:t>
            </a:r>
          </a:p>
          <a:p>
            <a:r>
              <a:rPr lang="en-US" sz="1500" b="1" dirty="0"/>
              <a:t> </a:t>
            </a:r>
            <a:r>
              <a:rPr lang="en-US" sz="1500" dirty="0"/>
              <a:t>expr {$n&gt;15 ? [return "Out of range" ]: [return $</a:t>
            </a:r>
            <a:r>
              <a:rPr lang="en-US" sz="1500" dirty="0" err="1"/>
              <a:t>val</a:t>
            </a:r>
            <a:r>
              <a:rPr lang="en-US" sz="1500" dirty="0"/>
              <a:t> ] }</a:t>
            </a:r>
          </a:p>
        </p:txBody>
      </p:sp>
    </p:spTree>
    <p:extLst>
      <p:ext uri="{BB962C8B-B14F-4D97-AF65-F5344CB8AC3E}">
        <p14:creationId xmlns:p14="http://schemas.microsoft.com/office/powerpoint/2010/main" val="1932395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4ECC76-F1C6-4EC2-5403-5B409BB6FA23}"/>
              </a:ext>
            </a:extLst>
          </p:cNvPr>
          <p:cNvSpPr>
            <a:spLocks noGrp="1"/>
          </p:cNvSpPr>
          <p:nvPr>
            <p:ph type="sldNum" sz="quarter" idx="4"/>
          </p:nvPr>
        </p:nvSpPr>
        <p:spPr/>
        <p:txBody>
          <a:bodyPr/>
          <a:lstStyle/>
          <a:p>
            <a:r>
              <a:rPr lang="en-US"/>
              <a:t>Slide Number </a:t>
            </a:r>
            <a:fld id="{6EBC3B51-DE6F-4918-BB1B-21BDA37DE1D0}" type="slidenum">
              <a:rPr lang="en-PK" smtClean="0"/>
              <a:pPr/>
              <a:t>12</a:t>
            </a:fld>
            <a:endParaRPr lang="en-PK" dirty="0"/>
          </a:p>
        </p:txBody>
      </p:sp>
      <p:sp>
        <p:nvSpPr>
          <p:cNvPr id="3" name="TextBox 2">
            <a:extLst>
              <a:ext uri="{FF2B5EF4-FFF2-40B4-BE49-F238E27FC236}">
                <a16:creationId xmlns:a16="http://schemas.microsoft.com/office/drawing/2014/main" id="{A39334CD-2995-5B18-F426-E6DD78F77647}"/>
              </a:ext>
            </a:extLst>
          </p:cNvPr>
          <p:cNvSpPr txBox="1"/>
          <p:nvPr/>
        </p:nvSpPr>
        <p:spPr>
          <a:xfrm>
            <a:off x="969264" y="603504"/>
            <a:ext cx="5916168" cy="707886"/>
          </a:xfrm>
          <a:prstGeom prst="rect">
            <a:avLst/>
          </a:prstGeom>
          <a:noFill/>
        </p:spPr>
        <p:txBody>
          <a:bodyPr wrap="square" rtlCol="0">
            <a:spAutoFit/>
          </a:bodyPr>
          <a:lstStyle/>
          <a:p>
            <a:r>
              <a:rPr lang="en-US" sz="4000" dirty="0"/>
              <a:t>What Is Control Flow? </a:t>
            </a:r>
          </a:p>
        </p:txBody>
      </p:sp>
      <p:pic>
        <p:nvPicPr>
          <p:cNvPr id="5" name="Picture 4">
            <a:extLst>
              <a:ext uri="{FF2B5EF4-FFF2-40B4-BE49-F238E27FC236}">
                <a16:creationId xmlns:a16="http://schemas.microsoft.com/office/drawing/2014/main" id="{FA18E088-1D7E-1E1E-EF64-A5EF2D2B84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6217" y="1447523"/>
            <a:ext cx="9412013" cy="3962953"/>
          </a:xfrm>
          <a:prstGeom prst="rect">
            <a:avLst/>
          </a:prstGeom>
        </p:spPr>
      </p:pic>
    </p:spTree>
    <p:extLst>
      <p:ext uri="{BB962C8B-B14F-4D97-AF65-F5344CB8AC3E}">
        <p14:creationId xmlns:p14="http://schemas.microsoft.com/office/powerpoint/2010/main" val="1031885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43C317-B28C-D63C-0CBF-3C823A0326FA}"/>
              </a:ext>
            </a:extLst>
          </p:cNvPr>
          <p:cNvSpPr>
            <a:spLocks noGrp="1"/>
          </p:cNvSpPr>
          <p:nvPr>
            <p:ph type="sldNum" sz="quarter" idx="4"/>
          </p:nvPr>
        </p:nvSpPr>
        <p:spPr/>
        <p:txBody>
          <a:bodyPr/>
          <a:lstStyle/>
          <a:p>
            <a:r>
              <a:rPr lang="en-US"/>
              <a:t>Slide Number </a:t>
            </a:r>
            <a:fld id="{6EBC3B51-DE6F-4918-BB1B-21BDA37DE1D0}" type="slidenum">
              <a:rPr lang="en-PK" smtClean="0"/>
              <a:pPr/>
              <a:t>13</a:t>
            </a:fld>
            <a:endParaRPr lang="en-PK" dirty="0"/>
          </a:p>
        </p:txBody>
      </p:sp>
      <p:sp>
        <p:nvSpPr>
          <p:cNvPr id="3" name="TextBox 2">
            <a:extLst>
              <a:ext uri="{FF2B5EF4-FFF2-40B4-BE49-F238E27FC236}">
                <a16:creationId xmlns:a16="http://schemas.microsoft.com/office/drawing/2014/main" id="{161D1EEE-2EA5-0203-7286-52DFC12556E9}"/>
              </a:ext>
            </a:extLst>
          </p:cNvPr>
          <p:cNvSpPr txBox="1"/>
          <p:nvPr/>
        </p:nvSpPr>
        <p:spPr>
          <a:xfrm>
            <a:off x="950976" y="393192"/>
            <a:ext cx="7452360" cy="707886"/>
          </a:xfrm>
          <a:prstGeom prst="rect">
            <a:avLst/>
          </a:prstGeom>
          <a:noFill/>
        </p:spPr>
        <p:txBody>
          <a:bodyPr wrap="square" rtlCol="0">
            <a:spAutoFit/>
          </a:bodyPr>
          <a:lstStyle/>
          <a:p>
            <a:r>
              <a:rPr lang="en-US" sz="4000" dirty="0"/>
              <a:t>Conditional Execution: if </a:t>
            </a:r>
          </a:p>
        </p:txBody>
      </p:sp>
      <p:pic>
        <p:nvPicPr>
          <p:cNvPr id="6" name="Picture 5">
            <a:extLst>
              <a:ext uri="{FF2B5EF4-FFF2-40B4-BE49-F238E27FC236}">
                <a16:creationId xmlns:a16="http://schemas.microsoft.com/office/drawing/2014/main" id="{8D77F5F0-29A4-7075-7E8A-93D3F31A9D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9725" y="1454373"/>
            <a:ext cx="9170387" cy="4077269"/>
          </a:xfrm>
          <a:prstGeom prst="rect">
            <a:avLst/>
          </a:prstGeom>
        </p:spPr>
      </p:pic>
    </p:spTree>
    <p:extLst>
      <p:ext uri="{BB962C8B-B14F-4D97-AF65-F5344CB8AC3E}">
        <p14:creationId xmlns:p14="http://schemas.microsoft.com/office/powerpoint/2010/main" val="543753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83A2AF-3B78-8D91-3805-53B870310098}"/>
              </a:ext>
            </a:extLst>
          </p:cNvPr>
          <p:cNvSpPr>
            <a:spLocks noGrp="1"/>
          </p:cNvSpPr>
          <p:nvPr>
            <p:ph type="sldNum" sz="quarter" idx="4"/>
          </p:nvPr>
        </p:nvSpPr>
        <p:spPr/>
        <p:txBody>
          <a:bodyPr/>
          <a:lstStyle/>
          <a:p>
            <a:r>
              <a:rPr lang="en-US"/>
              <a:t>Slide Number </a:t>
            </a:r>
            <a:fld id="{6EBC3B51-DE6F-4918-BB1B-21BDA37DE1D0}" type="slidenum">
              <a:rPr lang="en-PK" smtClean="0"/>
              <a:pPr/>
              <a:t>14</a:t>
            </a:fld>
            <a:endParaRPr lang="en-PK" dirty="0"/>
          </a:p>
        </p:txBody>
      </p:sp>
      <p:sp>
        <p:nvSpPr>
          <p:cNvPr id="3" name="TextBox 2">
            <a:extLst>
              <a:ext uri="{FF2B5EF4-FFF2-40B4-BE49-F238E27FC236}">
                <a16:creationId xmlns:a16="http://schemas.microsoft.com/office/drawing/2014/main" id="{B0504C29-5B0E-8D78-F57C-5339D27B804B}"/>
              </a:ext>
            </a:extLst>
          </p:cNvPr>
          <p:cNvSpPr txBox="1"/>
          <p:nvPr/>
        </p:nvSpPr>
        <p:spPr>
          <a:xfrm>
            <a:off x="987552" y="512064"/>
            <a:ext cx="6922008" cy="707886"/>
          </a:xfrm>
          <a:prstGeom prst="rect">
            <a:avLst/>
          </a:prstGeom>
          <a:noFill/>
        </p:spPr>
        <p:txBody>
          <a:bodyPr wrap="square" rtlCol="0">
            <a:spAutoFit/>
          </a:bodyPr>
          <a:lstStyle/>
          <a:p>
            <a:r>
              <a:rPr lang="en-US" sz="4000" dirty="0"/>
              <a:t>Conditional Execution: if-else </a:t>
            </a:r>
          </a:p>
        </p:txBody>
      </p:sp>
      <p:pic>
        <p:nvPicPr>
          <p:cNvPr id="5" name="Picture 4">
            <a:extLst>
              <a:ext uri="{FF2B5EF4-FFF2-40B4-BE49-F238E27FC236}">
                <a16:creationId xmlns:a16="http://schemas.microsoft.com/office/drawing/2014/main" id="{48FBBA2D-216F-8D76-A544-4F46CEE205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1833" y="1482427"/>
            <a:ext cx="9089136" cy="3362794"/>
          </a:xfrm>
          <a:prstGeom prst="rect">
            <a:avLst/>
          </a:prstGeom>
        </p:spPr>
      </p:pic>
    </p:spTree>
    <p:extLst>
      <p:ext uri="{BB962C8B-B14F-4D97-AF65-F5344CB8AC3E}">
        <p14:creationId xmlns:p14="http://schemas.microsoft.com/office/powerpoint/2010/main" val="1469751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8B8180-7563-D721-3787-2781ED7022BC}"/>
              </a:ext>
            </a:extLst>
          </p:cNvPr>
          <p:cNvSpPr>
            <a:spLocks noGrp="1"/>
          </p:cNvSpPr>
          <p:nvPr>
            <p:ph type="sldNum" sz="quarter" idx="4"/>
          </p:nvPr>
        </p:nvSpPr>
        <p:spPr/>
        <p:txBody>
          <a:bodyPr/>
          <a:lstStyle/>
          <a:p>
            <a:r>
              <a:rPr lang="en-US"/>
              <a:t>Slide Number </a:t>
            </a:r>
            <a:fld id="{6EBC3B51-DE6F-4918-BB1B-21BDA37DE1D0}" type="slidenum">
              <a:rPr lang="en-PK" smtClean="0"/>
              <a:pPr/>
              <a:t>15</a:t>
            </a:fld>
            <a:endParaRPr lang="en-PK" dirty="0"/>
          </a:p>
        </p:txBody>
      </p:sp>
      <p:sp>
        <p:nvSpPr>
          <p:cNvPr id="3" name="TextBox 2">
            <a:extLst>
              <a:ext uri="{FF2B5EF4-FFF2-40B4-BE49-F238E27FC236}">
                <a16:creationId xmlns:a16="http://schemas.microsoft.com/office/drawing/2014/main" id="{977EA979-A87F-EEAB-F1F2-21850366E16C}"/>
              </a:ext>
            </a:extLst>
          </p:cNvPr>
          <p:cNvSpPr txBox="1"/>
          <p:nvPr/>
        </p:nvSpPr>
        <p:spPr>
          <a:xfrm>
            <a:off x="941832" y="466344"/>
            <a:ext cx="8394192" cy="707886"/>
          </a:xfrm>
          <a:prstGeom prst="rect">
            <a:avLst/>
          </a:prstGeom>
          <a:noFill/>
        </p:spPr>
        <p:txBody>
          <a:bodyPr wrap="square" rtlCol="0">
            <a:spAutoFit/>
          </a:bodyPr>
          <a:lstStyle/>
          <a:p>
            <a:r>
              <a:rPr lang="en-US" sz="4000" dirty="0"/>
              <a:t>Conditional Execution: if-elseif-else </a:t>
            </a:r>
          </a:p>
        </p:txBody>
      </p:sp>
      <p:pic>
        <p:nvPicPr>
          <p:cNvPr id="5" name="Picture 4">
            <a:extLst>
              <a:ext uri="{FF2B5EF4-FFF2-40B4-BE49-F238E27FC236}">
                <a16:creationId xmlns:a16="http://schemas.microsoft.com/office/drawing/2014/main" id="{64ADFF3C-F2BE-980A-357A-33494ECA02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353" y="1530991"/>
            <a:ext cx="9412013" cy="4420217"/>
          </a:xfrm>
          <a:prstGeom prst="rect">
            <a:avLst/>
          </a:prstGeom>
        </p:spPr>
      </p:pic>
    </p:spTree>
    <p:extLst>
      <p:ext uri="{BB962C8B-B14F-4D97-AF65-F5344CB8AC3E}">
        <p14:creationId xmlns:p14="http://schemas.microsoft.com/office/powerpoint/2010/main" val="12781734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15D750-13C2-5810-96FE-DF45FCA0A599}"/>
              </a:ext>
            </a:extLst>
          </p:cNvPr>
          <p:cNvSpPr>
            <a:spLocks noGrp="1"/>
          </p:cNvSpPr>
          <p:nvPr>
            <p:ph type="sldNum" sz="quarter" idx="4"/>
          </p:nvPr>
        </p:nvSpPr>
        <p:spPr/>
        <p:txBody>
          <a:bodyPr/>
          <a:lstStyle/>
          <a:p>
            <a:r>
              <a:rPr lang="en-US"/>
              <a:t>Slide Number </a:t>
            </a:r>
            <a:fld id="{6EBC3B51-DE6F-4918-BB1B-21BDA37DE1D0}" type="slidenum">
              <a:rPr lang="en-PK" smtClean="0"/>
              <a:pPr/>
              <a:t>16</a:t>
            </a:fld>
            <a:endParaRPr lang="en-PK" dirty="0"/>
          </a:p>
        </p:txBody>
      </p:sp>
      <p:sp>
        <p:nvSpPr>
          <p:cNvPr id="3" name="TextBox 2">
            <a:extLst>
              <a:ext uri="{FF2B5EF4-FFF2-40B4-BE49-F238E27FC236}">
                <a16:creationId xmlns:a16="http://schemas.microsoft.com/office/drawing/2014/main" id="{CC116EEC-50D7-C6B4-B4E5-CCF9D8968858}"/>
              </a:ext>
            </a:extLst>
          </p:cNvPr>
          <p:cNvSpPr txBox="1"/>
          <p:nvPr/>
        </p:nvSpPr>
        <p:spPr>
          <a:xfrm>
            <a:off x="877824" y="493776"/>
            <a:ext cx="7507224" cy="707886"/>
          </a:xfrm>
          <a:prstGeom prst="rect">
            <a:avLst/>
          </a:prstGeom>
          <a:noFill/>
        </p:spPr>
        <p:txBody>
          <a:bodyPr wrap="square" rtlCol="0">
            <a:spAutoFit/>
          </a:bodyPr>
          <a:lstStyle/>
          <a:p>
            <a:r>
              <a:rPr lang="en-US" sz="4000" dirty="0"/>
              <a:t>Conditional Execution: switch </a:t>
            </a:r>
          </a:p>
        </p:txBody>
      </p:sp>
      <p:pic>
        <p:nvPicPr>
          <p:cNvPr id="5" name="Picture 4">
            <a:extLst>
              <a:ext uri="{FF2B5EF4-FFF2-40B4-BE49-F238E27FC236}">
                <a16:creationId xmlns:a16="http://schemas.microsoft.com/office/drawing/2014/main" id="{E5B98448-8BFA-277C-1B8F-FB91BF29C0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7824" y="1430733"/>
            <a:ext cx="9316750" cy="4344006"/>
          </a:xfrm>
          <a:prstGeom prst="rect">
            <a:avLst/>
          </a:prstGeom>
        </p:spPr>
      </p:pic>
    </p:spTree>
    <p:extLst>
      <p:ext uri="{BB962C8B-B14F-4D97-AF65-F5344CB8AC3E}">
        <p14:creationId xmlns:p14="http://schemas.microsoft.com/office/powerpoint/2010/main" val="3983219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3BD6EF9-8A77-4335-2C0A-E972A821E70A}"/>
              </a:ext>
            </a:extLst>
          </p:cNvPr>
          <p:cNvSpPr>
            <a:spLocks noGrp="1"/>
          </p:cNvSpPr>
          <p:nvPr>
            <p:ph type="sldNum" sz="quarter" idx="4"/>
          </p:nvPr>
        </p:nvSpPr>
        <p:spPr/>
        <p:txBody>
          <a:bodyPr/>
          <a:lstStyle/>
          <a:p>
            <a:r>
              <a:rPr lang="en-US"/>
              <a:t>Slide Number </a:t>
            </a:r>
            <a:fld id="{6EBC3B51-DE6F-4918-BB1B-21BDA37DE1D0}" type="slidenum">
              <a:rPr lang="en-PK" smtClean="0"/>
              <a:pPr/>
              <a:t>17</a:t>
            </a:fld>
            <a:endParaRPr lang="en-PK" dirty="0"/>
          </a:p>
        </p:txBody>
      </p:sp>
      <p:sp>
        <p:nvSpPr>
          <p:cNvPr id="3" name="TextBox 2">
            <a:extLst>
              <a:ext uri="{FF2B5EF4-FFF2-40B4-BE49-F238E27FC236}">
                <a16:creationId xmlns:a16="http://schemas.microsoft.com/office/drawing/2014/main" id="{561694DF-F8AF-B684-A506-DF18AD0765CA}"/>
              </a:ext>
            </a:extLst>
          </p:cNvPr>
          <p:cNvSpPr txBox="1"/>
          <p:nvPr/>
        </p:nvSpPr>
        <p:spPr>
          <a:xfrm>
            <a:off x="905256" y="420624"/>
            <a:ext cx="8732520" cy="707886"/>
          </a:xfrm>
          <a:prstGeom prst="rect">
            <a:avLst/>
          </a:prstGeom>
          <a:noFill/>
        </p:spPr>
        <p:txBody>
          <a:bodyPr wrap="square" rtlCol="0">
            <a:spAutoFit/>
          </a:bodyPr>
          <a:lstStyle/>
          <a:p>
            <a:r>
              <a:rPr lang="en-US" sz="4000" dirty="0"/>
              <a:t>Matching Multiple Patterns with switch </a:t>
            </a:r>
          </a:p>
        </p:txBody>
      </p:sp>
      <p:pic>
        <p:nvPicPr>
          <p:cNvPr id="5" name="Picture 4">
            <a:extLst>
              <a:ext uri="{FF2B5EF4-FFF2-40B4-BE49-F238E27FC236}">
                <a16:creationId xmlns:a16="http://schemas.microsoft.com/office/drawing/2014/main" id="{1BCFD764-831D-C16A-EE38-787DC4BBEC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492654"/>
            <a:ext cx="9259592" cy="4220164"/>
          </a:xfrm>
          <a:prstGeom prst="rect">
            <a:avLst/>
          </a:prstGeom>
        </p:spPr>
      </p:pic>
    </p:spTree>
    <p:extLst>
      <p:ext uri="{BB962C8B-B14F-4D97-AF65-F5344CB8AC3E}">
        <p14:creationId xmlns:p14="http://schemas.microsoft.com/office/powerpoint/2010/main" val="1567258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B89ED0-3004-3E38-BA2B-4CC40FDA5462}"/>
              </a:ext>
            </a:extLst>
          </p:cNvPr>
          <p:cNvSpPr>
            <a:spLocks noGrp="1"/>
          </p:cNvSpPr>
          <p:nvPr>
            <p:ph type="sldNum" sz="quarter" idx="4"/>
          </p:nvPr>
        </p:nvSpPr>
        <p:spPr/>
        <p:txBody>
          <a:bodyPr/>
          <a:lstStyle/>
          <a:p>
            <a:r>
              <a:rPr lang="en-US"/>
              <a:t>Slide Number </a:t>
            </a:r>
            <a:fld id="{6EBC3B51-DE6F-4918-BB1B-21BDA37DE1D0}" type="slidenum">
              <a:rPr lang="en-PK" smtClean="0"/>
              <a:pPr/>
              <a:t>18</a:t>
            </a:fld>
            <a:endParaRPr lang="en-PK" dirty="0"/>
          </a:p>
        </p:txBody>
      </p:sp>
      <p:sp>
        <p:nvSpPr>
          <p:cNvPr id="3" name="TextBox 2">
            <a:extLst>
              <a:ext uri="{FF2B5EF4-FFF2-40B4-BE49-F238E27FC236}">
                <a16:creationId xmlns:a16="http://schemas.microsoft.com/office/drawing/2014/main" id="{FCEE2CD2-6F71-3301-B645-D5CF1B0B14F7}"/>
              </a:ext>
            </a:extLst>
          </p:cNvPr>
          <p:cNvSpPr txBox="1"/>
          <p:nvPr/>
        </p:nvSpPr>
        <p:spPr>
          <a:xfrm>
            <a:off x="859536" y="612648"/>
            <a:ext cx="4443984" cy="707886"/>
          </a:xfrm>
          <a:prstGeom prst="rect">
            <a:avLst/>
          </a:prstGeom>
          <a:noFill/>
        </p:spPr>
        <p:txBody>
          <a:bodyPr wrap="square" rtlCol="0">
            <a:spAutoFit/>
          </a:bodyPr>
          <a:lstStyle/>
          <a:p>
            <a:r>
              <a:rPr lang="en-US" sz="4000" dirty="0"/>
              <a:t>Looping: for </a:t>
            </a:r>
          </a:p>
        </p:txBody>
      </p:sp>
      <p:pic>
        <p:nvPicPr>
          <p:cNvPr id="5" name="Picture 4">
            <a:extLst>
              <a:ext uri="{FF2B5EF4-FFF2-40B4-BE49-F238E27FC236}">
                <a16:creationId xmlns:a16="http://schemas.microsoft.com/office/drawing/2014/main" id="{6E0EE068-680F-4FB3-D1FC-C4F3ECAA9E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4450" y="1622144"/>
            <a:ext cx="9145276" cy="3915321"/>
          </a:xfrm>
          <a:prstGeom prst="rect">
            <a:avLst/>
          </a:prstGeom>
        </p:spPr>
      </p:pic>
    </p:spTree>
    <p:extLst>
      <p:ext uri="{BB962C8B-B14F-4D97-AF65-F5344CB8AC3E}">
        <p14:creationId xmlns:p14="http://schemas.microsoft.com/office/powerpoint/2010/main" val="2415491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5592FC-2CD8-6386-8C46-DB591AF5FD22}"/>
              </a:ext>
            </a:extLst>
          </p:cNvPr>
          <p:cNvSpPr>
            <a:spLocks noGrp="1"/>
          </p:cNvSpPr>
          <p:nvPr>
            <p:ph type="sldNum" sz="quarter" idx="4"/>
          </p:nvPr>
        </p:nvSpPr>
        <p:spPr/>
        <p:txBody>
          <a:bodyPr/>
          <a:lstStyle/>
          <a:p>
            <a:r>
              <a:rPr lang="en-US"/>
              <a:t>Slide Number </a:t>
            </a:r>
            <a:fld id="{6EBC3B51-DE6F-4918-BB1B-21BDA37DE1D0}" type="slidenum">
              <a:rPr lang="en-PK" smtClean="0"/>
              <a:pPr/>
              <a:t>19</a:t>
            </a:fld>
            <a:endParaRPr lang="en-PK" dirty="0"/>
          </a:p>
        </p:txBody>
      </p:sp>
      <p:sp>
        <p:nvSpPr>
          <p:cNvPr id="3" name="TextBox 2">
            <a:extLst>
              <a:ext uri="{FF2B5EF4-FFF2-40B4-BE49-F238E27FC236}">
                <a16:creationId xmlns:a16="http://schemas.microsoft.com/office/drawing/2014/main" id="{19266A19-EFFD-F8CA-107A-A11CD938A7D0}"/>
              </a:ext>
            </a:extLst>
          </p:cNvPr>
          <p:cNvSpPr txBox="1"/>
          <p:nvPr/>
        </p:nvSpPr>
        <p:spPr>
          <a:xfrm>
            <a:off x="932688" y="512064"/>
            <a:ext cx="6062472" cy="707886"/>
          </a:xfrm>
          <a:prstGeom prst="rect">
            <a:avLst/>
          </a:prstGeom>
          <a:noFill/>
        </p:spPr>
        <p:txBody>
          <a:bodyPr wrap="square" rtlCol="0">
            <a:spAutoFit/>
          </a:bodyPr>
          <a:lstStyle/>
          <a:p>
            <a:r>
              <a:rPr lang="en-US" sz="4000" dirty="0"/>
              <a:t>Looping: foreach </a:t>
            </a:r>
          </a:p>
        </p:txBody>
      </p:sp>
      <p:pic>
        <p:nvPicPr>
          <p:cNvPr id="5" name="Picture 4">
            <a:extLst>
              <a:ext uri="{FF2B5EF4-FFF2-40B4-BE49-F238E27FC236}">
                <a16:creationId xmlns:a16="http://schemas.microsoft.com/office/drawing/2014/main" id="{042AE9EA-5C99-7FE3-3235-7647FFBF96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7683" y="1458547"/>
            <a:ext cx="9211961" cy="4324954"/>
          </a:xfrm>
          <a:prstGeom prst="rect">
            <a:avLst/>
          </a:prstGeom>
        </p:spPr>
      </p:pic>
    </p:spTree>
    <p:extLst>
      <p:ext uri="{BB962C8B-B14F-4D97-AF65-F5344CB8AC3E}">
        <p14:creationId xmlns:p14="http://schemas.microsoft.com/office/powerpoint/2010/main" val="37508772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9D3875-E177-7600-641E-565F0116F01D}"/>
              </a:ext>
            </a:extLst>
          </p:cNvPr>
          <p:cNvSpPr>
            <a:spLocks noGrp="1"/>
          </p:cNvSpPr>
          <p:nvPr>
            <p:ph type="sldNum" sz="quarter" idx="4"/>
          </p:nvPr>
        </p:nvSpPr>
        <p:spPr/>
        <p:txBody>
          <a:bodyPr/>
          <a:lstStyle/>
          <a:p>
            <a:r>
              <a:rPr lang="en-US"/>
              <a:t>Slide Number </a:t>
            </a:r>
            <a:fld id="{6EBC3B51-DE6F-4918-BB1B-21BDA37DE1D0}" type="slidenum">
              <a:rPr lang="en-PK" smtClean="0"/>
              <a:pPr/>
              <a:t>20</a:t>
            </a:fld>
            <a:endParaRPr lang="en-PK" dirty="0"/>
          </a:p>
        </p:txBody>
      </p:sp>
      <p:sp>
        <p:nvSpPr>
          <p:cNvPr id="3" name="TextBox 2">
            <a:extLst>
              <a:ext uri="{FF2B5EF4-FFF2-40B4-BE49-F238E27FC236}">
                <a16:creationId xmlns:a16="http://schemas.microsoft.com/office/drawing/2014/main" id="{C191E4E8-AFC0-E28B-C0DB-64371542B964}"/>
              </a:ext>
            </a:extLst>
          </p:cNvPr>
          <p:cNvSpPr txBox="1"/>
          <p:nvPr/>
        </p:nvSpPr>
        <p:spPr>
          <a:xfrm>
            <a:off x="795528" y="484632"/>
            <a:ext cx="5056632" cy="707886"/>
          </a:xfrm>
          <a:prstGeom prst="rect">
            <a:avLst/>
          </a:prstGeom>
          <a:noFill/>
        </p:spPr>
        <p:txBody>
          <a:bodyPr wrap="square" rtlCol="0">
            <a:spAutoFit/>
          </a:bodyPr>
          <a:lstStyle/>
          <a:p>
            <a:r>
              <a:rPr lang="en-US" sz="4000" dirty="0"/>
              <a:t>Looping: while </a:t>
            </a:r>
          </a:p>
        </p:txBody>
      </p:sp>
      <p:pic>
        <p:nvPicPr>
          <p:cNvPr id="5" name="Picture 4">
            <a:extLst>
              <a:ext uri="{FF2B5EF4-FFF2-40B4-BE49-F238E27FC236}">
                <a16:creationId xmlns:a16="http://schemas.microsoft.com/office/drawing/2014/main" id="{AAEC3F12-56F6-A280-7FF1-3FCEEB54D8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5960" y="1385602"/>
            <a:ext cx="9126224" cy="4086795"/>
          </a:xfrm>
          <a:prstGeom prst="rect">
            <a:avLst/>
          </a:prstGeom>
        </p:spPr>
      </p:pic>
    </p:spTree>
    <p:extLst>
      <p:ext uri="{BB962C8B-B14F-4D97-AF65-F5344CB8AC3E}">
        <p14:creationId xmlns:p14="http://schemas.microsoft.com/office/powerpoint/2010/main" val="4093929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3B1AD8-4AFA-C189-72F3-E23CB621B3AD}"/>
              </a:ext>
            </a:extLst>
          </p:cNvPr>
          <p:cNvSpPr>
            <a:spLocks noGrp="1"/>
          </p:cNvSpPr>
          <p:nvPr>
            <p:ph type="sldNum" sz="quarter" idx="4"/>
          </p:nvPr>
        </p:nvSpPr>
        <p:spPr/>
        <p:txBody>
          <a:bodyPr/>
          <a:lstStyle/>
          <a:p>
            <a:r>
              <a:rPr lang="en-US"/>
              <a:t>Slide Number </a:t>
            </a:r>
            <a:fld id="{6EBC3B51-DE6F-4918-BB1B-21BDA37DE1D0}" type="slidenum">
              <a:rPr lang="en-PK" smtClean="0"/>
              <a:pPr/>
              <a:t>21</a:t>
            </a:fld>
            <a:endParaRPr lang="en-PK" dirty="0"/>
          </a:p>
        </p:txBody>
      </p:sp>
      <p:sp>
        <p:nvSpPr>
          <p:cNvPr id="3" name="TextBox 2">
            <a:extLst>
              <a:ext uri="{FF2B5EF4-FFF2-40B4-BE49-F238E27FC236}">
                <a16:creationId xmlns:a16="http://schemas.microsoft.com/office/drawing/2014/main" id="{4E936576-D76E-D83B-B67F-C1335E8319CE}"/>
              </a:ext>
            </a:extLst>
          </p:cNvPr>
          <p:cNvSpPr txBox="1"/>
          <p:nvPr/>
        </p:nvSpPr>
        <p:spPr>
          <a:xfrm>
            <a:off x="932688" y="411480"/>
            <a:ext cx="7827264" cy="707886"/>
          </a:xfrm>
          <a:prstGeom prst="rect">
            <a:avLst/>
          </a:prstGeom>
          <a:noFill/>
        </p:spPr>
        <p:txBody>
          <a:bodyPr wrap="square" rtlCol="0">
            <a:spAutoFit/>
          </a:bodyPr>
          <a:lstStyle/>
          <a:p>
            <a:r>
              <a:rPr lang="en-US" sz="4000" dirty="0"/>
              <a:t>Loop Control: break and continue </a:t>
            </a:r>
          </a:p>
        </p:txBody>
      </p:sp>
      <p:pic>
        <p:nvPicPr>
          <p:cNvPr id="5" name="Picture 4">
            <a:extLst>
              <a:ext uri="{FF2B5EF4-FFF2-40B4-BE49-F238E27FC236}">
                <a16:creationId xmlns:a16="http://schemas.microsoft.com/office/drawing/2014/main" id="{922ACA4C-04AA-FDC1-255A-BF9C73585F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1208" y="1467133"/>
            <a:ext cx="9221487" cy="4124901"/>
          </a:xfrm>
          <a:prstGeom prst="rect">
            <a:avLst/>
          </a:prstGeom>
        </p:spPr>
      </p:pic>
    </p:spTree>
    <p:extLst>
      <p:ext uri="{BB962C8B-B14F-4D97-AF65-F5344CB8AC3E}">
        <p14:creationId xmlns:p14="http://schemas.microsoft.com/office/powerpoint/2010/main" val="7181958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99CB0D-C3EA-2A34-C7A2-A9EF3FF4A208}"/>
              </a:ext>
            </a:extLst>
          </p:cNvPr>
          <p:cNvSpPr>
            <a:spLocks noGrp="1"/>
          </p:cNvSpPr>
          <p:nvPr>
            <p:ph type="sldNum" sz="quarter" idx="4"/>
          </p:nvPr>
        </p:nvSpPr>
        <p:spPr/>
        <p:txBody>
          <a:bodyPr/>
          <a:lstStyle/>
          <a:p>
            <a:r>
              <a:rPr lang="en-US"/>
              <a:t>Slide Number </a:t>
            </a:r>
            <a:fld id="{6EBC3B51-DE6F-4918-BB1B-21BDA37DE1D0}" type="slidenum">
              <a:rPr lang="en-PK" smtClean="0"/>
              <a:pPr/>
              <a:t>22</a:t>
            </a:fld>
            <a:endParaRPr lang="en-PK" dirty="0"/>
          </a:p>
        </p:txBody>
      </p:sp>
      <p:sp>
        <p:nvSpPr>
          <p:cNvPr id="3" name="TextBox 2">
            <a:extLst>
              <a:ext uri="{FF2B5EF4-FFF2-40B4-BE49-F238E27FC236}">
                <a16:creationId xmlns:a16="http://schemas.microsoft.com/office/drawing/2014/main" id="{27B2F3C0-D779-B915-C688-189F9A08A0C6}"/>
              </a:ext>
            </a:extLst>
          </p:cNvPr>
          <p:cNvSpPr txBox="1"/>
          <p:nvPr/>
        </p:nvSpPr>
        <p:spPr>
          <a:xfrm>
            <a:off x="941832" y="448056"/>
            <a:ext cx="7342632" cy="707886"/>
          </a:xfrm>
          <a:prstGeom prst="rect">
            <a:avLst/>
          </a:prstGeom>
          <a:noFill/>
        </p:spPr>
        <p:txBody>
          <a:bodyPr wrap="square" rtlCol="0">
            <a:spAutoFit/>
          </a:bodyPr>
          <a:lstStyle/>
          <a:p>
            <a:r>
              <a:rPr lang="en-US" sz="4000" dirty="0"/>
              <a:t>Control Flow: Syntax Summary </a:t>
            </a:r>
          </a:p>
        </p:txBody>
      </p:sp>
      <p:pic>
        <p:nvPicPr>
          <p:cNvPr id="5" name="Picture 4">
            <a:extLst>
              <a:ext uri="{FF2B5EF4-FFF2-40B4-BE49-F238E27FC236}">
                <a16:creationId xmlns:a16="http://schemas.microsoft.com/office/drawing/2014/main" id="{5A08F4EA-8F83-D518-B187-FDAE2BAFBE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419" y="1495123"/>
            <a:ext cx="9116697" cy="4324954"/>
          </a:xfrm>
          <a:prstGeom prst="rect">
            <a:avLst/>
          </a:prstGeom>
        </p:spPr>
      </p:pic>
    </p:spTree>
    <p:extLst>
      <p:ext uri="{BB962C8B-B14F-4D97-AF65-F5344CB8AC3E}">
        <p14:creationId xmlns:p14="http://schemas.microsoft.com/office/powerpoint/2010/main" val="20313886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34DCA9-C913-0346-7255-ACA0E382DF86}"/>
              </a:ext>
            </a:extLst>
          </p:cNvPr>
          <p:cNvSpPr>
            <a:spLocks noGrp="1"/>
          </p:cNvSpPr>
          <p:nvPr>
            <p:ph type="sldNum" sz="quarter" idx="4"/>
          </p:nvPr>
        </p:nvSpPr>
        <p:spPr/>
        <p:txBody>
          <a:bodyPr/>
          <a:lstStyle/>
          <a:p>
            <a:r>
              <a:rPr lang="en-US"/>
              <a:t>Slide Number </a:t>
            </a:r>
            <a:fld id="{6EBC3B51-DE6F-4918-BB1B-21BDA37DE1D0}" type="slidenum">
              <a:rPr lang="en-PK" smtClean="0"/>
              <a:pPr/>
              <a:t>23</a:t>
            </a:fld>
            <a:endParaRPr lang="en-PK" dirty="0"/>
          </a:p>
        </p:txBody>
      </p:sp>
      <p:sp>
        <p:nvSpPr>
          <p:cNvPr id="3" name="TextBox 2">
            <a:extLst>
              <a:ext uri="{FF2B5EF4-FFF2-40B4-BE49-F238E27FC236}">
                <a16:creationId xmlns:a16="http://schemas.microsoft.com/office/drawing/2014/main" id="{7FA0E913-48B5-622A-A88B-D6A78811205D}"/>
              </a:ext>
            </a:extLst>
          </p:cNvPr>
          <p:cNvSpPr txBox="1"/>
          <p:nvPr/>
        </p:nvSpPr>
        <p:spPr>
          <a:xfrm>
            <a:off x="777240" y="621792"/>
            <a:ext cx="8915400" cy="707886"/>
          </a:xfrm>
          <a:prstGeom prst="rect">
            <a:avLst/>
          </a:prstGeom>
          <a:noFill/>
        </p:spPr>
        <p:txBody>
          <a:bodyPr wrap="square" rtlCol="0">
            <a:spAutoFit/>
          </a:bodyPr>
          <a:lstStyle/>
          <a:p>
            <a:r>
              <a:rPr lang="en-US" sz="4000" dirty="0"/>
              <a:t>Braces and Spaces (Grouping Mistakes) </a:t>
            </a:r>
          </a:p>
        </p:txBody>
      </p:sp>
      <p:pic>
        <p:nvPicPr>
          <p:cNvPr id="5" name="Picture 4">
            <a:extLst>
              <a:ext uri="{FF2B5EF4-FFF2-40B4-BE49-F238E27FC236}">
                <a16:creationId xmlns:a16="http://schemas.microsoft.com/office/drawing/2014/main" id="{C124BDA4-E196-2968-1956-00F771DCBC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9201" y="1536462"/>
            <a:ext cx="9050013" cy="4315427"/>
          </a:xfrm>
          <a:prstGeom prst="rect">
            <a:avLst/>
          </a:prstGeom>
        </p:spPr>
      </p:pic>
    </p:spTree>
    <p:extLst>
      <p:ext uri="{BB962C8B-B14F-4D97-AF65-F5344CB8AC3E}">
        <p14:creationId xmlns:p14="http://schemas.microsoft.com/office/powerpoint/2010/main" val="24817607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097E5F-714D-6764-8383-DB2899A69664}"/>
              </a:ext>
            </a:extLst>
          </p:cNvPr>
          <p:cNvSpPr>
            <a:spLocks noGrp="1"/>
          </p:cNvSpPr>
          <p:nvPr>
            <p:ph type="sldNum" sz="quarter" idx="4"/>
          </p:nvPr>
        </p:nvSpPr>
        <p:spPr/>
        <p:txBody>
          <a:bodyPr/>
          <a:lstStyle/>
          <a:p>
            <a:r>
              <a:rPr lang="en-US"/>
              <a:t>Slide Number </a:t>
            </a:r>
            <a:fld id="{6EBC3B51-DE6F-4918-BB1B-21BDA37DE1D0}" type="slidenum">
              <a:rPr lang="en-PK" smtClean="0"/>
              <a:pPr/>
              <a:t>24</a:t>
            </a:fld>
            <a:endParaRPr lang="en-PK" dirty="0"/>
          </a:p>
        </p:txBody>
      </p:sp>
      <p:sp>
        <p:nvSpPr>
          <p:cNvPr id="3" name="TextBox 2">
            <a:extLst>
              <a:ext uri="{FF2B5EF4-FFF2-40B4-BE49-F238E27FC236}">
                <a16:creationId xmlns:a16="http://schemas.microsoft.com/office/drawing/2014/main" id="{7EA46021-D38A-31AD-461F-2FF9CDF4E67B}"/>
              </a:ext>
            </a:extLst>
          </p:cNvPr>
          <p:cNvSpPr txBox="1"/>
          <p:nvPr/>
        </p:nvSpPr>
        <p:spPr>
          <a:xfrm>
            <a:off x="950976" y="475488"/>
            <a:ext cx="4480560" cy="646331"/>
          </a:xfrm>
          <a:prstGeom prst="rect">
            <a:avLst/>
          </a:prstGeom>
          <a:noFill/>
        </p:spPr>
        <p:txBody>
          <a:bodyPr wrap="square" rtlCol="0">
            <a:spAutoFit/>
          </a:bodyPr>
          <a:lstStyle/>
          <a:p>
            <a:r>
              <a:rPr lang="en-US" sz="3600" dirty="0"/>
              <a:t>What Is a String? </a:t>
            </a:r>
          </a:p>
        </p:txBody>
      </p:sp>
      <p:sp>
        <p:nvSpPr>
          <p:cNvPr id="4" name="TextBox 3">
            <a:extLst>
              <a:ext uri="{FF2B5EF4-FFF2-40B4-BE49-F238E27FC236}">
                <a16:creationId xmlns:a16="http://schemas.microsoft.com/office/drawing/2014/main" id="{E3443376-284B-76D9-8AF4-0810A09C30C6}"/>
              </a:ext>
            </a:extLst>
          </p:cNvPr>
          <p:cNvSpPr txBox="1"/>
          <p:nvPr/>
        </p:nvSpPr>
        <p:spPr>
          <a:xfrm>
            <a:off x="1060704" y="1755648"/>
            <a:ext cx="7598664" cy="2787751"/>
          </a:xfrm>
          <a:prstGeom prst="rect">
            <a:avLst/>
          </a:prstGeom>
          <a:noFill/>
        </p:spPr>
        <p:txBody>
          <a:bodyPr wrap="square" rtlCol="0">
            <a:spAutoFit/>
          </a:bodyPr>
          <a:lstStyle/>
          <a:p>
            <a:pPr>
              <a:lnSpc>
                <a:spcPct val="200000"/>
              </a:lnSpc>
            </a:pPr>
            <a:r>
              <a:rPr lang="en-US" dirty="0"/>
              <a:t>● In </a:t>
            </a:r>
            <a:r>
              <a:rPr lang="en-US" dirty="0" err="1"/>
              <a:t>Tcl</a:t>
            </a:r>
            <a:r>
              <a:rPr lang="en-US" dirty="0"/>
              <a:t>, everything is by default a string</a:t>
            </a:r>
          </a:p>
          <a:p>
            <a:pPr>
              <a:lnSpc>
                <a:spcPct val="200000"/>
              </a:lnSpc>
            </a:pPr>
            <a:r>
              <a:rPr lang="en-US" dirty="0"/>
              <a:t>● Any collection of characters, letters, digits, special characters, binary characters, etc. </a:t>
            </a:r>
          </a:p>
          <a:p>
            <a:pPr>
              <a:lnSpc>
                <a:spcPct val="200000"/>
              </a:lnSpc>
            </a:pPr>
            <a:r>
              <a:rPr lang="en-US" dirty="0"/>
              <a:t>● Universal data type from/to which everything can be converted</a:t>
            </a:r>
          </a:p>
          <a:p>
            <a:pPr>
              <a:lnSpc>
                <a:spcPct val="200000"/>
              </a:lnSpc>
            </a:pPr>
            <a:r>
              <a:rPr lang="en-US" dirty="0"/>
              <a:t> ● Easy to manipulate </a:t>
            </a:r>
          </a:p>
        </p:txBody>
      </p:sp>
    </p:spTree>
    <p:extLst>
      <p:ext uri="{BB962C8B-B14F-4D97-AF65-F5344CB8AC3E}">
        <p14:creationId xmlns:p14="http://schemas.microsoft.com/office/powerpoint/2010/main" val="21921024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070421-7A98-715C-A5F1-6C29DA91EF65}"/>
              </a:ext>
            </a:extLst>
          </p:cNvPr>
          <p:cNvSpPr>
            <a:spLocks noGrp="1"/>
          </p:cNvSpPr>
          <p:nvPr>
            <p:ph type="sldNum" sz="quarter" idx="4"/>
          </p:nvPr>
        </p:nvSpPr>
        <p:spPr/>
        <p:txBody>
          <a:bodyPr/>
          <a:lstStyle/>
          <a:p>
            <a:r>
              <a:rPr lang="en-US"/>
              <a:t>Slide Number </a:t>
            </a:r>
            <a:fld id="{6EBC3B51-DE6F-4918-BB1B-21BDA37DE1D0}" type="slidenum">
              <a:rPr lang="en-PK" smtClean="0"/>
              <a:pPr/>
              <a:t>25</a:t>
            </a:fld>
            <a:endParaRPr lang="en-PK" dirty="0"/>
          </a:p>
        </p:txBody>
      </p:sp>
      <p:sp>
        <p:nvSpPr>
          <p:cNvPr id="3" name="TextBox 2">
            <a:extLst>
              <a:ext uri="{FF2B5EF4-FFF2-40B4-BE49-F238E27FC236}">
                <a16:creationId xmlns:a16="http://schemas.microsoft.com/office/drawing/2014/main" id="{7E9E4BFE-A4CC-56B0-92C9-147585ECE87F}"/>
              </a:ext>
            </a:extLst>
          </p:cNvPr>
          <p:cNvSpPr txBox="1"/>
          <p:nvPr/>
        </p:nvSpPr>
        <p:spPr>
          <a:xfrm>
            <a:off x="832104" y="585216"/>
            <a:ext cx="4818888" cy="707886"/>
          </a:xfrm>
          <a:prstGeom prst="rect">
            <a:avLst/>
          </a:prstGeom>
          <a:noFill/>
        </p:spPr>
        <p:txBody>
          <a:bodyPr wrap="square" rtlCol="0">
            <a:spAutoFit/>
          </a:bodyPr>
          <a:lstStyle/>
          <a:p>
            <a:r>
              <a:rPr lang="en-US" sz="4000" dirty="0"/>
              <a:t>Constructing Strings </a:t>
            </a:r>
          </a:p>
        </p:txBody>
      </p:sp>
      <p:pic>
        <p:nvPicPr>
          <p:cNvPr id="5" name="Picture 4">
            <a:extLst>
              <a:ext uri="{FF2B5EF4-FFF2-40B4-BE49-F238E27FC236}">
                <a16:creationId xmlns:a16="http://schemas.microsoft.com/office/drawing/2014/main" id="{021EAC13-5CF2-AF8A-5069-514BFF8030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5125" y="1502562"/>
            <a:ext cx="9183382" cy="4182059"/>
          </a:xfrm>
          <a:prstGeom prst="rect">
            <a:avLst/>
          </a:prstGeom>
        </p:spPr>
      </p:pic>
    </p:spTree>
    <p:extLst>
      <p:ext uri="{BB962C8B-B14F-4D97-AF65-F5344CB8AC3E}">
        <p14:creationId xmlns:p14="http://schemas.microsoft.com/office/powerpoint/2010/main" val="39711127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826C30-38EB-41BF-1CBB-E3FF968AA280}"/>
              </a:ext>
            </a:extLst>
          </p:cNvPr>
          <p:cNvSpPr>
            <a:spLocks noGrp="1"/>
          </p:cNvSpPr>
          <p:nvPr>
            <p:ph type="sldNum" sz="quarter" idx="4"/>
          </p:nvPr>
        </p:nvSpPr>
        <p:spPr/>
        <p:txBody>
          <a:bodyPr/>
          <a:lstStyle/>
          <a:p>
            <a:r>
              <a:rPr lang="en-US"/>
              <a:t>Slide Number </a:t>
            </a:r>
            <a:fld id="{6EBC3B51-DE6F-4918-BB1B-21BDA37DE1D0}" type="slidenum">
              <a:rPr lang="en-PK" smtClean="0"/>
              <a:pPr/>
              <a:t>26</a:t>
            </a:fld>
            <a:endParaRPr lang="en-PK" dirty="0"/>
          </a:p>
        </p:txBody>
      </p:sp>
      <p:sp>
        <p:nvSpPr>
          <p:cNvPr id="3" name="TextBox 2">
            <a:extLst>
              <a:ext uri="{FF2B5EF4-FFF2-40B4-BE49-F238E27FC236}">
                <a16:creationId xmlns:a16="http://schemas.microsoft.com/office/drawing/2014/main" id="{51CAA52A-D2EA-AB76-FEE0-3B05846D7370}"/>
              </a:ext>
            </a:extLst>
          </p:cNvPr>
          <p:cNvSpPr txBox="1"/>
          <p:nvPr/>
        </p:nvSpPr>
        <p:spPr>
          <a:xfrm>
            <a:off x="1106424" y="1655064"/>
            <a:ext cx="7763256" cy="3693319"/>
          </a:xfrm>
          <a:prstGeom prst="rect">
            <a:avLst/>
          </a:prstGeom>
          <a:noFill/>
        </p:spPr>
        <p:txBody>
          <a:bodyPr wrap="square" rtlCol="0">
            <a:spAutoFit/>
          </a:bodyPr>
          <a:lstStyle/>
          <a:p>
            <a:r>
              <a:rPr lang="en-US" b="1" dirty="0"/>
              <a:t>Syntax:</a:t>
            </a:r>
          </a:p>
          <a:p>
            <a:endParaRPr lang="en-US" b="1" dirty="0"/>
          </a:p>
          <a:p>
            <a:r>
              <a:rPr lang="en-US" b="1" dirty="0"/>
              <a:t>append </a:t>
            </a:r>
            <a:r>
              <a:rPr lang="en-US" b="1" dirty="0" err="1"/>
              <a:t>varName</a:t>
            </a:r>
            <a:r>
              <a:rPr lang="en-US" b="1" dirty="0"/>
              <a:t> ?value </a:t>
            </a:r>
            <a:r>
              <a:rPr lang="en-US" b="1" dirty="0" err="1"/>
              <a:t>value</a:t>
            </a:r>
            <a:r>
              <a:rPr lang="en-US" b="1" dirty="0"/>
              <a:t> ...?</a:t>
            </a:r>
          </a:p>
          <a:p>
            <a:endParaRPr lang="en-US" b="1" dirty="0"/>
          </a:p>
          <a:p>
            <a:r>
              <a:rPr lang="en-US" b="1" dirty="0"/>
              <a:t>  </a:t>
            </a:r>
            <a:r>
              <a:rPr lang="en-US" dirty="0"/>
              <a:t>It might seem that there is no justification for having append, when the same effect can be achieved using substitution. However, the append command is significantly faster when constructing long strings. In the example above, if the body of the foreach loop is replaced with: </a:t>
            </a:r>
          </a:p>
          <a:p>
            <a:endParaRPr lang="en-US" dirty="0"/>
          </a:p>
          <a:p>
            <a:r>
              <a:rPr lang="en-US" dirty="0"/>
              <a:t>set </a:t>
            </a:r>
            <a:r>
              <a:rPr lang="en-US" dirty="0" err="1"/>
              <a:t>test_script</a:t>
            </a:r>
            <a:r>
              <a:rPr lang="en-US" dirty="0"/>
              <a:t> "${</a:t>
            </a:r>
            <a:r>
              <a:rPr lang="en-US" dirty="0" err="1"/>
              <a:t>test_script</a:t>
            </a:r>
            <a:r>
              <a:rPr lang="en-US" dirty="0"/>
              <a:t>}source $f\n" </a:t>
            </a:r>
          </a:p>
          <a:p>
            <a:r>
              <a:rPr lang="en-US" dirty="0"/>
              <a:t>the loop will be </a:t>
            </a:r>
            <a:r>
              <a:rPr lang="en-US" b="1" dirty="0"/>
              <a:t>200 times slower! </a:t>
            </a:r>
          </a:p>
          <a:p>
            <a:endParaRPr lang="en-US" dirty="0"/>
          </a:p>
          <a:p>
            <a:r>
              <a:rPr lang="en-US" dirty="0"/>
              <a:t>Try source examples/</a:t>
            </a:r>
            <a:r>
              <a:rPr lang="en-US" dirty="0" err="1"/>
              <a:t>append_vs_set.tcl</a:t>
            </a:r>
            <a:r>
              <a:rPr lang="en-US" dirty="0"/>
              <a:t>.</a:t>
            </a:r>
          </a:p>
        </p:txBody>
      </p:sp>
    </p:spTree>
    <p:extLst>
      <p:ext uri="{BB962C8B-B14F-4D97-AF65-F5344CB8AC3E}">
        <p14:creationId xmlns:p14="http://schemas.microsoft.com/office/powerpoint/2010/main" val="34185615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D1563D-85D7-EB8E-645C-2340FA8FCD32}"/>
              </a:ext>
            </a:extLst>
          </p:cNvPr>
          <p:cNvSpPr>
            <a:spLocks noGrp="1"/>
          </p:cNvSpPr>
          <p:nvPr>
            <p:ph type="sldNum" sz="quarter" idx="4"/>
          </p:nvPr>
        </p:nvSpPr>
        <p:spPr/>
        <p:txBody>
          <a:bodyPr/>
          <a:lstStyle/>
          <a:p>
            <a:r>
              <a:rPr lang="en-US"/>
              <a:t>Slide Number </a:t>
            </a:r>
            <a:fld id="{6EBC3B51-DE6F-4918-BB1B-21BDA37DE1D0}" type="slidenum">
              <a:rPr lang="en-PK" smtClean="0"/>
              <a:pPr/>
              <a:t>27</a:t>
            </a:fld>
            <a:endParaRPr lang="en-PK" dirty="0"/>
          </a:p>
        </p:txBody>
      </p:sp>
      <p:sp>
        <p:nvSpPr>
          <p:cNvPr id="3" name="TextBox 2">
            <a:extLst>
              <a:ext uri="{FF2B5EF4-FFF2-40B4-BE49-F238E27FC236}">
                <a16:creationId xmlns:a16="http://schemas.microsoft.com/office/drawing/2014/main" id="{85C5E606-00AA-83F1-FD6A-BE91E411D9FA}"/>
              </a:ext>
            </a:extLst>
          </p:cNvPr>
          <p:cNvSpPr txBox="1"/>
          <p:nvPr/>
        </p:nvSpPr>
        <p:spPr>
          <a:xfrm>
            <a:off x="786384" y="548640"/>
            <a:ext cx="5605272" cy="707886"/>
          </a:xfrm>
          <a:prstGeom prst="rect">
            <a:avLst/>
          </a:prstGeom>
          <a:noFill/>
        </p:spPr>
        <p:txBody>
          <a:bodyPr wrap="square" rtlCol="0">
            <a:spAutoFit/>
          </a:bodyPr>
          <a:lstStyle/>
          <a:p>
            <a:r>
              <a:rPr lang="en-US" sz="4000" dirty="0"/>
              <a:t>Comparing Strings </a:t>
            </a:r>
          </a:p>
        </p:txBody>
      </p:sp>
      <p:pic>
        <p:nvPicPr>
          <p:cNvPr id="5" name="Picture 4">
            <a:extLst>
              <a:ext uri="{FF2B5EF4-FFF2-40B4-BE49-F238E27FC236}">
                <a16:creationId xmlns:a16="http://schemas.microsoft.com/office/drawing/2014/main" id="{0723D370-C8CB-E100-B630-F37359C1BB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384" y="1507740"/>
            <a:ext cx="9564435" cy="3696216"/>
          </a:xfrm>
          <a:prstGeom prst="rect">
            <a:avLst/>
          </a:prstGeom>
        </p:spPr>
      </p:pic>
    </p:spTree>
    <p:extLst>
      <p:ext uri="{BB962C8B-B14F-4D97-AF65-F5344CB8AC3E}">
        <p14:creationId xmlns:p14="http://schemas.microsoft.com/office/powerpoint/2010/main" val="42301935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459A16-7BBD-CBEA-98EE-2627EBE9526B}"/>
              </a:ext>
            </a:extLst>
          </p:cNvPr>
          <p:cNvSpPr>
            <a:spLocks noGrp="1"/>
          </p:cNvSpPr>
          <p:nvPr>
            <p:ph type="sldNum" sz="quarter" idx="4"/>
          </p:nvPr>
        </p:nvSpPr>
        <p:spPr/>
        <p:txBody>
          <a:bodyPr/>
          <a:lstStyle/>
          <a:p>
            <a:r>
              <a:rPr lang="en-US"/>
              <a:t>Slide Number </a:t>
            </a:r>
            <a:fld id="{6EBC3B51-DE6F-4918-BB1B-21BDA37DE1D0}" type="slidenum">
              <a:rPr lang="en-PK" smtClean="0"/>
              <a:pPr/>
              <a:t>28</a:t>
            </a:fld>
            <a:endParaRPr lang="en-PK" dirty="0"/>
          </a:p>
        </p:txBody>
      </p:sp>
      <p:pic>
        <p:nvPicPr>
          <p:cNvPr id="4" name="Picture 3">
            <a:extLst>
              <a:ext uri="{FF2B5EF4-FFF2-40B4-BE49-F238E27FC236}">
                <a16:creationId xmlns:a16="http://schemas.microsoft.com/office/drawing/2014/main" id="{63E51696-2B18-78EE-8C09-EBE9C50EC0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6200" y="1804028"/>
            <a:ext cx="9583487" cy="2829320"/>
          </a:xfrm>
          <a:prstGeom prst="rect">
            <a:avLst/>
          </a:prstGeom>
        </p:spPr>
      </p:pic>
    </p:spTree>
    <p:extLst>
      <p:ext uri="{BB962C8B-B14F-4D97-AF65-F5344CB8AC3E}">
        <p14:creationId xmlns:p14="http://schemas.microsoft.com/office/powerpoint/2010/main" val="32686387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90E74F-773C-6019-CE04-40AB3D3A9B73}"/>
              </a:ext>
            </a:extLst>
          </p:cNvPr>
          <p:cNvSpPr>
            <a:spLocks noGrp="1"/>
          </p:cNvSpPr>
          <p:nvPr>
            <p:ph type="sldNum" sz="quarter" idx="4"/>
          </p:nvPr>
        </p:nvSpPr>
        <p:spPr/>
        <p:txBody>
          <a:bodyPr/>
          <a:lstStyle/>
          <a:p>
            <a:r>
              <a:rPr lang="en-US"/>
              <a:t>Slide Number </a:t>
            </a:r>
            <a:fld id="{6EBC3B51-DE6F-4918-BB1B-21BDA37DE1D0}" type="slidenum">
              <a:rPr lang="en-PK" smtClean="0"/>
              <a:pPr/>
              <a:t>29</a:t>
            </a:fld>
            <a:endParaRPr lang="en-PK" dirty="0"/>
          </a:p>
        </p:txBody>
      </p:sp>
      <p:sp>
        <p:nvSpPr>
          <p:cNvPr id="3" name="TextBox 2">
            <a:extLst>
              <a:ext uri="{FF2B5EF4-FFF2-40B4-BE49-F238E27FC236}">
                <a16:creationId xmlns:a16="http://schemas.microsoft.com/office/drawing/2014/main" id="{4D9B1C0A-F0D1-B64B-1700-82E97554F927}"/>
              </a:ext>
            </a:extLst>
          </p:cNvPr>
          <p:cNvSpPr txBox="1"/>
          <p:nvPr/>
        </p:nvSpPr>
        <p:spPr>
          <a:xfrm>
            <a:off x="886968" y="475488"/>
            <a:ext cx="5276088" cy="707886"/>
          </a:xfrm>
          <a:prstGeom prst="rect">
            <a:avLst/>
          </a:prstGeom>
          <a:noFill/>
        </p:spPr>
        <p:txBody>
          <a:bodyPr wrap="square" rtlCol="0">
            <a:spAutoFit/>
          </a:bodyPr>
          <a:lstStyle/>
          <a:p>
            <a:r>
              <a:rPr lang="en-US" sz="4000" dirty="0"/>
              <a:t>String Matching </a:t>
            </a:r>
          </a:p>
        </p:txBody>
      </p:sp>
      <p:pic>
        <p:nvPicPr>
          <p:cNvPr id="5" name="Picture 4">
            <a:extLst>
              <a:ext uri="{FF2B5EF4-FFF2-40B4-BE49-F238E27FC236}">
                <a16:creationId xmlns:a16="http://schemas.microsoft.com/office/drawing/2014/main" id="{8E45498C-41E7-622F-4A52-72E8E43FF2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6968" y="1555515"/>
            <a:ext cx="9192908" cy="4277322"/>
          </a:xfrm>
          <a:prstGeom prst="rect">
            <a:avLst/>
          </a:prstGeom>
        </p:spPr>
      </p:pic>
    </p:spTree>
    <p:extLst>
      <p:ext uri="{BB962C8B-B14F-4D97-AF65-F5344CB8AC3E}">
        <p14:creationId xmlns:p14="http://schemas.microsoft.com/office/powerpoint/2010/main" val="22174497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64C8E4-5227-EFEA-2B6E-A0E6044C5705}"/>
              </a:ext>
            </a:extLst>
          </p:cNvPr>
          <p:cNvSpPr>
            <a:spLocks noGrp="1"/>
          </p:cNvSpPr>
          <p:nvPr>
            <p:ph type="sldNum" sz="quarter" idx="4"/>
          </p:nvPr>
        </p:nvSpPr>
        <p:spPr/>
        <p:txBody>
          <a:bodyPr/>
          <a:lstStyle/>
          <a:p>
            <a:r>
              <a:rPr lang="en-US"/>
              <a:t>Slide Number </a:t>
            </a:r>
            <a:fld id="{6EBC3B51-DE6F-4918-BB1B-21BDA37DE1D0}" type="slidenum">
              <a:rPr lang="en-PK" smtClean="0"/>
              <a:pPr/>
              <a:t>30</a:t>
            </a:fld>
            <a:endParaRPr lang="en-PK" dirty="0"/>
          </a:p>
        </p:txBody>
      </p:sp>
      <p:sp>
        <p:nvSpPr>
          <p:cNvPr id="3" name="TextBox 2">
            <a:extLst>
              <a:ext uri="{FF2B5EF4-FFF2-40B4-BE49-F238E27FC236}">
                <a16:creationId xmlns:a16="http://schemas.microsoft.com/office/drawing/2014/main" id="{B694BA9C-2CA1-63C1-71A6-05786E7DEE81}"/>
              </a:ext>
            </a:extLst>
          </p:cNvPr>
          <p:cNvSpPr txBox="1"/>
          <p:nvPr/>
        </p:nvSpPr>
        <p:spPr>
          <a:xfrm>
            <a:off x="886968" y="475488"/>
            <a:ext cx="8979408" cy="707886"/>
          </a:xfrm>
          <a:prstGeom prst="rect">
            <a:avLst/>
          </a:prstGeom>
          <a:noFill/>
        </p:spPr>
        <p:txBody>
          <a:bodyPr wrap="square" rtlCol="0">
            <a:spAutoFit/>
          </a:bodyPr>
          <a:lstStyle/>
          <a:p>
            <a:r>
              <a:rPr lang="en-US" sz="4000" dirty="0"/>
              <a:t>Examples: Comparing/Matching Strings </a:t>
            </a:r>
          </a:p>
        </p:txBody>
      </p:sp>
      <p:pic>
        <p:nvPicPr>
          <p:cNvPr id="5" name="Picture 4">
            <a:extLst>
              <a:ext uri="{FF2B5EF4-FFF2-40B4-BE49-F238E27FC236}">
                <a16:creationId xmlns:a16="http://schemas.microsoft.com/office/drawing/2014/main" id="{FC35A2BD-AB86-D26F-8973-49F325FB6B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7583" y="1506943"/>
            <a:ext cx="9202434" cy="4191585"/>
          </a:xfrm>
          <a:prstGeom prst="rect">
            <a:avLst/>
          </a:prstGeom>
        </p:spPr>
      </p:pic>
    </p:spTree>
    <p:extLst>
      <p:ext uri="{BB962C8B-B14F-4D97-AF65-F5344CB8AC3E}">
        <p14:creationId xmlns:p14="http://schemas.microsoft.com/office/powerpoint/2010/main" val="29561364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B8742D-94EF-4ABB-C385-ADCF67A3AAAE}"/>
              </a:ext>
            </a:extLst>
          </p:cNvPr>
          <p:cNvSpPr>
            <a:spLocks noGrp="1"/>
          </p:cNvSpPr>
          <p:nvPr>
            <p:ph type="sldNum" sz="quarter" idx="4"/>
          </p:nvPr>
        </p:nvSpPr>
        <p:spPr/>
        <p:txBody>
          <a:bodyPr/>
          <a:lstStyle/>
          <a:p>
            <a:r>
              <a:rPr lang="en-US"/>
              <a:t>Slide Number </a:t>
            </a:r>
            <a:fld id="{6EBC3B51-DE6F-4918-BB1B-21BDA37DE1D0}" type="slidenum">
              <a:rPr lang="en-PK" smtClean="0"/>
              <a:pPr/>
              <a:t>31</a:t>
            </a:fld>
            <a:endParaRPr lang="en-PK" dirty="0"/>
          </a:p>
        </p:txBody>
      </p:sp>
      <p:sp>
        <p:nvSpPr>
          <p:cNvPr id="3" name="TextBox 2">
            <a:extLst>
              <a:ext uri="{FF2B5EF4-FFF2-40B4-BE49-F238E27FC236}">
                <a16:creationId xmlns:a16="http://schemas.microsoft.com/office/drawing/2014/main" id="{AB9B5753-C48B-3063-7404-FA2A3C723954}"/>
              </a:ext>
            </a:extLst>
          </p:cNvPr>
          <p:cNvSpPr txBox="1"/>
          <p:nvPr/>
        </p:nvSpPr>
        <p:spPr>
          <a:xfrm>
            <a:off x="813816" y="475488"/>
            <a:ext cx="7973568" cy="707886"/>
          </a:xfrm>
          <a:prstGeom prst="rect">
            <a:avLst/>
          </a:prstGeom>
          <a:noFill/>
        </p:spPr>
        <p:txBody>
          <a:bodyPr wrap="square" rtlCol="0">
            <a:spAutoFit/>
          </a:bodyPr>
          <a:lstStyle/>
          <a:p>
            <a:r>
              <a:rPr lang="en-US" sz="4000" dirty="0"/>
              <a:t>Other Useful String Commands </a:t>
            </a:r>
          </a:p>
        </p:txBody>
      </p:sp>
      <p:pic>
        <p:nvPicPr>
          <p:cNvPr id="5" name="Picture 4">
            <a:extLst>
              <a:ext uri="{FF2B5EF4-FFF2-40B4-BE49-F238E27FC236}">
                <a16:creationId xmlns:a16="http://schemas.microsoft.com/office/drawing/2014/main" id="{D5FEE73C-F89D-8EB2-8C43-84DE7F82C4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8045" y="1474366"/>
            <a:ext cx="9135750" cy="4220164"/>
          </a:xfrm>
          <a:prstGeom prst="rect">
            <a:avLst/>
          </a:prstGeom>
        </p:spPr>
      </p:pic>
    </p:spTree>
    <p:extLst>
      <p:ext uri="{BB962C8B-B14F-4D97-AF65-F5344CB8AC3E}">
        <p14:creationId xmlns:p14="http://schemas.microsoft.com/office/powerpoint/2010/main" val="31591761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2FA2DB-4B14-CC61-FBA9-C364616BB25E}"/>
              </a:ext>
            </a:extLst>
          </p:cNvPr>
          <p:cNvSpPr>
            <a:spLocks noGrp="1"/>
          </p:cNvSpPr>
          <p:nvPr>
            <p:ph type="sldNum" sz="quarter" idx="4"/>
          </p:nvPr>
        </p:nvSpPr>
        <p:spPr/>
        <p:txBody>
          <a:bodyPr/>
          <a:lstStyle/>
          <a:p>
            <a:r>
              <a:rPr lang="en-US"/>
              <a:t>Slide Number </a:t>
            </a:r>
            <a:fld id="{6EBC3B51-DE6F-4918-BB1B-21BDA37DE1D0}" type="slidenum">
              <a:rPr lang="en-PK" smtClean="0"/>
              <a:pPr/>
              <a:t>32</a:t>
            </a:fld>
            <a:endParaRPr lang="en-PK" dirty="0"/>
          </a:p>
        </p:txBody>
      </p:sp>
      <p:sp>
        <p:nvSpPr>
          <p:cNvPr id="3" name="TextBox 2">
            <a:extLst>
              <a:ext uri="{FF2B5EF4-FFF2-40B4-BE49-F238E27FC236}">
                <a16:creationId xmlns:a16="http://schemas.microsoft.com/office/drawing/2014/main" id="{41AA3116-A03F-AC40-5EBB-41047A7BDB73}"/>
              </a:ext>
            </a:extLst>
          </p:cNvPr>
          <p:cNvSpPr txBox="1"/>
          <p:nvPr/>
        </p:nvSpPr>
        <p:spPr>
          <a:xfrm>
            <a:off x="941832" y="475488"/>
            <a:ext cx="4818888" cy="707886"/>
          </a:xfrm>
          <a:prstGeom prst="rect">
            <a:avLst/>
          </a:prstGeom>
          <a:noFill/>
        </p:spPr>
        <p:txBody>
          <a:bodyPr wrap="square" rtlCol="0">
            <a:spAutoFit/>
          </a:bodyPr>
          <a:lstStyle/>
          <a:p>
            <a:r>
              <a:rPr lang="en-US" sz="4000" dirty="0"/>
              <a:t>Building Lists </a:t>
            </a:r>
          </a:p>
        </p:txBody>
      </p:sp>
      <p:pic>
        <p:nvPicPr>
          <p:cNvPr id="5" name="Picture 4">
            <a:extLst>
              <a:ext uri="{FF2B5EF4-FFF2-40B4-BE49-F238E27FC236}">
                <a16:creationId xmlns:a16="http://schemas.microsoft.com/office/drawing/2014/main" id="{F305387D-B7ED-6F93-F6A3-4BBD3EE1F9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1832" y="1444936"/>
            <a:ext cx="9211961" cy="4229690"/>
          </a:xfrm>
          <a:prstGeom prst="rect">
            <a:avLst/>
          </a:prstGeom>
        </p:spPr>
      </p:pic>
    </p:spTree>
    <p:extLst>
      <p:ext uri="{BB962C8B-B14F-4D97-AF65-F5344CB8AC3E}">
        <p14:creationId xmlns:p14="http://schemas.microsoft.com/office/powerpoint/2010/main" val="3548784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6FE80E-60F0-BF6C-1B21-B655FF1B4521}"/>
              </a:ext>
            </a:extLst>
          </p:cNvPr>
          <p:cNvSpPr>
            <a:spLocks noGrp="1"/>
          </p:cNvSpPr>
          <p:nvPr>
            <p:ph type="sldNum" sz="quarter" idx="4"/>
          </p:nvPr>
        </p:nvSpPr>
        <p:spPr/>
        <p:txBody>
          <a:bodyPr/>
          <a:lstStyle/>
          <a:p>
            <a:r>
              <a:rPr lang="en-US"/>
              <a:t>Slide Number </a:t>
            </a:r>
            <a:fld id="{6EBC3B51-DE6F-4918-BB1B-21BDA37DE1D0}" type="slidenum">
              <a:rPr lang="en-PK" smtClean="0"/>
              <a:pPr/>
              <a:t>33</a:t>
            </a:fld>
            <a:endParaRPr lang="en-PK" dirty="0"/>
          </a:p>
        </p:txBody>
      </p:sp>
      <p:sp>
        <p:nvSpPr>
          <p:cNvPr id="3" name="TextBox 2">
            <a:extLst>
              <a:ext uri="{FF2B5EF4-FFF2-40B4-BE49-F238E27FC236}">
                <a16:creationId xmlns:a16="http://schemas.microsoft.com/office/drawing/2014/main" id="{415B68E1-A325-A741-BAD5-A777C0F0AF70}"/>
              </a:ext>
            </a:extLst>
          </p:cNvPr>
          <p:cNvSpPr txBox="1"/>
          <p:nvPr/>
        </p:nvSpPr>
        <p:spPr>
          <a:xfrm>
            <a:off x="1014984" y="548640"/>
            <a:ext cx="4672584" cy="707886"/>
          </a:xfrm>
          <a:prstGeom prst="rect">
            <a:avLst/>
          </a:prstGeom>
          <a:noFill/>
        </p:spPr>
        <p:txBody>
          <a:bodyPr wrap="square" rtlCol="0">
            <a:spAutoFit/>
          </a:bodyPr>
          <a:lstStyle/>
          <a:p>
            <a:r>
              <a:rPr lang="en-US" sz="4000" dirty="0"/>
              <a:t>Sorting Lists </a:t>
            </a:r>
          </a:p>
        </p:txBody>
      </p:sp>
      <p:pic>
        <p:nvPicPr>
          <p:cNvPr id="5" name="Picture 4">
            <a:extLst>
              <a:ext uri="{FF2B5EF4-FFF2-40B4-BE49-F238E27FC236}">
                <a16:creationId xmlns:a16="http://schemas.microsoft.com/office/drawing/2014/main" id="{0BEFF9DA-9391-7D78-E096-A472A59525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4996" y="1510177"/>
            <a:ext cx="9259592" cy="4258269"/>
          </a:xfrm>
          <a:prstGeom prst="rect">
            <a:avLst/>
          </a:prstGeom>
        </p:spPr>
      </p:pic>
    </p:spTree>
    <p:extLst>
      <p:ext uri="{BB962C8B-B14F-4D97-AF65-F5344CB8AC3E}">
        <p14:creationId xmlns:p14="http://schemas.microsoft.com/office/powerpoint/2010/main" val="26493199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5FDB6A-CF54-590E-F621-DB2452537EEB}"/>
              </a:ext>
            </a:extLst>
          </p:cNvPr>
          <p:cNvSpPr>
            <a:spLocks noGrp="1"/>
          </p:cNvSpPr>
          <p:nvPr>
            <p:ph type="sldNum" sz="quarter" idx="4"/>
          </p:nvPr>
        </p:nvSpPr>
        <p:spPr/>
        <p:txBody>
          <a:bodyPr/>
          <a:lstStyle/>
          <a:p>
            <a:r>
              <a:rPr lang="en-US"/>
              <a:t>Slide Number </a:t>
            </a:r>
            <a:fld id="{6EBC3B51-DE6F-4918-BB1B-21BDA37DE1D0}" type="slidenum">
              <a:rPr lang="en-PK" smtClean="0"/>
              <a:pPr/>
              <a:t>34</a:t>
            </a:fld>
            <a:endParaRPr lang="en-PK" dirty="0"/>
          </a:p>
        </p:txBody>
      </p:sp>
      <p:sp>
        <p:nvSpPr>
          <p:cNvPr id="3" name="TextBox 2">
            <a:extLst>
              <a:ext uri="{FF2B5EF4-FFF2-40B4-BE49-F238E27FC236}">
                <a16:creationId xmlns:a16="http://schemas.microsoft.com/office/drawing/2014/main" id="{E87171B3-7305-42AC-971E-2C73364CC2CE}"/>
              </a:ext>
            </a:extLst>
          </p:cNvPr>
          <p:cNvSpPr txBox="1"/>
          <p:nvPr/>
        </p:nvSpPr>
        <p:spPr>
          <a:xfrm>
            <a:off x="768096" y="576072"/>
            <a:ext cx="4681728" cy="707886"/>
          </a:xfrm>
          <a:prstGeom prst="rect">
            <a:avLst/>
          </a:prstGeom>
          <a:noFill/>
        </p:spPr>
        <p:txBody>
          <a:bodyPr wrap="square" rtlCol="0">
            <a:spAutoFit/>
          </a:bodyPr>
          <a:lstStyle/>
          <a:p>
            <a:r>
              <a:rPr lang="en-US" sz="4000" dirty="0"/>
              <a:t>What Is an Array? </a:t>
            </a:r>
          </a:p>
        </p:txBody>
      </p:sp>
      <p:pic>
        <p:nvPicPr>
          <p:cNvPr id="5" name="Picture 4">
            <a:extLst>
              <a:ext uri="{FF2B5EF4-FFF2-40B4-BE49-F238E27FC236}">
                <a16:creationId xmlns:a16="http://schemas.microsoft.com/office/drawing/2014/main" id="{8DC81EC9-7820-5D60-6660-52987867BB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1949" y="1431497"/>
            <a:ext cx="9135750" cy="4305901"/>
          </a:xfrm>
          <a:prstGeom prst="rect">
            <a:avLst/>
          </a:prstGeom>
        </p:spPr>
      </p:pic>
    </p:spTree>
    <p:extLst>
      <p:ext uri="{BB962C8B-B14F-4D97-AF65-F5344CB8AC3E}">
        <p14:creationId xmlns:p14="http://schemas.microsoft.com/office/powerpoint/2010/main" val="35057705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DFB68F-69A2-C8DF-1677-9403D108F927}"/>
              </a:ext>
            </a:extLst>
          </p:cNvPr>
          <p:cNvSpPr>
            <a:spLocks noGrp="1"/>
          </p:cNvSpPr>
          <p:nvPr>
            <p:ph type="sldNum" sz="quarter" idx="4"/>
          </p:nvPr>
        </p:nvSpPr>
        <p:spPr/>
        <p:txBody>
          <a:bodyPr/>
          <a:lstStyle/>
          <a:p>
            <a:r>
              <a:rPr lang="en-US"/>
              <a:t>Slide Number </a:t>
            </a:r>
            <a:fld id="{6EBC3B51-DE6F-4918-BB1B-21BDA37DE1D0}" type="slidenum">
              <a:rPr lang="en-PK" smtClean="0"/>
              <a:pPr/>
              <a:t>35</a:t>
            </a:fld>
            <a:endParaRPr lang="en-PK" dirty="0"/>
          </a:p>
        </p:txBody>
      </p:sp>
      <p:sp>
        <p:nvSpPr>
          <p:cNvPr id="3" name="TextBox 2">
            <a:extLst>
              <a:ext uri="{FF2B5EF4-FFF2-40B4-BE49-F238E27FC236}">
                <a16:creationId xmlns:a16="http://schemas.microsoft.com/office/drawing/2014/main" id="{EFB87313-57C0-3C68-B075-EC64B3028980}"/>
              </a:ext>
            </a:extLst>
          </p:cNvPr>
          <p:cNvSpPr txBox="1"/>
          <p:nvPr/>
        </p:nvSpPr>
        <p:spPr>
          <a:xfrm>
            <a:off x="923544" y="415543"/>
            <a:ext cx="5513832" cy="707886"/>
          </a:xfrm>
          <a:prstGeom prst="rect">
            <a:avLst/>
          </a:prstGeom>
          <a:noFill/>
        </p:spPr>
        <p:txBody>
          <a:bodyPr wrap="square" rtlCol="0">
            <a:spAutoFit/>
          </a:bodyPr>
          <a:lstStyle/>
          <a:p>
            <a:r>
              <a:rPr lang="en-US" sz="4000" dirty="0"/>
              <a:t>Manipulating Arrays </a:t>
            </a:r>
          </a:p>
        </p:txBody>
      </p:sp>
      <p:pic>
        <p:nvPicPr>
          <p:cNvPr id="5" name="Picture 4">
            <a:extLst>
              <a:ext uri="{FF2B5EF4-FFF2-40B4-BE49-F238E27FC236}">
                <a16:creationId xmlns:a16="http://schemas.microsoft.com/office/drawing/2014/main" id="{15674DBE-2D60-32F6-6A93-E4BD799039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3544" y="1504092"/>
            <a:ext cx="9259592" cy="4105848"/>
          </a:xfrm>
          <a:prstGeom prst="rect">
            <a:avLst/>
          </a:prstGeom>
        </p:spPr>
      </p:pic>
    </p:spTree>
    <p:extLst>
      <p:ext uri="{BB962C8B-B14F-4D97-AF65-F5344CB8AC3E}">
        <p14:creationId xmlns:p14="http://schemas.microsoft.com/office/powerpoint/2010/main" val="12327969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A72310-39E5-147C-6286-B1322BD77DAE}"/>
              </a:ext>
            </a:extLst>
          </p:cNvPr>
          <p:cNvSpPr>
            <a:spLocks noGrp="1"/>
          </p:cNvSpPr>
          <p:nvPr>
            <p:ph type="sldNum" sz="quarter" idx="4"/>
          </p:nvPr>
        </p:nvSpPr>
        <p:spPr/>
        <p:txBody>
          <a:bodyPr/>
          <a:lstStyle/>
          <a:p>
            <a:r>
              <a:rPr lang="en-US"/>
              <a:t>Slide Number </a:t>
            </a:r>
            <a:fld id="{6EBC3B51-DE6F-4918-BB1B-21BDA37DE1D0}" type="slidenum">
              <a:rPr lang="en-PK" smtClean="0"/>
              <a:pPr/>
              <a:t>36</a:t>
            </a:fld>
            <a:endParaRPr lang="en-PK" dirty="0"/>
          </a:p>
        </p:txBody>
      </p:sp>
      <p:sp>
        <p:nvSpPr>
          <p:cNvPr id="3" name="TextBox 2">
            <a:extLst>
              <a:ext uri="{FF2B5EF4-FFF2-40B4-BE49-F238E27FC236}">
                <a16:creationId xmlns:a16="http://schemas.microsoft.com/office/drawing/2014/main" id="{C36811BD-77AD-D991-6271-A2062AB79712}"/>
              </a:ext>
            </a:extLst>
          </p:cNvPr>
          <p:cNvSpPr txBox="1"/>
          <p:nvPr/>
        </p:nvSpPr>
        <p:spPr>
          <a:xfrm>
            <a:off x="960120" y="475488"/>
            <a:ext cx="7068312" cy="707886"/>
          </a:xfrm>
          <a:prstGeom prst="rect">
            <a:avLst/>
          </a:prstGeom>
          <a:noFill/>
        </p:spPr>
        <p:txBody>
          <a:bodyPr wrap="square" rtlCol="0">
            <a:spAutoFit/>
          </a:bodyPr>
          <a:lstStyle/>
          <a:p>
            <a:r>
              <a:rPr lang="en-US" sz="4000" dirty="0"/>
              <a:t>What Is a Dictionary in </a:t>
            </a:r>
            <a:r>
              <a:rPr lang="en-US" sz="4000" dirty="0" err="1"/>
              <a:t>Tcl</a:t>
            </a:r>
            <a:r>
              <a:rPr lang="en-US" sz="4000" dirty="0"/>
              <a:t>? </a:t>
            </a:r>
          </a:p>
        </p:txBody>
      </p:sp>
      <p:pic>
        <p:nvPicPr>
          <p:cNvPr id="5" name="Picture 4">
            <a:extLst>
              <a:ext uri="{FF2B5EF4-FFF2-40B4-BE49-F238E27FC236}">
                <a16:creationId xmlns:a16="http://schemas.microsoft.com/office/drawing/2014/main" id="{4F314579-2BEE-A0BD-0F29-491E24B843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0120" y="1521274"/>
            <a:ext cx="9469171" cy="4448796"/>
          </a:xfrm>
          <a:prstGeom prst="rect">
            <a:avLst/>
          </a:prstGeom>
        </p:spPr>
      </p:pic>
    </p:spTree>
    <p:extLst>
      <p:ext uri="{BB962C8B-B14F-4D97-AF65-F5344CB8AC3E}">
        <p14:creationId xmlns:p14="http://schemas.microsoft.com/office/powerpoint/2010/main" val="13152922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19F0A7-FF3F-5504-FFCD-33C065008A60}"/>
              </a:ext>
            </a:extLst>
          </p:cNvPr>
          <p:cNvSpPr>
            <a:spLocks noGrp="1"/>
          </p:cNvSpPr>
          <p:nvPr>
            <p:ph type="sldNum" sz="quarter" idx="4"/>
          </p:nvPr>
        </p:nvSpPr>
        <p:spPr/>
        <p:txBody>
          <a:bodyPr/>
          <a:lstStyle/>
          <a:p>
            <a:r>
              <a:rPr lang="en-US"/>
              <a:t>Slide Number </a:t>
            </a:r>
            <a:fld id="{6EBC3B51-DE6F-4918-BB1B-21BDA37DE1D0}" type="slidenum">
              <a:rPr lang="en-PK" smtClean="0"/>
              <a:pPr/>
              <a:t>37</a:t>
            </a:fld>
            <a:endParaRPr lang="en-PK" dirty="0"/>
          </a:p>
        </p:txBody>
      </p:sp>
      <p:sp>
        <p:nvSpPr>
          <p:cNvPr id="3" name="TextBox 2">
            <a:extLst>
              <a:ext uri="{FF2B5EF4-FFF2-40B4-BE49-F238E27FC236}">
                <a16:creationId xmlns:a16="http://schemas.microsoft.com/office/drawing/2014/main" id="{8F6B67DE-2BA1-E73E-82D5-CDB94C1072B9}"/>
              </a:ext>
            </a:extLst>
          </p:cNvPr>
          <p:cNvSpPr txBox="1"/>
          <p:nvPr/>
        </p:nvSpPr>
        <p:spPr>
          <a:xfrm>
            <a:off x="1106424" y="475488"/>
            <a:ext cx="8732520" cy="707886"/>
          </a:xfrm>
          <a:prstGeom prst="rect">
            <a:avLst/>
          </a:prstGeom>
          <a:noFill/>
        </p:spPr>
        <p:txBody>
          <a:bodyPr wrap="square" rtlCol="0">
            <a:spAutoFit/>
          </a:bodyPr>
          <a:lstStyle/>
          <a:p>
            <a:r>
              <a:rPr lang="fr-FR" sz="4000" dirty="0" err="1"/>
              <a:t>Lists</a:t>
            </a:r>
            <a:r>
              <a:rPr lang="fr-FR" sz="4000" dirty="0"/>
              <a:t> Versus </a:t>
            </a:r>
            <a:r>
              <a:rPr lang="fr-FR" sz="4000" dirty="0" err="1"/>
              <a:t>Arrays</a:t>
            </a:r>
            <a:r>
              <a:rPr lang="fr-FR" sz="4000" dirty="0"/>
              <a:t> Versus </a:t>
            </a:r>
            <a:r>
              <a:rPr lang="fr-FR" sz="4000" dirty="0" err="1"/>
              <a:t>Dictionaries</a:t>
            </a:r>
            <a:r>
              <a:rPr lang="fr-FR" sz="4000" dirty="0"/>
              <a:t> </a:t>
            </a:r>
            <a:endParaRPr lang="en-US" sz="4000" dirty="0"/>
          </a:p>
        </p:txBody>
      </p:sp>
      <p:pic>
        <p:nvPicPr>
          <p:cNvPr id="5" name="Picture 4">
            <a:extLst>
              <a:ext uri="{FF2B5EF4-FFF2-40B4-BE49-F238E27FC236}">
                <a16:creationId xmlns:a16="http://schemas.microsoft.com/office/drawing/2014/main" id="{5EC66091-A1E4-0C21-23C7-C4C5F8DE8B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2619" y="1408811"/>
            <a:ext cx="7666245" cy="4468326"/>
          </a:xfrm>
          <a:prstGeom prst="rect">
            <a:avLst/>
          </a:prstGeom>
        </p:spPr>
      </p:pic>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8E156B52-BA9F-DCC0-CD96-2802469D3464}"/>
                  </a:ext>
                </a:extLst>
              </p14:cNvPr>
              <p14:cNvContentPartPr/>
              <p14:nvPr/>
            </p14:nvContentPartPr>
            <p14:xfrm>
              <a:off x="2576880" y="5729616"/>
              <a:ext cx="816120" cy="22320"/>
            </p14:xfrm>
          </p:contentPart>
        </mc:Choice>
        <mc:Fallback xmlns="">
          <p:pic>
            <p:nvPicPr>
              <p:cNvPr id="8" name="Ink 7">
                <a:extLst>
                  <a:ext uri="{FF2B5EF4-FFF2-40B4-BE49-F238E27FC236}">
                    <a16:creationId xmlns:a16="http://schemas.microsoft.com/office/drawing/2014/main" id="{8E156B52-BA9F-DCC0-CD96-2802469D3464}"/>
                  </a:ext>
                </a:extLst>
              </p:cNvPr>
              <p:cNvPicPr/>
              <p:nvPr/>
            </p:nvPicPr>
            <p:blipFill>
              <a:blip r:embed="rId4"/>
              <a:stretch>
                <a:fillRect/>
              </a:stretch>
            </p:blipFill>
            <p:spPr>
              <a:xfrm>
                <a:off x="2522880" y="5621616"/>
                <a:ext cx="92376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91DCCA2A-122D-68A7-30B5-10A444D8069E}"/>
                  </a:ext>
                </a:extLst>
              </p14:cNvPr>
              <p14:cNvContentPartPr/>
              <p14:nvPr/>
            </p14:nvContentPartPr>
            <p14:xfrm>
              <a:off x="2569320" y="5634216"/>
              <a:ext cx="442440" cy="80640"/>
            </p14:xfrm>
          </p:contentPart>
        </mc:Choice>
        <mc:Fallback xmlns="">
          <p:pic>
            <p:nvPicPr>
              <p:cNvPr id="9" name="Ink 8">
                <a:extLst>
                  <a:ext uri="{FF2B5EF4-FFF2-40B4-BE49-F238E27FC236}">
                    <a16:creationId xmlns:a16="http://schemas.microsoft.com/office/drawing/2014/main" id="{91DCCA2A-122D-68A7-30B5-10A444D8069E}"/>
                  </a:ext>
                </a:extLst>
              </p:cNvPr>
              <p:cNvPicPr/>
              <p:nvPr/>
            </p:nvPicPr>
            <p:blipFill>
              <a:blip r:embed="rId6"/>
              <a:stretch>
                <a:fillRect/>
              </a:stretch>
            </p:blipFill>
            <p:spPr>
              <a:xfrm>
                <a:off x="2515320" y="5526576"/>
                <a:ext cx="550080" cy="296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AE3C60B8-2076-AC8B-6227-831F49ED1201}"/>
                  </a:ext>
                </a:extLst>
              </p14:cNvPr>
              <p14:cNvContentPartPr/>
              <p14:nvPr/>
            </p14:nvContentPartPr>
            <p14:xfrm>
              <a:off x="1481040" y="5632416"/>
              <a:ext cx="360" cy="360"/>
            </p14:xfrm>
          </p:contentPart>
        </mc:Choice>
        <mc:Fallback xmlns="">
          <p:pic>
            <p:nvPicPr>
              <p:cNvPr id="10" name="Ink 9">
                <a:extLst>
                  <a:ext uri="{FF2B5EF4-FFF2-40B4-BE49-F238E27FC236}">
                    <a16:creationId xmlns:a16="http://schemas.microsoft.com/office/drawing/2014/main" id="{AE3C60B8-2076-AC8B-6227-831F49ED1201}"/>
                  </a:ext>
                </a:extLst>
              </p:cNvPr>
              <p:cNvPicPr/>
              <p:nvPr/>
            </p:nvPicPr>
            <p:blipFill>
              <a:blip r:embed="rId8"/>
              <a:stretch>
                <a:fillRect/>
              </a:stretch>
            </p:blipFill>
            <p:spPr>
              <a:xfrm>
                <a:off x="1427400" y="552477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21BC112D-0662-A90E-BCDF-E09AB83F2C7F}"/>
                  </a:ext>
                </a:extLst>
              </p14:cNvPr>
              <p14:cNvContentPartPr/>
              <p14:nvPr/>
            </p14:nvContentPartPr>
            <p14:xfrm>
              <a:off x="1517760" y="5612616"/>
              <a:ext cx="1344600" cy="94320"/>
            </p14:xfrm>
          </p:contentPart>
        </mc:Choice>
        <mc:Fallback xmlns="">
          <p:pic>
            <p:nvPicPr>
              <p:cNvPr id="11" name="Ink 10">
                <a:extLst>
                  <a:ext uri="{FF2B5EF4-FFF2-40B4-BE49-F238E27FC236}">
                    <a16:creationId xmlns:a16="http://schemas.microsoft.com/office/drawing/2014/main" id="{21BC112D-0662-A90E-BCDF-E09AB83F2C7F}"/>
                  </a:ext>
                </a:extLst>
              </p:cNvPr>
              <p:cNvPicPr/>
              <p:nvPr/>
            </p:nvPicPr>
            <p:blipFill>
              <a:blip r:embed="rId10"/>
              <a:stretch>
                <a:fillRect/>
              </a:stretch>
            </p:blipFill>
            <p:spPr>
              <a:xfrm>
                <a:off x="1464120" y="5504616"/>
                <a:ext cx="1452240" cy="3099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78EE66CB-2C98-28FB-F424-A133DEF7D91B}"/>
                  </a:ext>
                </a:extLst>
              </p14:cNvPr>
              <p14:cNvContentPartPr/>
              <p14:nvPr/>
            </p14:nvContentPartPr>
            <p14:xfrm>
              <a:off x="2146320" y="5660136"/>
              <a:ext cx="1264680" cy="36720"/>
            </p14:xfrm>
          </p:contentPart>
        </mc:Choice>
        <mc:Fallback xmlns="">
          <p:pic>
            <p:nvPicPr>
              <p:cNvPr id="12" name="Ink 11">
                <a:extLst>
                  <a:ext uri="{FF2B5EF4-FFF2-40B4-BE49-F238E27FC236}">
                    <a16:creationId xmlns:a16="http://schemas.microsoft.com/office/drawing/2014/main" id="{78EE66CB-2C98-28FB-F424-A133DEF7D91B}"/>
                  </a:ext>
                </a:extLst>
              </p:cNvPr>
              <p:cNvPicPr/>
              <p:nvPr/>
            </p:nvPicPr>
            <p:blipFill>
              <a:blip r:embed="rId12"/>
              <a:stretch>
                <a:fillRect/>
              </a:stretch>
            </p:blipFill>
            <p:spPr>
              <a:xfrm>
                <a:off x="2092320" y="5552136"/>
                <a:ext cx="137232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9FF24BFB-6DCC-4FE4-864F-6093149F8393}"/>
                  </a:ext>
                </a:extLst>
              </p14:cNvPr>
              <p14:cNvContentPartPr/>
              <p14:nvPr/>
            </p14:nvContentPartPr>
            <p14:xfrm>
              <a:off x="1325880" y="5751216"/>
              <a:ext cx="360" cy="360"/>
            </p14:xfrm>
          </p:contentPart>
        </mc:Choice>
        <mc:Fallback xmlns="">
          <p:pic>
            <p:nvPicPr>
              <p:cNvPr id="13" name="Ink 12">
                <a:extLst>
                  <a:ext uri="{FF2B5EF4-FFF2-40B4-BE49-F238E27FC236}">
                    <a16:creationId xmlns:a16="http://schemas.microsoft.com/office/drawing/2014/main" id="{9FF24BFB-6DCC-4FE4-864F-6093149F8393}"/>
                  </a:ext>
                </a:extLst>
              </p:cNvPr>
              <p:cNvPicPr/>
              <p:nvPr/>
            </p:nvPicPr>
            <p:blipFill>
              <a:blip r:embed="rId8"/>
              <a:stretch>
                <a:fillRect/>
              </a:stretch>
            </p:blipFill>
            <p:spPr>
              <a:xfrm>
                <a:off x="1271880" y="564357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6C464637-1583-02AC-B6CC-60B20EC1876E}"/>
                  </a:ext>
                </a:extLst>
              </p14:cNvPr>
              <p14:cNvContentPartPr/>
              <p14:nvPr/>
            </p14:nvContentPartPr>
            <p14:xfrm>
              <a:off x="1325880" y="5751216"/>
              <a:ext cx="360" cy="360"/>
            </p14:xfrm>
          </p:contentPart>
        </mc:Choice>
        <mc:Fallback xmlns="">
          <p:pic>
            <p:nvPicPr>
              <p:cNvPr id="14" name="Ink 13">
                <a:extLst>
                  <a:ext uri="{FF2B5EF4-FFF2-40B4-BE49-F238E27FC236}">
                    <a16:creationId xmlns:a16="http://schemas.microsoft.com/office/drawing/2014/main" id="{6C464637-1583-02AC-B6CC-60B20EC1876E}"/>
                  </a:ext>
                </a:extLst>
              </p:cNvPr>
              <p:cNvPicPr/>
              <p:nvPr/>
            </p:nvPicPr>
            <p:blipFill>
              <a:blip r:embed="rId8"/>
              <a:stretch>
                <a:fillRect/>
              </a:stretch>
            </p:blipFill>
            <p:spPr>
              <a:xfrm>
                <a:off x="1271880" y="564357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5" name="Ink 14">
                <a:extLst>
                  <a:ext uri="{FF2B5EF4-FFF2-40B4-BE49-F238E27FC236}">
                    <a16:creationId xmlns:a16="http://schemas.microsoft.com/office/drawing/2014/main" id="{E19783F8-1FD1-D4C2-9E37-EDD75FF4C1AC}"/>
                  </a:ext>
                </a:extLst>
              </p14:cNvPr>
              <p14:cNvContentPartPr/>
              <p14:nvPr/>
            </p14:nvContentPartPr>
            <p14:xfrm>
              <a:off x="1334520" y="5687496"/>
              <a:ext cx="850680" cy="64440"/>
            </p14:xfrm>
          </p:contentPart>
        </mc:Choice>
        <mc:Fallback xmlns="">
          <p:pic>
            <p:nvPicPr>
              <p:cNvPr id="15" name="Ink 14">
                <a:extLst>
                  <a:ext uri="{FF2B5EF4-FFF2-40B4-BE49-F238E27FC236}">
                    <a16:creationId xmlns:a16="http://schemas.microsoft.com/office/drawing/2014/main" id="{E19783F8-1FD1-D4C2-9E37-EDD75FF4C1AC}"/>
                  </a:ext>
                </a:extLst>
              </p:cNvPr>
              <p:cNvPicPr/>
              <p:nvPr/>
            </p:nvPicPr>
            <p:blipFill>
              <a:blip r:embed="rId16"/>
              <a:stretch>
                <a:fillRect/>
              </a:stretch>
            </p:blipFill>
            <p:spPr>
              <a:xfrm>
                <a:off x="1280880" y="5579496"/>
                <a:ext cx="95832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6" name="Ink 15">
                <a:extLst>
                  <a:ext uri="{FF2B5EF4-FFF2-40B4-BE49-F238E27FC236}">
                    <a16:creationId xmlns:a16="http://schemas.microsoft.com/office/drawing/2014/main" id="{2CDD5A77-8866-34BC-E6FB-197FB3D911B5}"/>
                  </a:ext>
                </a:extLst>
              </p14:cNvPr>
              <p14:cNvContentPartPr/>
              <p14:nvPr/>
            </p14:nvContentPartPr>
            <p14:xfrm>
              <a:off x="2194560" y="5678496"/>
              <a:ext cx="360" cy="360"/>
            </p14:xfrm>
          </p:contentPart>
        </mc:Choice>
        <mc:Fallback xmlns="">
          <p:pic>
            <p:nvPicPr>
              <p:cNvPr id="16" name="Ink 15">
                <a:extLst>
                  <a:ext uri="{FF2B5EF4-FFF2-40B4-BE49-F238E27FC236}">
                    <a16:creationId xmlns:a16="http://schemas.microsoft.com/office/drawing/2014/main" id="{2CDD5A77-8866-34BC-E6FB-197FB3D911B5}"/>
                  </a:ext>
                </a:extLst>
              </p:cNvPr>
              <p:cNvPicPr/>
              <p:nvPr/>
            </p:nvPicPr>
            <p:blipFill>
              <a:blip r:embed="rId8"/>
              <a:stretch>
                <a:fillRect/>
              </a:stretch>
            </p:blipFill>
            <p:spPr>
              <a:xfrm>
                <a:off x="2140560" y="55704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7" name="Ink 16">
                <a:extLst>
                  <a:ext uri="{FF2B5EF4-FFF2-40B4-BE49-F238E27FC236}">
                    <a16:creationId xmlns:a16="http://schemas.microsoft.com/office/drawing/2014/main" id="{CDA753DD-86A1-5BE6-9D14-B92E39758E02}"/>
                  </a:ext>
                </a:extLst>
              </p14:cNvPr>
              <p14:cNvContentPartPr/>
              <p14:nvPr/>
            </p14:nvContentPartPr>
            <p14:xfrm>
              <a:off x="2194560" y="5621976"/>
              <a:ext cx="332280" cy="56880"/>
            </p14:xfrm>
          </p:contentPart>
        </mc:Choice>
        <mc:Fallback xmlns="">
          <p:pic>
            <p:nvPicPr>
              <p:cNvPr id="17" name="Ink 16">
                <a:extLst>
                  <a:ext uri="{FF2B5EF4-FFF2-40B4-BE49-F238E27FC236}">
                    <a16:creationId xmlns:a16="http://schemas.microsoft.com/office/drawing/2014/main" id="{CDA753DD-86A1-5BE6-9D14-B92E39758E02}"/>
                  </a:ext>
                </a:extLst>
              </p:cNvPr>
              <p:cNvPicPr/>
              <p:nvPr/>
            </p:nvPicPr>
            <p:blipFill>
              <a:blip r:embed="rId19"/>
              <a:stretch>
                <a:fillRect/>
              </a:stretch>
            </p:blipFill>
            <p:spPr>
              <a:xfrm>
                <a:off x="2140560" y="5514336"/>
                <a:ext cx="43992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8" name="Ink 17">
                <a:extLst>
                  <a:ext uri="{FF2B5EF4-FFF2-40B4-BE49-F238E27FC236}">
                    <a16:creationId xmlns:a16="http://schemas.microsoft.com/office/drawing/2014/main" id="{D8B418F5-FA21-7B14-F5E4-A242CF3BD158}"/>
                  </a:ext>
                </a:extLst>
              </p14:cNvPr>
              <p14:cNvContentPartPr/>
              <p14:nvPr/>
            </p14:nvContentPartPr>
            <p14:xfrm>
              <a:off x="3236760" y="5674536"/>
              <a:ext cx="3960" cy="3960"/>
            </p14:xfrm>
          </p:contentPart>
        </mc:Choice>
        <mc:Fallback xmlns="">
          <p:pic>
            <p:nvPicPr>
              <p:cNvPr id="18" name="Ink 17">
                <a:extLst>
                  <a:ext uri="{FF2B5EF4-FFF2-40B4-BE49-F238E27FC236}">
                    <a16:creationId xmlns:a16="http://schemas.microsoft.com/office/drawing/2014/main" id="{D8B418F5-FA21-7B14-F5E4-A242CF3BD158}"/>
                  </a:ext>
                </a:extLst>
              </p:cNvPr>
              <p:cNvPicPr/>
              <p:nvPr/>
            </p:nvPicPr>
            <p:blipFill>
              <a:blip r:embed="rId21"/>
              <a:stretch>
                <a:fillRect/>
              </a:stretch>
            </p:blipFill>
            <p:spPr>
              <a:xfrm>
                <a:off x="3183120" y="5566896"/>
                <a:ext cx="11160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9" name="Ink 18">
                <a:extLst>
                  <a:ext uri="{FF2B5EF4-FFF2-40B4-BE49-F238E27FC236}">
                    <a16:creationId xmlns:a16="http://schemas.microsoft.com/office/drawing/2014/main" id="{3475051C-6A56-BE3A-18EC-4418668DCFE2}"/>
                  </a:ext>
                </a:extLst>
              </p14:cNvPr>
              <p14:cNvContentPartPr/>
              <p14:nvPr/>
            </p14:nvContentPartPr>
            <p14:xfrm>
              <a:off x="3245760" y="5669136"/>
              <a:ext cx="360" cy="360"/>
            </p14:xfrm>
          </p:contentPart>
        </mc:Choice>
        <mc:Fallback xmlns="">
          <p:pic>
            <p:nvPicPr>
              <p:cNvPr id="19" name="Ink 18">
                <a:extLst>
                  <a:ext uri="{FF2B5EF4-FFF2-40B4-BE49-F238E27FC236}">
                    <a16:creationId xmlns:a16="http://schemas.microsoft.com/office/drawing/2014/main" id="{3475051C-6A56-BE3A-18EC-4418668DCFE2}"/>
                  </a:ext>
                </a:extLst>
              </p:cNvPr>
              <p:cNvPicPr/>
              <p:nvPr/>
            </p:nvPicPr>
            <p:blipFill>
              <a:blip r:embed="rId8"/>
              <a:stretch>
                <a:fillRect/>
              </a:stretch>
            </p:blipFill>
            <p:spPr>
              <a:xfrm>
                <a:off x="3192120" y="55611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0" name="Ink 19">
                <a:extLst>
                  <a:ext uri="{FF2B5EF4-FFF2-40B4-BE49-F238E27FC236}">
                    <a16:creationId xmlns:a16="http://schemas.microsoft.com/office/drawing/2014/main" id="{FF408AAC-2AE0-DCE5-81EC-936CE697DC06}"/>
                  </a:ext>
                </a:extLst>
              </p14:cNvPr>
              <p14:cNvContentPartPr/>
              <p14:nvPr/>
            </p14:nvContentPartPr>
            <p14:xfrm>
              <a:off x="2046960" y="5669136"/>
              <a:ext cx="1199160" cy="57600"/>
            </p14:xfrm>
          </p:contentPart>
        </mc:Choice>
        <mc:Fallback xmlns="">
          <p:pic>
            <p:nvPicPr>
              <p:cNvPr id="20" name="Ink 19">
                <a:extLst>
                  <a:ext uri="{FF2B5EF4-FFF2-40B4-BE49-F238E27FC236}">
                    <a16:creationId xmlns:a16="http://schemas.microsoft.com/office/drawing/2014/main" id="{FF408AAC-2AE0-DCE5-81EC-936CE697DC06}"/>
                  </a:ext>
                </a:extLst>
              </p:cNvPr>
              <p:cNvPicPr/>
              <p:nvPr/>
            </p:nvPicPr>
            <p:blipFill>
              <a:blip r:embed="rId24"/>
              <a:stretch>
                <a:fillRect/>
              </a:stretch>
            </p:blipFill>
            <p:spPr>
              <a:xfrm>
                <a:off x="1993320" y="5561136"/>
                <a:ext cx="1306800" cy="2732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1" name="Ink 20">
                <a:extLst>
                  <a:ext uri="{FF2B5EF4-FFF2-40B4-BE49-F238E27FC236}">
                    <a16:creationId xmlns:a16="http://schemas.microsoft.com/office/drawing/2014/main" id="{5AA1EEC7-D025-9B1F-17AB-4000A406D465}"/>
                  </a:ext>
                </a:extLst>
              </p14:cNvPr>
              <p14:cNvContentPartPr/>
              <p14:nvPr/>
            </p14:nvContentPartPr>
            <p14:xfrm>
              <a:off x="2039040" y="5723856"/>
              <a:ext cx="360" cy="360"/>
            </p14:xfrm>
          </p:contentPart>
        </mc:Choice>
        <mc:Fallback xmlns="">
          <p:pic>
            <p:nvPicPr>
              <p:cNvPr id="21" name="Ink 20">
                <a:extLst>
                  <a:ext uri="{FF2B5EF4-FFF2-40B4-BE49-F238E27FC236}">
                    <a16:creationId xmlns:a16="http://schemas.microsoft.com/office/drawing/2014/main" id="{5AA1EEC7-D025-9B1F-17AB-4000A406D465}"/>
                  </a:ext>
                </a:extLst>
              </p:cNvPr>
              <p:cNvPicPr/>
              <p:nvPr/>
            </p:nvPicPr>
            <p:blipFill>
              <a:blip r:embed="rId8"/>
              <a:stretch>
                <a:fillRect/>
              </a:stretch>
            </p:blipFill>
            <p:spPr>
              <a:xfrm>
                <a:off x="1985040" y="561621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2" name="Ink 21">
                <a:extLst>
                  <a:ext uri="{FF2B5EF4-FFF2-40B4-BE49-F238E27FC236}">
                    <a16:creationId xmlns:a16="http://schemas.microsoft.com/office/drawing/2014/main" id="{986DDA93-183C-ACEE-3C88-9E3E5CB2AAD5}"/>
                  </a:ext>
                </a:extLst>
              </p14:cNvPr>
              <p14:cNvContentPartPr/>
              <p14:nvPr/>
            </p14:nvContentPartPr>
            <p14:xfrm>
              <a:off x="2039040" y="5723856"/>
              <a:ext cx="360" cy="360"/>
            </p14:xfrm>
          </p:contentPart>
        </mc:Choice>
        <mc:Fallback xmlns="">
          <p:pic>
            <p:nvPicPr>
              <p:cNvPr id="22" name="Ink 21">
                <a:extLst>
                  <a:ext uri="{FF2B5EF4-FFF2-40B4-BE49-F238E27FC236}">
                    <a16:creationId xmlns:a16="http://schemas.microsoft.com/office/drawing/2014/main" id="{986DDA93-183C-ACEE-3C88-9E3E5CB2AAD5}"/>
                  </a:ext>
                </a:extLst>
              </p:cNvPr>
              <p:cNvPicPr/>
              <p:nvPr/>
            </p:nvPicPr>
            <p:blipFill>
              <a:blip r:embed="rId8"/>
              <a:stretch>
                <a:fillRect/>
              </a:stretch>
            </p:blipFill>
            <p:spPr>
              <a:xfrm>
                <a:off x="1985040" y="561621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3" name="Ink 22">
                <a:extLst>
                  <a:ext uri="{FF2B5EF4-FFF2-40B4-BE49-F238E27FC236}">
                    <a16:creationId xmlns:a16="http://schemas.microsoft.com/office/drawing/2014/main" id="{437DE4F2-226D-0A31-AC6E-69603BE6EB5B}"/>
                  </a:ext>
                </a:extLst>
              </p14:cNvPr>
              <p14:cNvContentPartPr/>
              <p14:nvPr/>
            </p14:nvContentPartPr>
            <p14:xfrm>
              <a:off x="1824840" y="5722416"/>
              <a:ext cx="214560" cy="20880"/>
            </p14:xfrm>
          </p:contentPart>
        </mc:Choice>
        <mc:Fallback xmlns="">
          <p:pic>
            <p:nvPicPr>
              <p:cNvPr id="23" name="Ink 22">
                <a:extLst>
                  <a:ext uri="{FF2B5EF4-FFF2-40B4-BE49-F238E27FC236}">
                    <a16:creationId xmlns:a16="http://schemas.microsoft.com/office/drawing/2014/main" id="{437DE4F2-226D-0A31-AC6E-69603BE6EB5B}"/>
                  </a:ext>
                </a:extLst>
              </p:cNvPr>
              <p:cNvPicPr/>
              <p:nvPr/>
            </p:nvPicPr>
            <p:blipFill>
              <a:blip r:embed="rId28"/>
              <a:stretch>
                <a:fillRect/>
              </a:stretch>
            </p:blipFill>
            <p:spPr>
              <a:xfrm>
                <a:off x="1771200" y="5614776"/>
                <a:ext cx="32220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4" name="Ink 23">
                <a:extLst>
                  <a:ext uri="{FF2B5EF4-FFF2-40B4-BE49-F238E27FC236}">
                    <a16:creationId xmlns:a16="http://schemas.microsoft.com/office/drawing/2014/main" id="{485DFB15-8518-32B6-AA2C-A969CCBC3437}"/>
                  </a:ext>
                </a:extLst>
              </p14:cNvPr>
              <p14:cNvContentPartPr/>
              <p14:nvPr/>
            </p14:nvContentPartPr>
            <p14:xfrm>
              <a:off x="2148480" y="5503536"/>
              <a:ext cx="671760" cy="105840"/>
            </p14:xfrm>
          </p:contentPart>
        </mc:Choice>
        <mc:Fallback xmlns="">
          <p:pic>
            <p:nvPicPr>
              <p:cNvPr id="24" name="Ink 23">
                <a:extLst>
                  <a:ext uri="{FF2B5EF4-FFF2-40B4-BE49-F238E27FC236}">
                    <a16:creationId xmlns:a16="http://schemas.microsoft.com/office/drawing/2014/main" id="{485DFB15-8518-32B6-AA2C-A969CCBC3437}"/>
                  </a:ext>
                </a:extLst>
              </p:cNvPr>
              <p:cNvPicPr/>
              <p:nvPr/>
            </p:nvPicPr>
            <p:blipFill>
              <a:blip r:embed="rId30"/>
              <a:stretch>
                <a:fillRect/>
              </a:stretch>
            </p:blipFill>
            <p:spPr>
              <a:xfrm>
                <a:off x="2094840" y="5395896"/>
                <a:ext cx="779400" cy="3214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5" name="Ink 24">
                <a:extLst>
                  <a:ext uri="{FF2B5EF4-FFF2-40B4-BE49-F238E27FC236}">
                    <a16:creationId xmlns:a16="http://schemas.microsoft.com/office/drawing/2014/main" id="{4195D7C9-6631-95FC-EB21-044AD34ADD25}"/>
                  </a:ext>
                </a:extLst>
              </p14:cNvPr>
              <p14:cNvContentPartPr/>
              <p14:nvPr/>
            </p14:nvContentPartPr>
            <p14:xfrm>
              <a:off x="2678760" y="5656536"/>
              <a:ext cx="595080" cy="31320"/>
            </p14:xfrm>
          </p:contentPart>
        </mc:Choice>
        <mc:Fallback xmlns="">
          <p:pic>
            <p:nvPicPr>
              <p:cNvPr id="25" name="Ink 24">
                <a:extLst>
                  <a:ext uri="{FF2B5EF4-FFF2-40B4-BE49-F238E27FC236}">
                    <a16:creationId xmlns:a16="http://schemas.microsoft.com/office/drawing/2014/main" id="{4195D7C9-6631-95FC-EB21-044AD34ADD25}"/>
                  </a:ext>
                </a:extLst>
              </p:cNvPr>
              <p:cNvPicPr/>
              <p:nvPr/>
            </p:nvPicPr>
            <p:blipFill>
              <a:blip r:embed="rId32"/>
              <a:stretch>
                <a:fillRect/>
              </a:stretch>
            </p:blipFill>
            <p:spPr>
              <a:xfrm>
                <a:off x="2625120" y="5548536"/>
                <a:ext cx="70272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6" name="Ink 25">
                <a:extLst>
                  <a:ext uri="{FF2B5EF4-FFF2-40B4-BE49-F238E27FC236}">
                    <a16:creationId xmlns:a16="http://schemas.microsoft.com/office/drawing/2014/main" id="{51CD9B0A-87E9-5B64-E346-E74592B407E4}"/>
                  </a:ext>
                </a:extLst>
              </p14:cNvPr>
              <p14:cNvContentPartPr/>
              <p14:nvPr/>
            </p14:nvContentPartPr>
            <p14:xfrm>
              <a:off x="3099600" y="5641776"/>
              <a:ext cx="360" cy="360"/>
            </p14:xfrm>
          </p:contentPart>
        </mc:Choice>
        <mc:Fallback xmlns="">
          <p:pic>
            <p:nvPicPr>
              <p:cNvPr id="26" name="Ink 25">
                <a:extLst>
                  <a:ext uri="{FF2B5EF4-FFF2-40B4-BE49-F238E27FC236}">
                    <a16:creationId xmlns:a16="http://schemas.microsoft.com/office/drawing/2014/main" id="{51CD9B0A-87E9-5B64-E346-E74592B407E4}"/>
                  </a:ext>
                </a:extLst>
              </p:cNvPr>
              <p:cNvPicPr/>
              <p:nvPr/>
            </p:nvPicPr>
            <p:blipFill>
              <a:blip r:embed="rId8"/>
              <a:stretch>
                <a:fillRect/>
              </a:stretch>
            </p:blipFill>
            <p:spPr>
              <a:xfrm>
                <a:off x="3045960" y="553377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7" name="Ink 26">
                <a:extLst>
                  <a:ext uri="{FF2B5EF4-FFF2-40B4-BE49-F238E27FC236}">
                    <a16:creationId xmlns:a16="http://schemas.microsoft.com/office/drawing/2014/main" id="{ADE9C651-1857-0394-DFD5-430FEB6B19C7}"/>
                  </a:ext>
                </a:extLst>
              </p14:cNvPr>
              <p14:cNvContentPartPr/>
              <p14:nvPr/>
            </p14:nvContentPartPr>
            <p14:xfrm>
              <a:off x="3099600" y="5641776"/>
              <a:ext cx="360" cy="360"/>
            </p14:xfrm>
          </p:contentPart>
        </mc:Choice>
        <mc:Fallback xmlns="">
          <p:pic>
            <p:nvPicPr>
              <p:cNvPr id="27" name="Ink 26">
                <a:extLst>
                  <a:ext uri="{FF2B5EF4-FFF2-40B4-BE49-F238E27FC236}">
                    <a16:creationId xmlns:a16="http://schemas.microsoft.com/office/drawing/2014/main" id="{ADE9C651-1857-0394-DFD5-430FEB6B19C7}"/>
                  </a:ext>
                </a:extLst>
              </p:cNvPr>
              <p:cNvPicPr/>
              <p:nvPr/>
            </p:nvPicPr>
            <p:blipFill>
              <a:blip r:embed="rId8"/>
              <a:stretch>
                <a:fillRect/>
              </a:stretch>
            </p:blipFill>
            <p:spPr>
              <a:xfrm>
                <a:off x="3045960" y="553377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8" name="Ink 27">
                <a:extLst>
                  <a:ext uri="{FF2B5EF4-FFF2-40B4-BE49-F238E27FC236}">
                    <a16:creationId xmlns:a16="http://schemas.microsoft.com/office/drawing/2014/main" id="{2F414052-9CC6-2E8D-6923-EA92848371C7}"/>
                  </a:ext>
                </a:extLst>
              </p14:cNvPr>
              <p14:cNvContentPartPr/>
              <p14:nvPr/>
            </p14:nvContentPartPr>
            <p14:xfrm>
              <a:off x="3099600" y="5641776"/>
              <a:ext cx="3960" cy="360"/>
            </p14:xfrm>
          </p:contentPart>
        </mc:Choice>
        <mc:Fallback xmlns="">
          <p:pic>
            <p:nvPicPr>
              <p:cNvPr id="28" name="Ink 27">
                <a:extLst>
                  <a:ext uri="{FF2B5EF4-FFF2-40B4-BE49-F238E27FC236}">
                    <a16:creationId xmlns:a16="http://schemas.microsoft.com/office/drawing/2014/main" id="{2F414052-9CC6-2E8D-6923-EA92848371C7}"/>
                  </a:ext>
                </a:extLst>
              </p:cNvPr>
              <p:cNvPicPr/>
              <p:nvPr/>
            </p:nvPicPr>
            <p:blipFill>
              <a:blip r:embed="rId8"/>
              <a:stretch>
                <a:fillRect/>
              </a:stretch>
            </p:blipFill>
            <p:spPr>
              <a:xfrm>
                <a:off x="3045960" y="5533776"/>
                <a:ext cx="1116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9" name="Ink 28">
                <a:extLst>
                  <a:ext uri="{FF2B5EF4-FFF2-40B4-BE49-F238E27FC236}">
                    <a16:creationId xmlns:a16="http://schemas.microsoft.com/office/drawing/2014/main" id="{A08B310B-FC17-E603-EE7D-68A6F4597FD5}"/>
                  </a:ext>
                </a:extLst>
              </p14:cNvPr>
              <p14:cNvContentPartPr/>
              <p14:nvPr/>
            </p14:nvContentPartPr>
            <p14:xfrm>
              <a:off x="3108600" y="5687496"/>
              <a:ext cx="360" cy="360"/>
            </p14:xfrm>
          </p:contentPart>
        </mc:Choice>
        <mc:Fallback xmlns="">
          <p:pic>
            <p:nvPicPr>
              <p:cNvPr id="29" name="Ink 28">
                <a:extLst>
                  <a:ext uri="{FF2B5EF4-FFF2-40B4-BE49-F238E27FC236}">
                    <a16:creationId xmlns:a16="http://schemas.microsoft.com/office/drawing/2014/main" id="{A08B310B-FC17-E603-EE7D-68A6F4597FD5}"/>
                  </a:ext>
                </a:extLst>
              </p:cNvPr>
              <p:cNvPicPr/>
              <p:nvPr/>
            </p:nvPicPr>
            <p:blipFill>
              <a:blip r:embed="rId8"/>
              <a:stretch>
                <a:fillRect/>
              </a:stretch>
            </p:blipFill>
            <p:spPr>
              <a:xfrm>
                <a:off x="3054960" y="55794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0" name="Ink 29">
                <a:extLst>
                  <a:ext uri="{FF2B5EF4-FFF2-40B4-BE49-F238E27FC236}">
                    <a16:creationId xmlns:a16="http://schemas.microsoft.com/office/drawing/2014/main" id="{784E05D3-F29E-5521-B842-5D0D6A427246}"/>
                  </a:ext>
                </a:extLst>
              </p14:cNvPr>
              <p14:cNvContentPartPr/>
              <p14:nvPr/>
            </p14:nvContentPartPr>
            <p14:xfrm>
              <a:off x="3108600" y="5687496"/>
              <a:ext cx="360" cy="360"/>
            </p14:xfrm>
          </p:contentPart>
        </mc:Choice>
        <mc:Fallback xmlns="">
          <p:pic>
            <p:nvPicPr>
              <p:cNvPr id="30" name="Ink 29">
                <a:extLst>
                  <a:ext uri="{FF2B5EF4-FFF2-40B4-BE49-F238E27FC236}">
                    <a16:creationId xmlns:a16="http://schemas.microsoft.com/office/drawing/2014/main" id="{784E05D3-F29E-5521-B842-5D0D6A427246}"/>
                  </a:ext>
                </a:extLst>
              </p:cNvPr>
              <p:cNvPicPr/>
              <p:nvPr/>
            </p:nvPicPr>
            <p:blipFill>
              <a:blip r:embed="rId8"/>
              <a:stretch>
                <a:fillRect/>
              </a:stretch>
            </p:blipFill>
            <p:spPr>
              <a:xfrm>
                <a:off x="3054960" y="55794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1" name="Ink 30">
                <a:extLst>
                  <a:ext uri="{FF2B5EF4-FFF2-40B4-BE49-F238E27FC236}">
                    <a16:creationId xmlns:a16="http://schemas.microsoft.com/office/drawing/2014/main" id="{8DABE7C6-8F73-915B-E366-12D3A4AC9C18}"/>
                  </a:ext>
                </a:extLst>
              </p14:cNvPr>
              <p14:cNvContentPartPr/>
              <p14:nvPr/>
            </p14:nvContentPartPr>
            <p14:xfrm>
              <a:off x="3105000" y="5687496"/>
              <a:ext cx="3960" cy="11520"/>
            </p14:xfrm>
          </p:contentPart>
        </mc:Choice>
        <mc:Fallback xmlns="">
          <p:pic>
            <p:nvPicPr>
              <p:cNvPr id="31" name="Ink 30">
                <a:extLst>
                  <a:ext uri="{FF2B5EF4-FFF2-40B4-BE49-F238E27FC236}">
                    <a16:creationId xmlns:a16="http://schemas.microsoft.com/office/drawing/2014/main" id="{8DABE7C6-8F73-915B-E366-12D3A4AC9C18}"/>
                  </a:ext>
                </a:extLst>
              </p:cNvPr>
              <p:cNvPicPr/>
              <p:nvPr/>
            </p:nvPicPr>
            <p:blipFill>
              <a:blip r:embed="rId39"/>
              <a:stretch>
                <a:fillRect/>
              </a:stretch>
            </p:blipFill>
            <p:spPr>
              <a:xfrm>
                <a:off x="3051360" y="5579496"/>
                <a:ext cx="11160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2" name="Ink 31">
                <a:extLst>
                  <a:ext uri="{FF2B5EF4-FFF2-40B4-BE49-F238E27FC236}">
                    <a16:creationId xmlns:a16="http://schemas.microsoft.com/office/drawing/2014/main" id="{E42481F0-CEE6-E3FF-A4ED-A909AA441F2C}"/>
                  </a:ext>
                </a:extLst>
              </p14:cNvPr>
              <p14:cNvContentPartPr/>
              <p14:nvPr/>
            </p14:nvContentPartPr>
            <p14:xfrm>
              <a:off x="1307520" y="5678496"/>
              <a:ext cx="1935000" cy="119160"/>
            </p14:xfrm>
          </p:contentPart>
        </mc:Choice>
        <mc:Fallback xmlns="">
          <p:pic>
            <p:nvPicPr>
              <p:cNvPr id="32" name="Ink 31">
                <a:extLst>
                  <a:ext uri="{FF2B5EF4-FFF2-40B4-BE49-F238E27FC236}">
                    <a16:creationId xmlns:a16="http://schemas.microsoft.com/office/drawing/2014/main" id="{E42481F0-CEE6-E3FF-A4ED-A909AA441F2C}"/>
                  </a:ext>
                </a:extLst>
              </p:cNvPr>
              <p:cNvPicPr/>
              <p:nvPr/>
            </p:nvPicPr>
            <p:blipFill>
              <a:blip r:embed="rId41"/>
              <a:stretch>
                <a:fillRect/>
              </a:stretch>
            </p:blipFill>
            <p:spPr>
              <a:xfrm>
                <a:off x="1253520" y="5570496"/>
                <a:ext cx="2042640"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3" name="Ink 32">
                <a:extLst>
                  <a:ext uri="{FF2B5EF4-FFF2-40B4-BE49-F238E27FC236}">
                    <a16:creationId xmlns:a16="http://schemas.microsoft.com/office/drawing/2014/main" id="{DF60F7BC-30C9-B1F5-284D-CD2AC1FF8E9D}"/>
                  </a:ext>
                </a:extLst>
              </p14:cNvPr>
              <p14:cNvContentPartPr/>
              <p14:nvPr/>
            </p14:nvContentPartPr>
            <p14:xfrm>
              <a:off x="2586240" y="5714136"/>
              <a:ext cx="788400" cy="20160"/>
            </p14:xfrm>
          </p:contentPart>
        </mc:Choice>
        <mc:Fallback xmlns="">
          <p:pic>
            <p:nvPicPr>
              <p:cNvPr id="33" name="Ink 32">
                <a:extLst>
                  <a:ext uri="{FF2B5EF4-FFF2-40B4-BE49-F238E27FC236}">
                    <a16:creationId xmlns:a16="http://schemas.microsoft.com/office/drawing/2014/main" id="{DF60F7BC-30C9-B1F5-284D-CD2AC1FF8E9D}"/>
                  </a:ext>
                </a:extLst>
              </p:cNvPr>
              <p:cNvPicPr/>
              <p:nvPr/>
            </p:nvPicPr>
            <p:blipFill>
              <a:blip r:embed="rId43"/>
              <a:stretch>
                <a:fillRect/>
              </a:stretch>
            </p:blipFill>
            <p:spPr>
              <a:xfrm>
                <a:off x="2532240" y="5606136"/>
                <a:ext cx="89604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4" name="Ink 33">
                <a:extLst>
                  <a:ext uri="{FF2B5EF4-FFF2-40B4-BE49-F238E27FC236}">
                    <a16:creationId xmlns:a16="http://schemas.microsoft.com/office/drawing/2014/main" id="{5F423F55-4CF2-50F1-5F45-2FC98519FF52}"/>
                  </a:ext>
                </a:extLst>
              </p14:cNvPr>
              <p14:cNvContentPartPr/>
              <p14:nvPr/>
            </p14:nvContentPartPr>
            <p14:xfrm>
              <a:off x="2569320" y="5732856"/>
              <a:ext cx="360" cy="360"/>
            </p14:xfrm>
          </p:contentPart>
        </mc:Choice>
        <mc:Fallback xmlns="">
          <p:pic>
            <p:nvPicPr>
              <p:cNvPr id="34" name="Ink 33">
                <a:extLst>
                  <a:ext uri="{FF2B5EF4-FFF2-40B4-BE49-F238E27FC236}">
                    <a16:creationId xmlns:a16="http://schemas.microsoft.com/office/drawing/2014/main" id="{5F423F55-4CF2-50F1-5F45-2FC98519FF52}"/>
                  </a:ext>
                </a:extLst>
              </p:cNvPr>
              <p:cNvPicPr/>
              <p:nvPr/>
            </p:nvPicPr>
            <p:blipFill>
              <a:blip r:embed="rId8"/>
              <a:stretch>
                <a:fillRect/>
              </a:stretch>
            </p:blipFill>
            <p:spPr>
              <a:xfrm>
                <a:off x="2515320" y="562521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5" name="Ink 34">
                <a:extLst>
                  <a:ext uri="{FF2B5EF4-FFF2-40B4-BE49-F238E27FC236}">
                    <a16:creationId xmlns:a16="http://schemas.microsoft.com/office/drawing/2014/main" id="{9A6B4308-B28F-2E54-CA90-A59181A0046E}"/>
                  </a:ext>
                </a:extLst>
              </p14:cNvPr>
              <p14:cNvContentPartPr/>
              <p14:nvPr/>
            </p14:nvContentPartPr>
            <p14:xfrm>
              <a:off x="2569320" y="5732856"/>
              <a:ext cx="360" cy="360"/>
            </p14:xfrm>
          </p:contentPart>
        </mc:Choice>
        <mc:Fallback xmlns="">
          <p:pic>
            <p:nvPicPr>
              <p:cNvPr id="35" name="Ink 34">
                <a:extLst>
                  <a:ext uri="{FF2B5EF4-FFF2-40B4-BE49-F238E27FC236}">
                    <a16:creationId xmlns:a16="http://schemas.microsoft.com/office/drawing/2014/main" id="{9A6B4308-B28F-2E54-CA90-A59181A0046E}"/>
                  </a:ext>
                </a:extLst>
              </p:cNvPr>
              <p:cNvPicPr/>
              <p:nvPr/>
            </p:nvPicPr>
            <p:blipFill>
              <a:blip r:embed="rId8"/>
              <a:stretch>
                <a:fillRect/>
              </a:stretch>
            </p:blipFill>
            <p:spPr>
              <a:xfrm>
                <a:off x="2515320" y="562521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6" name="Ink 35">
                <a:extLst>
                  <a:ext uri="{FF2B5EF4-FFF2-40B4-BE49-F238E27FC236}">
                    <a16:creationId xmlns:a16="http://schemas.microsoft.com/office/drawing/2014/main" id="{DE2D7FD9-4583-3B16-ADB2-E73E605BBDF5}"/>
                  </a:ext>
                </a:extLst>
              </p14:cNvPr>
              <p14:cNvContentPartPr/>
              <p14:nvPr/>
            </p14:nvContentPartPr>
            <p14:xfrm>
              <a:off x="2569320" y="5732856"/>
              <a:ext cx="360" cy="360"/>
            </p14:xfrm>
          </p:contentPart>
        </mc:Choice>
        <mc:Fallback xmlns="">
          <p:pic>
            <p:nvPicPr>
              <p:cNvPr id="36" name="Ink 35">
                <a:extLst>
                  <a:ext uri="{FF2B5EF4-FFF2-40B4-BE49-F238E27FC236}">
                    <a16:creationId xmlns:a16="http://schemas.microsoft.com/office/drawing/2014/main" id="{DE2D7FD9-4583-3B16-ADB2-E73E605BBDF5}"/>
                  </a:ext>
                </a:extLst>
              </p:cNvPr>
              <p:cNvPicPr/>
              <p:nvPr/>
            </p:nvPicPr>
            <p:blipFill>
              <a:blip r:embed="rId8"/>
              <a:stretch>
                <a:fillRect/>
              </a:stretch>
            </p:blipFill>
            <p:spPr>
              <a:xfrm>
                <a:off x="2515320" y="562521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7" name="Ink 36">
                <a:extLst>
                  <a:ext uri="{FF2B5EF4-FFF2-40B4-BE49-F238E27FC236}">
                    <a16:creationId xmlns:a16="http://schemas.microsoft.com/office/drawing/2014/main" id="{8765A9DA-EEE9-B275-7C12-BAFF243974C7}"/>
                  </a:ext>
                </a:extLst>
              </p14:cNvPr>
              <p14:cNvContentPartPr/>
              <p14:nvPr/>
            </p14:nvContentPartPr>
            <p14:xfrm>
              <a:off x="2569320" y="5732856"/>
              <a:ext cx="360" cy="360"/>
            </p14:xfrm>
          </p:contentPart>
        </mc:Choice>
        <mc:Fallback xmlns="">
          <p:pic>
            <p:nvPicPr>
              <p:cNvPr id="37" name="Ink 36">
                <a:extLst>
                  <a:ext uri="{FF2B5EF4-FFF2-40B4-BE49-F238E27FC236}">
                    <a16:creationId xmlns:a16="http://schemas.microsoft.com/office/drawing/2014/main" id="{8765A9DA-EEE9-B275-7C12-BAFF243974C7}"/>
                  </a:ext>
                </a:extLst>
              </p:cNvPr>
              <p:cNvPicPr/>
              <p:nvPr/>
            </p:nvPicPr>
            <p:blipFill>
              <a:blip r:embed="rId8"/>
              <a:stretch>
                <a:fillRect/>
              </a:stretch>
            </p:blipFill>
            <p:spPr>
              <a:xfrm>
                <a:off x="2515320" y="562521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8" name="Ink 37">
                <a:extLst>
                  <a:ext uri="{FF2B5EF4-FFF2-40B4-BE49-F238E27FC236}">
                    <a16:creationId xmlns:a16="http://schemas.microsoft.com/office/drawing/2014/main" id="{88075E7D-B2B6-6714-1F89-D0233A97D75F}"/>
                  </a:ext>
                </a:extLst>
              </p14:cNvPr>
              <p14:cNvContentPartPr/>
              <p14:nvPr/>
            </p14:nvContentPartPr>
            <p14:xfrm>
              <a:off x="2569320" y="5732856"/>
              <a:ext cx="360" cy="360"/>
            </p14:xfrm>
          </p:contentPart>
        </mc:Choice>
        <mc:Fallback xmlns="">
          <p:pic>
            <p:nvPicPr>
              <p:cNvPr id="38" name="Ink 37">
                <a:extLst>
                  <a:ext uri="{FF2B5EF4-FFF2-40B4-BE49-F238E27FC236}">
                    <a16:creationId xmlns:a16="http://schemas.microsoft.com/office/drawing/2014/main" id="{88075E7D-B2B6-6714-1F89-D0233A97D75F}"/>
                  </a:ext>
                </a:extLst>
              </p:cNvPr>
              <p:cNvPicPr/>
              <p:nvPr/>
            </p:nvPicPr>
            <p:blipFill>
              <a:blip r:embed="rId8"/>
              <a:stretch>
                <a:fillRect/>
              </a:stretch>
            </p:blipFill>
            <p:spPr>
              <a:xfrm>
                <a:off x="2515320" y="562521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9" name="Ink 38">
                <a:extLst>
                  <a:ext uri="{FF2B5EF4-FFF2-40B4-BE49-F238E27FC236}">
                    <a16:creationId xmlns:a16="http://schemas.microsoft.com/office/drawing/2014/main" id="{67270ABD-B1C8-6BA8-2631-BD5282F7E967}"/>
                  </a:ext>
                </a:extLst>
              </p14:cNvPr>
              <p14:cNvContentPartPr/>
              <p14:nvPr/>
            </p14:nvContentPartPr>
            <p14:xfrm>
              <a:off x="2642400" y="5624496"/>
              <a:ext cx="1018440" cy="173880"/>
            </p14:xfrm>
          </p:contentPart>
        </mc:Choice>
        <mc:Fallback xmlns="">
          <p:pic>
            <p:nvPicPr>
              <p:cNvPr id="39" name="Ink 38">
                <a:extLst>
                  <a:ext uri="{FF2B5EF4-FFF2-40B4-BE49-F238E27FC236}">
                    <a16:creationId xmlns:a16="http://schemas.microsoft.com/office/drawing/2014/main" id="{67270ABD-B1C8-6BA8-2631-BD5282F7E967}"/>
                  </a:ext>
                </a:extLst>
              </p:cNvPr>
              <p:cNvPicPr/>
              <p:nvPr/>
            </p:nvPicPr>
            <p:blipFill>
              <a:blip r:embed="rId50"/>
              <a:stretch>
                <a:fillRect/>
              </a:stretch>
            </p:blipFill>
            <p:spPr>
              <a:xfrm>
                <a:off x="2636280" y="5618376"/>
                <a:ext cx="103068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40" name="Ink 39">
                <a:extLst>
                  <a:ext uri="{FF2B5EF4-FFF2-40B4-BE49-F238E27FC236}">
                    <a16:creationId xmlns:a16="http://schemas.microsoft.com/office/drawing/2014/main" id="{5392F2E1-D138-63E3-9838-39A7E239B1B2}"/>
                  </a:ext>
                </a:extLst>
              </p14:cNvPr>
              <p14:cNvContentPartPr/>
              <p14:nvPr/>
            </p14:nvContentPartPr>
            <p14:xfrm>
              <a:off x="2669760" y="5787216"/>
              <a:ext cx="670320" cy="74520"/>
            </p14:xfrm>
          </p:contentPart>
        </mc:Choice>
        <mc:Fallback xmlns="">
          <p:pic>
            <p:nvPicPr>
              <p:cNvPr id="40" name="Ink 39">
                <a:extLst>
                  <a:ext uri="{FF2B5EF4-FFF2-40B4-BE49-F238E27FC236}">
                    <a16:creationId xmlns:a16="http://schemas.microsoft.com/office/drawing/2014/main" id="{5392F2E1-D138-63E3-9838-39A7E239B1B2}"/>
                  </a:ext>
                </a:extLst>
              </p:cNvPr>
              <p:cNvPicPr/>
              <p:nvPr/>
            </p:nvPicPr>
            <p:blipFill>
              <a:blip r:embed="rId52"/>
              <a:stretch>
                <a:fillRect/>
              </a:stretch>
            </p:blipFill>
            <p:spPr>
              <a:xfrm>
                <a:off x="2579760" y="5607216"/>
                <a:ext cx="849960" cy="43416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41" name="Ink 40">
                <a:extLst>
                  <a:ext uri="{FF2B5EF4-FFF2-40B4-BE49-F238E27FC236}">
                    <a16:creationId xmlns:a16="http://schemas.microsoft.com/office/drawing/2014/main" id="{5FA7E1D6-6324-F315-F7C9-2CE8FE46A094}"/>
                  </a:ext>
                </a:extLst>
              </p14:cNvPr>
              <p14:cNvContentPartPr/>
              <p14:nvPr/>
            </p14:nvContentPartPr>
            <p14:xfrm>
              <a:off x="3291840" y="5660136"/>
              <a:ext cx="360" cy="360"/>
            </p14:xfrm>
          </p:contentPart>
        </mc:Choice>
        <mc:Fallback xmlns="">
          <p:pic>
            <p:nvPicPr>
              <p:cNvPr id="41" name="Ink 40">
                <a:extLst>
                  <a:ext uri="{FF2B5EF4-FFF2-40B4-BE49-F238E27FC236}">
                    <a16:creationId xmlns:a16="http://schemas.microsoft.com/office/drawing/2014/main" id="{5FA7E1D6-6324-F315-F7C9-2CE8FE46A094}"/>
                  </a:ext>
                </a:extLst>
              </p:cNvPr>
              <p:cNvPicPr/>
              <p:nvPr/>
            </p:nvPicPr>
            <p:blipFill>
              <a:blip r:embed="rId54"/>
              <a:stretch>
                <a:fillRect/>
              </a:stretch>
            </p:blipFill>
            <p:spPr>
              <a:xfrm>
                <a:off x="3201840" y="548013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42" name="Ink 41">
                <a:extLst>
                  <a:ext uri="{FF2B5EF4-FFF2-40B4-BE49-F238E27FC236}">
                    <a16:creationId xmlns:a16="http://schemas.microsoft.com/office/drawing/2014/main" id="{2C3827B7-BE81-7002-08CE-4F96004FA156}"/>
                  </a:ext>
                </a:extLst>
              </p14:cNvPr>
              <p14:cNvContentPartPr/>
              <p14:nvPr/>
            </p14:nvContentPartPr>
            <p14:xfrm>
              <a:off x="3291840" y="5660136"/>
              <a:ext cx="360" cy="360"/>
            </p14:xfrm>
          </p:contentPart>
        </mc:Choice>
        <mc:Fallback xmlns="">
          <p:pic>
            <p:nvPicPr>
              <p:cNvPr id="42" name="Ink 41">
                <a:extLst>
                  <a:ext uri="{FF2B5EF4-FFF2-40B4-BE49-F238E27FC236}">
                    <a16:creationId xmlns:a16="http://schemas.microsoft.com/office/drawing/2014/main" id="{2C3827B7-BE81-7002-08CE-4F96004FA156}"/>
                  </a:ext>
                </a:extLst>
              </p:cNvPr>
              <p:cNvPicPr/>
              <p:nvPr/>
            </p:nvPicPr>
            <p:blipFill>
              <a:blip r:embed="rId54"/>
              <a:stretch>
                <a:fillRect/>
              </a:stretch>
            </p:blipFill>
            <p:spPr>
              <a:xfrm>
                <a:off x="3201840" y="548013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3" name="Ink 42">
                <a:extLst>
                  <a:ext uri="{FF2B5EF4-FFF2-40B4-BE49-F238E27FC236}">
                    <a16:creationId xmlns:a16="http://schemas.microsoft.com/office/drawing/2014/main" id="{16905DFD-2068-4751-5DBF-F311552192D0}"/>
                  </a:ext>
                </a:extLst>
              </p14:cNvPr>
              <p14:cNvContentPartPr/>
              <p14:nvPr/>
            </p14:nvContentPartPr>
            <p14:xfrm>
              <a:off x="3182040" y="5714856"/>
              <a:ext cx="9720" cy="3960"/>
            </p14:xfrm>
          </p:contentPart>
        </mc:Choice>
        <mc:Fallback xmlns="">
          <p:pic>
            <p:nvPicPr>
              <p:cNvPr id="43" name="Ink 42">
                <a:extLst>
                  <a:ext uri="{FF2B5EF4-FFF2-40B4-BE49-F238E27FC236}">
                    <a16:creationId xmlns:a16="http://schemas.microsoft.com/office/drawing/2014/main" id="{16905DFD-2068-4751-5DBF-F311552192D0}"/>
                  </a:ext>
                </a:extLst>
              </p:cNvPr>
              <p:cNvPicPr/>
              <p:nvPr/>
            </p:nvPicPr>
            <p:blipFill>
              <a:blip r:embed="rId57"/>
              <a:stretch>
                <a:fillRect/>
              </a:stretch>
            </p:blipFill>
            <p:spPr>
              <a:xfrm>
                <a:off x="3092040" y="5534856"/>
                <a:ext cx="189360" cy="3636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4" name="Ink 43">
                <a:extLst>
                  <a:ext uri="{FF2B5EF4-FFF2-40B4-BE49-F238E27FC236}">
                    <a16:creationId xmlns:a16="http://schemas.microsoft.com/office/drawing/2014/main" id="{07B3410D-70D0-E54A-A4C1-0059A9BC45BC}"/>
                  </a:ext>
                </a:extLst>
              </p14:cNvPr>
              <p14:cNvContentPartPr/>
              <p14:nvPr/>
            </p14:nvContentPartPr>
            <p14:xfrm>
              <a:off x="3173040" y="5723856"/>
              <a:ext cx="360" cy="360"/>
            </p14:xfrm>
          </p:contentPart>
        </mc:Choice>
        <mc:Fallback xmlns="">
          <p:pic>
            <p:nvPicPr>
              <p:cNvPr id="44" name="Ink 43">
                <a:extLst>
                  <a:ext uri="{FF2B5EF4-FFF2-40B4-BE49-F238E27FC236}">
                    <a16:creationId xmlns:a16="http://schemas.microsoft.com/office/drawing/2014/main" id="{07B3410D-70D0-E54A-A4C1-0059A9BC45BC}"/>
                  </a:ext>
                </a:extLst>
              </p:cNvPr>
              <p:cNvPicPr/>
              <p:nvPr/>
            </p:nvPicPr>
            <p:blipFill>
              <a:blip r:embed="rId54"/>
              <a:stretch>
                <a:fillRect/>
              </a:stretch>
            </p:blipFill>
            <p:spPr>
              <a:xfrm>
                <a:off x="3083040" y="55442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5" name="Ink 44">
                <a:extLst>
                  <a:ext uri="{FF2B5EF4-FFF2-40B4-BE49-F238E27FC236}">
                    <a16:creationId xmlns:a16="http://schemas.microsoft.com/office/drawing/2014/main" id="{F512D8B9-46EB-4AC1-9AF6-FB571E3ED843}"/>
                  </a:ext>
                </a:extLst>
              </p14:cNvPr>
              <p14:cNvContentPartPr/>
              <p14:nvPr/>
            </p14:nvContentPartPr>
            <p14:xfrm>
              <a:off x="3173040" y="5723856"/>
              <a:ext cx="360" cy="360"/>
            </p14:xfrm>
          </p:contentPart>
        </mc:Choice>
        <mc:Fallback xmlns="">
          <p:pic>
            <p:nvPicPr>
              <p:cNvPr id="45" name="Ink 44">
                <a:extLst>
                  <a:ext uri="{FF2B5EF4-FFF2-40B4-BE49-F238E27FC236}">
                    <a16:creationId xmlns:a16="http://schemas.microsoft.com/office/drawing/2014/main" id="{F512D8B9-46EB-4AC1-9AF6-FB571E3ED843}"/>
                  </a:ext>
                </a:extLst>
              </p:cNvPr>
              <p:cNvPicPr/>
              <p:nvPr/>
            </p:nvPicPr>
            <p:blipFill>
              <a:blip r:embed="rId54"/>
              <a:stretch>
                <a:fillRect/>
              </a:stretch>
            </p:blipFill>
            <p:spPr>
              <a:xfrm>
                <a:off x="3083040" y="55442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50" name="Ink 49">
                <a:extLst>
                  <a:ext uri="{FF2B5EF4-FFF2-40B4-BE49-F238E27FC236}">
                    <a16:creationId xmlns:a16="http://schemas.microsoft.com/office/drawing/2014/main" id="{ACA02F2D-CDFD-91E4-E4AC-CABC77FB625B}"/>
                  </a:ext>
                </a:extLst>
              </p14:cNvPr>
              <p14:cNvContentPartPr/>
              <p14:nvPr/>
            </p14:nvContentPartPr>
            <p14:xfrm>
              <a:off x="1947600" y="5680296"/>
              <a:ext cx="1439640" cy="136440"/>
            </p14:xfrm>
          </p:contentPart>
        </mc:Choice>
        <mc:Fallback xmlns="">
          <p:pic>
            <p:nvPicPr>
              <p:cNvPr id="50" name="Ink 49">
                <a:extLst>
                  <a:ext uri="{FF2B5EF4-FFF2-40B4-BE49-F238E27FC236}">
                    <a16:creationId xmlns:a16="http://schemas.microsoft.com/office/drawing/2014/main" id="{ACA02F2D-CDFD-91E4-E4AC-CABC77FB625B}"/>
                  </a:ext>
                </a:extLst>
              </p:cNvPr>
              <p:cNvPicPr/>
              <p:nvPr/>
            </p:nvPicPr>
            <p:blipFill>
              <a:blip r:embed="rId61"/>
              <a:stretch>
                <a:fillRect/>
              </a:stretch>
            </p:blipFill>
            <p:spPr>
              <a:xfrm>
                <a:off x="1941480" y="5674176"/>
                <a:ext cx="145188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55" name="Ink 54">
                <a:extLst>
                  <a:ext uri="{FF2B5EF4-FFF2-40B4-BE49-F238E27FC236}">
                    <a16:creationId xmlns:a16="http://schemas.microsoft.com/office/drawing/2014/main" id="{281A6527-380D-F7C7-DF72-68EEBAB0C7E3}"/>
                  </a:ext>
                </a:extLst>
              </p14:cNvPr>
              <p14:cNvContentPartPr/>
              <p14:nvPr/>
            </p14:nvContentPartPr>
            <p14:xfrm>
              <a:off x="2450160" y="5705856"/>
              <a:ext cx="887760" cy="55440"/>
            </p14:xfrm>
          </p:contentPart>
        </mc:Choice>
        <mc:Fallback xmlns="">
          <p:pic>
            <p:nvPicPr>
              <p:cNvPr id="55" name="Ink 54">
                <a:extLst>
                  <a:ext uri="{FF2B5EF4-FFF2-40B4-BE49-F238E27FC236}">
                    <a16:creationId xmlns:a16="http://schemas.microsoft.com/office/drawing/2014/main" id="{281A6527-380D-F7C7-DF72-68EEBAB0C7E3}"/>
                  </a:ext>
                </a:extLst>
              </p:cNvPr>
              <p:cNvPicPr/>
              <p:nvPr/>
            </p:nvPicPr>
            <p:blipFill>
              <a:blip r:embed="rId63"/>
              <a:stretch>
                <a:fillRect/>
              </a:stretch>
            </p:blipFill>
            <p:spPr>
              <a:xfrm>
                <a:off x="2387160" y="5642856"/>
                <a:ext cx="1013400" cy="181080"/>
              </a:xfrm>
              <a:prstGeom prst="rect">
                <a:avLst/>
              </a:prstGeom>
            </p:spPr>
          </p:pic>
        </mc:Fallback>
      </mc:AlternateContent>
      <p:grpSp>
        <p:nvGrpSpPr>
          <p:cNvPr id="57" name="Group 56">
            <a:extLst>
              <a:ext uri="{FF2B5EF4-FFF2-40B4-BE49-F238E27FC236}">
                <a16:creationId xmlns:a16="http://schemas.microsoft.com/office/drawing/2014/main" id="{47919D60-BF4D-2D4F-9F8B-DC1544ABE57D}"/>
              </a:ext>
            </a:extLst>
          </p:cNvPr>
          <p:cNvGrpSpPr/>
          <p:nvPr/>
        </p:nvGrpSpPr>
        <p:grpSpPr>
          <a:xfrm>
            <a:off x="1315440" y="5432616"/>
            <a:ext cx="1554120" cy="361800"/>
            <a:chOff x="1315440" y="5432616"/>
            <a:chExt cx="1554120" cy="361800"/>
          </a:xfrm>
        </p:grpSpPr>
        <mc:AlternateContent xmlns:mc="http://schemas.openxmlformats.org/markup-compatibility/2006" xmlns:p14="http://schemas.microsoft.com/office/powerpoint/2010/main">
          <mc:Choice Requires="p14">
            <p:contentPart p14:bwMode="auto" r:id="rId64">
              <p14:nvContentPartPr>
                <p14:cNvPr id="47" name="Ink 46">
                  <a:extLst>
                    <a:ext uri="{FF2B5EF4-FFF2-40B4-BE49-F238E27FC236}">
                      <a16:creationId xmlns:a16="http://schemas.microsoft.com/office/drawing/2014/main" id="{FC2F9724-0B46-6224-B6E2-B96A166985A4}"/>
                    </a:ext>
                  </a:extLst>
                </p14:cNvPr>
                <p14:cNvContentPartPr/>
                <p14:nvPr/>
              </p14:nvContentPartPr>
              <p14:xfrm>
                <a:off x="1332000" y="5432616"/>
                <a:ext cx="745920" cy="361800"/>
              </p14:xfrm>
            </p:contentPart>
          </mc:Choice>
          <mc:Fallback xmlns="">
            <p:pic>
              <p:nvPicPr>
                <p:cNvPr id="47" name="Ink 46">
                  <a:extLst>
                    <a:ext uri="{FF2B5EF4-FFF2-40B4-BE49-F238E27FC236}">
                      <a16:creationId xmlns:a16="http://schemas.microsoft.com/office/drawing/2014/main" id="{FC2F9724-0B46-6224-B6E2-B96A166985A4}"/>
                    </a:ext>
                  </a:extLst>
                </p:cNvPr>
                <p:cNvPicPr/>
                <p:nvPr/>
              </p:nvPicPr>
              <p:blipFill>
                <a:blip r:embed="rId65"/>
                <a:stretch>
                  <a:fillRect/>
                </a:stretch>
              </p:blipFill>
              <p:spPr>
                <a:xfrm>
                  <a:off x="1325880" y="5426496"/>
                  <a:ext cx="758160" cy="3740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8" name="Ink 47">
                  <a:extLst>
                    <a:ext uri="{FF2B5EF4-FFF2-40B4-BE49-F238E27FC236}">
                      <a16:creationId xmlns:a16="http://schemas.microsoft.com/office/drawing/2014/main" id="{86CE0794-4332-5A6A-C96C-256603D4A57E}"/>
                    </a:ext>
                  </a:extLst>
                </p14:cNvPr>
                <p14:cNvContentPartPr/>
                <p14:nvPr/>
              </p14:nvContentPartPr>
              <p14:xfrm>
                <a:off x="2327760" y="5659056"/>
                <a:ext cx="541800" cy="92520"/>
              </p14:xfrm>
            </p:contentPart>
          </mc:Choice>
          <mc:Fallback xmlns="">
            <p:pic>
              <p:nvPicPr>
                <p:cNvPr id="48" name="Ink 47">
                  <a:extLst>
                    <a:ext uri="{FF2B5EF4-FFF2-40B4-BE49-F238E27FC236}">
                      <a16:creationId xmlns:a16="http://schemas.microsoft.com/office/drawing/2014/main" id="{86CE0794-4332-5A6A-C96C-256603D4A57E}"/>
                    </a:ext>
                  </a:extLst>
                </p:cNvPr>
                <p:cNvPicPr/>
                <p:nvPr/>
              </p:nvPicPr>
              <p:blipFill>
                <a:blip r:embed="rId67"/>
                <a:stretch>
                  <a:fillRect/>
                </a:stretch>
              </p:blipFill>
              <p:spPr>
                <a:xfrm>
                  <a:off x="2321640" y="5652936"/>
                  <a:ext cx="55404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6" name="Ink 55">
                  <a:extLst>
                    <a:ext uri="{FF2B5EF4-FFF2-40B4-BE49-F238E27FC236}">
                      <a16:creationId xmlns:a16="http://schemas.microsoft.com/office/drawing/2014/main" id="{AA343577-69EE-BBFD-BF6A-717F62B72BF7}"/>
                    </a:ext>
                  </a:extLst>
                </p14:cNvPr>
                <p14:cNvContentPartPr/>
                <p14:nvPr/>
              </p14:nvContentPartPr>
              <p14:xfrm>
                <a:off x="1315440" y="5722056"/>
                <a:ext cx="1063440" cy="47880"/>
              </p14:xfrm>
            </p:contentPart>
          </mc:Choice>
          <mc:Fallback xmlns="">
            <p:pic>
              <p:nvPicPr>
                <p:cNvPr id="56" name="Ink 55">
                  <a:extLst>
                    <a:ext uri="{FF2B5EF4-FFF2-40B4-BE49-F238E27FC236}">
                      <a16:creationId xmlns:a16="http://schemas.microsoft.com/office/drawing/2014/main" id="{AA343577-69EE-BBFD-BF6A-717F62B72BF7}"/>
                    </a:ext>
                  </a:extLst>
                </p:cNvPr>
                <p:cNvPicPr/>
                <p:nvPr/>
              </p:nvPicPr>
              <p:blipFill>
                <a:blip r:embed="rId69"/>
                <a:stretch>
                  <a:fillRect/>
                </a:stretch>
              </p:blipFill>
              <p:spPr>
                <a:xfrm>
                  <a:off x="1252440" y="5659416"/>
                  <a:ext cx="1189080" cy="173520"/>
                </a:xfrm>
                <a:prstGeom prst="rect">
                  <a:avLst/>
                </a:prstGeom>
              </p:spPr>
            </p:pic>
          </mc:Fallback>
        </mc:AlternateContent>
      </p:grpSp>
    </p:spTree>
    <p:extLst>
      <p:ext uri="{BB962C8B-B14F-4D97-AF65-F5344CB8AC3E}">
        <p14:creationId xmlns:p14="http://schemas.microsoft.com/office/powerpoint/2010/main" val="41457206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0557751"/>
      </p:ext>
    </p:extLst>
  </p:cSld>
  <p:clrMapOvr>
    <a:masterClrMapping/>
  </p:clrMapOvr>
</p:sld>
</file>

<file path=ppt/theme/theme1.xml><?xml version="1.0" encoding="utf-8"?>
<a:theme xmlns:a="http://schemas.openxmlformats.org/drawingml/2006/main" name="ncdc_v6">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cdc_v11" id="{259B31BA-8765-400C-BD76-CF87730DC37E}" vid="{4777888F-1638-480F-A3BC-C5C6E23905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F2146F22DA3004398AF34F8CDB1DFD0" ma:contentTypeVersion="5" ma:contentTypeDescription="Create a new document." ma:contentTypeScope="" ma:versionID="d3cd96ca60f14144d34cbd25b01c6091">
  <xsd:schema xmlns:xsd="http://www.w3.org/2001/XMLSchema" xmlns:xs="http://www.w3.org/2001/XMLSchema" xmlns:p="http://schemas.microsoft.com/office/2006/metadata/properties" xmlns:ns3="e8006037-3db5-425d-8ca4-509f7aa9cd3c" targetNamespace="http://schemas.microsoft.com/office/2006/metadata/properties" ma:root="true" ma:fieldsID="1df64afd67a0cb89352c92856bbe3b2c" ns3:_="">
    <xsd:import namespace="e8006037-3db5-425d-8ca4-509f7aa9cd3c"/>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006037-3db5-425d-8ca4-509f7aa9cd3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e8006037-3db5-425d-8ca4-509f7aa9cd3c" xsi:nil="true"/>
  </documentManagement>
</p:properties>
</file>

<file path=customXml/itemProps1.xml><?xml version="1.0" encoding="utf-8"?>
<ds:datastoreItem xmlns:ds="http://schemas.openxmlformats.org/officeDocument/2006/customXml" ds:itemID="{97A3D80D-914C-4449-89F4-FACDD3ECEA86}">
  <ds:schemaRefs>
    <ds:schemaRef ds:uri="http://schemas.microsoft.com/sharepoint/v3/contenttype/forms"/>
  </ds:schemaRefs>
</ds:datastoreItem>
</file>

<file path=customXml/itemProps2.xml><?xml version="1.0" encoding="utf-8"?>
<ds:datastoreItem xmlns:ds="http://schemas.openxmlformats.org/officeDocument/2006/customXml" ds:itemID="{C7633FDA-574D-41BC-AFE6-289DA11DB8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006037-3db5-425d-8ca4-509f7aa9cd3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D7B1AEE-106B-4BF7-A2F9-EBD53EE9C052}">
  <ds:schemaRefs>
    <ds:schemaRef ds:uri="e8006037-3db5-425d-8ca4-509f7aa9cd3c"/>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ncdc_final_template_7thjune2024 (1)</Template>
  <TotalTime>837</TotalTime>
  <Words>801</Words>
  <Application>Microsoft Office PowerPoint</Application>
  <PresentationFormat>Widescreen</PresentationFormat>
  <Paragraphs>127</Paragraphs>
  <Slides>38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Aptos</vt:lpstr>
      <vt:lpstr>Aptos Display</vt:lpstr>
      <vt:lpstr>Arial</vt:lpstr>
      <vt:lpstr>Century Gothic</vt:lpstr>
      <vt:lpstr>ncdc_v6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Naveed</dc:creator>
  <cp:lastModifiedBy>Alina Naveed</cp:lastModifiedBy>
  <cp:revision>4</cp:revision>
  <dcterms:created xsi:type="dcterms:W3CDTF">2025-09-24T04:40:32Z</dcterms:created>
  <dcterms:modified xsi:type="dcterms:W3CDTF">2025-09-26T04:48:29Z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0x010100DF2146F22DA3004398AF34F8CDB1DFD0</vt:lpwstr>
  </property>
</Properties>
</file>